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presProps" Target="pres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viewProps" Target="view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5번, 현재 기준에서 최선인 선택을 확정하며 진행한다입니다.</a:t>
            </a:r>
          </a:p>
          <a:p>
            <a:r>
              <a:t>탐욕법은 국소적인 선택을 확정한다. 이 선택이 전체 최적해로 이어지는지는 별도의 증명이 필요하다.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1번, 탐욕 선택의 정당성은 추가로 확인해야 한다입니다.</a:t>
            </a:r>
          </a:p>
          <a:p>
            <a:r>
              <a:t>최적 부분 구조와 탐욕 선택 속성은 서로 다른 조건이다. 0/1 배낭은 최적 부분 구조가 있지만 가치 밀도 탐욕은 실패한다.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최적해의 일부를 탐욕 선택으로 바꿔도 목적값이 나빠지지 않음을 보인다입니다.</a:t>
            </a:r>
          </a:p>
          <a:p>
            <a:r>
              <a:t>최적해를 탐욕 선택을 포함하는 최적해로 바꿀 수 있으면 첫 선택의 안전성을 설명할 수 있다.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조건을 만족하는 입력 하나에서 더 나은 해를 제시한다입니다.</a:t>
            </a:r>
          </a:p>
          <a:p>
            <a:r>
              <a:t>보편 명제는 유효한 반례 하나로 깨진다. 단순히 다른 해가 아니라 더 좋은 목적값을 보여야 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4번, 큰 동전부터 가능한 만큼 선택한다입니다.</a:t>
            </a:r>
          </a:p>
          <a:p>
            <a:r>
              <a:t>작은 동전 여러 개를 같은 금액의 큰 동전 하나로 교환하면 개수가 줄어든다. 정수배 관계가 이 교환을 뒷받침한다.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5번, 2개입니다.</a:t>
            </a:r>
          </a:p>
          <a:p>
            <a:r>
              <a:t>큰 동전 우선은 4+1+1로 3개지만 최적해는 3+3으로 2개다.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1번, 0입니다.</a:t>
            </a:r>
          </a:p>
          <a:p>
            <a:r>
              <a:t>10원 2개, 5원 1개, 1원 3개를 사용한다. 1원이 있으므로 정확히 만들 수 있다.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Θ(m)입니다.</a:t>
            </a:r>
          </a:p>
          <a:p>
            <a:r>
              <a:t>각 종류를 한 번씩 처리한다. 동전을 하나씩 빼는 구현과 구별해야 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시작 시각 ≥ 5입니다.</a:t>
            </a:r>
          </a:p>
          <a:p>
            <a:r>
              <a:t>반열린 구간에서는 끝점이 닿는 두 활동이 겹치지 않는다.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1번, 종료 시각이 빠른 순서입니다.</a:t>
            </a:r>
          </a:p>
          <a:p>
            <a:r>
              <a:t>가장 빨리 끝나는 활동을 고르면 이후 활동을 위한 시간을 충분히 남긴다.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5번, 마지막으로 선택한 활동의 종료 시각입니다.</a:t>
            </a:r>
          </a:p>
          <a:p>
            <a:r>
              <a:t>새 활동의 시작이 마지막 선택의 종료 이상이면 선택한다. 거절한 활동으로 종료 시각을 갱신하면 안 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4번, 총보상을 최대화하지 못할 수 있다입니다.</a:t>
            </a:r>
          </a:p>
          <a:p>
            <a:r>
              <a:t>목적 함수가 개수에서 보상 합으로 바뀌면 같은 탐욕 증명이 적용되지 않는다.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1번, 단위 무게당 가치가 큰 순서입니다.</a:t>
            </a:r>
          </a:p>
          <a:p>
            <a:r>
              <a:t>높은 밀도의 물건을 낮은 밀도의 물건으로 바꾸면 같은 무게에서 가치가 줄어든다.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남은 용량만큼의 비율을 담는다입니다.</a:t>
            </a:r>
          </a:p>
          <a:p>
            <a:r>
              <a:t>무게와 가치를 같은 비율로 취해야 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0/1 배낭은 물건의 일부만 선택할 수 없다입니다.</a:t>
            </a:r>
          </a:p>
          <a:p>
            <a:r>
              <a:t>분할 허용 여부가 해 집합과 탐욕 선택의 정당성을 바꾼다.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1번, 최대 가치는 변하지 않는다입니다.</a:t>
            </a:r>
          </a:p>
          <a:p>
            <a:r>
              <a:t>같은 무게를 담았을 때 얻는 가치가 같으므로 밀도가 같은 물건끼리의 교환은 목적값을 바꾸지 않는다.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4번, V−1입니다.</a:t>
            </a:r>
          </a:p>
          <a:p>
            <a:r>
              <a:t>트리는 연결되어 있고 사이클이 없으며 V−1개의 간선을 가진다.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가중치가 작은 순서입니다.</a:t>
            </a:r>
          </a:p>
          <a:p>
            <a:r>
              <a:t>가벼운 간선부터 보되 사이클을 만드는 간선은 제외한다.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u와 v가 현재 서로 다른 연결 요소에 있다입니다.</a:t>
            </a:r>
          </a:p>
          <a:p>
            <a:r>
              <a:t>서로 다른 트리를 연결할 때만 간선을 더하면 사이클을 만들지 않는다.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x가 속한 집합의 대표 원소입니다.</a:t>
            </a:r>
          </a:p>
          <a:p>
            <a:r>
              <a:t>같은 대표를 갖는 정점은 같은 연결 요소에 있다.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각 연결 요소의 최소 신장 트리로 이루어진 숲입니다.</a:t>
            </a:r>
          </a:p>
          <a:p>
            <a:r>
              <a:t>연결 요소 사이에 간선이 없으므로 전체 신장 트리는 존재하지 않는다.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4번, 음수 간선도 정렬하여 정상적으로 처리할 수 있다입니다.</a:t>
            </a:r>
          </a:p>
          <a:p>
            <a:r>
              <a:t>MST의 탐욕 정당성은 간선 가중치의 비음수 조건을 요구하지 않는다.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MST가 유일하다입니다.</a:t>
            </a:r>
          </a:p>
          <a:p>
            <a:r>
              <a:t>서로 다른 가중치는 MST 유일성의 충분조건이다. 같은 가중치가 있다고 반드시 여러 MST가 생기는 것은 아니다.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Θ(E log E)입니다.</a:t>
            </a:r>
          </a:p>
          <a:p>
            <a:r>
              <a:t>분리 집합 연산보다 E개 간선의 정렬이 보통 지배적이다.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최적화하는 대상이 달라 서로 다를 수 있다입니다.</a:t>
            </a:r>
          </a:p>
          <a:p>
            <a:r>
              <a:t>MST는 선택 간선의 총합을, 최단 경로 트리는 한 출발점에서의 거리를 최적화한다.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5번, 현재 도시에서 가장 가까운 미방문 도시입니다.</a:t>
            </a:r>
          </a:p>
          <a:p>
            <a:r>
              <a:t>방문 여부를 확인해야 같은 도시를 반복하지 않는다. 최적 순회 보장은 별도다.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5번, 마지막 도시에서 출발 도시로 돌아오는 비용을 더한다입니다.</a:t>
            </a:r>
          </a:p>
          <a:p>
            <a:r>
              <a:t>TSP는 출발점으로 돌아오는 순회를 요구한다.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2번, 출발 도시와 동률 처리에 따라 결과가 달라질 수 있다입니다.</a:t>
            </a:r>
          </a:p>
          <a:p>
            <a:r>
              <a:t>가까운 다음 도시를 고르는 판단은 남은 전체 순회의 비용을 고려하지 않는다.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1번, 도달 가능한 간선의 가중치가 모두 0 이상이다입니다.</a:t>
            </a:r>
          </a:p>
          <a:p>
            <a:r>
              <a:t>비음수 간선이면 가장 짧은 잠정 거리를 확정한 뒤 나중에 더 짧아질 수 없다.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4번, dist[v] = min(dist[v], dist[u]+w)입니다.</a:t>
            </a:r>
          </a:p>
          <a:p>
            <a:r>
              <a:t>u까지의 경로에 간선 하나를 붙인 후보와 기존 거리를 비교한다.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5번, 출발점 0, 나머지 ∞입니다.</a:t>
            </a:r>
          </a:p>
          <a:p>
            <a:r>
              <a:t>출발점까지의 빈 경로 길이는 0이고 나머지는 아직 경로를 발견하지 못했다.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4번, 오래된 항목이므로 건너뛴다입니다.</a:t>
            </a:r>
          </a:p>
          <a:p>
            <a:r>
              <a:t>더 짧은 경로가 이미 발견된 뒤 남은 힙 항목이므로 재처리가 필요 없다.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4번, 출발점에서 v에 도달할 수 없다입니다.</a:t>
            </a:r>
          </a:p>
          <a:p>
            <a:r>
              <a:t>다른 연결 요소 내부에 간선이 있더라도 출발점에서 도달할 수 없을 수 있다.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Θ(V²)입니다.</a:t>
            </a:r>
          </a:p>
          <a:p>
            <a:r>
              <a:t>최대 V번 최소 정점을 찾고 각 단계에서 V개 이웃을 검사한다.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3번, 만족한다입니다.</a:t>
            </a:r>
          </a:p>
          <a:p>
            <a:r>
              <a:t>0은 음수가 아니다. 구현에서 0을 간선 없음 표시로 쓰면 별개의 오류가 생긴다.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탐욕법의 선택과 정당성을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4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처리 시간이 짧은 순서입니다</a:t>
            </a:r>
            <a:r>
              <a:rPr lang="en-US" altLang="ko-KR"/>
              <a:t>.</a:t>
            </a:r>
          </a:p>
          <a:p>
            <a:r>
              <a:rPr lang="ko-KR" altLang="en-US"/>
              <a:t>짧은 작업을 앞에 놓으면 뒤 작업들이 기다리는 시간을 줄일 수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탐욕법의 선택과 정당성의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탐욕법의 선택과 정당성을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</a:t>
            </a:r>
            <a:r>
              <a:rPr lang="ko-KR" altLang="en-US"/>
              <a:t>번</a:t>
            </a:r>
            <a:r>
              <a:rPr lang="en-US" altLang="ko-KR"/>
              <a:t>, a−b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앞 순서는 </a:t>
            </a:r>
            <a:r>
              <a:rPr lang="en-US" altLang="ko-KR"/>
              <a:t>2a+b, </a:t>
            </a:r>
            <a:r>
              <a:rPr lang="ko-KR" altLang="en-US"/>
              <a:t>뒤 순서는 </a:t>
            </a:r>
            <a:r>
              <a:rPr lang="en-US" altLang="ko-KR"/>
              <a:t>2b+a</a:t>
            </a:r>
            <a:r>
              <a:rPr lang="ko-KR" altLang="en-US"/>
              <a:t>이다</a:t>
            </a:r>
            <a:r>
              <a:rPr lang="en-US" altLang="ko-KR"/>
              <a:t>. a≤b</a:t>
            </a:r>
            <a:r>
              <a:rPr lang="ko-KR" altLang="en-US"/>
              <a:t>이면 앞 순서가 불리하지 않다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탐욕법의 선택과 정당성의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탐욕법의 선택과 정당성을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누적 처리 시간을 매번 정답에 더한다입니다</a:t>
            </a:r>
            <a:r>
              <a:rPr lang="en-US" altLang="ko-KR"/>
              <a:t>.</a:t>
            </a:r>
          </a:p>
          <a:p>
            <a:r>
              <a:rPr lang="ko-KR" altLang="en-US"/>
              <a:t>뒤 작업의 완료 시각에는 앞 작업의 처리 시간도 포함된다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탐욕법의 선택과 정당성의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5번, 정렬과 선택 단계의 비용을 모두 포함한다입니다.</a:t>
            </a:r>
          </a:p>
          <a:p>
            <a:r>
              <a:t>정렬 후 한 번 순회하는 알고리즘은 보통 정렬 비용이 지배한다.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탐욕법의 선택과 정당성을 확인하는 문항입니다. 먼저 조건과 요구한 반환값을 읽어 주세요. 다섯 보기 중 가장 적절한 하나를 골라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정답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1번, 제약 만족 여부와 목적값을 함께 확인한다입니다.</a:t>
            </a:r>
          </a:p>
          <a:p>
            <a:r>
              <a:t>빠른 결과라도 제약을 위반하거나 더 나은 해가 있으면 최적해가 아니다.</a:t>
            </a:r>
          </a:p>
          <a:p>
            <a:r>
              <a:t>여기서는 탐욕법의 선택과 정당성의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정답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[2,2,1,1], 총 6개입니다.</a:t>
            </a:r>
          </a:p>
          <a:p>
            <a:r>
              <a:t>1000원을 고른 뒤 260원이 남는다. 100원 2개, 50원 1개, 10원 1개를 더한다.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탐욕 4개, 최적 3개입니다.</a:t>
            </a:r>
          </a:p>
          <a:p>
            <a:r>
              <a:t>탐욕은 4+4+1+1이다. 4+3+3은 3개이며 두 동전으로는 최대 8이므로 최적이다.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50+10+5+1+1+1, 6개입니다.</a:t>
            </a:r>
          </a:p>
          <a:p>
            <a:r>
              <a:t>종류별 몫은 1,1,1,3이고 마지막 나머지는 0이다.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나머지 2, 실제 해 4+4입니다.</a:t>
            </a:r>
          </a:p>
          <a:p>
            <a:r>
              <a:t>6을 먼저 고르면 실패하지만 해가 없는 것은 아니다. 1원이 없는 화폐에서 탐욕의 실패와 불가능을 구분한다.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B,C,D, 3개입니다.</a:t>
            </a:r>
          </a:p>
          <a:p>
            <a:r>
              <a:t>B가 2에 끝나면 C를 선택할 수 있고 C의 끝 4에서 D를 선택할 수 있다.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A부터는 1개, 최적은 B,C,D의 3개입니다.</a:t>
            </a:r>
          </a:p>
          <a:p>
            <a:r>
              <a:t>가장 먼저 시작하는 활동을 임의로 고르는 규칙은 긴 활동 때문에 여러 짧은 활동을 놓친다.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A,C,D입니다.</a:t>
            </a:r>
          </a:p>
          <a:p>
            <a:r>
              <a:t>종료가 같은 A와 B 중 시작이 빠른 A를 먼저 검사한다. B는 겹쳐 거절한다.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[7,9)만 선택입니다.</a:t>
            </a:r>
          </a:p>
          <a:p>
            <a:r>
              <a:t>첫 활동은 거절하고 종료 시각 7을 유지한다. 두 번째를 선택하면 종료가 9가 되어 세 번째를 거절한다.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탐욕 2, 최대 5입니다.</a:t>
            </a:r>
          </a:p>
          <a:p>
            <a:r>
              <a:t>활동 수는 A,B가 많지만 보상은 C 하나가 더 크다.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 전부, B 전부, C의 2/3, 가치 240입니다.</a:t>
            </a:r>
          </a:p>
          <a:p>
            <a:r>
              <a:t>밀도는 6,5,4이다. 남은 20만큼 C를 담아 가치 80을 더한다.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220, B와 C입니다.</a:t>
            </a:r>
          </a:p>
          <a:p>
            <a:r>
              <a:t>A부터 밀도순으로 고르면 A+B의 160에 그친다. B+C의 무게는 50, 가치는 220이다.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29입니다.</a:t>
            </a:r>
          </a:p>
          <a:p>
            <a:r>
              <a:t>A를 전부 담고 B를 무게 3만큼 담는다. 20+18×3/6=29다.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B의 3/4, 총가치 20입니다.</a:t>
            </a:r>
          </a:p>
          <a:p>
            <a:r>
              <a:t>두 물건의 밀도가 모두 4라서 용량 5를 채우면 가치 20이다.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AB,BC,CD, 총 7입니다.</a:t>
            </a:r>
          </a:p>
          <a:p>
            <a:r>
              <a:t>AC는 A와 C가 이미 연결되어 사이클을 만들므로 거절한다.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B,C가 같은 연결 요소, 비용 3입니다.</a:t>
            </a:r>
          </a:p>
          <a:p>
            <a:r>
              <a:t>AB와 AC를 선택한 뒤 세 정점이 모두 연결되어 있다.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3개, 비용 6입니다.</a:t>
            </a:r>
          </a:p>
          <a:p>
            <a:r>
              <a:t>연결 요소는 {A,B,C}와 {D,E} 두 개다. V−2=3개 간선을 선택한다.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−2입니다.</a:t>
            </a:r>
          </a:p>
          <a:p>
            <a:r>
              <a:t>AB와 BC를 선택한다. 음수 가중치도 MST에 사용할 수 있다.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집합 1개, 참입니다.</a:t>
            </a:r>
          </a:p>
          <a:p>
            <a:r>
              <a:t>대표 번호 자체는 구현에 따라 달라도 모든 원소가 같은 집합이라는 결과는 같다.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3개, 비용 6입니다.</a:t>
            </a:r>
          </a:p>
          <a:p>
            <a:r>
              <a:t>어떤 신장 트리도 간선 3개를 가지므로 비용은 6이다. 선택 간선은 유일하지 않다.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MST 경로 4, 최단 거리 3입니다.</a:t>
            </a:r>
          </a:p>
          <a:p>
            <a:r>
              <a:t>MST는 AB,BC를 고른다. 최단 경로는 간선 AC 하나다.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A-B-C-D-A, 비용 17입니다.</a:t>
            </a:r>
          </a:p>
          <a:p>
            <a:r>
              <a:t>미방문 도시 중 가장 가까운 도시를 선택한 뒤 D에서 A로 돌아가는 8을 더한다.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A-B-D-C-A, 비용 11입니다.</a:t>
            </a:r>
          </a:p>
          <a:p>
            <a:r>
              <a:t>A에서는 B를 고르고 B에서는 D, D에서는 C를 고른다. 비용은 2+3+4+2다.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A=3, B=1, C=4입니다.</a:t>
            </a:r>
          </a:p>
          <a:p>
            <a:r>
              <a:t>B를 거쳐 A의 거리를 3으로 줄이고, A를 거쳐 C의 거리를 4로 줄인다.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10입니다.</a:t>
            </a:r>
          </a:p>
          <a:p>
            <a:r>
              <a:t>기존 15와 새 후보 7+3=10 중 작은 값을 저장한다.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8입니다.</a:t>
            </a:r>
          </a:p>
          <a:p>
            <a:r>
              <a:t>새 후보 10이 기존 8보다 크므로 갱신하지 않는다.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0회입니다.</a:t>
            </a:r>
          </a:p>
          <a:p>
            <a:r>
              <a:t>9&gt;5이므로 이미 더 좋은 경로를 찾았다. 이 항목을 버리고 다음 항목을 꺼낸다.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탐욕 알고리즘 실행 추적을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요구한 결과를 모두 정확히 제시 2점, 비교·전이·계산의 근거 제시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[0,0,2,∞]입니다.</a:t>
            </a:r>
          </a:p>
          <a:p>
            <a:r>
              <a:t>가중치 0인 간선도 유효하다. C에는 도달할 수 없다.</a:t>
            </a:r>
          </a:p>
          <a:p>
            <a:r>
              <a:t>여기서는 탐욕 알고리즘 실행 추적의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요구한 결과를 모두 정확히 제시 2점</a:t>
            </a:r>
          </a:p>
          <a:p>
            <a:r>
              <a:t>- 비교·전이·계산의 근거 제시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탐욕 알고리즘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순서 </a:t>
            </a:r>
            <a:r>
              <a:rPr lang="en-US" altLang="ko-KR"/>
              <a:t>[1,2,3,4], </a:t>
            </a:r>
            <a:r>
              <a:rPr lang="ko-KR" altLang="en-US"/>
              <a:t>합 </a:t>
            </a:r>
            <a:r>
              <a:rPr lang="en-US" altLang="ko-KR"/>
              <a:t>20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누적 완료 시각은 </a:t>
            </a:r>
            <a:r>
              <a:rPr lang="en-US" altLang="ko-KR"/>
              <a:t>1,3,6,10</a:t>
            </a:r>
            <a:r>
              <a:rPr lang="ko-KR" altLang="en-US"/>
              <a:t>이며 합은 </a:t>
            </a:r>
            <a:r>
              <a:rPr lang="en-US" altLang="ko-KR"/>
              <a:t>20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탐욕 알고리즘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탐욕 알고리즘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입력 순서 </a:t>
            </a:r>
            <a:r>
              <a:rPr lang="en-US" altLang="ko-KR"/>
              <a:t>17, </a:t>
            </a:r>
            <a:r>
              <a:rPr lang="ko-KR" altLang="en-US"/>
              <a:t>최솟값 </a:t>
            </a:r>
            <a:r>
              <a:rPr lang="en-US" altLang="ko-KR"/>
              <a:t>12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입력 순서는 </a:t>
            </a:r>
            <a:r>
              <a:rPr lang="en-US" altLang="ko-KR"/>
              <a:t>2+7+8=17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정렬 순서는 </a:t>
            </a:r>
            <a:r>
              <a:rPr lang="en-US" altLang="ko-KR"/>
              <a:t>1+3+8=12</a:t>
            </a:r>
            <a:r>
              <a:rPr lang="ko-KR" altLang="en-US"/>
              <a:t>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탐욕 알고리즘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탐욕 알고리즘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24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완료 시각은 </a:t>
            </a:r>
            <a:r>
              <a:rPr lang="en-US" altLang="ko-KR"/>
              <a:t>4,8,12</a:t>
            </a:r>
            <a:r>
              <a:rPr lang="ko-KR" altLang="en-US"/>
              <a:t>이므로 합은 </a:t>
            </a:r>
            <a:r>
              <a:rPr lang="en-US" altLang="ko-KR"/>
              <a:t>24</a:t>
            </a:r>
            <a:r>
              <a:rPr lang="ko-KR" altLang="en-US"/>
              <a:t>다</a:t>
            </a:r>
            <a:r>
              <a:rPr lang="en-US" altLang="ko-KR"/>
              <a:t>. </a:t>
            </a:r>
            <a:r>
              <a:rPr lang="ko-KR" altLang="en-US"/>
              <a:t>같은 처리 시간끼리의 순서는 영향을 주지 않는다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탐욕 알고리즘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탐욕 해 2점, 더 좋은 해 2점, 최적 근거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탐욕은 4+1+1로 3개, 최적은 3+3으로 2개다.입니다.</a:t>
            </a:r>
          </a:p>
          <a:p>
            <a:r>
              <a:t>모든 동전보다 금액 6이 크므로 한 개로는 만들 수 없다. 두 개짜리 해를 제시하면 최적성까지 확인된다.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탐욕 해 2점</a:t>
            </a:r>
          </a:p>
          <a:p>
            <a:r>
              <a:t>- 더 좋은 해 2점</a:t>
            </a:r>
          </a:p>
          <a:p>
            <a:r>
              <a:t>- 최적 근거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교환 예시 2점, 개수 감소 1점, 탐욕 표현 연결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1원 5개는 5원으로, 5원 2개는 10원으로, 10원 5개는 50원으로 바꿔 개수를 줄일 수 있다.입니다.</a:t>
            </a:r>
          </a:p>
          <a:p>
            <a:r>
              <a:t>최적해에는 교환 가능한 작은 동전 묶음이 남지 않는다. 이 제한이 큰 동전부터 몫을 취한 표현과 일치한다.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교환 예시 2점</a:t>
            </a:r>
          </a:p>
          <a:p>
            <a:r>
              <a:t>- 개수 감소 1점</a:t>
            </a:r>
          </a:p>
          <a:p>
            <a:r>
              <a:t>- 탐욕 표현 연결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유효 구간 1점, 탐욕 결과 2점, 더 좋은 해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A[0,10), B[1,2), C[2,3). A를 먼저 고르면 1개, B,C는 2개다.입니다.</a:t>
            </a:r>
          </a:p>
          <a:p>
            <a:r>
              <a:t>일찍 시작하는 긴 활동이 이후의 여러 활동을 막을 수 있다. 끝점이 닿는 것은 허용한다.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유효 구간 1점</a:t>
            </a:r>
          </a:p>
          <a:p>
            <a:r>
              <a:t>- 탐욕 결과 2점</a:t>
            </a:r>
          </a:p>
          <a:p>
            <a:r>
              <a:t>- 더 좋은 해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종료 시각 비교 2점, 호환성 2점, 개수 유지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탐욕 활동은 최적해의 첫 활동보다 늦게 끝나지 않으므로 뒤의 활동들과 충돌하지 않는다.입니다.</a:t>
            </a:r>
          </a:p>
          <a:p>
            <a:r>
              <a:t>첫 활동 하나를 바꿔도 개수는 같고 남은 일정이 유지된다. 따라서 탐욕 활동을 포함하는 최적해가 존재한다.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종료 시각 비교 2점</a:t>
            </a:r>
          </a:p>
          <a:p>
            <a:r>
              <a:t>- 호환성 2점</a:t>
            </a:r>
          </a:p>
          <a:p>
            <a:r>
              <a:t>- 개수 유지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잘못된 상태 변화 2점, 잃는 활동 1점, 불변식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첫 활동 선택 후 두 번째를 거절해도 last_end는 2여야 한다. 10으로 바꾸면 세 번째를 잘못 거절한다.입니다.</a:t>
            </a:r>
          </a:p>
          <a:p>
            <a:r>
              <a:t>last_end는 마지막 검사 활동이 아니라 마지막 선택 활동을 나타내야 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잘못된 상태 변화 2점</a:t>
            </a:r>
          </a:p>
          <a:p>
            <a:r>
              <a:t>- 잃는 활동 1점</a:t>
            </a:r>
          </a:p>
          <a:p>
            <a:r>
              <a:t>- 불변식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유효 반례 2점, 두 목적값 2점, 분할 제약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용량 50, (10,60),(20,100),(30,120). 탐욕 160, 최적 220이다.입니다.</a:t>
            </a:r>
          </a:p>
          <a:p>
            <a:r>
              <a:t>분할 가능하면 마지막 물건 일부를 담아 240을 얻지만 0/1에서는 남은 공간에 일부만 넣을 수 없다.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유효 반례 2점</a:t>
            </a:r>
          </a:p>
          <a:p>
            <a:r>
              <a:t>- 두 목적값 2점</a:t>
            </a:r>
          </a:p>
          <a:p>
            <a:r>
              <a:t>- 분할 제약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같은 무게 교환 2점, 가치 증가식 2점, 결론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담긴 낮은 밀도 무게 ε를 빼고 아직 남은 높은 밀도 물건 무게 ε를 넣는다.입니다.</a:t>
            </a:r>
          </a:p>
          <a:p>
            <a:r>
              <a:t>총무게는 같고 가치는 ε×밀도 차이만큼 증가한다. 높은 밀도 물건이 남았는데 낮은 밀도를 먼저 쓰는 해는 최적일 수 없다.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같은 무게 교환 2점</a:t>
            </a:r>
          </a:p>
          <a:p>
            <a:r>
              <a:t>- 가치 증가식 2점</a:t>
            </a:r>
          </a:p>
          <a:p>
            <a:r>
              <a:t>- 결론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식 3점, 비율 근거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추가 가치는 v×r/w이고 추가 무게는 r이다.입니다.</a:t>
            </a:r>
          </a:p>
          <a:p>
            <a:r>
              <a:t>물건의 r/w 비율만 담았으므로 가치도 같은 비율만 인정해야 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식 3점</a:t>
            </a:r>
          </a:p>
          <a:p>
            <a:r>
              <a:t>- 비율 근거 2점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기존 경로 2점, 사이클 2점, 트리 조건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두 정점 사이에는 이미 선택 간선만으로 경로가 있다. 새 간선을 더하면 그 경로와 함께 사이클이 생긴다.입니다.</a:t>
            </a:r>
          </a:p>
          <a:p>
            <a:r>
              <a:t>신장 트리는 사이클이 없어야 한다. 서로 다른 요소를 연결하는 경우에는 이런 기존 경로가 없다.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기존 경로 2점</a:t>
            </a:r>
          </a:p>
          <a:p>
            <a:r>
              <a:t>- 사이클 2점</a:t>
            </a:r>
          </a:p>
          <a:p>
            <a:r>
              <a:t>- 트리 조건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컷 정의 1점, 가벼운 간선 1점, 교환 논증 2점, 동률 해석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현재 연결 요소와 나머지 정점을 나눈 컷에서 가장 가벼운 연결 간선은 어떤 MST에 포함될 수 있다.입니다.</a:t>
            </a:r>
          </a:p>
          <a:p>
            <a:r>
              <a:t>그 간선이 없는 MST의 연결 경로에서 컷을 가로지르는 간선을 교환하면 총비용이 증가하지 않는다. 반드시 모든 MST에 속한다는 주장은 하지 않는다.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컷 정의 1점</a:t>
            </a:r>
          </a:p>
          <a:p>
            <a:r>
              <a:t>- 가벼운 간선 1점</a:t>
            </a:r>
          </a:p>
          <a:p>
            <a:r>
              <a:t>- 교환 논증 2점</a:t>
            </a:r>
          </a:p>
          <a:p>
            <a:r>
              <a:t>- 동률 해석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연결 반례 2점, 유일성 근거 2점, 충분조건 구분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간선 AB=1, BC=1만 있는 3정점 경로는 신장 트리가 자기 자신 하나뿐이다.입니다.</a:t>
            </a:r>
          </a:p>
          <a:p>
            <a:r>
              <a:t>가중치가 모두 다르면 유일하다는 충분조건의 역은 성립하지 않는다.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연결 반례 2점</a:t>
            </a:r>
          </a:p>
          <a:p>
            <a:r>
              <a:t>- 유일성 근거 2점</a:t>
            </a:r>
          </a:p>
          <a:p>
            <a:r>
              <a:t>- 충분조건 구분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공식 2점, 요소별 간선 2점, 합산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V−c개다.입니다.</a:t>
            </a:r>
          </a:p>
          <a:p>
            <a:r>
              <a:t>각 연결 요소의 정점 수를 v_i라 하면 트리 간선은 v_i−1개다. 합하면 Σv_i−c=V−c다.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공식 2점</a:t>
            </a:r>
          </a:p>
          <a:p>
            <a:r>
              <a:t>- 요소별 간선 2점</a:t>
            </a:r>
          </a:p>
          <a:p>
            <a:r>
              <a:t>- 합산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경로와 순회 구분 2점, 누락 비용 2점, 과소평가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모든 도시를 한 번씩 방문하는 경로의 비용만 계산하게 된다.입니다.</a:t>
            </a:r>
          </a:p>
          <a:p>
            <a:r>
              <a:t>TSP 순회는 마지막 도시와 출발 도시도 연결해야 한다. 누락한 귀환 비용만큼 순회 비용을 과소평가한다.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경로와 순회 구분 2점</a:t>
            </a:r>
          </a:p>
          <a:p>
            <a:r>
              <a:t>- 누락 비용 2점</a:t>
            </a:r>
          </a:p>
          <a:p>
            <a:r>
              <a:t>- 과소평가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출발점 2점, 동률 규칙 2점, 결과 영향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출발 도시와 거리가 같은 후보 사이의 선택 규칙을 명시한다.입니다.</a:t>
            </a:r>
          </a:p>
          <a:p>
            <a:r>
              <a:t>두 조건이 바뀌면 방문 순서와 총비용이 달라질 수 있다. 예를 들어 동률이면 도시 번호가 작은 쪽을 선택하도록 정한다.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출발점 2점</a:t>
            </a:r>
          </a:p>
          <a:p>
            <a:r>
              <a:t>- 동률 규칙 2점</a:t>
            </a:r>
          </a:p>
          <a:p>
            <a:r>
              <a:t>- 결과 영향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확정 순서 2점, 실제 거리 2점, 음수 영향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A를 거리 2로 먼저 확정하지만 실제 최단 거리는 S-B-A의 1이다.입니다.</a:t>
            </a:r>
          </a:p>
          <a:p>
            <a:r>
              <a:t>음수 간선으로 인해 나중에 확정한 B를 거치는 경로가 A의 거리를 더 줄인다. 이 그래프에는 사이클이 없어도 오류가 생긴다.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확정 순서 2점</a:t>
            </a:r>
          </a:p>
          <a:p>
            <a:r>
              <a:t>- 실제 거리 2점</a:t>
            </a:r>
          </a:p>
          <a:p>
            <a:r>
              <a:t>- 음수 영향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최소 잠정 거리 2점, 비음수 근거 2점, 불변식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그보다 긴 잠정 거리의 미확정 정점을 거쳐 추가 비음수 간선을 지나도 더 짧은 경로를 만들 수 없다.입니다.</a:t>
            </a:r>
          </a:p>
          <a:p>
            <a:r>
              <a:t>이미 확정한 정점의 거리가 정확하다는 불변식과 경로가 확정 영역을 처음 벗어나는 간선을 함께 사용한다.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최소 잠정 거리 2점</a:t>
            </a:r>
          </a:p>
          <a:p>
            <a:r>
              <a:t>- 비음수 근거 2점</a:t>
            </a:r>
          </a:p>
          <a:p>
            <a:r>
              <a:t>- 불변식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표현 수정 2점, 0 허용 2점, 표식 구분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간선 없음은 −1 또는 별도의 존재 배열로 표시하고 0은 유효한 가중치로 남긴다.입니다.</a:t>
            </a:r>
          </a:p>
          <a:p>
            <a:r>
              <a:t>Dijkstra 입력은 비음수 가중치이므로 −1을 부재 표식으로 구분할 수 있다. 거리의 ∞와 간선 부재 표식도 구분한다.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표현 수정 2점</a:t>
            </a:r>
          </a:p>
          <a:p>
            <a:r>
              <a:t>- 0 허용 2점</a:t>
            </a:r>
          </a:p>
          <a:p>
            <a:r>
              <a:t>- 표식 구분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도달 여부 2점, 오버플로 2점, 자료형/상한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출발 정점까지 도달 가능한지 확인하고, dist[u]+w가 자료형 범위를 넘지 않도록 한다.입니다.</a:t>
            </a:r>
          </a:p>
          <a:p>
            <a:r>
              <a:t>도달 불가 표식에 가중치를 더하거나 정수 오버플로가 나면 가짜로 작은 거리가 생길 수 있다. 입력 상한에 맞는 INF와 자료형을 선택한다.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도달 여부 2점</a:t>
            </a:r>
          </a:p>
          <a:p>
            <a:r>
              <a:t>- 오버플로 2점</a:t>
            </a:r>
          </a:p>
          <a:p>
            <a:r>
              <a:t>- 자료형/상한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반례와 정당성 설명을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두 합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감소량 </a:t>
            </a:r>
            <a:r>
              <a:rPr lang="en-US" altLang="ko-KR"/>
              <a:t>1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다른 작업 영향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a&gt;b</a:t>
            </a:r>
            <a:r>
              <a:rPr lang="ko-KR" altLang="en-US"/>
              <a:t>일 때 두 작업의 합은 앞 순서 </a:t>
            </a:r>
            <a:r>
              <a:rPr lang="en-US" altLang="ko-KR"/>
              <a:t>2a+b, </a:t>
            </a:r>
            <a:r>
              <a:rPr lang="ko-KR" altLang="en-US"/>
              <a:t>교환 후 </a:t>
            </a:r>
            <a:r>
              <a:rPr lang="en-US" altLang="ko-KR"/>
              <a:t>2b+a</a:t>
            </a:r>
            <a:r>
              <a:rPr lang="ko-KR" altLang="en-US"/>
              <a:t>여서 </a:t>
            </a:r>
            <a:r>
              <a:rPr lang="en-US" altLang="ko-KR"/>
              <a:t>a−b</a:t>
            </a:r>
            <a:r>
              <a:rPr lang="ko-KR" altLang="en-US"/>
              <a:t>만큼 줄어든다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앞부분의 공통 시작 시각은 상쇄되고 두 작업 이후의 시작 시각은 총길이 </a:t>
            </a:r>
            <a:r>
              <a:rPr lang="en-US" altLang="ko-KR"/>
              <a:t>a+b</a:t>
            </a:r>
            <a:r>
              <a:rPr lang="ko-KR" altLang="en-US"/>
              <a:t>가 같아 변하지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반례와 정당성 설명의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두 합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감소량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다른 작업 영향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반례와 정당성 설명을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실험 한계 2점, 증명 방법 2점, 검증 역할 1점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증명되지 않는다. 입력 전체를 포괄하는 교환 논증 등 정당성 증명이 필요하다.입니다.</a:t>
            </a:r>
          </a:p>
          <a:p>
            <a:r>
              <a:t>작은 입력의 완전 탐색 비교는 반례를 찾는 검증 도구로 유용하지만 시험한 범위 밖까지 보장하지는 않는다.</a:t>
            </a:r>
          </a:p>
          <a:p>
            <a:r>
              <a:t>여기서는 반례와 정당성 설명의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실험 한계 2점</a:t>
            </a:r>
          </a:p>
          <a:p>
            <a:r>
              <a:t>- 증명 방법 2점</a:t>
            </a:r>
          </a:p>
          <a:p>
            <a:r>
              <a:t>- 검증 역할 1점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정수배 화폐 거스름돈을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입력·경계 처리 2점, 핵심 알고리즘 4점, 정확한 반환값 2점, 복잡도 설명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내림차순으로 몫을 개수에 더하고 나머지를 다음 종류로 넘긴다.입니다.</a:t>
            </a:r>
          </a:p>
          <a:p>
            <a:r>
              <a:t>고정된 5종류이므로 시간 O(1). 일반 m종류에서는 시간 O(m).</a:t>
            </a:r>
          </a:p>
          <a:p>
            <a:r>
              <a:t>여기서는 정수배 화폐 거스름돈의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입력·경계 처리 2점</a:t>
            </a:r>
          </a:p>
          <a:p>
            <a:r>
              <a:t>- 핵심 알고리즘 4점</a:t>
            </a:r>
          </a:p>
          <a:p>
            <a:r>
              <a:t>- 정확한 반환값 2점</a:t>
            </a:r>
          </a:p>
          <a:p>
            <a:r>
              <a:t>- 복잡도 설명 2점</a:t>
            </a:r>
          </a:p>
          <a:p>
            <a:r>
              <a:t>검증 예시</a:t>
            </a:r>
          </a:p>
          <a:p>
            <a:r>
              <a:t>[1260,6]</a:t>
            </a:r>
          </a:p>
          <a:p>
            <a:r>
              <a:t>[0,0]</a:t>
            </a:r>
          </a:p>
          <a:p>
            <a:r>
              <a:t>[9,9]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정수배 화폐 거스름돈의 한 가지 정답 예시입니다.</a:t>
            </a:r>
          </a:p>
          <a:p>
            <a:r>
              <a:t>내림차순으로 몫을 개수에 더하고 나머지를 다음 종류로 넘긴다.</a:t>
            </a:r>
          </a:p>
          <a:p>
            <a:r>
              <a:t>고정된 5종류이므로 시간 O(1). 일반 m종류에서는 시간 O(m).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[1260,6]</a:t>
            </a:r>
          </a:p>
          <a:p>
            <a:r>
              <a:t>[0,0]</a:t>
            </a:r>
          </a:p>
          <a:p>
            <a:r>
              <a:t>[9,9]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정수배 화폐 거스름돈의 한 가지 정답 예시입니다.</a:t>
            </a:r>
          </a:p>
          <a:p>
            <a:r>
              <a:t>내림차순으로 몫을 개수에 더하고 나머지를 다음 종류로 넘긴다.</a:t>
            </a:r>
          </a:p>
          <a:p>
            <a:r>
              <a:t>고정된 5종류이므로 시간 O(1). 일반 m종류에서는 시간 O(m).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[1260,6]</a:t>
            </a:r>
          </a:p>
          <a:p>
            <a:r>
              <a:t>[0,0]</a:t>
            </a:r>
          </a:p>
          <a:p>
            <a:r>
              <a:t>[9,9]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활동 선택을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입력·경계 처리 2점, 핵심 알고리즘 4점, 정확한 반환값 2점, 복잡도 설명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마지막 선택의 종료 시각 이상에서 시작하는 활동만 선택한다.입니다.</a:t>
            </a:r>
          </a:p>
          <a:p>
            <a:r>
              <a:t>정렬된 입력에서 시간 O(n). 정렬까지 하면 O(n log n).</a:t>
            </a:r>
          </a:p>
          <a:p>
            <a:r>
              <a:t>여기서는 활동 선택의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입력·경계 처리 2점</a:t>
            </a:r>
          </a:p>
          <a:p>
            <a:r>
              <a:t>- 핵심 알고리즘 4점</a:t>
            </a:r>
          </a:p>
          <a:p>
            <a:r>
              <a:t>- 정확한 반환값 2점</a:t>
            </a:r>
          </a:p>
          <a:p>
            <a:r>
              <a:t>- 복잡도 설명 2점</a:t>
            </a:r>
          </a:p>
          <a:p>
            <a:r>
              <a:t>검증 예시</a:t>
            </a:r>
          </a:p>
          <a:p>
            <a:r>
              <a:t>[[[1,2],[0,3],[2,4],[4,5]],3]</a:t>
            </a:r>
          </a:p>
          <a:p>
            <a:r>
              <a:t>[[],0]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활동 선택의 한 가지 정답 예시입니다.</a:t>
            </a:r>
          </a:p>
          <a:p>
            <a:r>
              <a:t>마지막 선택의 종료 시각 이상에서 시작하는 활동만 선택한다.</a:t>
            </a:r>
          </a:p>
          <a:p>
            <a:r>
              <a:t>정렬된 입력에서 시간 O(n). 정렬까지 하면 O(n log n).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[[[1,2],[0,3],[2,4],[4,5]],3]</a:t>
            </a:r>
          </a:p>
          <a:p>
            <a:r>
              <a:t>[[],0]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활동 선택의 한 가지 정답 예시입니다.</a:t>
            </a:r>
          </a:p>
          <a:p>
            <a:r>
              <a:t>마지막 선택의 종료 시각 이상에서 시작하는 활동만 선택한다.</a:t>
            </a:r>
          </a:p>
          <a:p>
            <a:r>
              <a:t>정렬된 입력에서 시간 O(n). 정렬까지 하면 O(n log n).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[[[1,2],[0,3],[2,4],[4,5]],3]</a:t>
            </a:r>
          </a:p>
          <a:p>
            <a:r>
              <a:t>[[],0]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분할 가능 배낭을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입력·경계 처리 2점, 핵심 알고리즘 4점, 정확한 반환값 2점, 복잡도 설명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남은 용량과 물건 무게의 최솟값만큼 담고 비례 가치를 더한다.입니다.</a:t>
            </a:r>
          </a:p>
          <a:p>
            <a:r>
              <a:t>정렬된 입력에서 시간 O(n). 나누기 전에 실수 연산으로 전환한다.</a:t>
            </a:r>
          </a:p>
          <a:p>
            <a:r>
              <a:t>여기서는 분할 가능 배낭의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입력·경계 처리 2점</a:t>
            </a:r>
          </a:p>
          <a:p>
            <a:r>
              <a:t>- 핵심 알고리즘 4점</a:t>
            </a:r>
          </a:p>
          <a:p>
            <a:r>
              <a:t>- 정확한 반환값 2점</a:t>
            </a:r>
          </a:p>
          <a:p>
            <a:r>
              <a:t>- 복잡도 설명 2점</a:t>
            </a:r>
          </a:p>
          <a:p>
            <a:r>
              <a:t>검증 예시</a:t>
            </a:r>
          </a:p>
          <a:p>
            <a:r>
              <a:t>[[[10,60],[20,100],[30,120]],50,240]</a:t>
            </a:r>
          </a:p>
          <a:p>
            <a:r>
              <a:t>[[],5,0]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분할 가능 배낭의 한 가지 정답 예시입니다.</a:t>
            </a:r>
          </a:p>
          <a:p>
            <a:r>
              <a:t>남은 용량과 물건 무게의 최솟값만큼 담고 비례 가치를 더한다.</a:t>
            </a:r>
          </a:p>
          <a:p>
            <a:r>
              <a:t>정렬된 입력에서 시간 O(n). 나누기 전에 실수 연산으로 전환한다.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[[[10,60],[20,100],[30,120]],50,240]</a:t>
            </a:r>
          </a:p>
          <a:p>
            <a:r>
              <a:t>[[],5,0]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분할 가능 배낭의 한 가지 정답 예시입니다.</a:t>
            </a:r>
          </a:p>
          <a:p>
            <a:r>
              <a:t>남은 용량과 물건 무게의 최솟값만큼 담고 비례 가치를 더한다.</a:t>
            </a:r>
          </a:p>
          <a:p>
            <a:r>
              <a:t>정렬된 입력에서 시간 O(n). 나누기 전에 실수 연산으로 전환한다.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[[[10,60],[20,100],[30,120]],50,240]</a:t>
            </a:r>
          </a:p>
          <a:p>
            <a:r>
              <a:t>[[],5,0]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경로 압축 </a:t>
            </a:r>
            <a:r>
              <a:rPr lang="en-US" altLang="ko-KR"/>
              <a:t>find</a:t>
            </a:r>
            <a:r>
              <a:rPr lang="ko-KR" altLang="en-US"/>
              <a:t>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루트까지 재귀로 이동한 뒤 돌아오며 각 부모를 대표로 바꾼다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한 호출의 최악 시간 </a:t>
            </a:r>
            <a:r>
              <a:rPr lang="en-US" altLang="ko-KR"/>
              <a:t>O(n). </a:t>
            </a:r>
            <a:r>
              <a:rPr lang="ko-KR" altLang="en-US"/>
              <a:t>경로 압축만으로 모든 단일 호출을 </a:t>
            </a:r>
            <a:r>
              <a:rPr lang="en-US" altLang="ko-KR"/>
              <a:t>O(1)</a:t>
            </a:r>
            <a:r>
              <a:rPr lang="ko-KR" altLang="en-US"/>
              <a:t>이라 할 수 없다</a:t>
            </a:r>
            <a:r>
              <a:rPr lang="en-US" altLang="ko-KR"/>
              <a:t>. Python </a:t>
            </a:r>
            <a:r>
              <a:rPr lang="ko-KR" altLang="en-US"/>
              <a:t>재귀 제한은 입력 깊이 이상으로 설정한다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경로 압축 </a:t>
            </a:r>
            <a:r>
              <a:rPr lang="en-US" altLang="ko-KR"/>
              <a:t>find</a:t>
            </a:r>
            <a:r>
              <a:rPr lang="ko-KR" altLang="en-US"/>
              <a:t>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[[0,0,1,2],3,0]</a:t>
            </a:r>
          </a:p>
          <a:p>
            <a:r>
              <a:rPr lang="en-US" altLang="ko-KR"/>
              <a:t>[[0],0,0]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경로 압축 </a:t>
            </a:r>
            <a:r>
              <a:rPr lang="en-US" altLang="ko-KR"/>
              <a:t>find</a:t>
            </a:r>
            <a:r>
              <a:rPr lang="ko-KR" altLang="en-US"/>
              <a:t>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루트까지 재귀로 이동한 뒤 돌아오며 각 부모를 대표로 바꾼다</a:t>
            </a:r>
            <a:r>
              <a:rPr lang="en-US" altLang="ko-KR"/>
              <a:t>.</a:t>
            </a:r>
          </a:p>
          <a:p>
            <a:r>
              <a:rPr lang="ko-KR" altLang="en-US"/>
              <a:t>한 호출의 최악 시간 </a:t>
            </a:r>
            <a:r>
              <a:rPr lang="en-US" altLang="ko-KR"/>
              <a:t>O(n). </a:t>
            </a:r>
            <a:r>
              <a:rPr lang="ko-KR" altLang="en-US"/>
              <a:t>경로 압축만으로 모든 단일 호출을 </a:t>
            </a:r>
            <a:r>
              <a:rPr lang="en-US" altLang="ko-KR"/>
              <a:t>O(1)</a:t>
            </a:r>
            <a:r>
              <a:rPr lang="ko-KR" altLang="en-US"/>
              <a:t>이라 할 수 없다</a:t>
            </a:r>
            <a:r>
              <a:rPr lang="en-US" altLang="ko-KR"/>
              <a:t>. Python </a:t>
            </a:r>
            <a:r>
              <a:rPr lang="ko-KR" altLang="en-US"/>
              <a:t>재귀 제한은 입력 깊이 이상으로 설정한다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[[0,0,1,2],3,0]</a:t>
            </a:r>
          </a:p>
          <a:p>
            <a:r>
              <a:rPr lang="en-US" altLang="ko-KR"/>
              <a:t>[[0],0,0]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경로 압축 </a:t>
            </a:r>
            <a:r>
              <a:rPr lang="en-US" altLang="ko-KR"/>
              <a:t>find</a:t>
            </a:r>
            <a:r>
              <a:rPr lang="ko-KR" altLang="en-US"/>
              <a:t>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루트까지 재귀로 이동한 뒤 돌아오며 각 부모를 대표로 바꾼다</a:t>
            </a:r>
            <a:r>
              <a:rPr lang="en-US" altLang="ko-KR"/>
              <a:t>.</a:t>
            </a:r>
          </a:p>
          <a:p>
            <a:r>
              <a:rPr lang="ko-KR" altLang="en-US"/>
              <a:t>한 호출의 최악 시간 </a:t>
            </a:r>
            <a:r>
              <a:rPr lang="en-US" altLang="ko-KR"/>
              <a:t>O(n). </a:t>
            </a:r>
            <a:r>
              <a:rPr lang="ko-KR" altLang="en-US"/>
              <a:t>경로 압축만으로 모든 단일 호출을 </a:t>
            </a:r>
            <a:r>
              <a:rPr lang="en-US" altLang="ko-KR"/>
              <a:t>O(1)</a:t>
            </a:r>
            <a:r>
              <a:rPr lang="ko-KR" altLang="en-US"/>
              <a:t>이라 할 수 없다</a:t>
            </a:r>
            <a:r>
              <a:rPr lang="en-US" altLang="ko-KR"/>
              <a:t>. Python </a:t>
            </a:r>
            <a:r>
              <a:rPr lang="ko-KR" altLang="en-US"/>
              <a:t>재귀 제한은 입력 깊이 이상으로 설정한다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[[0,0,1,2],3,0]</a:t>
            </a:r>
          </a:p>
          <a:p>
            <a:r>
              <a:rPr lang="en-US" altLang="ko-KR"/>
              <a:t>[[0],0,0]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Kruskal 최소 신장 비용을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입력·경계 처리 2점, 핵심 알고리즘 4점, 정확한 반환값 2점, 복잡도 설명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서로 다른 집합을 잇는 간선만 선택한다. 선택 수 n−1을 확인한다.입니다.</a:t>
            </a:r>
          </a:p>
          <a:p>
            <a:r>
              <a:t>1≤n≤1000. 이 구현은 랭크 병합이 없다. 보수적 시간 상한 O(n+mn).</a:t>
            </a:r>
          </a:p>
          <a:p>
            <a:r>
              <a:t>여기서는 Kruskal 최소 신장 비용의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입력·경계 처리 2점</a:t>
            </a:r>
          </a:p>
          <a:p>
            <a:r>
              <a:t>- 핵심 알고리즘 4점</a:t>
            </a:r>
          </a:p>
          <a:p>
            <a:r>
              <a:t>- 정확한 반환값 2점</a:t>
            </a:r>
          </a:p>
          <a:p>
            <a:r>
              <a:t>- 복잡도 설명 2점</a:t>
            </a:r>
          </a:p>
          <a:p>
            <a:r>
              <a:t>검증 예시</a:t>
            </a:r>
          </a:p>
          <a:p>
            <a:r>
              <a:t>[3,[[0,1,1],[1,2,2],[0,2,3]],3]</a:t>
            </a:r>
          </a:p>
          <a:p>
            <a:r>
              <a:t>[2,[],-1000000000000000000]</a:t>
            </a:r>
          </a:p>
          <a:p>
            <a:r>
              <a:t>[1,[],0]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Kruskal 최소 신장 비용의 한 가지 정답 예시입니다.</a:t>
            </a:r>
          </a:p>
          <a:p>
            <a:r>
              <a:t>서로 다른 집합을 잇는 간선만 선택한다. 선택 수 n−1을 확인한다.</a:t>
            </a:r>
          </a:p>
          <a:p>
            <a:r>
              <a:t>1≤n≤1000. 이 구현은 랭크 병합이 없다. 보수적 시간 상한 O(n+mn).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[3,[[0,1,1],[1,2,2],[0,2,3]],3]</a:t>
            </a:r>
          </a:p>
          <a:p>
            <a:r>
              <a:t>[2,[],-1000000000000000000]</a:t>
            </a:r>
          </a:p>
          <a:p>
            <a:r>
              <a:t>[1,[],0]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Kruskal 최소 신장 비용의 한 가지 정답 예시입니다.</a:t>
            </a:r>
          </a:p>
          <a:p>
            <a:r>
              <a:t>서로 다른 집합을 잇는 간선만 선택한다. 선택 수 n−1을 확인한다.</a:t>
            </a:r>
          </a:p>
          <a:p>
            <a:r>
              <a:t>1≤n≤1000. 이 구현은 랭크 병합이 없다. 보수적 시간 상한 O(n+mn).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[3,[[0,1,1],[1,2,2],[0,2,3]],3]</a:t>
            </a:r>
          </a:p>
          <a:p>
            <a:r>
              <a:t>[2,[],-1000000000000000000]</a:t>
            </a:r>
          </a:p>
          <a:p>
            <a:r>
              <a:t>[1,[],0]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Dijkstra </a:t>
            </a:r>
            <a:r>
              <a:rPr lang="ko-KR" altLang="en-US"/>
              <a:t>최소 정점 선택을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번호 오름차순으로 순회하며 더 작은 거리에서만 후보를 교체한다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O(n). </a:t>
            </a:r>
            <a:r>
              <a:rPr lang="ko-KR" altLang="en-US"/>
              <a:t>동률에서 기존 번호를 유지한다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Dijkstra </a:t>
            </a:r>
            <a:r>
              <a:rPr lang="ko-KR" altLang="en-US"/>
              <a:t>최소 정점 선택의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[[0,3,3],[true,false,false],1]</a:t>
            </a:r>
          </a:p>
          <a:p>
            <a:r>
              <a:rPr lang="en-US" altLang="ko-KR"/>
              <a:t>[[1000000000000000000],[false],-1]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</a:t>
            </a:r>
            <a:r>
              <a:rPr lang="en-US" altLang="ko-KR"/>
              <a:t>Dijkstra </a:t>
            </a:r>
            <a:r>
              <a:rPr lang="ko-KR" altLang="en-US"/>
              <a:t>최소 정점 선택의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번호 오름차순으로 순회하며 더 작은 거리에서만 후보를 교체한다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O(n). </a:t>
            </a:r>
            <a:r>
              <a:rPr lang="ko-KR" altLang="en-US"/>
              <a:t>동률에서 기존 번호를 유지한다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[[0,3,3],[true,false,false],1]</a:t>
            </a:r>
          </a:p>
          <a:p>
            <a:r>
              <a:rPr lang="en-US" altLang="ko-KR"/>
              <a:t>[[1000000000000000000],[false],-1]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</a:t>
            </a:r>
            <a:r>
              <a:rPr lang="en-US" altLang="ko-KR"/>
              <a:t>Dijkstra </a:t>
            </a:r>
            <a:r>
              <a:rPr lang="ko-KR" altLang="en-US"/>
              <a:t>최소 정점 선택의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번호 오름차순으로 순회하며 더 작은 거리에서만 후보를 교체한다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O(n). </a:t>
            </a:r>
            <a:r>
              <a:rPr lang="ko-KR" altLang="en-US"/>
              <a:t>동률에서 기존 번호를 유지한다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[[0,3,3],[true,false,false],1]</a:t>
            </a:r>
          </a:p>
          <a:p>
            <a:r>
              <a:rPr lang="en-US" altLang="ko-KR"/>
              <a:t>[[1000000000000000000],[false],-1]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인접 행렬 </a:t>
            </a:r>
            <a:r>
              <a:rPr lang="en-US" altLang="ko-KR"/>
              <a:t>Dijkstra</a:t>
            </a:r>
            <a:r>
              <a:rPr lang="ko-KR" altLang="en-US"/>
              <a:t>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가장 짧은 미확정 정점을 선택하고 존재하는 간선을 완화한다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O(n²). </a:t>
            </a:r>
            <a:r>
              <a:rPr lang="ko-KR" altLang="en-US"/>
              <a:t>주어진 상한에서 거리 덧셈은 </a:t>
            </a:r>
            <a:r>
              <a:rPr lang="en-US" altLang="ko-KR"/>
              <a:t>long long</a:t>
            </a:r>
            <a:r>
              <a:rPr lang="ko-KR" altLang="en-US"/>
              <a:t>에 안전하다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인접 행렬 </a:t>
            </a:r>
            <a:r>
              <a:rPr lang="en-US" altLang="ko-KR"/>
              <a:t>Dijkstra</a:t>
            </a:r>
            <a:r>
              <a:rPr lang="ko-KR" altLang="en-US"/>
              <a:t>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[[[0,4,1],[-1,0,-1],[-1,2,0]],0,[0,3,1]]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인접 행렬 </a:t>
            </a:r>
            <a:r>
              <a:rPr lang="en-US" altLang="ko-KR"/>
              <a:t>Dijkstra</a:t>
            </a:r>
            <a:r>
              <a:rPr lang="ko-KR" altLang="en-US"/>
              <a:t>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가장 짧은 미확정 정점을 선택하고 존재하는 간선을 완화한다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O(n²). </a:t>
            </a:r>
            <a:r>
              <a:rPr lang="ko-KR" altLang="en-US"/>
              <a:t>주어진 상한에서 거리 덧셈은 </a:t>
            </a:r>
            <a:r>
              <a:rPr lang="en-US" altLang="ko-KR"/>
              <a:t>long long</a:t>
            </a:r>
            <a:r>
              <a:rPr lang="ko-KR" altLang="en-US"/>
              <a:t>에 안전하다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[[[0,4,1],[-1,0,-1],[-1,2,0]],0,[0,3,1]]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인접 행렬 </a:t>
            </a:r>
            <a:r>
              <a:rPr lang="en-US" altLang="ko-KR"/>
              <a:t>Dijkstra</a:t>
            </a:r>
            <a:r>
              <a:rPr lang="ko-KR" altLang="en-US"/>
              <a:t>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가장 짧은 미확정 정점을 선택하고 존재하는 간선을 완화한다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O(n²). </a:t>
            </a:r>
            <a:r>
              <a:rPr lang="ko-KR" altLang="en-US"/>
              <a:t>주어진 상한에서 거리 덧셈은 </a:t>
            </a:r>
            <a:r>
              <a:rPr lang="en-US" altLang="ko-KR"/>
              <a:t>long long</a:t>
            </a:r>
            <a:r>
              <a:rPr lang="ko-KR" altLang="en-US"/>
              <a:t>에 안전하다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[[[0,4,1],[-1,0,-1],[-1,2,0]],0,[0,3,1]]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최근접 이웃 </a:t>
            </a:r>
            <a:r>
              <a:rPr lang="en-US" altLang="ko-KR"/>
              <a:t>TSP</a:t>
            </a:r>
            <a:r>
              <a:rPr lang="ko-KR" altLang="en-US"/>
              <a:t>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매번 가장 가까운 미방문 도시로 이동하고 마지막에 </a:t>
            </a:r>
            <a:r>
              <a:rPr lang="en-US" altLang="ko-KR"/>
              <a:t>0</a:t>
            </a:r>
            <a:r>
              <a:rPr lang="ko-KR" altLang="en-US"/>
              <a:t>으로 돌아온다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O(n²). </a:t>
            </a:r>
            <a:r>
              <a:rPr lang="ko-KR" altLang="en-US"/>
              <a:t>최적 </a:t>
            </a:r>
            <a:r>
              <a:rPr lang="en-US" altLang="ko-KR"/>
              <a:t>TSP </a:t>
            </a:r>
            <a:r>
              <a:rPr lang="ko-KR" altLang="en-US"/>
              <a:t>비용을 보장하지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최근접 이웃 </a:t>
            </a:r>
            <a:r>
              <a:rPr lang="en-US" altLang="ko-KR"/>
              <a:t>TSP</a:t>
            </a:r>
            <a:r>
              <a:rPr lang="ko-KR" altLang="en-US"/>
              <a:t>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[[[0,2,9,8],[2,0,3,7],[9,3,0,4],[8,7,4,0]],17]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최근접 이웃 </a:t>
            </a:r>
            <a:r>
              <a:rPr lang="en-US" altLang="ko-KR"/>
              <a:t>TSP</a:t>
            </a:r>
            <a:r>
              <a:rPr lang="ko-KR" altLang="en-US"/>
              <a:t>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매번 가장 가까운 미방문 도시로 이동하고 마지막에 </a:t>
            </a:r>
            <a:r>
              <a:rPr lang="en-US" altLang="ko-KR"/>
              <a:t>0</a:t>
            </a:r>
            <a:r>
              <a:rPr lang="ko-KR" altLang="en-US"/>
              <a:t>으로 돌아온다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O(n²). </a:t>
            </a:r>
            <a:r>
              <a:rPr lang="ko-KR" altLang="en-US"/>
              <a:t>최적 </a:t>
            </a:r>
            <a:r>
              <a:rPr lang="en-US" altLang="ko-KR"/>
              <a:t>TSP </a:t>
            </a:r>
            <a:r>
              <a:rPr lang="ko-KR" altLang="en-US"/>
              <a:t>비용을 보장하지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[[[0,2,9,8],[2,0,3,7],[9,3,0,4],[8,7,4,0]],17]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최근접 이웃 </a:t>
            </a:r>
            <a:r>
              <a:rPr lang="en-US" altLang="ko-KR"/>
              <a:t>TSP</a:t>
            </a:r>
            <a:r>
              <a:rPr lang="ko-KR" altLang="en-US"/>
              <a:t>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매번 가장 가까운 미방문 도시로 이동하고 마지막에 </a:t>
            </a:r>
            <a:r>
              <a:rPr lang="en-US" altLang="ko-KR"/>
              <a:t>0</a:t>
            </a:r>
            <a:r>
              <a:rPr lang="ko-KR" altLang="en-US"/>
              <a:t>으로 돌아온다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O(n²). </a:t>
            </a:r>
            <a:r>
              <a:rPr lang="ko-KR" altLang="en-US"/>
              <a:t>최적 </a:t>
            </a:r>
            <a:r>
              <a:rPr lang="en-US" altLang="ko-KR"/>
              <a:t>TSP </a:t>
            </a:r>
            <a:r>
              <a:rPr lang="ko-KR" altLang="en-US"/>
              <a:t>비용을 보장하지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[[[0,2,9,8],[2,0,3,7],[9,3,0,4],[8,7,4,0]],17]</a:t>
            </a:r>
          </a:p>
          <a:p>
            <a:endParaRPr lang="en-US" altLang="ko-KR"/>
          </a:p>
          <a:p>
            <a:r>
              <a:rPr lang="ko-KR" altLang="en-US"/>
              <a:t>이 구현 문항은 코딩 실습 대상에서 제외합니다</a:t>
            </a:r>
            <a:r>
              <a:rPr lang="en-US" altLang="ko-KR"/>
              <a:t>. </a:t>
            </a:r>
            <a:r>
              <a:rPr lang="ko-KR" altLang="en-US"/>
              <a:t>코딩 실습은 </a:t>
            </a:r>
            <a:r>
              <a:rPr lang="en-US" altLang="ko-KR"/>
              <a:t>91</a:t>
            </a:r>
            <a:r>
              <a:rPr lang="ko-KR" altLang="en-US"/>
              <a:t>번</a:t>
            </a:r>
            <a:r>
              <a:rPr lang="en-US" altLang="ko-KR"/>
              <a:t>, 92</a:t>
            </a:r>
            <a:r>
              <a:rPr lang="ko-KR" altLang="en-US"/>
              <a:t>번</a:t>
            </a:r>
            <a:r>
              <a:rPr lang="en-US" altLang="ko-KR"/>
              <a:t>, 93</a:t>
            </a:r>
            <a:r>
              <a:rPr lang="ko-KR" altLang="en-US"/>
              <a:t>번</a:t>
            </a:r>
            <a:r>
              <a:rPr lang="en-US" altLang="ko-KR"/>
              <a:t>, 95</a:t>
            </a:r>
            <a:r>
              <a:rPr lang="ko-KR" altLang="en-US"/>
              <a:t>번</a:t>
            </a:r>
            <a:r>
              <a:rPr lang="en-US" altLang="ko-KR"/>
              <a:t>, 100</a:t>
            </a:r>
            <a:r>
              <a:rPr lang="ko-KR" altLang="en-US"/>
              <a:t>번의 다섯 문항입니다</a:t>
            </a:r>
            <a:r>
              <a:rPr lang="en-US" altLang="ko-KR"/>
              <a:t>. </a:t>
            </a:r>
            <a:r>
              <a:rPr lang="ko-KR" altLang="en-US"/>
              <a:t>관련 개념을 다루는 다른 유형의 시험 문제와는 구분합니다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완료 시각 합을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5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처리 시간 누적합을 구하면서 각 누적합을 다시 더한다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정렬된 입력에서 시간 </a:t>
            </a:r>
            <a:r>
              <a:rPr lang="en-US" altLang="ko-KR"/>
              <a:t>O(n). </a:t>
            </a:r>
            <a:r>
              <a:rPr lang="ko-KR" altLang="en-US"/>
              <a:t>최대 합 </a:t>
            </a:r>
            <a:r>
              <a:rPr lang="en-US" altLang="ko-KR"/>
              <a:t>500500000000</a:t>
            </a:r>
            <a:r>
              <a:rPr lang="ko-KR" altLang="en-US"/>
              <a:t>은 </a:t>
            </a:r>
            <a:r>
              <a:rPr lang="en-US" altLang="ko-KR"/>
              <a:t>int </a:t>
            </a:r>
            <a:r>
              <a:rPr lang="ko-KR" altLang="en-US"/>
              <a:t>범위를 넘는다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완료 시각 합의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[[1,2,3,4],20]</a:t>
            </a:r>
          </a:p>
          <a:p>
            <a:r>
              <a:rPr lang="en-US" altLang="ko-KR"/>
              <a:t>[[],0]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완료 시각 합의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처리 시간 누적합을 구하면서 각 누적합을 다시 더한다</a:t>
            </a:r>
            <a:r>
              <a:rPr lang="en-US" altLang="ko-KR"/>
              <a:t>.</a:t>
            </a:r>
          </a:p>
          <a:p>
            <a:r>
              <a:rPr lang="ko-KR" altLang="en-US"/>
              <a:t>정렬된 입력에서 시간 </a:t>
            </a:r>
            <a:r>
              <a:rPr lang="en-US" altLang="ko-KR"/>
              <a:t>O(n). </a:t>
            </a:r>
            <a:r>
              <a:rPr lang="ko-KR" altLang="en-US"/>
              <a:t>최대 합 </a:t>
            </a:r>
            <a:r>
              <a:rPr lang="en-US" altLang="ko-KR"/>
              <a:t>500500000000</a:t>
            </a:r>
            <a:r>
              <a:rPr lang="ko-KR" altLang="en-US"/>
              <a:t>은 </a:t>
            </a:r>
            <a:r>
              <a:rPr lang="en-US" altLang="ko-KR"/>
              <a:t>int </a:t>
            </a:r>
            <a:r>
              <a:rPr lang="ko-KR" altLang="en-US"/>
              <a:t>범위를 넘는다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[[1,2,3,4],20]</a:t>
            </a:r>
          </a:p>
          <a:p>
            <a:r>
              <a:rPr lang="en-US" altLang="ko-KR"/>
              <a:t>[[],0]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완료 시각 합의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처리 시간 누적합을 구하면서 각 누적합을 다시 더한다</a:t>
            </a:r>
            <a:r>
              <a:rPr lang="en-US" altLang="ko-KR"/>
              <a:t>.</a:t>
            </a:r>
          </a:p>
          <a:p>
            <a:r>
              <a:rPr lang="ko-KR" altLang="en-US"/>
              <a:t>정렬된 입력에서 시간 </a:t>
            </a:r>
            <a:r>
              <a:rPr lang="en-US" altLang="ko-KR"/>
              <a:t>O(n). </a:t>
            </a:r>
            <a:r>
              <a:rPr lang="ko-KR" altLang="en-US"/>
              <a:t>최대 합 </a:t>
            </a:r>
            <a:r>
              <a:rPr lang="en-US" altLang="ko-KR"/>
              <a:t>500500000000</a:t>
            </a:r>
            <a:r>
              <a:rPr lang="ko-KR" altLang="en-US"/>
              <a:t>은 </a:t>
            </a:r>
            <a:r>
              <a:rPr lang="en-US" altLang="ko-KR"/>
              <a:t>int </a:t>
            </a:r>
            <a:r>
              <a:rPr lang="ko-KR" altLang="en-US"/>
              <a:t>범위를 넘는다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[[1,2,3,4],20]</a:t>
            </a:r>
          </a:p>
          <a:p>
            <a:r>
              <a:rPr lang="en-US" altLang="ko-KR"/>
              <a:t>[[],0]</a:t>
            </a:r>
          </a:p>
          <a:p>
            <a:endParaRPr lang="en-US" altLang="ko-KR"/>
          </a:p>
          <a:p>
            <a:r>
              <a:rPr lang="ko-KR" altLang="en-US"/>
              <a:t>이 문항은 </a:t>
            </a:r>
            <a:r>
              <a:rPr lang="en-US" altLang="ko-KR"/>
              <a:t>ATM</a:t>
            </a:r>
            <a:r>
              <a:rPr lang="ko-KR" altLang="en-US"/>
              <a:t>과 같은 완료 시각 합 문제이므로 중간고사 출제 범위에서 제외합니다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간선 완화와 변경 여부을 확인하는 문항입니다. 먼저 조건과 요구한 반환값을 읽어 주세요. 결과만 적지 말고 어떻게 판단했는지도 적어 주세요.</a:t>
            </a:r>
          </a:p>
          <a:p>
            <a:endParaRPr/>
          </a:p>
          <a:p>
            <a:r>
              <a:t>출제 기준: 5장 강의 내용과 그 응용.</a:t>
            </a:r>
          </a:p>
          <a:p>
            <a:r>
              <a:t>배점: 입력·경계 처리 2점, 핵심 알고리즘 4점, 정확한 반환값 2점, 복잡도 설명 2점</a:t>
            </a:r>
          </a:p>
          <a:p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정답은 u가 도달 가능하고 새 후보가 더 작을 때만 거리와 변경 여부를 갱신한다.입니다.</a:t>
            </a:r>
          </a:p>
          <a:p>
            <a:r>
              <a:t>시간 O(1). 같은 거리 후보는 갱신으로 세지 않는다.</a:t>
            </a:r>
          </a:p>
          <a:p>
            <a:r>
              <a:t>여기서는 간선 완화와 변경 여부의 조건을 놓치지 않았는지 확인해 주세요.</a:t>
            </a:r>
          </a:p>
          <a:p>
            <a:endParaRPr/>
          </a:p>
          <a:p>
            <a:r>
              <a:t>채점 기준</a:t>
            </a:r>
          </a:p>
          <a:p>
            <a:r>
              <a:t>- 입력·경계 처리 2점</a:t>
            </a:r>
          </a:p>
          <a:p>
            <a:r>
              <a:t>- 핵심 알고리즘 4점</a:t>
            </a:r>
          </a:p>
          <a:p>
            <a:r>
              <a:t>- 정확한 반환값 2점</a:t>
            </a:r>
          </a:p>
          <a:p>
            <a:r>
              <a:t>- 복잡도 설명 2점</a:t>
            </a:r>
          </a:p>
          <a:p>
            <a:r>
              <a:t>검증 예시</a:t>
            </a:r>
          </a:p>
          <a:p>
            <a:r>
              <a:t>[[7,15],0,1,3,1]</a:t>
            </a:r>
          </a:p>
          <a:p>
            <a:r>
              <a:t>[[7,10],0,1,3,0]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간선 완화와 변경 여부의 한 가지 정답 예시입니다.</a:t>
            </a:r>
          </a:p>
          <a:p>
            <a:r>
              <a:t>u가 도달 가능하고 새 후보가 더 작을 때만 거리와 변경 여부를 갱신한다.</a:t>
            </a:r>
          </a:p>
          <a:p>
            <a:r>
              <a:t>시간 O(1). 같은 거리 후보는 갱신으로 세지 않는다.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[[7,15],0,1,3,1]</a:t>
            </a:r>
          </a:p>
          <a:p>
            <a:r>
              <a:t>[[7,10],0,1,3,0]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코드는 간선 완화와 변경 여부의 한 가지 정답 예시입니다.</a:t>
            </a:r>
          </a:p>
          <a:p>
            <a:r>
              <a:t>u가 도달 가능하고 새 후보가 더 작을 때만 거리와 변경 여부를 갱신한다.</a:t>
            </a:r>
          </a:p>
          <a:p>
            <a:r>
              <a:t>시간 O(1). 같은 거리 후보는 갱신으로 세지 않는다.</a:t>
            </a:r>
          </a:p>
          <a:p>
            <a:r>
              <a:t>동일한 명세와 복잡도를 만족하는 다른 구현도 정답으로 인정합니다.</a:t>
            </a:r>
          </a:p>
          <a:p>
            <a:endParaRPr/>
          </a:p>
          <a:p>
            <a:r>
              <a:t>입력·경계 처리 2점</a:t>
            </a:r>
          </a:p>
          <a:p>
            <a:r>
              <a:t>핵심 알고리즘 4점</a:t>
            </a:r>
          </a:p>
          <a:p>
            <a:r>
              <a:t>정확한 반환값 2점</a:t>
            </a:r>
          </a:p>
          <a:p>
            <a:r>
              <a:t>복잡도 설명 2점</a:t>
            </a:r>
          </a:p>
          <a:p>
            <a:endParaRPr/>
          </a:p>
          <a:p>
            <a:r>
              <a:t>[[7,15],0,1,3,1]</a:t>
            </a:r>
          </a:p>
          <a:p>
            <a:r>
              <a:t>[[7,10],0,1,3,0]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125A9C88-1D1C-41A2-B8BD-9DD8341D9B0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5D256F1-B6C9-4F44-8A26-41D42B3491F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4A81329-EB29-4D88-8696-DDA5FA1F972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CAF436-76C6-4829-891B-7D5A15D9CFD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3F379F-205F-46FD-8F44-47AADEFA714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83148D1-817B-47FC-85BB-6A6E0BF0D28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037687C-3BEC-4B4A-83E8-E80187D0F1B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DD6033B-7DBC-4870-90E7-4B317FCEAA3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알고리즘의 일반적인 진행 방식으로 가장 적절한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5F33F6A5-7F37-4DF5-B2F6-BB6620E1C2E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97C6A8DC-FA56-4DDD-BDEC-936CFF3DAC9F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크기가 같은 부분 문제를 매번 새로 계산한다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FCABF0-3FC9-4858-809B-7919D52EE58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F0BEDC08-346B-48F6-B93F-D5EE70C12BE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E3F3249B-CEC3-4C35-AAA2-A440FCF06373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단계의 선택을 다음 단계마다 반드시 철회한다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FE737B-8F56-4E97-AF4E-B00001D16BDE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D93396DD-2FED-47DD-9EB0-585B8F0C7365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3947B24B-5329-4C01-9D7F-3FA0B1399600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 부분 구조가 있으면 기준과 무관하게 최적이다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96C872-C89C-45E0-A8A9-9638D1F0DDC4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9C2E7C65-84D7-4348-969C-621126A9F291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9A586F85-5E1E-44C9-BC93-5F2EF4657B4A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선택을 확정하기 전에 남은 모든 완성 해를 비교한다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F2D12D-6BA3-419B-827F-FDEA34338D7A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2CBC4E4-2B3B-4E3D-9B17-5B230A01B581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73223567-91A8-4F4B-A973-DB801DE59E60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기준에서 최선인 선택을 확정하며 진행한다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2489597F-136B-4152-90FF-00225F3282E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C94C89C-C6A7-426F-B650-88FAA3FE426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288D6F1-D4FD-4403-90E6-99050D1CDB3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250A3D-8179-41F3-8E98-76755AB3773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EA6884-C375-417D-AFD1-E0A9CAF75C0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DC7A62F-DAF9-433F-BB72-FDFFC8307C1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B510768-6F18-4614-8293-37014855625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CE9E2D2-3D4C-41C3-99DD-4C5B729B02B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탐욕 알고리즘의 일반적인 진행 방식으로 가장 적절한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F801FF-C84D-46F8-A045-E386D0B7310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7E0AD463-727A-4117-B8A1-CE2D48A7CAA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현재 기준에서 최선인 선택을 확정하며 진행한다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7A2681C-0435-4E4B-BDCD-7859669C01EC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AF0D50-91C1-44C1-910D-FCA4A53DD4C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47DC5C6-98D2-47B7-AB7B-DD8B8BC669F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탐욕법은 국소적인 선택을 확정한다. 이 선택이 전체 최적해로 이어지는지는 별도의 증명이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9028828F-45D7-4D1A-8494-087D66850B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1294E25-2398-4385-8CFB-9F6D4721EF8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1416053-E4BB-410C-91BE-B9CFB6886DF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00C3DA-C3E8-48AC-967F-59C54F31FB7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0C8FE2-3E1C-4706-9F44-2DD08A6896D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766C5E0-AD49-4358-8727-D1F0357FDFA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2269326-32DA-49B7-98AE-3514FD934B6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762196C-8175-4BCC-93CF-D21BCC60BDA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 부분 구조만 확인한 문제에 대해 내릴 수 있는 결론은?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7482AD71-638F-400B-BFC6-3C17483E681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F89D4E85-69C8-4FBB-8ED9-69F96AE2D7FA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선택의 정당성은 추가로 확인해야 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F6A81E-97E2-4675-A8F0-55DE16A3790C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75F95256-FC80-4DC1-8E11-7CE1DAEAF11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ED3F8978-3273-4B93-9A52-A83888352D7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최적해가 유일할 때만 탐욕법을 쓸 수 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B08E79-F7C8-4E1B-B3B6-D961980F67AB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FF6BC234-DDDC-4BA7-8BFE-46E4D7378A7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7FCF1536-3F8D-4AA1-B45B-10D2E00B3F7D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문제가 겹치지 않으면 탐욕법이 자동으로 성립한다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747BB7-3679-457B-93F0-AAC115F694D8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5E53D72E-D0F7-468D-8820-745B24320A4F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780D1667-31B6-4588-A332-8D98887E4410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 부분 구조만으로 임의의 탐욕 기준이 증명된다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E25759-C47A-489E-8E03-5042406F0F77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4D39DC62-17A0-4455-BAD5-F8A8342E0D00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2497AFF0-6795-4FA5-9C63-7681F9509342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국소 최적해가 존재하면 전체 최적해와 항상 같다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195708B-6EBF-41CC-A56B-4AC85C33FC7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2B24745-33FB-42D0-A481-681B8835289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21B9CE4-DB9E-4852-A2CA-BD56FEFAD08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FD4226-B28A-485C-A950-73F42AF798B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89CFA7-C652-4CAD-AECA-92D73E37668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DBC849F-93C8-48C9-A496-5227B5DE66B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FFD1203-A319-4A53-AC3C-75304C7E3C1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7F2ED15-464A-4D80-9B33-592A8DE3C3A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최적 부분 구조만 확인한 문제에 대해 내릴 수 있는 결론은?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074B2E-9656-4DEC-8B6E-45F2A474BA8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93DBD7F-F625-4F2E-AD7F-FB5D50365DC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탐욕 선택의 정당성은 추가로 확인해야 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BCF431F-ED5F-48CF-B7EF-C1341AC9A86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FB8BE5-EF10-408C-9913-A659C5BEF9D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131DD0A-ADF3-45E0-B123-643F3147586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최적 부분 구조와 탐욕 선택 속성은 서로 다른 조건이다. 0/1 배낭은 최적 부분 구조가 있지만 가치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밀도 탐욕은 실패한다.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97AD1892-66E7-444F-BE12-ED90467E221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2D4EF1F-0C4E-4307-8E03-EF210FBD6D6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3B422CD-A4D0-44CE-9D69-511B6FCEDDB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143F23-B76D-4789-BFBE-4234841159B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E7C5B0-DD55-426E-A30B-B44B08E94FF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670AABB-20E8-4F31-A086-8268E59AF5D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930CA19-270A-40B1-AE31-C4DF7D37D91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41BA3DB-8995-46BE-A5D0-9C7B9A8548D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선택을 정당화하는 교환 논증의 핵심은?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6B3DFD59-1632-4DE8-8321-EC2FD35B5EC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BED0E4FD-8731-4FAE-B5BC-C2A0D6518EA5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선택의 실행 시간이 짧으면 목적값도 좋다고 본다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E3FA4-4D9F-430C-8FFC-0FD13345C174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A9D6D88F-E2B6-4D2B-9F33-C1DE1304E5D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119B29FB-7E9D-4059-B0D7-31766B7FEE0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최적해의 일부를 탐욕 선택으로 바꿔도 목적값이 나빠지지 않음을 보인다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54016-A164-4100-9E75-19EB19BB1F50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33CE88A1-3024-4A15-8C44-F5C37D13DA24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D9653EC-2C38-4693-B539-2447F29DD87B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작은 예제에서 탐욕과 최적해가 같은지만 확인한다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2AF4A2-5C23-42B2-A059-F7720F12D862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11977762-BA8A-4C7C-829E-27371EFAA37D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61FCF986-59CE-4308-8AEE-DA239AAB2CF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선택을 포함하는 실행 가능한 해 하나만 보인다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EC27AB-3D69-4CA6-B71E-E791B5F5A34B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4AD8A05C-BFB2-4122-A30E-0ECB948C5F5C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398314A0-9700-4535-A1BE-61A1AC9C875C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선택이 포함되지 않은 최적해는 없다고 증명 없이 가정한다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E781150-0CBA-4EF7-8F29-BEF4D7B0218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1ACDFF7-8865-4C74-9CFB-92C82B8F4D3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F3EA542-084D-450A-9E69-81DE7B12B4E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E21D81-C68D-467E-8B64-94D896F3B04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7627A8-568C-483B-B448-8660A21D9A5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6ED5E9B-C289-430A-8CAE-A7D2C846D37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001DFEB-9DE1-4C89-8A40-36A39D3E969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F4ADAB6-CE0A-4077-B0FC-5881BDB622C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탐욕 선택을 정당화하는 교환 논증의 핵심은?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C99C3C-5C25-4BBA-BD45-141B6EC12E9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C3E0D34-5CF8-4AA5-B427-55002D2DD4A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최적해의 일부를 탐욕 선택으로 바꿔도 목적값이 나빠지지 않음을 보인다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4240678-25AE-490E-BF1B-274E5C3741C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413749-1191-4FA2-986F-EFA5C7900F59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2C13DAE-8131-4D98-808E-F88533DBC20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최적해를 탐욕 선택을 포함하는 최적해로 바꿀 수 있으면 첫 선택의 안전성을 설명할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BE0B3AB-7A64-4481-BA8D-9EA6716EB16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A8E3DF0-1714-4D21-9D2B-C945EB071E9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EF36A0F-B4F6-47DC-ACBF-9F64B71858C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8CF36F-4F6C-4009-9727-F59A8432F45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6F8CC-1686-4F03-94CF-373A1C99CDA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34D9ACD-F8F2-469A-91DB-D079C69C9A0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8DE2071-5300-4A15-829D-9FBD5288A1A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1FBBF12-763E-4347-9BBD-25DB48F6BC1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알고리즘이 항상 최적이라는 주장을 반박하기에 충분한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E348859B-1572-454D-B8CB-07826A73939D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81D245EC-D53D-4135-AD96-25B6439AEFB5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조건을 위반한 입력에서 오답을 제시한다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5B7CE0-4129-4267-8842-43E94EDFC85F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35CC22E5-0B92-4AB6-823A-99B8DEC7F314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76D1C36-7ADC-441D-B108-8CD30802CEFE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조건을 만족하는 입력 하나에서 더 나은 해를 제시한다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EA78FC-98DD-455F-9692-4C1AD8C3386C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CFFC90DC-A263-4646-B05F-19B5345DFA92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200A4AF6-1425-46C4-BCFE-DED3541199F0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같은 목적값을 갖는 다른 해를 제시한다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4BEA64-654F-4FC0-B167-BB55B60377F6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6705267F-E6D1-4432-AB33-D7A62EFFC9E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86936CB9-8F5E-4AA0-A939-CF21794AE075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결과가 느린 입력을 하나 찾는다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264391-2CD6-4DAD-A1D6-890D31E7DD40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36DB891E-BDF2-4A56-9106-823B0F69684D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8D2C495-6CD1-48B0-BE10-EA87B01DF80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작은 입력 모두에서 성공했음을 보인다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1934BE6-102C-4078-8324-EEB8E3A65D4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F0B3966-DFB0-4FE6-9C58-CEC420D4B7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9ED400A-53F3-4A55-9B33-DFE679655FC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6553AF-95ED-48E5-9717-7245BF16F57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9AE9E5-1FB2-4B77-90AD-6AD6478443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FFB6379-0779-4201-B975-C982617A601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F0C2A96-CEE4-4E63-B289-704DAC684C1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3FACAD4-0D68-4223-AF74-F31A4154DD6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탐욕 알고리즘이 항상 최적이라는 주장을 반박하기에 충분한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4B4187-41FD-4C10-8844-A246655EB56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BBF3120-5926-4399-A4BA-D368F28B68B4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조건을 만족하는 입력 하나에서 더 나은 해를 제시한다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6A302A5-82C8-4C4E-8D3C-D14D13675581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9C1A72-E842-4244-BCBE-A109B8E9655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60587F71-9026-415A-B2E6-7F0CDE28059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보편 명제는 유효한 반례 하나로 깨진다. 단순히 다른 해가 아니라 더 좋은 목적값을 보여야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B537A88C-9B0F-4DE0-A793-5CDC6C4DD83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EDFB619-6BDA-4CE8-9D82-E97FF896929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B05231D-94C0-4B5A-A398-C50B6FB1C7F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759548-93D5-4FA1-AE93-C061E02823B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9F003C-CDF3-4656-B5C5-FB6885EB8DA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2D5C100-48F7-41C3-B34F-4A529111AA0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A412657-F100-4D05-B1A6-D4A85D58F4A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B0B40DE-EA27-4C63-85D5-76133927830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큰 동전이 바로 다음 작은 동전의 정수배인 양의 정수 화폐 체계에 1원이 포함된다. 각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동전을 무제한 사용할 때 최소 동전 수를 구하는 방법은?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0394A379-5BDE-46DD-9675-557F320F7A56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1F2D436D-0091-4E2F-A045-BECB20350588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동전의 종류 수를 최소화한다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ECB0E5-2BD0-4336-8234-162A355150FF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A6860291-E958-4CCF-BB6C-F06A4563A83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55C18E5D-B6DA-426C-8640-1F677807F6E1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종류마다 반드시 하나씩 선택한다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D3F23B-199D-476F-AFE7-2C23327C22B1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71CDC723-F468-4441-95ED-FD1ACD05F7A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BEE98757-0719-4963-BF2D-63B9F7AB509F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작은 동전부터 가능한 만큼 선택한다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BAEE85-6868-4922-84BB-4EAE94042BF6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F9A4D1C3-5037-4FEB-BE98-72914A97BE2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915F6057-EBD5-4812-94DC-BAD020A920D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큰 동전부터 가능한 만큼 선택한다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28265B-4404-4064-B75A-6DFD67FCE879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AD345902-673F-47B0-9D58-DE2E0EB9A72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41146375-4B16-47A9-9635-AD9109BEEF60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큰 동전은 항상 하나만 사용한다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01B30E11-C903-4A34-B711-763B8C1D62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3C976AF-7AAC-469B-84E6-D6E052BC32D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AEFC777-B1E5-4347-A762-6CA85C6A771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B98F81-FEF8-4AC0-BE3B-54539AD8020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4C797F-054E-4178-90C2-DF221E9A19B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F0FB556-9D4B-4490-A57F-5673E3B68B1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3AAB2FE-E4D3-40F5-96C6-06748BFE620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657C605-30B0-455E-A050-B155F3EC768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큰 동전이 바로 다음 작은 동전의 정수배인 양의 정수 화폐 체계에 1원이 포함된다. 각 동전을 무제한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사용할 때 최소 동전 수를 구하는 방법은?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F6D328-8B57-4693-8E5B-DB243F26B04B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D0F6845A-3EAA-4ED5-8452-26B4F94EFABE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큰 동전부터 가능한 만큼 선택한다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335DF0E1-6084-429B-8EB5-0DC39CBF1ED8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57E226-66D0-4C69-A303-B8033A25B8B1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BAC1D922-31C9-4CBC-9051-8B7EF0840D33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작은 동전 여러 개를 같은 금액의 큰 동전 하나로 교환하면 개수가 줄어든다. 정수배 관계가 이 교환을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뒷받침한다.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CB3EF9D7-10B0-4A21-8536-7AF01E252FA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620AAD6-084F-4534-B5FE-182FD684742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CCD13E1-6A27-43FE-A437-84D11C79B28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4CEC34-64F4-4069-A25A-EAB01C1DFF8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0B9952-453D-4BA9-BD7E-5E8B768D184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A9B4DFF-3C88-490D-BBB6-66D4D9EF1F8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5686F49-92DF-497A-89E0-E94B2DC9793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A6017ED-48E5-4123-B4D1-6AD893890AB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{1,3,4}로 6을 만드는 최소 동전 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3F7BB402-416F-4D42-B436-7CD3D364068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43C4B58D-23A4-4052-848D-25893F21F86A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1114CF-E356-487A-81F6-3E6EF746B75B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E4AFA7C1-E890-429B-B8E6-81F03DA483B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390692C-7D01-40E3-A0F4-8EAC4F77E681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C6F30E-68B7-4928-8525-5E29E4BC56A3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EAA5EE6-6196-489B-B767-8AA69DA3848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39E76E6D-A521-46A4-84CB-5C1E3FEA1206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6개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9793CA-2C50-4552-80EB-7EEC1C5CE3E0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8500486D-3BE6-4A15-85EE-F471A8E75957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A411C638-0141-4B22-A3F1-E8AA27036F94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3개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14532B-CFC8-4505-844F-4DBB554E36D7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6B6EBC5-896C-48C4-8969-AE497282D696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BECD9EC-792C-4C30-91AE-B7F84D174A4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2개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39142D8-2B83-4308-95B1-04E29444E7F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D113BB7-7AB9-4C82-9AFC-2BD4C3C8C35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C6385A8-2DD2-4FBB-9F71-E3246326B8B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3B12FC-87EB-4497-8699-76BABAB4F48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9B17CA-D91C-48B8-8056-43A3FBE1D09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85E658B-7BD5-4DA8-93BD-0F965E272C1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4C1600A-5491-44DE-A5CD-0275A362193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10D612D-C922-4963-926B-9C140E0A7FF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{1,3,4}로 6을 만드는 최소 동전 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1E18A0-1D29-4D20-BC34-182A7C3EBB2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6B85461-1C79-4913-954D-FA69A4D6413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2개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8761FEFE-C93A-47B5-8C27-26D6FD4862C3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6CB001-41FA-4C38-9DE4-016BDFEA026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18B944AE-5E9B-440B-A6FB-D6825E58AE8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큰 동전 우선은 4+1+1로 3개지만 최적해는 3+3으로 2개다.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061F5158-9EBD-4400-AD31-BF4A8987415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2377FC8-8397-406B-8A64-A3D1E95ACF7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0EF8A42-8ECC-4A74-ACBA-C53223E79BB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638D0D-979D-4830-A08E-7D55BBAA1E2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7B1BB9-1B45-45F6-A5A6-97D3EB206DC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37543F0-C527-4A55-B22F-A6ABC1C8472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75F4C8D-A000-44C0-8E3A-EFA9E739BAA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0538443-39D2-4F8D-9356-AA45D94E4FA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{1,5,10,50}을 무제한 사용할 때 큰 동전 우선으로 28을 만들고 남는 금액은?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68A4D4DC-5CEA-4AA2-A24F-FF4CC025F93E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B02221F7-90DE-423C-BCD8-7E583B9569F9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991293-C3CC-4A95-882F-F0B2282AA0C8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F5308690-525C-447C-8E4C-FD95FDE5CE5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DBA51C42-D541-48F2-8487-9B52A588D3B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A2AE41-1E03-478E-8EA0-701B033C4FBF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1394311-D868-4DF7-8AB7-CF86B5B6581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FD0A54C-389D-4AC9-BF3B-3A2651A85B4D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F9658B-6C92-4A45-9256-02722EAA7C7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D782283D-789B-444F-A3F7-56D727E58DEA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C370AB9-1529-4F2F-A095-E2BA4D8028D9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A2AA23-8E7D-46C0-82D6-90DEF3AE00F7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15C81F9F-1B5A-41EA-A634-A7EFD69731F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64FB81E-20B7-442D-B7E7-45500227A100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92E9D24-D31E-460E-92E1-4E66C7E5228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A213818-1648-45E1-A398-B881D97EC19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8F04202-7EB4-496F-8457-C034FA0178F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2BD21E-DD56-42D3-92D9-3681E866D25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49654F-7A06-42A4-9CF7-4F462C67F44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A316A45-CC9D-410D-8D33-771B5DD0F8B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5368F27-866E-4335-AE85-FCFFCCAD644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B8D3E0D-0B0D-4935-8B93-80191B07671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{1,5,10,50}을 무제한 사용할 때 큰 동전 우선으로 28을 만들고 남는 금액은?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052DA5-0F8A-4A3D-B62A-446431D5570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572502D-7955-4755-9611-8AF5CC3B695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0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B80CB910-0AD2-4211-B8B6-7AF0DA792AC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99A7C9-F734-4351-B5B8-477A73C7355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B37121D-66F7-4D2C-B74A-9156691D586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10원 2개, 5원 1개, 1원 3개를 사용한다. 1원이 있으므로 정확히 만들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4DED1E2B-2604-4BBD-A192-86C27E19D7B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089E3CA-BD27-40E6-B357-18F0B851309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CAB24E9-BB8D-4CB4-A9AD-BB555FDA495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AFA238-8CF1-4E83-8360-ADF13E99CDC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4D3D0B-0D86-4322-A9FC-AE8AA2B2AA4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2F7112E-CBA2-479F-819C-7D882AB088C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8A52894-5585-4138-9724-0A9F2B974E1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6629851-7D6A-4278-8725-54DE2F31C36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종류가 m개이고 이미 내림차순 정렬되어 있다. 나눗셈과 나머지로 개수를 구하는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루프의 시간은? 금액 연산은 상수 시간이다.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0F67D9A5-76AE-44FF-9038-FD8FDDCCF8B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0E0CAEF5-D0BB-48A1-B33F-10F357F55050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m)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1687CE-85E2-47A1-9B84-CC131F99900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F64F920B-AE83-440C-9CBF-085C2EF2A99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8CDB8675-6FEB-4260-89B9-B13285CFDA8F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Θ(1), m과 무관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74D132-7265-4FF2-938C-93CA8229DB0A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2E18872-363F-4269-BCFA-E66B21F98D7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5B4671E2-8B9B-4971-9EAE-CFAE36A4CAFD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Θ(m)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B19AC5-BA1B-4FF7-9927-BF7C46F9646B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E72DAED8-550D-4318-8C97-052AF8B57B91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77E2BAEA-9ECA-432E-A2B0-5AE3F653322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Θ(금액)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8B067D-5EF6-4E7F-BC54-8025B27EBFF3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510F7028-2FF8-44F5-8E5F-71B6F332B19D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24B07D80-3848-4FBB-BB93-24EDC5A30BE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Θ(m²)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6E1C667-D7E6-42D0-AFD6-B9A9B1E02AC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18BB63D-C99F-4AC8-A5CE-17E51ACF0ED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4FF0DC5-18C0-471D-A723-C4E6B326E7F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CC7C37-C8B4-46DB-A7A0-240122F1E30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20870A-32C5-4FEC-A614-140900C3568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C6A32E2-BAE3-4BC1-9EC0-FC4E52ACD0C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6820384-1E27-4829-A946-985804C8FAF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D10FBD2-421D-4352-A486-204CD598015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종류가 m개이고 이미 내림차순 정렬되어 있다. 나눗셈과 나머지로 개수를 구하는 탐욕 루프의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시간은? 금액 연산은 상수 시간이다.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0B4226-2CC7-41D4-9DC4-7C993431E1DC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ABCBF45B-222E-4644-846B-477631559D3A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Θ(m)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58A1A72A-1900-443E-8858-4EC16FB76EF4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9B743A-176A-4721-9109-0789813F9C0B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A91C55A0-85DA-4EBC-AFFB-34C04D5AFF94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종류를 한 번씩 처리한다. 동전을 하나씩 빼는 구현과 구별해야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615EF5E9-EAF2-4B52-B696-0C4270BA236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E3C74F8-B98F-40F8-A712-E9E6D45BC5F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F624D41-03BB-49D9-A9C0-4CFF1985B20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54EEDE-CAFB-4B0F-8F24-17CD437B280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F645EE-1014-4931-89EE-5A61D5B0826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E167126-74EC-4AE3-BD49-B28741604F1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52AEF65-A2B1-49F2-84E7-1B8E1A72EC8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DA6FD0A-41D8-49EE-BB34-8FCC20FDE5D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선택 문제에서 [시작, 종료) 구간을 사용한다. 직전 활동이 시각 5에 끝났을 때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다음 활동의 허용 조건은?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BA16DEC0-AF7B-4D14-8FD4-8C1611D8FE36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090E6DCE-C187-4DA5-A0FB-2514820FE84E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 시각 ≥ 4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CEA48C-B462-4B51-AC9D-0A661B27466A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3C488D0B-4468-4E24-A10B-399D53E41D32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33FB90F2-06D7-4B94-870C-4808E005DF10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 시각 ≥ 5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1BFA42-D8E8-4D7D-B363-3844D9BD1DF8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56F611A2-BC91-4EAF-80ED-8ABDEFC706E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33E6AD6B-E2AE-4D06-A180-F9D52730564B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 시각 ≤ 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D43C6A-BC90-44F6-99D2-3FE0F8902963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BAA849DD-29A8-4106-BEA2-3F8D484BE867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08DFCDBC-0AA7-49D4-B0FB-D27E2807B498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 시각 &gt; 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872C2C-CFAF-4541-816E-5E26DE774606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4A1AC6BF-94EA-418E-A2BF-BD23D00BDA16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5CD54E4-2D3F-41E8-8E52-D7C48337EF5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종료 시각 ≥ 5이면 시작은 무관하다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7592D01-2766-4A7A-ACE2-FB00D9BCA6A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4848073-E03E-4A4E-BB42-182FCB2AA67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464DE11-BB02-4F96-BA51-0EFB2DCEF49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B0F5EE-F837-4BC1-AA86-7082EE21BC4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1F7D7C-14B9-435F-BE26-2BA06B22D20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B4F7A7C-3E36-4344-B0C1-D6B5C3F777B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2F7733B-0591-4E7E-8F69-DBB87C0D46A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521EF10-A8E7-4F93-8F2E-DB09C34BBF3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선택 문제에서 [시작, 종료) 구간을 사용한다. 직전 활동이 시각 5에 끝났을 때 다음 활동의 허용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조건은?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425A34-013F-4B50-BDEE-9396160B0B8F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DC9F6281-C61D-4939-944B-55D41AFC9FEF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시작 시각 ≥ 5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74F90307-F98B-4004-A2B5-6DD24F1C7E18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9F3239-BEBE-47F7-BD1E-70942471D943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51448448-4223-4797-B101-6EFF4702D24E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반열린 구간에서는 끝점이 닿는 두 활동이 겹치지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4DD0E85C-B483-426F-BDCB-E21BED2F66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6F05D70-8BAD-448C-9A5B-0A7FB10C9F8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420D1ED-CB9F-4288-8722-4BD833E493D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14F3A3-B92A-4FA2-B369-CA36CC8E927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4B171A-3A33-4836-B47B-F5543C71D5E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4AAC6C4-A492-4852-AE46-24F61C4CE28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662D82D-8430-468C-B921-AA0E8799821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57A1C36-7154-4710-8A47-3817ADA99E0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활동의 가치가 같고 겹치지 않는 활동 수를 최대화할 때 안전한 탐욕 기준은?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83B651B5-E5C6-4944-B33E-D7C7BDBD94C8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68226B41-E535-4003-949F-D37A98F1459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종료 시각이 빠른 순서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279332-8A75-438C-B2EE-4214A1ED87E5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8D82908F-A0C6-4536-B27A-477329C8FF2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77E6FDC0-3704-4C95-8E6D-5F059D37432C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종료 시각이 늦은 순서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8FEBF8-A761-4425-A20E-C89BB29B5240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1A6C323C-5129-45EB-8288-65A51216AAB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470F4973-9230-483D-A426-C9456C63E421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 시각이 빠른 순서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931985-4072-4E09-9A6C-2CA23B14D140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422A7705-5633-4605-9092-D148CFFBAAD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870495C7-5CDF-49A8-8770-F188BCAB78C2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겹치는 활동이 적은 순서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64285D-9F71-4647-A986-403DF7638E5B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E273417-901F-406A-9228-3A554179E6D7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D0AB27B7-3E63-464C-A9EC-2E5CA8D2CC0E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기간이 짧은 순서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4381396-092A-4CBA-80AD-11B3C378D0B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2F16ABA-8F36-4C03-A227-D86ED198F78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0D90417-8258-4B65-8C12-3A8E29FE93A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FE7988-E519-47B3-9350-2D28061EFEA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F87772-0A7A-40F9-A0FE-09913D27BD6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14CCD93-7356-4BBA-AD19-F583203CA12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68CB7DD-330B-4245-9459-6147DDB6B7E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259DF9F-9C40-4868-A726-ED2183C58B2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모든 활동의 가치가 같고 겹치지 않는 활동 수를 최대화할 때 안전한 탐욕 기준은?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F07319-3DBB-48F3-A6FA-D6A5091F383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E698482-95D0-4E0E-AFDD-CA8C2EE257F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종료 시각이 빠른 순서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B43A951-0663-474F-9B16-5F34C0D00B6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4DE94C-25D4-4B14-B1F3-E63889D1BD4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A99EE91-A5F5-4CF7-9918-68C82928E486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가장 빨리 끝나는 활동을 고르면 이후 활동을 위한 시간을 충분히 남긴다.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997C8079-E86B-4D89-929B-E627B066942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CA577E9-113E-4BAE-90A2-E73916DE9D5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F3092E2-2ABF-4B34-A03D-C998E4D45D7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190F6B-DA88-4FE4-A1E6-BA92B5248A3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9BFE21-94D7-446C-855F-8099BE777C5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867223F-7761-435D-8688-8B52C4F9941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027AEDE-AC57-4D0C-AE60-4C3DDB86336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690FE4A-5019-43FF-BCF1-6959F1D693C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활동을 종료 시각으로 이미 정렬했다. 선택 여부를 결정하기 위해 유지할 핵심 상태는?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F18AE8D0-79EA-4679-9A32-940112C842DD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A0219457-A88C-41C8-AD70-0B38C55E9B6A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짧은 활동의 길이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462191-E99B-489F-8BCC-10B7F2E63AA7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FFBD69B9-F85D-45CA-BC8A-BE1A4A03A79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1F3D314B-85C1-4337-9EB0-93DCAA91397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마지막으로 검사한 활동의 종료 시각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EEF008-4FD4-4F5D-B2FA-B5F6ABAC8FF0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FD0541C3-5A0F-497B-8697-3CD99326CD22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66A81D7C-6BC3-43D2-884E-4BBF2EF26D67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선택한 활동들의 길이 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BE3AE8-F178-4697-B3C5-AA6253792F23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2BB66CC9-C2D4-41D2-AC98-22B277A924DE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00865C9-A54C-4034-BAA9-6FF7DBDA5EF7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처음 선택한 활동의 종료 시각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1A3E66-AC4A-4386-913B-48A8D38B1999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284FB011-D873-4849-990B-C1BA2BFAD720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9C5319B3-B928-4102-AAD4-52FACE3A603D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마지막으로 선택한 활동의 종료 시각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4B4441D-8AA1-4113-A854-EAAA79553D2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BE229D3-CAF3-42E0-9089-8B335F0C005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88E1136-7FA3-424B-BEB5-ED7643C5B52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185822-F59E-4911-80CD-448EB981876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0433AE-467C-47AC-A043-F329EFB6AC8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6EE9C99-09D0-4122-8C0A-880AE688E71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055C400-DCCD-44CB-BC6D-F75CDCC3905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3BF3DBD-1EE2-4B0B-ACE3-22477DA4701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활동을 종료 시각으로 이미 정렬했다. 선택 여부를 결정하기 위해 유지할 핵심 상태는?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0F76A4-D058-4401-AD22-5FBF1BBADF82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75F204B4-FD36-46D3-AEAE-4D69BBC40B5C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마지막으로 선택한 활동의 종료 시각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3A93B099-10DB-4899-8DBD-447C7CA8BEE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739520-CE63-4522-8A7F-6925F98E9B5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887A327-AB1B-4E24-8AF4-D8D26943261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새 활동의 시작이 마지막 선택의 종료 이상이면 선택한다. 거절한 활동으로 종료 시각을 갱신하면 안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A660075D-D916-4083-9BE4-BEEC028C835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F4EFDB2-233F-435F-B7B2-B9347A8F29E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E0196BB-E5AC-4F96-B3ED-C53F5C4600D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A73B41-A7A5-48B6-A720-C5210584DBA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D7D5BF-35BA-445D-A527-76A57A6E07F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68CADFB-C55B-4BCD-A91A-280FCDE558C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5904A60-50B3-4E82-8B55-B9B63B88C70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B613D43-585E-48D6-BAD0-9A028933312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활동마다 보상이 다를 때 종료 시각 우선으로 활동 수를 최대화한 결과는?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0D0ED15C-42DA-4E45-BFE5-78B9723C8384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27304849-E7C9-4DBA-8065-75B7332D2301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보상값이 정수이면 같은 탐욕 증명이 성립한다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F599B6-ADF3-4376-BA85-02B62754491C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3AF5FE21-1B34-4830-914B-12898E6C3A67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405FEC69-15BC-4057-BC08-39F3E9E76FC3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보상이 양수이면 활동 수와 보상 최대화가 같다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46B2D6-90F7-4E85-87B2-9A6F699BC9E3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E6DC0077-F2AE-4A8B-B319-183337A5C46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6445C3E3-63F7-416F-B51C-C5420E732E8F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총보상도 반드시 최대가 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524CC2-AA3C-4B86-A35C-4010D3B0E9BD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3AFD978A-E097-4104-9053-87ACF1D359DD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7FEE244A-7721-4091-B3A7-0C7D72FFC39D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총보상을 최대화하지 못할 수 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D7E1D3-7DA0-48FF-992A-89C2EEDEE3CC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D6334607-429E-42DD-9D41-252C0D12209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777953C7-4775-4147-81BB-CC37D54BFD49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종료 시각 동률만 보상순으로 풀면 항상 최적이다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95D23BE-4273-4138-B79B-EFDF678E854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5710255-3412-4544-8B25-BCE4CA3A9D6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47B2720-43AA-4F03-A098-DE9B6A7119C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68D17F-3046-4224-98AB-D9E37E634E1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178B87-C8A2-4EC6-B182-E6D75EA9B7F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ED2FA7E-BFE5-4A0A-B151-46FB3BF933F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31637B8-1F5D-402F-9F29-220638BD5F6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DC075E0-ACD0-4120-8D77-90861D0952D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활동마다 보상이 다를 때 종료 시각 우선으로 활동 수를 최대화한 결과는?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FAF534-7057-437C-B03B-3B9B381B3BE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85B47D3-EDE0-46F5-9CB6-513E50C5CAD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총보상을 최대화하지 못할 수 있다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D557E37-6A9C-4A33-8CEF-EEC0F2FF9FE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9F3324-CFC1-4AE5-8607-398A1DEC3B3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D8EE061-D2A8-4ED3-A980-3ED58CEF909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목적 함수가 개수에서 보상 합으로 바뀌면 같은 탐욕 증명이 적용되지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AA6389C6-68F5-4328-B0FB-55504C54988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A7CB3A7-EB45-4801-9EE9-A8C93F97460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A347606-FF37-4CB2-9C1C-D8A2F4A9C2B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CA5478-A4B3-49C5-9F2D-D4052B0CD81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BA1A30-F684-4455-BF1E-B73BD5BD87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FA52C39-DAA1-495D-A3E6-CF4171F960C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DC80495-9727-4E2C-B61F-C5C84FE9FD8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056E9E2-8423-4535-B4AC-1EF6B7FDD8F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가능 배낭에서 가치와 무게가 양수일 때 먼저 담을 기준은?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4F14694B-9273-4CE7-A937-D29EBF645E91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9543E8C1-C44A-4DA6-AF58-7561A7FA9D23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단위 무게당 가치가 큰 순서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6F45A9-E14C-4CC5-93AC-70133E30CFC8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392548A2-EC04-4B65-9BA5-E10576651F22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89395009-A376-4984-BFE2-36D0AFF108CA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가치와 무게의 차이가 큰 순서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D08B97-4F1B-43EA-B231-CBCC83D615A9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036CB2F5-C10D-4E5D-B93B-8EE3E67C86B5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583F7C3B-DA96-4492-AF31-4B0C4E656D40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총가치가 큰 순서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872ADC-4D36-45B0-8F9C-F5EBC1612CF5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B571096C-62AF-4AB8-87BC-F318F1F8D41F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AFAE1032-2B75-4894-8332-25A38C8AF06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무게가 작은 순서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071838-A391-4EC4-BC33-BED66202408C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71D606A7-3264-4FE5-A207-7B54D7913394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8BA3DE5F-902B-4C86-83B7-BCBB015D3B71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단위 가치당 무게가 큰 순서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DA07EFF-2CFB-408C-8E7E-89C58C0CBC1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D885B8C-BB9E-4567-9A64-03E71B2AE76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06EFBD5-AB05-47E0-859C-36364AEDB31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72C832-95C3-420D-B7F0-4002D6D35FB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3D9143-A19F-49E5-8894-C96306F0EEB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C329340-4830-4A2E-B630-7A450D5C822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825DA0B-8706-4D77-8D3B-3CA9093860B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3026A40-3DF0-4559-B4F7-08C9653299D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 배낭에서 가치와 무게가 양수일 때 먼저 담을 기준은?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FB4342-3754-4695-9FA8-3A2F59B049F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6252966C-DBCF-4075-AE44-2EE905159153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단위 무게당 가치가 큰 순서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62561E3-9278-477D-91FA-46BD6ECF4E6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957342-5DDA-4A56-9243-2DC0F8B69F2A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5F58CDD-9B1D-4E82-A81C-38353189F91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높은 밀도의 물건을 낮은 밀도의 물건으로 바꾸면 같은 무게에서 가치가 줄어든다.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AEC06676-B1E1-440E-8F05-74BA7025F7C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0B2465E-8204-4AEC-B530-5EF170FC97C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7EA0089-125F-4EF3-B605-CD2FB4F2022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CD030E-BAE7-4D09-9881-EF8ED929BB1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7C73D0-9197-421E-8856-69510E02260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BEF37C9-18A8-436A-ADF1-3F2C7AD8D9E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BDED712-80EA-4960-9DE5-9E798CE45CB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3BBB97C-B6FE-4D55-9B88-4496239F778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가능 배낭에서 마지막 물건을 전부 담을 수 없을 때 올바른 처리는?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C52E4D7B-8AE4-4F01-BDF5-532C6FCE1CA8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5F4C97D2-8E37-4BE2-B3A0-40D752B4937A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용량을 초과해 담은 뒤 총가치만 비례 축소한다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C320F4-FE26-47CB-BAB5-C91387ABB05D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88E23261-7953-4849-80CA-CE478419E8E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8095DB9A-ED01-466B-ABA7-ED9C4A8495A9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가치는 전부 더하고 무게만 남은 용량으로 센다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920D0F-9FFB-4F23-9D27-964B42184BFA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0DEE5D8-519C-4408-912A-2F9E1F0EC5B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14C8E01-47AC-4E49-B413-F2C6F1FFE758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남은 용량만큼의 비율을 담는다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4C59DD-A913-4FA3-A114-CF31944F9518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595706CD-64D1-4E17-AC8B-D58650CFEC28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56A98347-AF87-4E0F-8332-09DA4AA8622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물건을 버리고 뒤의 모든 물건도 검사하지 않는다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8E7F5D-FEFD-4205-AD0A-D8F43521ABF0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4AB56E68-D181-4F89-B969-0AE6091B61B4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6C3B7976-BBFE-4D56-ADD2-552E6E9C21D9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가치와 무게를 각각 서로 다른 비율로 줄인다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5A56C6FC-4BD4-4398-989D-99D09498507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8BCA126-D8BD-4AED-9473-1356A696EA4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C111AC0-A06B-4447-99FE-CF885AAE58B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386786-13E1-487C-BDE7-97B50162A4D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45D25D-31B2-4D38-99FB-57DFB6BFE5B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E299EFD-BE1C-4100-B9B5-95D01DEC3AA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7D7DFFB-F727-4346-84F6-AF88D21B59D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A69BB9F-8B60-4BCE-B1F6-F6609FF8C20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 배낭에서 마지막 물건을 전부 담을 수 없을 때 올바른 처리는?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66A230-AA28-4EF2-A625-094294BA2CE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C31670C-DF88-4EDA-8E8F-73A6A4C29B3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남은 용량만큼의 비율을 담는다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6D409EC8-C891-4062-9409-BB100124C36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371AED-ED48-408F-B789-EE990C25F7B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12C18E16-6B0F-4DFF-B552-FC7E5FCEC0D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무게와 가치를 같은 비율로 취해야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1680D8BB-9D5C-4428-BBD6-81EA9AEF760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4DE5A59-53A0-45FE-86A3-0F174FB4ACE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3C0B1C8-CB22-4736-88EB-6C568EA2BA3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8AA3F6-00D6-4D09-BEF6-5E4610EAE3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10B6FC-5A58-43D5-B6A6-77AB4472FA6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B5BDDF7-2A58-4C75-A728-411AF9235FC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E68F144-0885-429B-9178-F3D182103E1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CDD95F9-A363-4E1B-B275-72BB7E9118F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배낭과 분할 가능 배낭의 차이로 옳은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B5663C58-DE5A-4619-92A4-27185EECA028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3150E88F-5B4F-450F-A276-4F7327CDAF23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양의 가치를 가지면 두 문제의 최적값은 항상 같다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F0771F-5230-4C48-89F9-FB71C1C8D5E2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CFA8E563-5549-4E47-BF8D-326F5E485968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4FEF953-21AB-49E9-AC84-028F8AA2691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배낭은 물건의 일부만 선택할 수 없다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200C3C-4654-480D-994C-2F0AB30CEB4F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DA205521-189F-4296-BD7B-B4C6198EC03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DF111CF2-9A4C-490A-A0F1-9A8D65E10E13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배낭은 한 종류의 물건만 선택할 수 있다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C80E7D-20CA-4F2E-A1D9-DC876947C374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82D61F86-0847-41C0-A696-65AE68511EB5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31F09BF6-1819-44DA-8E9E-137AE90F4B7D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가능 배낭은 한 물건을 무제한 복제할 수 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6F9595-4856-48EC-B996-15BC077E89DE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7B1AEB25-2CFC-4821-BE50-174C5E7C796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1556E2FA-C7AD-475D-A6AF-3BFF1F24AA4D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가능 배낭에서는 무게 제한이 사라진다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2CF4E0F-0FE1-46E0-B220-9C8FCEE31C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B4D8F31-7768-46D3-BB3F-B6DDDA5F8F9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88A529E-E658-4E12-A282-27D4B7FA367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869B67-17BB-41D8-A878-BCA234D1E0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2FEB91-B845-432D-AFAB-A4803C2A394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F6D8F39-44E2-479D-9B58-89187A1AE16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8AC6A26-A605-4EC8-88B4-E2CFE9D4969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7289079-8E21-46FF-908A-8E2793264A3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배낭과 분할 가능 배낭의 차이로 옳은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CE0354-6CED-47FA-A018-10FACE30640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632D69B4-4F9F-45DD-99C0-C1408B5DD72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0/1 배낭은 물건의 일부만 선택할 수 없다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BF638B54-77B3-47E8-8CA6-5522EF44D85D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C2F462-2A1D-47CC-8261-6DA81A5457E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C23DE16-AE91-4DB1-BDC7-C59FBC8EB7C6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허용 여부가 해 집합과 탐욕 선택의 정당성을 바꾼다.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D59967C9-8D5F-4703-BD2A-617918E2513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1FF900B-36FA-4D82-A3B9-BE932710D02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5DA4526-6939-4515-9955-58FE2706FBB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9531D8-DC2E-4B31-9B00-17E7E3E09DC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A91B06-5E82-4F84-AD38-4492BAEA4DD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A7B7B38-A1BF-49D4-8084-F1281EFA21B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7F0F364-2E59-48B9-80A6-7082D9E3BD6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B908828-A592-45F3-B7A2-0AA9F15C4FE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밀도가 같은 물건의 순서가 바뀌면 분할 가능 배낭의 최대 가치에 어떤 영향이 있는가?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무게와 가치는 양수다.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22D9787E-97E8-4162-A4B4-1D113512BF9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18C8EEC9-5022-40EF-99B1-FC309EFE6635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최대 가치는 변하지 않는다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BC40DD-BFFB-4BF2-89AE-64AE101B82AB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B8DB84D5-8342-4136-A935-12D405823934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9D5C2CDF-ED3F-406C-9A35-BF728F351B6A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밀도 동률이 있으면 탐욕법의 정당성이 깨진다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9F1276-364E-4E27-BB72-82F8E1B560E8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7448596F-2BF1-490D-8C3E-D76AA325C94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63845D7-23B1-4DF6-B878-87E47FF6454C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무게가 작은 물건을 먼저 골라야 가치가 더 크다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45D491-9C9A-4D9B-8765-58C70261E696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271FED52-34B8-4C6E-A528-4479AA430F8B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AD18F69B-B0F5-48B7-81EB-7B7D592E60FE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총가치가 큰 물건을 먼저 골라야 가치가 더 크다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9C4CFE-F21A-4617-9D05-6A96B2BA14D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98377640-4319-4B7B-AAB6-FAD723D0729D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8C894B3D-17C3-4D54-A56B-049F74D7340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동률 물건이 두 개 이상이면 최적값을 정할 수 없다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7AAE5E8-CFBD-4AEA-B3CB-6A3459E11AF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4AA80A2-6434-4BCC-BC6E-7E7810EDC8D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3311C66-2687-4568-A367-92D525BB631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CDD886-923A-4D2E-948B-09FD683A5E7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341D9F-630E-47D4-8CF9-7A49AA1BB5E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D24568C-B3B3-4873-B7A1-CC0E8AC8A9F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F989EED-29E6-4C78-8F11-3FF0DC7B813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EEBC8EC-6927-4732-B2B9-AF4B11C61EA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밀도가 같은 물건의 순서가 바뀌면 분할 가능 배낭의 최대 가치에 어떤 영향이 있는가? 무게와 가치는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양수다.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73D648-8F52-4CDF-8603-747F49EFABBC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96FD509E-A158-41BA-8AF4-E6DBBB3C644D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최대 가치는 변하지 않는다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3514AF6E-900E-4E80-ACFE-EA36235EFC72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E0F009-8C93-4E62-AF0B-A5338E5B9882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96F27540-3DA3-466E-B114-94EE872C8C6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같은 무게를 담았을 때 얻는 가치가 같으므로 밀도가 같은 물건끼리의 교환은 목적값을 바꾸지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1EA5A95-B068-4BC1-86EC-C65126156FC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418E9AF-5A88-44E2-B803-CEB596B7CDE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58D0828-F59E-4624-930F-2808AFE2BC2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A9A942-92AF-4A5F-8E0F-371E60E29B9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CD1786-C108-47AD-BBEF-E87648614DF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38AFD31-9F49-4101-B841-BEA3C798680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9ADA737-0CF6-4A65-A6A4-1DC85458EF9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DE7DBD3-3A6B-49E2-84D2-E5AE9584269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연결된 무방향 그래프에서 정점이 V개인 신장 트리의 간선 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A8A874E3-4750-4E1A-B177-5F23386A66DC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04CBF220-AA7B-48F3-8AD0-0D00B3B5086A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2V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FCC0B1-0C6B-4FF9-985F-66EA38872C41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EA45D9A5-1B72-48ED-ADD0-D180504E96C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59143ED6-ED24-40A1-9C9F-41ECC8F25D8D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5575EF-859A-497A-91E8-0442242ACE5E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C4821B80-4CFB-4C0F-B931-D699889D48B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BCA1D7E4-EA07-46C1-B64C-7F5700378AED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V+1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AE7461D-157C-4176-83CF-F9307F4747B9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0779D9A8-000D-4BC5-80C3-A0FD94F2FAE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2B18CB3-9406-49BD-BD1D-756C72BDCF6A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V−1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2CA55F-97B5-4339-BCCD-D526B60E6FF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661BA253-6ADA-4627-87D1-367B5E15089A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DBBA3B21-C75C-4BCB-B789-333470E5C567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V(V−1)/2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00D93CD-97AE-4EA9-A025-810B943EE5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AAF42D8-9C5E-4636-960B-D7C6C5CE19E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4C8C973-B0CA-4A91-B3E1-0B097FDED75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079CC7-1C26-407D-804C-C71C9725749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176E47-2768-4920-9ABC-DD95A45EF12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008BD77-E140-4295-977D-81EEDE79E4D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DA2496A-DFD5-46C2-8D7B-BA0626CACE0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77D85A6-5932-4998-9F8E-E5574D1E09A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연결된 무방향 그래프에서 정점이 V개인 신장 트리의 간선 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40802D-A7E2-40FF-8A9A-1F07D72CF8E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109D157-637D-4969-919D-4FFD31E8696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V−1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FC253DB-E301-4A82-9631-C4B228FD5BB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38C1BB8-F9F5-48C9-B11E-9237AB66721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3306E20-26FC-4CEB-9B41-2513205F034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트리는 연결되어 있고 사이클이 없으며 V−1개의 간선을 가진다.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CAE847C8-A9E0-444C-8BA0-1565066E28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C582A45-F611-48F8-B51B-56B10251711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31DF5B9-7FA8-4D79-AD08-1714AF95BC1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043E71-3F94-41A9-A00B-9D2E2B1876D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627179-D579-4B73-ACD7-39AA6FF4972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39D049D-033D-46BA-B68D-1FB20517558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52571C5-804A-400C-ACFD-40E819FBFAB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075CD1F-39A6-4DF7-BDA5-BE14CDFCD2C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Kruskal 알고리즘이 간선을 검사하는 순서는?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59BA914B-5DA8-4523-A688-F3EB5826129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676EE8B1-8D28-494D-AB8D-DA080B2D416D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가중치가 큰 순서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8CFDA7-B4EF-49BF-9F24-0C7FF58BBD4D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CA46979C-D128-4548-958D-23C4870A21D7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939CA4BD-E840-4228-9861-4072C5EAB1E0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간선 양 끝의 차수 합이 작은 순서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E8BB41-56DB-49DD-A447-A9744DBD8BAD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B0A5F593-20E7-4150-9521-E0DB017F1682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1E636640-E260-407F-8815-5FD68EDFB661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가중치가 작은 순서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7E75DF-ACFB-4B60-908B-7D3446E4CB1B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8A320813-72DA-4B04-96D9-C461FE931657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269159B6-A3F8-4C5C-A7BF-CFEE48683E66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출발점에서의 잠정 거리가 작은 순서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FDC077-B0D3-434A-A16A-5DDAB9DCCC90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2E3420FE-9AC0-4401-A70A-AD1330B543F7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1BFB5E9-03FE-405D-988B-998CB84E06A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정점 번호가 작은 간선 순서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9B98CD7-8FD8-4E7D-B123-B4CB5B391D1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FEA87C7-3118-4E15-831F-134488FAA9C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DA4F601-A79F-4E3B-AD02-46F0B0D423F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7CDB4F-F53E-48A2-A303-EF27654369C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F442CE-7B7B-4681-960C-A26DE525377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CD4314E-631E-4B37-831C-82F70FBA32F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D3BDBD3-EBED-4F33-9064-3B8DEC48D7B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B0A4D04-7621-410C-9C7B-60E4F0401BF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Kruskal 알고리즘이 간선을 검사하는 순서는?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DAD138-E34E-46EF-9752-7E355768913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345FCA71-D115-4435-A924-F5B474647BF9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가중치가 작은 순서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38184EF8-9514-4D46-B21B-232BEFD2FA4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8783D7-85D0-4FF5-A192-ABC84D89E05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8B7A510-587E-4563-B5A1-0B84C630403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가벼운 간선부터 보되 사이클을 만드는 간선은 제외한다.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12F33DF8-8CA6-4903-BC18-6081AAB2232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02B3FB4-3E96-48B3-B84F-A4E052943DD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30101C3-9ADF-4B3A-8453-81CD610E131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48708F-1067-4EF6-8172-FCFA6C9FDCD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2D0C66-7D8A-4A8E-A4E8-64927BC6F7F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2D780BC-0132-4D3C-BB58-902B21D09B5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C8E427B-9819-464E-8BAF-B2C9214D130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72E234F-CB48-42B2-9B15-F06B5682541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Kruskal에서 간선 (u,v)를 선택하는 조건은?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D519DFAD-0AC7-4F89-8F61-32330C984CE4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E38BB4AD-8326-49EA-A84B-BAD985D4B06E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적어도 한쪽 정점이 아직 어떤 간선에도 연결되지 않았다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804E60-3099-4712-9A7C-A67BC90B6BD5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4D979753-9A97-4C92-81A3-9548A6CA9F24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D321F0D-CDF8-4592-828E-F1438A28F9EF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 후 모든 정점의 차수가 2 이하가 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0E737C-E529-4CC6-92B9-5B483BF0A054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EFD3F46E-9E56-46D4-924F-9E70AA90C8F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C7FAFAF-9D0A-4867-978E-E7F7EE671E63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u와 v가 현재 서로 다른 연결 요소에 있다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05FA5F-9EDF-4A63-8C2F-4FE804DFFED5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6201675F-1CA2-4D56-AB15-4C37506AD5C1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FD7BBED9-1209-40F8-ABE6-662B89E2856C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가중치가 지금까지의 비용 합보다 작다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4C66A4-7A5E-4EDA-94E9-19D6E5CF3D52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01948836-6C54-4BA7-8B66-9555EC907625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1977A9BC-9C75-4BF7-A845-A09379AEE911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두 정점이 이미 같은 대표를 갖는다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06229CC-A6C9-49BB-AF46-1EC173F6366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9A5BB94-9B10-4A99-BCAF-A35C6031E5E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E79C2DB-442D-4B72-8D25-906F04210CC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5C3C38-FCCF-486C-A088-860A00069C0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575DFB-4C6B-4556-8795-0111378EE1A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377683E-8DF1-4AEF-B267-CDD1C22384C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810F930-CF8B-43FE-B9D6-D703971F8F8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6BFC751-AB22-4D7D-BCFE-1CDF744FAD9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Kruskal에서 간선 (u,v)를 선택하는 조건은?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264849-B279-4A6C-B786-8143BA6A06D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3EFA6BB-9C10-45EE-A6C7-0CB55809CD7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u와 v가 현재 서로 다른 연결 요소에 있다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487BE9C5-9C24-4764-84BE-77A311FD49A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A0A0D4-0C91-4D59-8CB4-80ED13DEA2F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DB1947FF-4324-4959-8350-11072A2B2240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서로 다른 트리를 연결할 때만 간선을 더하면 사이클을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E42E761B-C0DC-4357-A7C4-68765E99151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A93AA07-0726-4C43-8B0B-D3B85AE5515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6DB1620-9705-40D2-A86F-51BBCB54C0D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E3DE69-25F3-4C73-B56E-8CA51F74DFA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E68428-9691-41E9-B269-709B42ADC32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77E8657-88AB-4944-939B-EB57AE43C73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2FF1275-020B-4169-8836-26B74DDC118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AEDAEC2-2C37-4B2E-A3E7-602B89B1714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분리 집합 자료구조에서 find(x)가 나타내는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7BA496BE-38EC-4D5A-90D4-846E305B3E5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75B87978-8FF7-4746-AEA5-AD8529952235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x에서 모든 정점까지 거리의 최솟값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DAB3D0-F1E6-4DE3-8DBC-7E4A2D37F7CB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457C4B77-D2C8-4906-9DA5-0892F4B59B90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5BB62F3B-FB16-4819-B700-61CD9D5F4C3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x가 속한 집합의 대표 원소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7ADDE9-0D06-4EDF-80D5-F5CF3968AE77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2541308A-E10D-4FFC-8A1B-13AC7D8F162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C9E1D01E-1D24-48A8-BB86-9521CDB54177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x의 부모까지 간선 가중치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397198-92BE-44B1-8A65-C4BF5C3622C4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18AB649B-FA11-49B5-BBE1-FD4ED8CC9ABD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71E5003-FD91-40D5-8AFB-A05DF56BD19A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x가 처음 연결된 이웃 정점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3B41BA-9538-422E-83A5-45E70A43427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C3B2706-1A86-40CE-BB29-2A5B9716E4A0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C186E2E8-149E-4BA0-959B-5A0976B7B48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x가 속한 집합의 원소 수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FCBAD07-299D-40C7-9728-A1B8B528F90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6B35908-999A-4E04-AF31-369326CBFDE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CAAA025-1220-4891-9A33-393112D3BC3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C40088-7C2F-4E39-B61B-EB1D7D12DD4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0AA724-9ECD-4F00-81B1-F93BAA67460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3BB21D0-7AB6-4014-A521-31CDFFC33EE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83B3241-AD4C-4B95-B9CA-778C7F4A87A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627184D-A35F-4E5A-BA6F-ABFD398BE5B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분리 집합 자료구조에서 find(x)가 나타내는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EC7514-F846-4BF3-95C2-301AC8BB04F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4B976AC-8AAC-4CCC-B280-AC4A9BB965D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x가 속한 집합의 대표 원소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00AE2DA3-34AF-402A-9544-C800A657511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A1C5D6-338C-4F2D-B3B2-EB3A3692E96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71C6E49-2A26-4FEC-822F-7F2F98A4B5D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같은 대표를 갖는 정점은 같은 연결 요소에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68A3F408-F683-4F88-9239-3C029C6345E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1B43905-CB7C-4DD3-891F-BE5D536C233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74434CF-4E2D-4FC7-A8A0-0A83861A988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543CB2-2745-4E21-A91B-8152500E790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7F75F4-9D06-465F-B551-83EB39124D4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BFE01BC-32AD-422E-8CD2-C84C2B13249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741E25C-652D-405B-A15B-B590838A2F8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8A437D4-2A94-43C9-826D-0346F04D2E3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연결되지 않은 무방향 그래프에 Kruskal을 적용하면 얻는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13A385A1-AC49-4135-8DEA-396EC705C14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DCCDB376-71EE-48DC-A6D4-8274AADA783B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요소에서 가장 가벼운 간선 하나씩만 고른 집합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1B9BE7-54A1-40B1-9C43-5D41A969110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B7755CDD-68A4-4193-B956-81304D6B151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AEC83BF0-A32D-4163-B06A-AEB9F935626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연결 요소의 최소 신장 트리로 이루어진 숲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3E3116-AEA0-462F-8CCB-3C1BEC0C415D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78315E73-0631-4940-9646-1E71ACD4F4C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7D561A6B-EC6B-4A4F-90C9-5926BB3BC6B6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정점을 연결하는 단일 트리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79BA3A-7950-465A-BB5E-1162C93DEAFD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8DDE9039-F860-49E3-A90B-1B2CB1F05573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C30A113D-BDEC-4948-8AB0-5D968C7870B2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연결 요소를 한 번씩 잇는 순회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048269-7931-4B2C-9514-00A5AB02B7AD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B9B9AF36-CBE0-4E4C-957C-142B88CA992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31F12F5-E86A-4F43-9545-0678B37DB4B2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출발점에서 도달하는 정점만 포함한 최단 경로 트리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F95168B-0A22-490D-9199-0F302DE9B97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086A5E9-70AB-483B-8789-EFFB1258DE7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3FD05B8-9671-4D0A-9878-79ADB56E9AB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709F7A-3D89-4C0F-B46C-A087E82D27D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1376EA-670F-4D79-B770-25A2DD0500D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CB3A50F-A11D-498F-B9FA-E8D0BB0ABF7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1F924F0-415F-4C2A-B18D-D7DB9B8CFAA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EF22B20-69FD-4493-AD22-719555DCD69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연결되지 않은 무방향 그래프에 Kruskal을 적용하면 얻는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CA9BA3-E4F6-4E21-A08C-07E746C4E03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47AF87C0-D1FA-4BD1-97D6-4441632AEB5E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각 연결 요소의 최소 신장 트리로 이루어진 숲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3901F32-0E09-4F51-8383-483E6161B9F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3433CD-397F-4426-988B-99368337EFE3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B2832ADC-60A7-47A4-84BB-3E1D6BAF538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연결 요소 사이에 간선이 없으므로 전체 신장 트리는 존재하지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7FFD2C57-876D-409C-BB26-B6DCB739711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F583F24-DEED-41FB-932A-DA79255AE39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1D49F15-EC27-4846-925B-A8D40A32B5D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67443B-C2F6-4C32-BB48-9957B91751A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4F14E3-57E2-4B64-B65A-4BF20C5FF7A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79DEA64-060A-47CC-82C7-B9B63CF779B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9FC78D4-9EDD-42B8-8918-64947227385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6C02FF3-FE5C-40D7-8992-A38DF64421A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Kruskal이 음수 가중치 간선을 처리할 때 옳은 설명은?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E9FA3779-63A2-4090-AD5D-E59A07389AFD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2F739B7E-6EF1-4B94-BB4B-B94C6ED69D6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음수 간선이 있으면 간선 정렬 순서를 반대로 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0303B6-EE70-4D9F-9D74-81D17DB0BFF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6561314F-C604-41E9-9BB8-775D4F68AAA7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DAF9435B-C2D0-40B8-9458-5B5A229343B6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음수 간선이 있으면 MST가 정의되지 않는다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0B6B7D-195B-4D9A-8FA3-72E83F4B0A24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20E1008-2D64-469B-9C4A-F898FF993EDA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5668207E-5115-43B2-9174-7E9BC3CA9B5B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음수 간선을 0으로 바꾸면 MST 비용도 보존된다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585121-0597-49F0-BC7D-C55415AFB79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46A87616-E226-44E3-B5C9-03C6EF87C225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1A1053BC-A492-467E-8566-188902AC538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음수 간선도 정렬하여 정상적으로 처리할 수 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12713C-E762-473C-92C2-45E3F30CA0F2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5ADD9269-70C8-4D5B-9426-DF83C9A4E01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258CF5FC-75EA-4945-98F7-83AC27D58F2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음수 간선은 사이클 여부와 무관하게 모두 선택한다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686EB4F-D855-450B-AB6A-36C51D95A0C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BE479E2-6D67-4EE7-A289-88E32E5E2FA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24C89E5-9315-4E2F-8CE0-1AB32CDA4CA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DBF2A9-C0DF-4B67-A4D7-3F25AB54FB3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A864B0-81AE-4C1F-AC1B-4519DBD1E92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2D27192-ED93-4005-BC25-59C1DAA6F88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AE59A29-931A-453C-9912-76E89981A52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ACE9A15-B15B-4566-818B-ADD741BCFCC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Kruskal이 음수 가중치 간선을 처리할 때 옳은 설명은?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0DC3D3-4A90-4D84-89C1-6FE885CC8EC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C32F6429-55E6-453D-8987-5E42CC45EFE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음수 간선도 정렬하여 정상적으로 처리할 수 있다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64F2CEAB-1A7D-4102-8D49-8BA0BDCF256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299AE9-3825-44D1-AB43-8B628C414B02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D23A0B54-20BD-47A7-A070-3073142D77B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MST의 탐욕 정당성은 간선 가중치의 비음수 조건을 요구하지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1C087F1E-826C-4B0B-9357-22E139988C0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B9B2EC5-FF75-4CE5-ABB9-2B8B086AA92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50F370A-A7CA-4304-9B3B-40A1ED71D4E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5D2143-FE80-4096-87EB-DC5220EFE0E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7B89CD-E835-4E96-95F2-090F421E26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0923D35-BFEA-44F4-94E0-5650990066C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A053D52-F050-44FD-AFAE-7B64BC90B9A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84F38E9-646D-4D96-A70B-6C86840268F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연결된 그래프의 모든 간선 가중치가 서로 다르면 MST에 대해 성립하는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46FEB2AC-5820-418C-B3D5-8F71FDF81F9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F0F3624C-2265-480A-97F7-4AD37D141891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MST의 간선들이 모든 정점 쌍의 최단 경로를 보존한다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E82D04-C660-4766-A315-F0C97F13574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D99F769B-F765-4D85-8EED-C669ADCC45D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6B3DDC34-1EDD-46A8-B823-4B402CECCFBF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MST가 유일하다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9C33FB-C518-4CD4-BB10-E1D34138294D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40F6FFDA-D567-445C-A973-FF808FEDC61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3BCDEF70-7371-4D44-A4CB-35252DFFE08B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가벼운 V−1개 간선을 검사 없이 선택해도 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4A8158-EB62-41C4-9F3B-5B2FACCACC6B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EBBCA216-6889-4D70-9BB9-C886A7F55821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9DC2AFCD-758D-4141-AC04-EC2B38296076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MST의 차수가 모든 정점에서 같아진다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4998C1-66A2-496F-A880-B372EFAF1BF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36ABBDD0-022F-453E-B411-C1CDC0AD6E95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B30F8A98-1D1D-4DEC-B8B7-A91470AB91A6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MST의 총비용이 반드시 양수다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0478D038-E988-4A9A-BA20-08C9BA6D981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ED88FF5-8300-40B8-9040-36D8D694DCC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E77C1F6-8CCD-4FF6-A1ED-63357901100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CFC636-4523-4F8F-AB51-4F0A36E3405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460834-6D9E-41BA-AA8B-8B5A51D5289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66EC8E5-83EB-4A24-AE50-39803A77315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C3B57DB-57F4-491E-9BF4-1AD8980AF9C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6350896-4077-4771-81F5-59E9EE3222D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연결된 그래프의 모든 간선 가중치가 서로 다르면 MST에 대해 성립하는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DDBB01-D27F-4CF4-A045-FF86FDE6D42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C4A1CC4-8FDB-4591-8F5D-5EFB3A470AC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MST가 유일하다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840C1CBD-28F0-4A0C-B1A1-12BD6A6E6F3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A6C083-B2A6-4EB7-87F7-4FD1FE73968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B9DE9EFF-8722-442D-933F-2FC214CF9410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서로 다른 가중치는 MST 유일성의 충분조건이다. 같은 가중치가 있다고 반드시 여러 MST가 생기는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것은 아니다.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22E8CBE-3C66-4965-A3F0-E37A5C213B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D9FA4D9-1524-43E1-BC16-E87CF21D5C6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5A29AF3-C9D0-427B-9111-D7263DF20AB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4CAC6-ADC7-4196-A6AE-C7F2010EE66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E27B64-1ADE-40C3-9EEB-2CA81270F6A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93AE49A-7939-4094-9696-560CC7FD9B0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258A851-9EA7-492D-9E9F-C9754C95ADE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419D2BC-1AAF-43A3-86E7-0D85213EB66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간선 정렬이 필요한 일반적인 Kruskal 구현의 시간 차수를 지배하는 항은?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010373FA-0596-4E4C-8DAF-47C38080C1DD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2BDEBB9E-0040-468C-BFE1-20FD3089016F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E)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3C9A02-49D6-45D1-8114-D2EB5694233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723B9C3C-D197-4ED8-8FDD-E7FC01C5E01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64AF4C6D-584B-4A44-AD71-DA4B818AD78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Θ(V log V), E와 무관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EDB869-0B34-4783-836F-80AAFA91F2DB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C8C21513-CCCF-4FD6-8E8B-485462BDA87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A6E4B70C-CAE9-4E14-9A9F-BEEDF02FD4E8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Θ(E log E)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D26140-EA94-4BB5-B484-E968B0F63A26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9F407E0D-3B63-42CB-94C8-1B041AE648F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765F03F7-D241-46FC-B4D4-474AD6F016B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Θ(E)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191457-24EB-44C4-BF54-52C581B53956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AE598DF4-FCEF-4645-A11F-2E0FED1EC53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4130284F-66C7-4696-A4AE-768AB649CB74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Θ(E²)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7CF3B49-8E12-4D71-A47B-7CCCBCD375B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8F071D2-B994-40AE-AE7A-54A57EDAB41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520F7B7-2236-4CC6-89DD-B8EDD5D4659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2FB073-46FC-4382-A0D4-9EB6EA152FE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B7BCC5-10CB-4D32-A523-3E54768E67B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1EBDB98-528F-474F-B355-174A43CFF02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ADC1F0F-2A6A-469A-B216-E6972EA28A0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34E8023-C9DD-443F-AC81-A7CF90144EE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간선 정렬이 필요한 일반적인 Kruskal 구현의 시간 차수를 지배하는 항은?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D28F8C-08D8-4F94-AB52-2224927C519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79380CB-488B-48EF-BC52-0D7EA27B861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Θ(E log E)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19A551F-ACBF-42BC-8288-1E003750259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CD07D2-596A-4882-A9E2-5779FB2B9ED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7D1379D2-BD6B-46B9-B842-1E5A2B738F1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분리 집합 연산보다 E개 간선의 정렬이 보통 지배적이다.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BDF752E1-3CA0-4B17-9359-9C781FE645C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1BF8F23-C149-4005-90A0-C2EAAB87557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7A00446-0121-4F8A-8057-F75778808B1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D9C0FA-3F4B-4D34-AE42-F5DCD6DD30F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158FB8-BE30-47CE-8969-398651CA14C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3223DD1-EB36-423F-8BCC-B6E58243859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1A31DA7-D15C-461D-9167-75FA5780151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4D7FEEA-9E76-451A-B9B2-530F5FDF720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최소 신장 트리와 최단 경로 트리에 대해 옳은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3E1C77BC-E2BC-423E-BC87-56E1AD4C1C64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7BAC5D9F-E241-435B-97E8-126B44AC2503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시작점을 정하면 모든 MST가 같은 최단 경로 트리가 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E04C07-65C6-4F5D-A757-38F64269834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9EFE5902-BAFC-49F7-8A5E-5078569B0CB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484A9475-024D-48FA-A8C5-99E087AB4894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최단 경로 트리는 선택 간선 합도 항상 최소다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D38D45-3BAB-4A9F-8415-362CD96CB474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5AAF9871-6D10-491F-8025-8812B7D9BEE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D58B340C-796B-4055-B2C9-E896ABBA4E8F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최적화하는 대상이 달라 서로 다를 수 있다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412497-BF82-4CBE-AC00-FA383903BFBC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5EFDC0CB-0C7B-4DDC-BF75-F679EC561E4D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15E7F1A6-48C8-46F2-9560-5E8C15D7E169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MST가 시작점에서 모든 최단 거리를 보존한다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84E61E-BD97-43C0-B5B6-3C4554704C2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BABC252-F55C-4DB1-9606-FDE6ACC09C9C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7B45954-5D2E-4211-9EB0-7DCFFD56CF4E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간선이 모두 양수이면 두 트리는 반드시 같다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E56B69D-65CC-4D61-B649-171D63CF681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94CEE53-F03C-4E80-8CA7-9D3D73BB2F2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3A675EC-4877-4571-836B-30603A63AFB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5D8590-EFF0-4699-A276-3A21D024E94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6F42D8-5214-4305-9D61-43E1BEE593F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44EABCD-BC42-4B67-B90A-E69997128CA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A9A23D9-5A2A-44DD-9BDA-2766B3F33EA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A95DFD4-F155-4C77-8BA8-CA6FF3C02BD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최소 신장 트리와 최단 경로 트리에 대해 옳은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232379-E7F2-4B0E-AF52-60F308669B1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C8A7548-E793-45B1-A7E7-90BE83E5377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최적화하는 대상이 달라 서로 다를 수 있다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BA5D54FA-64BA-4DF3-B28B-98AA1C412493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6A1E5-ECDC-4092-8258-2C762032E33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ED93BB6-6299-4A59-97B9-0FA7E5C1952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MST는 선택 간선의 총합을, 최단 경로 트리는 한 출발점에서의 거리를 최적화한다.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8AC0A2DC-4799-4D14-B9AE-6DA1EED544A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850A20D-E674-4041-A19D-DCB2E75954A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662BBF2-A247-4723-A920-6B67BC37907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573082-3F70-459D-A9E4-9A00D9AE833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FE4386-E1AE-49F6-A593-047B645B24A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98499FF-3E3E-48F0-AFCB-DA54506A770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7E2FD7D-4950-41C7-8ED1-900E64CC9B1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58AAF06-4CBD-44F8-BC6B-AFD7AAACC01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TSP의 최근접 이웃 휴리스틱에서 다음 도시를 고르는 기준은?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723DEDF4-53B0-4B0C-BF63-49FDB21FED2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BEEA6AAA-2B0B-4724-9B55-A0E0918972A2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도시에서 가장 가까운 도시, 방문 여부 무관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C74EA3-B6AF-4906-9CC2-B1F92785733A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C42850DC-9593-4396-B6B8-80057329B9C8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4A36BF85-1B78-4CB2-9D36-80277530464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도시에서 가장 먼 미방문 도시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9D6C6F-D545-487A-8EC2-924C69A4F278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2E2FF1C-1700-4287-BE95-87A7C1AEBBFC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7EF97F97-127C-4975-9AAE-3D82B8BEA92C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다음 간선과 귀환 간선의 합이 최소인 도시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359BBC-C180-40CA-B16F-939DC90678B0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0AEEE314-48AC-46F2-B92A-CB601513AD78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681CAFF3-82F1-402D-8908-2DD937D1602F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 도시에서 가장 가까운 미방문 도시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21F787-E536-4A09-AD0C-A0ED8BB2C299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8810B6C0-9D4B-4500-9D7E-981F2172E09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2F8D56E8-D198-4EAF-B71A-8C8EC1D3DF62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도시에서 가장 가까운 미방문 도시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44B0C89F-AFCE-4D8F-8F5C-3186C214974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D80CDC4-612A-4D0A-AEEF-4A97C0520A0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3A6C954-6563-4DAB-A963-424CB754249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60857B-CF7D-4A95-B46A-7A13ACA6521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C317C4-5231-4B54-8BEB-4CD76BB31F4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E664566-F0B7-47FE-BE01-4D9EF23EA43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54C88DB-AA9F-40C2-A4B7-0D2D18953D1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81C1C99-FF6A-4689-92FE-0F25C429C13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TSP의 최근접 이웃 휴리스틱에서 다음 도시를 고르는 기준은?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FF6D87-15F2-4AC1-A480-51CF8F36B08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13B2378-989B-4736-8801-1D93085BA29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현재 도시에서 가장 가까운 미방문 도시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331330A3-5FCB-4E81-AC11-D9C4F8A9D9F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C87657-822B-4327-80B5-F283FE05A30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F3C1CBE-85FC-4B33-80FB-0BAE687B1D89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방문 여부를 확인해야 같은 도시를 반복하지 않는다. 최적 순회 보장은 별도다.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1088899-DB07-461F-9DF2-74391FA33BD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2169339-2CC1-4EFC-A304-2BE0541E0C6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2794EC7-C960-4F94-B9D1-5EB06E0392B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9EA98B-9EDB-4165-95FF-D3D9593C2DC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BA52EF-FAAE-446C-B7B9-0479155661F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216E591-3239-498F-95AA-F2C226E2298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989282F-E01C-47F4-B6EF-961B6D67724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E894D8E-AAC7-4552-B7F1-95056B80527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TSP 순회 비용을 계산할 때 모든 도시를 방문한 뒤 필요한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AC5D3DBE-4CDD-4A88-B3DF-AEAE0B19145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3D6E3908-3249-4697-B997-E0BCD0A8F009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귀환 비용을 나머지 간선 평균으로 대체한다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547147-50C9-4F8B-85DC-4AF480E8110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A1EBCD43-9A79-4319-9B02-B7FFE88628A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E2502B0D-D46E-47A8-A774-1EA4478A3CD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귀환 비용을 첫 이동 비용과 같다고 간주한다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6A062F-C1B1-45CB-9C3E-ECF4B3FF77C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CD8D3DD3-23E5-455F-9748-588F8C2B98C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1516986F-8261-458A-BADF-408232FCD063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마지막 도시까지의 경로 비용만 반환한다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CB07BE-05F1-4BD7-9967-3CEC336D7ADB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F16DE61A-7FF8-475C-887D-EA012A13DC5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B34AB353-9C65-4B3C-9AA0-75324F1CBED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방문한 간선 중 가장 긴 것을 제거한다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4DE181-9CDE-4D12-B480-B91459BB2457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A275A575-3631-4AF9-BBFC-5C159FA2E64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43D6CE6D-B61D-4BA8-9524-F7DA02CCFDC0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마지막 도시에서 출발 도시로 돌아오는 비용을 더한다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554048C-997B-4D63-87A3-FB92E047F1E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3320F71-166A-4D52-A5F8-DC511ECBA17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D5ADE23-17BA-49CA-8043-69CF8B2F8C4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2CA1BC-A066-4310-8ED5-1F2162AD60F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F2EEB7-9733-494C-ADF5-4D27D7B0446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B135BF5-6AAD-4AF6-BE3C-8B08B6820E9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645AB03-CE12-4228-A550-37AA7FF4AF6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26BE948-10D4-4AB0-8E71-1372A122C5C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TSP 순회 비용을 계산할 때 모든 도시를 방문한 뒤 필요한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1EE953-367E-48C2-B9EA-FF92F58DD44D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165CCE2-D600-4D76-90AA-39061784F42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마지막 도시에서 출발 도시로 돌아오는 비용을 더한다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86492497-6DBA-4DDA-BB04-16A7D8FEF3E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FD6422-DC50-4A93-822F-FF8F03AD44B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B16E7AC-C6C1-4CB7-9109-8363F14C822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TSP는 출발점으로 돌아오는 순회를 요구한다.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6F12BBCC-2C1B-42A5-A2AF-B6CAED5FC18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524F3B7-BDBC-4F65-98A5-C751CC1FE0D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567B2CE-2C28-489B-BC02-97509E64D94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6D9098-E8BE-4BB2-983B-5791BFA79CD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8B0BB8-EA62-4BAA-A59D-5B9EE02C596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B7CF5AA-D5F6-4F9B-ADDF-2DA75546A28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94A9F78-EF72-4F70-86B1-26B38013B6A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28655A2-A61E-487A-96A4-996123254B3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최근접 이웃 TSP에 대해 일반적으로 옳은 설명은?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7BACE6ED-8C4B-415C-BC91-84F8647C7AD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25719587-9B49-42AD-A067-5A95E19AEAA9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간선 가중치가 다르면 항상 최적 순회다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FB1D8C-0C87-44FF-A557-D702A6BA5E2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24B247B2-324E-4E1C-9FD4-A5660B49E7B8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84FB68DE-EE64-4E60-8D44-C39F525A4DEC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 도시와 동률 처리에 따라 결과가 달라질 수 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8A437E-6F86-49A4-805C-7A6B2B100027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3064165-477E-4417-94D3-43AA6F0240BC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D186D998-9303-406B-BDC8-6B70599892A4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삼각 부등식이 있으면 항상 최적 순회다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B3687EC-910B-4460-A462-8ABE1F0D3857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B4A57B8C-7436-43E5-9088-8B28DE47FB8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B1B19DFF-8FFD-4E47-94CA-7BF19D9D439D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가까운 도시를 고르므로 최종 귀환 비용도 최소다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A374DD-F7D1-45E2-BA80-02C138B28C0D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FC19E8E7-D595-4D69-8F5A-CB2994986A5B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C12E8C40-F6E4-4E3A-9C49-07370A34AD85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출발점이 같으면 동률 규칙과 무관하게 결과가 같다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7D12DB6-54C0-42CF-8A18-4B807EF67E4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F15BE7E-D328-4C8C-9A92-2293355F178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B07D13A-35ED-4CD3-9A46-0F02F464BCD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D2BB5E-0C48-4811-A945-F33E3316DCF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8607F3-5548-4F21-92D7-BDBBC53381D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5D7D6B3-98B0-439C-A7FC-C8BDFF8D526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767F602-78F1-47C7-A07B-303CE12C6E4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044F51D-9726-4D7C-B4C2-D4DE20872E4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최근접 이웃 TSP에 대해 일반적으로 옳은 설명은?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D743DF-6BC1-4AE6-8E6A-56BE27D6174D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13C8853-28F9-47EE-83A3-896D3960DE0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출발 도시와 동률 처리에 따라 결과가 달라질 수 있다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C0D64D33-DE81-4AE3-9F8C-FAB9C1E36FF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F189B-BC60-4B96-8D2A-B4DEE3B52337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D721674-39CF-4423-8221-F0AEB3C90DC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가까운 다음 도시를 고르는 판단은 남은 전체 순회의 비용을 고려하지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C305F5C-2134-40EB-A234-4FB6B101979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5B8F736-73B7-48AF-8D95-0A15C1D6C28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54BE33F-442E-4715-900E-9EC070E5E30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540E98-F39B-48FE-865E-0EBDDC10490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75A1A5-B595-4CFE-AB0C-9B91BD2CC4B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F15C781-5D3B-40AD-AC45-2D273D36735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04096AD-DCDE-44B5-AF92-56613117831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1ADDBC1-C613-4177-9D17-0A65632B237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Dijkstra의 표준 정당성에 필요한 간선 조건은?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C2C16AA9-E27D-42A4-AF84-D1D5C7D8E5D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B8B03409-32EB-4F6F-AB45-A9E84D471C1B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도달 가능한 간선의 가중치가 모두 0 이상이다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5BD4FC-32F1-4C87-91F5-9FEA3B315994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E0BF3DDF-ACD4-4292-9327-A49EC0AF32B8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D0D08272-92AA-4253-8E33-2A9964F6CDC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음수 사이클만 없으면 음수 간선도 항상 허용된다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C71EB5-F4BC-4510-8B7C-8DC4982B7740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59D8C032-06FE-499E-AF73-58A3D92BA29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F02DE956-EAEF-4A53-9BD0-765549419FA4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가중치는 반드시 엄격히 양수여야 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AB4A21-B7A9-4359-90E8-D373C616A06C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0979A59D-24D4-406F-8873-ABDAE3801263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0FCD047A-91AC-435E-9473-0692152D5DC0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정점까지 간선 수가 같아야 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488F16-A21E-479D-AA12-D482F16B810E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3C4202A4-99DE-4B96-8CDA-49059957B02A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BFA13BD9-6628-4565-ADC5-309AA819EEC5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그래프는 반드시 사이클이 없는 방향 그래프여야 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CF8FC98-8651-42F1-ABB7-998E657E00A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49AF510-E1C4-4730-9DE8-6B50F1CF851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90C2986-169F-4EDA-AC9B-7E53268E4E6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A831AA-70AA-4FA1-A951-C78B9887114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0BDB04-46E9-4C5D-A4FC-F28B518BCD9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8626FF0-B515-4FA0-8181-2F8618C52FF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D54CD87-4E6A-47B1-A8FA-EB520177CF5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8467BE5-C502-415B-9218-F48CADA4BDA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Dijkstra의 표준 정당성에 필요한 간선 조건은?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EA5B20-BBD4-4C71-BB1D-88555320200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54B9857-7570-4DCA-B3DE-F1BC036860C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도달 가능한 간선의 가중치가 모두 0 이상이다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CFAB6D12-DB35-4D75-8665-A9F0FE7123A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F02B0A-7C7F-4D7E-B240-2290A599BBB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184F837-A7DD-419B-837A-86AA2AB8B30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비음수 간선이면 가장 짧은 잠정 거리를 확정한 뒤 나중에 더 짧아질 수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4B030833-E79B-49C1-9F63-ED6A2666F81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EC066C7-EDF2-4FD9-823E-9DE1EBEBD3C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E0CA154-6D57-4E8E-83E6-53A743986B0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C22759-3E54-4237-B0C7-4F232FF255A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F5BA87-ABDF-49AF-A2A3-E51BD898DFA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E4179B9-3A08-49C1-9BC5-3F4DC43FA89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67D720D-15EF-4ECE-AD4F-1B84EC11F6D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5990ACC-4438-4600-A162-E1CA2565EB1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간선 (u,v)의 가중치가 w일 때 최단 거리 완화식은?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2291710A-30F5-48F0-AABC-54ECB20C46C1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AE2B6731-CF71-42E7-9C47-3CB9CC90538A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dist[v] = dist[u]+w, 개선 여부 무관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21C45E-A5EE-4008-A4C3-579E415B7055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144C3D4C-F7A3-4346-AF5E-08D666F980B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F8802E4-031B-4EC0-9DC4-6B107CEC06B3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dist[v] = max(dist[v], dist[u]+w)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A76925-63C0-44EC-85E1-CC59500B8BC8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588B64F5-0E79-40FA-973D-CE3060A23BE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122C3D1B-E432-4FDA-8EB7-85FED0B45B0A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dist[v] = min(dist[v], dist[u]−w)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67EB64-AF36-4D05-84FD-50FA2480D06C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3E359202-B936-4826-BC14-513B92F4EC55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D2FC7F52-4175-4F07-9734-88FE216F1277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dist[v] = min(dist[v], dist[u]+w)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D19493-426D-41C5-AF4B-38D98FF1AE16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9989B57C-BE86-4B25-9F8B-5F745346938C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E04DAAD1-3B16-47D1-A045-EF97EEF4CBBA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dist[v] = min(dist[v], w)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E8333F5-0E58-4DE3-A12B-3EE898C5EE6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B4BD2F1-BBE8-4E91-9506-064612288F2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38CF937-FF87-489D-ADAC-C9A4A324E65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C327CA-55F7-4CFA-84B9-48B513EA992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48587F-B40B-4F10-8ACD-4267CFB5243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F3E8F58-A250-4FEF-BFFE-526309F28AA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2B1F807-5F40-43A7-999A-1846F239D37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4DE102A-53B2-41EB-81E3-4AF26CEF673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간선 (u,v)의 가중치가 w일 때 최단 거리 완화식은?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5EE4FA-F2C0-4D92-AE6C-55D694347C5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3C1BDD6D-857A-4525-BACC-BA76375CC7D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dist[v] = min(dist[v], dist[u]+w)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B2FB8F46-C224-4C16-87CF-6552C2F8BC6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D7F14F-2C8C-4824-8CB7-E1060BACF85A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671F450B-5D1D-4E8B-8CDF-1EEA10CC061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u까지의 경로에 간선 하나를 붙인 후보와 기존 거리를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F410F3B1-40CC-4E8D-8127-73D958A5012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BFC3F06-308A-44B7-9AA1-62C8637DB13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888FAF2-D100-43B9-ABF8-E70DE217444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BE65E9-6E56-48FC-B175-10DDE56EDAF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EB2C8A-D4B3-495E-8E3D-52C4F534ABB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85CE74E-EAC3-4B60-8195-6B85E4FD7AA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6A1C186-BFD0-4E39-BF05-73B9E853851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0CA42A6-7240-429A-A039-3DCBB0EC08C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Dijkstra에서 출발점의 초기 거리와 다른 정점의 초기 거리는?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88F7C82A-3177-4763-97D5-BAC59B9FAB8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32136FC2-1834-42FD-BA31-EAE1A61EDF18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정점을 출발점의 차수로 초기화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FFABC8-32AE-41DC-9DBB-1080EA9E3A0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580DF57B-0706-4E46-9ABE-74A8888524F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74F4873-B35F-4D05-A774-535A6D26F5BC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 0, 나머지도 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653EA8-77BF-4B46-9CEE-E07DB531631F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510EE6CC-4E14-4C6B-B395-957A4A91312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AA32CA17-E492-471C-92C4-A54C2998D57C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 ∞, 나머지 0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8C9AAE-69D2-4450-900C-9B2E879B4B28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2B5F61FC-F276-443F-89B3-F7F811BAF8D1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4E269216-9B80-494F-99FE-05374C2884B6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 1, 나머지 ∞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BE95C5-CC5C-40F7-B133-6BC8472DAA04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BDA51F98-2E7D-40C9-AF29-992CD93E71BA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E3B731E5-7151-4170-B782-A7311E49D3D4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 0, 나머지 ∞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90F889A-EF5E-4FBB-9298-0F2B20B1C17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6A8E0D3-B620-40D6-A641-F7F485B482C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7963691-4995-4DCD-873D-AC5D1B7BDE8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CD705B-7525-4152-85AB-E25AB859824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4EEFF-25E7-48E1-B717-9AC4E67AB82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9BEDD15-887F-446B-B821-13C5FF3182E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EFEB895-55EB-4CD0-91DD-92E33209360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8AEF288-3B64-4870-9BB6-71918603CD9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Dijkstra에서 출발점의 초기 거리와 다른 정점의 초기 거리는?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41AE1F-6919-4152-BC95-6EEB3DFA056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D801867-2E88-4B71-8062-9212C48B0A6C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출발점 0, 나머지 ∞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BA360B4-143C-4F5F-9317-512301DD89A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66A418-A9D6-4589-9256-E94C034797F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9D274C6-1230-4EC7-960A-ACE9222BB93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출발점까지의 빈 경로 길이는 0이고 나머지는 아직 경로를 발견하지 못했다.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65E3B431-A77D-4746-9AE6-54832196FB6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8C8B8FE-B1EA-4FE8-A926-15BADA0101B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FD30D39-446A-464D-AED2-9501980BE49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7147AB-77A0-4DD1-8EC1-B9BCA20E02D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80CB1-2C62-40A8-9715-805F3B8D35A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17F4C27-BFD8-4FCB-A1E3-52F143656C3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212381F-B5B4-4C2E-8B69-F6D0EB4F9AD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D77E0A9-8922-4665-9E89-0859FDEF369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최소 힙 Dijkstra에서 꺼낸 거리 d가 현재 dist[u]보다 크면 어떻게 처리하는가?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4EA02F78-5BEB-480C-8D83-3FB8CF58629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C986BA40-E392-4E0C-A47B-D1376E7F335E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거리를 더 큰 d로 다시 덮어쓴다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470104-63DF-482C-A390-E7E2D097FA6A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9F5FD918-50C9-4ACF-BD98-A642E5CDBDB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B924A26B-E118-4043-AE31-E919AC3F972F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오래된 항목이 있으면 음수 간선이 있다고 결론낸다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7F2ACD-30A3-463F-8346-88BB2FB8C3E6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33F0E6D7-9A86-4B79-9332-1597A9F45A4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36B83BF4-6FA3-455C-AF4A-E8590770F4D7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그 항목의 거리로만 이웃을 다시 확정한다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B46781-0729-4666-9772-F726BE356361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E73D484A-9178-401B-BA7E-51A3FC460ABF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1557E730-A276-4511-95D0-5C57B9E15CEF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오래된 항목이므로 건너뛴다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D28B6B-B8D1-4A8A-AEA8-53B9C25616B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ED7A62B1-A3CA-4126-A16F-41BC33616180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1DD14653-0062-4A07-84F1-8B4EC7D3FB8B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해당 정점의 모든 남은 힙 항목을 오류로 처리한다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889B5EF-9035-4B16-B266-08FEDA8C4A4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866D758-B181-4432-A765-F0D99498ED6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0E40058-6971-4A86-865F-E951A880161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F0D651-4405-4E71-ACEF-DA7E9F854B4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1FA02B-4DAE-4077-89A3-ABBC716C1B7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ED70CCC-7F15-4766-8477-378DA8CEBAD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B94547F-BF85-4006-B458-4FD4A52FFE8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F9304E6-685F-4D84-A562-4578A499B58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최소 힙 Dijkstra에서 꺼낸 거리 d가 현재 dist[u]보다 크면 어떻게 처리하는가?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7B309A-EF0C-40CC-91AD-D6BE00FF9A8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65626ACC-0852-4747-B4A3-4DFEC72B6A5C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오래된 항목이므로 건너뛴다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260F1AE-CCB1-40E5-AEE0-FAEEE32C7C3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D69F0C-CC96-47E0-AF7C-D517B55A813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7F34999F-8D68-48E3-98F7-F3F8A1A4BD2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더 짧은 경로가 이미 발견된 뒤 남은 힙 항목이므로 재처리가 필요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55D77461-384A-4487-8EDB-C92EBBEF6A2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4D72FC6-3FAE-4FE2-9C8B-366B47444D6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CABB16A-1380-4455-B460-AA0ABA7650C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D7E891-5DEF-43B2-AFA4-D41F11637A3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DFF8A0-F211-431D-AEF2-5DC158FADFE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C08BAC9-4B5F-4E42-AC60-311F221ED44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B879D01-41CE-4EAE-A351-18871CF2CCA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3F19DB3-BF90-4089-839B-1E2AE1F0D95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Dijkstra가 끝난 뒤 dist[v]=∞라면 무엇을 뜻하는가?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CB329D78-58C1-4D3B-B669-76C11834602E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C3D8DFB7-E9E1-4F6A-A50E-6294FFAF2138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v가 어떤 음수 사이클 위에 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2573C3-77B9-4FD8-A01D-E4EF8DD35EE4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C619A301-A81E-452B-A634-0ED5F276CDB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BA248211-F7B0-4855-BC2E-1EB1E2FA0F1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v까지 비용이 0인 경로가 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52C519-448B-40A8-BCF3-D2C5EC860DB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B7AA8DBE-CBA2-4189-BB9B-5BC8A27F0722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A9547FF3-FBD6-4A2B-A418-59BE2E75AAC4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v에 들어오는 간선이 전혀 없다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93779D-8A88-40BC-B5FB-3F8FCA7BD59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D2D44F6D-04AE-4F2E-9471-A5F211C80669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228F7D8-75BA-4795-A4AD-437DB9F61392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출발점에서 v에 도달할 수 없다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850F8F-A78C-49D5-A05B-D6E58751395F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37A742C6-7CB7-45CB-9C34-711F2B8881A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37F1AC48-0621-4F9A-AC5D-CEF7F63B3949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v는 그래프 전체에서 고립된 정점이다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451EE89F-D9FB-4494-B9B5-2EF518ED52B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4EC7116-F3D9-46EC-9888-32C830ECDB9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43D6E58-670A-462D-99E0-AFAD28EC6B9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1E9D86-5DDD-44A0-A656-831B84AD594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628D73-16E7-4FFC-9F10-AF2E1F0B722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6BAA8D4-2CAF-41BD-A5DC-C20468E327E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4832D8F-A992-4C62-9B1F-245DD99FBBD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A76910F-F6A4-47CA-B82B-B8C1ECA0FCC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Dijkstra가 끝난 뒤 dist[v]=∞라면 무엇을 뜻하는가?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482E58-6675-4754-BB0D-D53A910F15E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DAAC40F-0733-496B-A82B-326337AA93C9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출발점에서 v에 도달할 수 없다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C5965EDF-05C3-4752-AFDE-C9977782967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2CC12F-AA37-4678-9D0F-A3A1339A570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5AEE53E-EC06-4525-BF95-715FAE24801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다른 연결 요소 내부에 간선이 있더라도 출발점에서 도달할 수 없을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E1AF54C4-35AC-4378-984B-B3098A6189C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8FAE0F2-3E34-4754-BD22-DDAD6655705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8920973-976A-4BCE-8DF4-EAA2C8AAAF7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46C6B7-2ADB-4CFF-B2F8-19227B405D9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4DCC5D-D2E0-41F0-BAE5-74E734D5A8B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871CA2C-E07C-467E-855D-E5A979BB90E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AAAB264-9D0A-4866-A387-B3EF1CB5BCE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8B12927-509D-4B18-A830-3EE19E7C28E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배열로 미확정 정점 중 최소 거리를 매번 찾는 Dijkstra의 시간 차수는? 인접 행렬을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사용한다.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B0D44489-D804-4656-949E-E22E0BD95902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1BC53F2E-2337-4288-811C-1108577AEA34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V)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8C3849-3FED-4765-9913-48105A6F0EFA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42ADD7FF-0BC5-4A83-A71C-CA4FE9B26E50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8B8EED3B-5DE9-4809-AD3F-4C67B6A4E366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Θ(V)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496DE9-AA10-4FEC-BEA0-FC4F1094588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6301841D-1E93-46AD-805C-89C3CE506A9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466A4A88-C62F-43D2-BFE3-A68A0E2C60C6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Θ(V²)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2D71B8-F8D3-4FE0-86A7-38E423A7D957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83D6B584-0098-413D-A6F0-96B7F3C7A41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462CF0CA-ACD0-425F-AF78-3F94E5D9D92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Θ(V³)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844752-EED6-4896-97C3-1DB68DCC1C2F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D1205899-1F2B-4E9F-8165-C7E2DE5ED97D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95B48574-7C71-4F9D-8427-7D96A243BD8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Θ(V log V)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0782972-4E93-4AD0-A979-EE0F34D31E1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1B34761-4985-4FBD-AAE2-CA2A3C94C96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039C830-A404-44C7-BF5C-90229711F38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3383D1-187A-4A14-ADD9-E1E66B342E8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BF04ED-9ED7-46E8-BB4E-6010F521172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22D5DFA-4F5C-48F1-A489-1CE74984DB5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A40A3EC-2390-4C4A-BE9B-68317067254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745233C-4347-480A-874F-9E85A9A3B54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배열로 미확정 정점 중 최소 거리를 매번 찾는 Dijkstra의 시간 차수는? 인접 행렬을 사용한다.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96C376-C317-4E4C-B961-7881B47681D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417FF6D6-DB34-42AA-9201-009E6BCC770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Θ(V²)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84D15AB-C84D-47A2-8AEB-ACDA6FC53543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27043B-AD42-4EEA-B5FF-C628F4A26B6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E5C5119-57F2-4246-BA9B-299EF3824E7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최대 V번 최소 정점을 찾고 각 단계에서 V개 이웃을 검사한다.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3EE7905C-3770-4719-A560-A7E44D23F28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953BA34-E273-4807-992E-2FD5CAAD094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EF90056-5407-4C1D-89F6-CA81F1655B0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A525BA-A1E8-4BF3-A47E-4D5B4BE6D18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AF5BDB-1D50-4637-AA31-415375F89EB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E48CA36-1928-4D71-A309-AF88BD54876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843DF1A-2121-410C-A0B4-052F29EE2B9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AFA313C-1412-47D9-948B-CAB4C6DA1F2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가중치가 0인 간선이 있을 때 Dijkstra의 표준 비음수 조건은?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94BBC569-377D-412F-BE66-029D6F853D8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F55CECDC-8D09-48AC-B57D-5722025FF571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 간선이 있으면 반드시 음수 사이클이 생긴다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123E24-DCB7-4F44-98C5-495FE9884FA8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0363FAD8-07EC-40EE-B0BF-84A059822F5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17212A8A-7276-4C3C-A96A-BDE56FEA1BE6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 간선을 제거해도 모든 최단 거리가 유지된다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F582C1-965E-4F1A-8A21-A1D1F5D1C7A5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575DAB92-BF1C-4B32-A60E-E4A5EA76D3B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60F8931C-2935-4132-BF3B-412D2D65A0C2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만족한다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3835E8-6227-41BD-B53A-553D99E1778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C6751C0E-046E-4519-AB4D-FFB13439E45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E08DB53-85B4-438C-AB68-92D5262E82D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무방향 그래프일 때만 사용할 수 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03F9E4-75F5-4958-BFD5-EAC278E6A221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14637F7C-FE88-4A50-B187-405BAB2DA1EC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2ED4DE2D-A321-4A08-8733-7287D16C5151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엄격한 양수 조건을 위반하므로 사용할 수 없다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6AD943F-706F-4B1C-BC7E-D11C478FFD6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B4FD089-0439-4BC9-9DD2-89D01162AA3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8B43970-0D83-485B-BF6E-CD3C71DD5C2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957174-B977-49FE-B118-AE13B93598C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3F1876-480B-4314-B60D-78CDEBD8086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17239FF-627C-4011-AC78-385E449DD61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C1CB30B-4803-469B-8C32-8426EB5F643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3873AA5-D55E-4F26-A7B4-547D1C1D1FA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가중치가 0인 간선이 있을 때 Dijkstra의 표준 비음수 조건은?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E43F40-A23C-4E5B-AC60-60B0CCEE243E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FB00A31-ACE1-4C91-9EA6-451397CA944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만족한다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744850F-06EC-4FD6-86D3-F508122803F1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3C30C1-E13C-411C-9DE8-E6B50BF41DA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CEE0850-290A-4AE8-B289-25561790FF7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0은 음수가 아니다. 구현에서 0을 간선 없음 표시로 쓰면 별개의 오류가 생긴다.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44ABB96B-4671-4678-A152-4B0B1C57288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AF29F5F-C788-425E-BAEE-04B39E373D6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C77723F-333E-4EC9-B62D-5026A4F348F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C1277D-A8CD-444C-86B1-9CBDC7672ED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889544-F98C-4E65-A9AC-9D2A56BE5BD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E90A866-4D61-48DB-97EA-3B1E2EFEC3F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7511867-7C62-4FE0-BE4D-A754671148C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A7AAB66-68B2-41A5-BB00-3C5DA66477E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작업이 시각 0에 도착하고 한 번에 하나씩 처리한다. 완료 시각 합을 최소화할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정렬은?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A923E496-D307-4B3D-84DA-AC92C648A8D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AD36C56A-400E-4CD2-8FCE-AEF7BEFA275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누적 완료 시각이 커지도록 하는 순서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E68EF2-0352-4966-B305-2C862E7D3F8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583C7959-490C-4756-9A9A-7A40EDDFA34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C15BCF19-3D02-42F2-A977-3C8C5A201EE2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처리 시간이 긴 순서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392881-C491-4F85-B70E-A7F89183A12D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FD446209-90C1-432D-886B-5B6AE741229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7C2FA138-5791-49F7-A1CB-5C0DA7136624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짧은 작업을 마지막에 놓는 순서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1C0FF6-DCB1-4707-AD20-6364BD82D7AB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299F6ED3-F4A8-4765-88D1-199DBF2ECA87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2F9927A2-89BD-42F9-A0A4-67B13494491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처리 시간이 짧은 순서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62AE6F-519A-486B-883B-BFBD8ED5D9EF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F1C15EE3-BB68-40F9-B0F9-88C70B44C7F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3A2D72E-860D-40D9-935B-11C7EA6D0767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정렬해도 완료 시각 합은 항상 같다</a:t>
            </a:r>
          </a:p>
        </p:txBody>
      </p:sp>
      <p:sp>
        <p:nvSpPr>
          <p:cNvPr id="24" name="exam-excluded-atm">
            <a:extLst>
              <a:ext uri="{FF2B5EF4-FFF2-40B4-BE49-F238E27FC236}">
                <a16:creationId xmlns:a16="http://schemas.microsoft.com/office/drawing/2014/main" id="{C676D5E9-39B7-5CB5-2AF4-9E2FF17EE4E7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B3BB721-9B25-4B58-BDFA-1968D2DD5FF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4E8F16A-DE2C-4635-952F-9411BAF0B5F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F821F8F-D9B7-4F2C-A3EB-B4421590297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116C17-FD34-4A6C-97D5-08F20C5C1BF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75BE78-99F6-476A-9283-6159352EFF7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1628156-1609-42F9-A104-C0AB5B22247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B1B7ED9-E514-4AF9-8E69-5F9DC6EB5FF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37EEFAF-6345-4F94-A6E4-CC0372FBFBA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모든 작업이 시각 0에 도착하고 한 번에 하나씩 처리한다. 완료 시각 합을 최소화할 정렬은?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075A5F-9E98-4C0A-97AF-FAA248653A7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90B1534-65CC-4A3C-B267-BF3E2A971F2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처리 시간이 짧은 순서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FA7A65C-1F95-4D44-B19F-F9C1E5F2C829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B231AE-75B0-4C72-8B04-80B140B4810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AAB4B45-6E0F-46E7-8101-C2E3DEE5E73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짧은 작업을 앞에 놓으면 뒤 작업들이 기다리는 시간을 줄일 수 있다.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B7F92B11-AB36-A7C0-20FD-47371C72D41B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1168AE08-053F-4B4B-A5CA-2AB57ECC357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9F11CE4-171F-4FFF-A829-BB40C6C3640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E83527D-5B24-48C4-BA3B-1CD259C90DB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86D549-CE27-49FE-8200-AAFEBD46D4C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D30387-130E-4B3F-9227-8D6F938B1D3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8077864-7A31-43EC-B5D1-15691E7E5C5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36ADD01-0603-4F5B-93E8-396B5D98D9E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8C0DD8A-6C0D-4876-8EA3-48DC9EEAACB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작업 처리 시간 [a,b]를 [b,a]로 바꿀 때 두 작업의 완료 시각 합 차이(앞 순서−뒤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순서)는? 두 작업 시작은 같은 시각이다.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9E1531E5-AE96-41C0-87AE-E5972789EE72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1FAC1588-C6C4-4263-A706-5AA74CC63714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a−b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DA945B-6998-4866-982D-F3562049617B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041F4F76-6016-4664-96A6-E3276B8374F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04F5B2F0-939A-4F8D-8C3F-88AC78CF6B4C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2a+2b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3113E7-5A2A-4D21-A841-176520BB9FFC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92CBE774-9C60-489B-90F2-FC40F566BBD5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307B27BE-F092-4AAA-9DF0-D67B7C16012C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a+b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80766B-0628-453D-BF8B-23DF13EC84F9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F903AF4E-1423-496F-BE2C-B4D04A403BA0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38A9C32C-7238-4160-A9C2-634CBCEDE15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0, 항상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EB4891-D6BD-42EC-B828-DF6AAEF91198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F78FD5F3-111C-4079-BCE2-39179086A92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A1C1BC81-8FBD-445E-9AF4-8773AF7509D0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ab</a:t>
            </a:r>
          </a:p>
        </p:txBody>
      </p:sp>
      <p:sp>
        <p:nvSpPr>
          <p:cNvPr id="24" name="exam-excluded-atm">
            <a:extLst>
              <a:ext uri="{FF2B5EF4-FFF2-40B4-BE49-F238E27FC236}">
                <a16:creationId xmlns:a16="http://schemas.microsoft.com/office/drawing/2014/main" id="{4445A3F1-AFAC-029E-AE08-016C6269DC5A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29EF7488-DC6B-4FB8-B277-A1097BC5ED7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29CD3E1-2D27-4CB6-B72A-6F4740A6E2A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E3AC7F4-0E31-43A3-8AEE-20298936624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61A21B-2E43-4752-A5E3-3411CE5D2D4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CA9DBC-5A27-4D1D-A7FC-16E7BAE0910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238CE0B-6C7E-48C7-B50E-7F2BFC27C36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30A7FE0-D978-47D5-BC97-3B095030A93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46591C4-9604-4088-A6B4-312D12828D1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작업 처리 시간 [a,b]를 [b,a]로 바꿀 때 두 작업의 완료 시각 합 차이(앞 순서−뒤 순서)는? 두 작업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시작은 같은 시각이다.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ECF925-906B-42E3-9A79-D4F7D6DC8754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9116D470-26F8-49B7-8F20-B371C412FC9F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a−b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5E6FB435-DFBB-4CC3-96C3-C36C31E69E46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F4399-2034-4933-B08A-53A0D6BFE542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1CEC24ED-B8AB-44BF-AAC8-38A991A3B0E5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앞 순서는 2a+b, 뒤 순서는 2b+a이다. a≤b이면 앞 순서가 불리하지 않다.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B89004DC-18E3-CBC3-BE60-7F3744388CCF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98AC531-01FE-4619-ABED-48EF0EDAD69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4C9350D-9CEF-4227-9FAE-633EE6D424A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A57DB2C-D8AD-492E-B7DC-FD4244381DB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21C51C-2291-4237-8D1F-A2BEDE1ECEB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D09858-B4DE-4C85-A0A3-012CA262E5C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3A95B69-118E-4D38-A9B8-F3A87820E7B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138A7A2-4774-48DB-AB93-4FC341531EE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8587AD6-5388-4505-AC98-50F6EE9BA85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작업 순서가 정해졌을 때 완료 시각 합을 계산하는 방법은?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1CE260CA-D497-4303-AB88-9A3EFBF46EEE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58DD6C6D-3415-43E3-94A6-4545FDC537AC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처리 시간의 총합만 반환한다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07C1C4-862E-45E6-90FB-83BCFE175FD3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E79A5B46-B9C5-478F-9A81-3A4CA34E90DF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0E127C30-0AF3-400B-830F-2F33D84B4F90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작업 시간에 자신의 1 기반 위치를 곱한다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F88462-71F5-4B20-B77A-42AF0DC1B6DA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C413F021-7C30-4281-A697-34AB6D446404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450415FD-5B6D-4B45-A6C1-86545558BA3A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완료 시각에서 자기 처리 시간을 모두 빼서 더한다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FE8ABC-F842-4C87-8E77-C8DEBC1AFAD0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CFB47009-692E-4801-84CB-88F1302605F0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29A87007-85EB-4168-BD74-F08197904D82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긴 작업의 완료 시각만 반환한다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5F8F11-C140-4463-B0A4-8EDFBC0A6CF9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5E55FBEA-4AF0-46DE-9242-BD5D7CD84C96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8A92BCC2-D352-4CDD-BF0F-3F41C8CFC704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누적 처리 시간을 매번 정답에 더한다</a:t>
            </a:r>
          </a:p>
        </p:txBody>
      </p:sp>
      <p:sp>
        <p:nvSpPr>
          <p:cNvPr id="24" name="exam-excluded-atm">
            <a:extLst>
              <a:ext uri="{FF2B5EF4-FFF2-40B4-BE49-F238E27FC236}">
                <a16:creationId xmlns:a16="http://schemas.microsoft.com/office/drawing/2014/main" id="{65F93024-8E1A-6DEA-4DDA-8E261BF675DA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4DF5834-832E-420D-A992-1B88EA200A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4A6C61A-6328-474B-8C22-B74D82C809E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DF37566-613D-4ACB-BFC9-79EDD54614C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24FE1D-24DD-485C-B080-BFD395C87A9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713813-62E1-4077-B7E9-758AEB2C34C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D8417B0-5982-43BA-889D-27C743087F7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2C8E245-6DFB-475B-9179-CC88C92AECE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1D6C439-2351-4406-AE54-3F8E4AB45C3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작업 순서가 정해졌을 때 완료 시각 합을 계산하는 방법은?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EF2685-D9BB-4BAF-A5D4-02A3837D3A7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2A99EAB-C73B-44EC-8067-6CD32B82E45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누적 처리 시간을 매번 정답에 더한다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D75D063-31AB-4A4B-9BA3-8E7575FF8A3D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14118E-219C-4F0C-9DAC-EEAB73B279A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7772722-18D9-437D-9A20-CBB07BD6A95B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뒤 작업의 완료 시각에는 앞 작업의 처리 시간도 포함된다.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D727C0CF-7939-546D-4C29-0037096A1486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4A970D70-D50D-4C06-A86A-0C8632326B4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79CD5EB-EF24-47F0-B24D-9E087B96183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F27F57A-21ED-4DC3-BD10-9B5B3350ADA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8FACA1-1FC9-450A-BAD4-7082DAB75C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A20350-8BB9-4078-B3F5-A5FD99E8715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A3F286C-49A5-443B-867D-9F2B2D7DA71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D4C7659-2AA6-4E65-9FA5-403A54C2CE4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726D33E-0C1C-4540-9E8F-3BEF82DE0EB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알고리즘의 시간 복잡도를 평가할 때 옳은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FF051B2C-F7A0-4CB5-8B13-A410D3354C4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37E77206-7EBE-42BA-BFA5-1C8002DF4E10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최적해를 반환하면 복잡도는 입력 크기와 무관하다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98747D-D4CE-4AAE-BD4A-1BB7340718EA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2E33D684-5BBD-496D-A54F-96EABE7706C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42379DF2-C819-4E45-AAED-A3D7699E31C0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정렬 비용과 선택 비용을 항상 곱한다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DE0A06-E1A2-40D7-B7FF-A8BC9C321A19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19AB72BB-98CE-425A-A1D3-D9BBAD15413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FDB84032-1BF9-46D1-AD46-7E773B8EDED5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 단계가 O(n)이면 정렬 비용은 포함하지 않는다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1E4E6C-E151-418F-9C12-D48A5DD9A937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6FBE59EF-811E-4775-BE0A-6429BC19DA1D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A4917F36-BB86-4C0B-BEB6-15AA47645AA2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정렬된 입력과 정렬되지 않은 입력의 비용은 항상 같다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FA53B2-8FDC-4322-8CA3-88D85B5A80CC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39B33E0A-6F33-4F37-A02E-1D1E16DA071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FA7A849-0761-40F4-B1D9-DE73D39F6314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정렬과 선택 단계의 비용을 모두 포함한다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F4CEB91-F8A1-4D5F-A038-B084D731620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710F874-65FE-4C2E-8871-ECF3D213898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A55CAFA-81BD-4514-8645-BA9BF989001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66DE97-58BD-4341-9B90-EF94B48414E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3EBB68-7A3B-439E-83EE-AC804C51AF0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575C49D-202D-40D9-AE35-38888152ECD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386F0E3-94C0-43E5-BC2D-904358333B3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B53515D-76EC-4995-A3DE-664A7B60570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탐욕 알고리즘의 시간 복잡도를 평가할 때 옳은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520E46-2A92-47FB-A5FD-36CD1262D00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4DC7EBD-7A34-4283-9035-185AED999C36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정렬과 선택 단계의 비용을 모두 포함한다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C6F248A-31C8-4848-AE2D-CD4C563B304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06FB2A-CAD4-41B7-ACBB-20BDB389D3D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FA4FE1D-94B1-45EB-A38A-F8AC0376F6C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 후 한 번 순회하는 알고리즘은 보통 정렬 비용이 지배한다.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95895793-A15A-4738-BEEF-0494EB6C3B6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A7574C6-B030-4495-BBFA-CAA98E11EF4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753B764-7A28-49BF-8751-D8FD7636918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871DD8-5126-403F-B83A-83A74FD10A6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BBED49-AE3D-414A-9446-48BC79A6781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1B6076A-A679-4830-B9C5-98B745BB251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61DB565-7CB2-41E7-8148-1E948106C85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E8AA715-A24E-44C7-B9F8-63515E8A381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최적화 문제의 탐욕 해를 평가하는 올바른 기준은?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47F4A189-FF1D-4B17-AFAB-90EFCC2307D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D8E98725-00D9-4433-ACD3-507CBE0660E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제약 만족 여부와 목적값을 함께 확인한다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2F57F5-D495-4A3C-A829-A858F0342DB3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77A49E35-9827-47B7-B7F8-1B8363AE009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B53F7EEC-1545-4E28-A184-4C11B661A811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제약을 일부 위반해도 목적값이 좋으면 최적해다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364009-68EE-4285-A18C-72C37F62EAD3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15493A69-B958-411A-B3A9-F8E9A12F11B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7B04C3A3-0F85-452B-BFD5-3DCE9C2DE151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 선택이 유일하면 전체 최적성도 자동으로 성립한다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B65EA4-8F74-4F1F-84B5-316C37184C02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D73B5E2D-19B8-4662-8FEB-423F53F710BB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881806A9-BB69-4D7E-AD33-C3937DA3259D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실행 가능한 해이면 목적값과 무관하게 최적해다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677B26-3892-4D3F-BDC0-151560927130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D85F61F4-2735-457B-8044-E65A20095AE4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20E5CFC0-2AA4-46CB-B4DF-D7C64F910766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작은 예제에서 성공하면 전체 입력의 최적성도 확정된다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D861C90-81FE-49C5-84E2-F57A008EECB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1EC6FB8-0430-41CD-8B05-E0AA7CF80F7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92A187C-D70F-46D0-94B4-9998974B1D2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0AD5EF-F099-4E8D-B92F-A7E810C62BC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E7F7C0-4A18-4531-A8E0-3E27D475780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A419F24-E734-41C5-8FAC-304D3E36838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B9B3318-04B3-4875-B055-452B8F5D719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02B1A48-468E-42B2-8DBC-9E8005B60F2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최적화 문제의 탐욕 해를 평가하는 올바른 기준은?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282EEE-7EDD-4AE1-B3E0-F8E1C117B32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530A232-EBC9-4812-99D0-7AC4252163D1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제약 만족 여부와 목적값을 함께 확인한다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0169706-5FE5-40CE-83A7-18E8F3B7E2B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C18EDF-20F8-425E-BC86-E3FD7AED156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8C85AF6-C0B0-4593-B7E1-52965DFD3EE6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빠른 결과라도 제약을 위반하거나 더 나은 해가 있으면 최적해가 아니다.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5D9BB775-E65E-4CB6-9B7B-EDC3432170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58E36C5-C872-4BF8-897B-FFEC356EF04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0C78757-77CE-405C-91A1-E9C5744208F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78C50B-34A9-4897-8272-F07D2A0BA6D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B7BB64-76A3-4EC9-A4E3-A21F2BE2524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E7A0CF5-16FE-4025-BA80-63C992D6F3C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E0497D2-99D4-4429-A97F-CD45C797A14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58E1E56-2A02-4393-A66E-E3B833973D9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{500,100,50,10}으로 1260원을 큰 동전부터 만든다. 종류별 개수와 총개수를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FA84AF4A-CE92-425E-A136-C57885598C58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11ABAD-5E4F-4210-93FA-AA8534177E2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A91327-FF9D-42C1-A98D-F5CDCBF5397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4F31EA-AAAC-4232-A205-3A536B4E6D8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FA9FD34-1A7E-477B-A6BE-1B9B04F4E48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DE7B1A8-709D-49D1-BCE7-DE597EA3BEF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5C4CD3E-9C49-47C3-88BD-EFEEEE26AE4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DC4AA9-25D9-45B7-B653-326409C2851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DC6A9F-1CD3-48A7-BEF8-CE4518A91B8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5C84B59-6EFD-4256-9025-E54AD75CFFB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7B0ADBA-8EB7-49E3-9621-8D083C398F2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471E978-68DB-4F72-8B4A-4BAF53132F2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{500,100,50,10}으로 1260원을 큰 동전부터 만든다. 종류별 개수와 총개수를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8364F4-4B91-468A-A540-344CB1752EE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ED67512-43B0-4165-94C4-E673A0337A6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[2,2,1,1], 총 6개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6F69B32-F00A-48CB-8BF7-F4DA0869293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A9E2E1-EBA4-4259-BAE6-1A22A62FBC77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0CA9585-C55C-4487-A786-C1992416FDAB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1000원을 고른 뒤 260원이 남는다. 100원 2개, 50원 1개, 10원 1개를 더한다.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13CD1DF3-EF39-4945-A660-04C5537CBD5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39309CD-7532-4009-AC56-B4647603756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2ADDBA0-0DAA-45B5-9876-FEAD4064193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550CDE-4DD9-4276-95E5-B0E3F45096A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8D42C8-6838-4FC2-886A-49B741B70E7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81B7157-69EE-4401-9781-1DDBA4F88FC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EF98B3E-9FAC-4C18-9941-793D2F11A30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6D2CC13-9F16-4B13-8086-564AB8C9A34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{1,3,4}로 10을 만든다. 큰 동전 우선의 개수와 최적 개수를 각각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23F81698-C781-40A8-9C6A-E776C02C655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156CD1-315D-4B41-BFA6-60AB5DF4CFC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A469DD-151B-4B2B-8DDB-38879A11825B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BAD29D-CC5A-40B6-AE95-083D30D96BE3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55AFD93-0B4A-49E4-BFFA-79D507881B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6E74F5B-CA93-4A47-9BC3-F3BA0321F10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BA88433-0E2F-46AF-B5AF-B1CB99DED65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C9EA6-8AC3-4D56-B1A4-6415A23DDAE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B8FF70-0997-4E90-A15A-13EB7F090D3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FA030F7-668D-4903-BE32-4697B1FA06F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E82DCBA-5AD5-4A72-A57B-83193EFD81C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EB86195-CEDE-4BFC-B6DC-AF6344CAE36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{1,3,4}로 10을 만든다. 큰 동전 우선의 개수와 최적 개수를 각각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A8E021-E97A-4C42-9705-8C7A46E36B9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116A02F-DBC7-48FB-AC1A-CF0F7D1D191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탐욕 4개, 최적 3개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85CC948-B8E6-4580-AF8E-55575CDACE3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546035-8E4A-47A2-9287-0072D793A8A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D807AE8-C214-44D8-9EB8-A46A02C4F22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탐욕은 4+4+1+1이다. 4+3+3은 3개이며 두 동전으로는 최대 8이므로 최적이다.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8130ED2-7CCA-48C2-AA79-8170E835E77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092C26B-E642-44A1-A71B-C0B7D90936A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1A02DF3-6AAF-418F-AFCC-9B8ADBFDC3C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8E934B-D494-4DB4-A485-42CE78991E0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BDB628-83DC-47F3-AC7B-1486686CC42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BBD214D-9899-4EA0-8C38-106A90E82CD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D30B55E-1BA4-4B84-BD8A-FFA74951104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3C12E95-1F7E-416F-89DF-71EABE35D49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{1,5,10,50}을 무제한 쓴다. 68의 큰 동전 우선 선택 과정을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A6D05145-E03B-4ABE-BCD2-EA906DF07C2F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B9FA59-9E6B-46E1-B232-27A0073FBC5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97661A-592E-4CCD-8CCC-EF67BE7BD5E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D745FC-E340-4081-9969-60CE7628F74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4F543AF-A2DC-44C9-8C3B-734910367A7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8F81EB5-E042-4457-AF77-B2C4232A8E2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27A2AF2-7E1B-463D-8B7A-C5967B98742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F59265-A8B3-4EA2-9559-09FFAB5FBA0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640A35-9E88-4D36-A903-2279EFE827C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FCCB96F-D799-42DA-8450-FE8CBB70D89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F281C09-6C00-451E-9821-59AF30753A1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194CA9D-ED30-423C-A473-2C10C2E21D4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{1,5,10,50}을 무제한 쓴다. 68의 큰 동전 우선 선택 과정을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E641F4-ABA0-4A9F-A686-56E2FAA8ED7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79E02D78-AE49-40B0-9F5C-2C0375CECA9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50+10+5+1+1+1, 6개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05180DFD-5012-4182-A4E3-AE30257BFF9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5E3FBE-C62D-4A3B-99D6-37F6AB77B4E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DF94E1A8-3B31-45B2-A6D2-12EC6BCE5D1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종류별 몫은 1,1,1,3이고 마지막 나머지는 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015EB140-90F8-498B-9B88-3AB80C8286F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7047598-DDF5-4842-848C-BC65DB66E6E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A3D6CEB-0F84-4238-8492-AA05B37A719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B5D1FF-7572-4BF5-B749-A8545058660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50933D-2CE3-4095-88F3-A1393B1EF91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4D952D1-DA37-4FAF-B875-C6D33BC2674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DC31819-E830-4EC6-A520-E6944F478F3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9D7B162-2C25-45A7-B796-89CDD1C3A68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{4,6}으로 8을 만들 때 큰 동전 우선의 남은 금액과 실제 가능한 구성을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611D8E2-1DB5-48E5-87D7-5F1EA166328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2A4C23-76AD-4985-B461-5BB2726DB59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F46AC6-21ED-43BA-8429-311DDC284D1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CD7F61-D54A-4E35-9902-2EEFFA8C077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5D7C31FD-FD0B-459A-8D0A-CC10E230181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F9056E1-8DD2-4A51-BDC3-72B91EE5B2C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B8852D9-562D-4FBC-8863-7A0E9BFDA1B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151404-B425-4FEF-9D5F-D02C947A882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AD7711-4853-48E1-8661-040B3CA5498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B20C866-9F51-411B-A541-14033A24CCC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6964073-AFFD-40CD-BA46-6F520A0A944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40EF567-9148-4DF4-BA93-89DEE2BD7FD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{4,6}으로 8을 만들 때 큰 동전 우선의 남은 금액과 실제 가능한 구성을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2785FF-20F9-44A6-BEED-8468C2C1DE9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3F757077-5792-45FB-9233-F2036216232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나머지 2, 실제 해 4+4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43D93A0-7052-420D-8107-7D8F9A3FBCA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AD19D8-1927-470D-A1CF-4B0DBE165A2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2480D5C-8FF7-4FE0-94C2-64584DE803B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6을 먼저 고르면 실패하지만 해가 없는 것은 아니다. 1원이 없는 화폐에서 탐욕의 실패와 불가능을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구분한다.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285FAFAF-88B3-40B8-BFD5-87004B8278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EDD2CE6-7207-4E85-85EF-A34B7E9BBA5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F59A4A7-B29F-4DF9-AE34-E7002F519C3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DFB4B4-B1B8-4E0A-B6D6-1753895FFD6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759D5-4C9E-4821-BDC0-8D4BF384A60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73715F3-B558-45E5-A7BE-BE723FFF48A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51128A7-ECC8-4C34-BD54-6E2C2B399E7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B0AE291-F1AC-4EAC-9082-DA880827C26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A[0,3), B[1,2), C[2,4), D[4,5)를 종료 시각 순으로 탐욕 선택한다. 선택 순서와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개수를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E26BF6E6-B163-4EED-9FCA-15CCF817483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CB1134-120D-47DE-A70A-5B3D38F7B27B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8EAE45-51DC-4F08-8332-A2E32D45025D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E1D234-9777-4978-80DC-F52698F7962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3569319-8734-4F1B-A7F0-6A34E9FA37C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4AE04D9-56E6-4BBC-AB88-780D671E0AD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0033389-18CC-4D9C-AD62-6F17B01954D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02916C-8432-4479-8B74-A0B6449B03B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70357B-B23C-42AC-B1E4-39F6DA0DD75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DE4D62D-50E5-4608-BD5C-9F956E0C8F9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0AB689D-7B8E-4692-9F37-2AF95C15416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591E224-B82C-4236-A44A-359280CF2C4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A[0,3), B[1,2), C[2,4), D[4,5)를 종료 시각 순으로 탐욕 선택한다. 선택 순서와 개수를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32D477-BED5-4FA5-B192-3D3235E0F276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C0A62BBF-8735-4D01-8040-150F1B055DD3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B,C,D, 3개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F0674ABF-55A5-416C-8ADC-DE13B58DD35E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60AD61-BFCC-4DFE-9CC1-78906BE34737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22D444AF-AF3D-492A-9892-ADEA26FC37A1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B가 2에 끝나면 C를 선택할 수 있고 C의 끝 4에서 D를 선택할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86D1861E-C1C1-49DB-AA49-B1E0D5C7419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91F4375-9AA7-484B-9515-FADB0092333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5891852-76E4-44CA-AC37-0B51F832AAB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F47979-22B8-42F9-BAB2-78158C85074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881972-41D8-46F3-90CE-6E4E81BE67C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00DA8EB-9DAD-4FB1-B05F-6EBECBAD80B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17333CC-BD0F-499C-9ADC-31631F129EA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ACF19A2-579A-4630-8167-FED59529D70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A[0,4), B[0,2), C[2,3), D[3,4)가 있다. A부터 고른 결과와 최적 활동 수를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CDED408-E6AF-49E2-9BE4-B2AE242FA8D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E5024A-C07C-424D-BBAE-41826D2EAAD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C2C6E8-C927-4466-92A3-EFD18DA4A1E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CD1F3F-7123-470F-B764-7AC7BC2F0980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4CCD8F2C-2705-4AE0-98B5-E1B8DBFFA70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CADC62E-1C44-4D6D-8FFC-AF6F34A2B63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7179C79-BDD9-4AC4-A1BF-64C5AE98DAA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4940B9-0140-4B31-90E8-5075BA87A33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6E4761-352E-4B88-9C8D-FA876920E5D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F338EA4-6F1E-4B44-8581-E1E8DE2AD0E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2310046-AB26-4A19-8444-B6B453F62B5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51172F0-EC04-4EDA-82E5-E7D54934D1E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A[0,4), B[0,2), C[2,3), D[3,4)가 있다. A부터 고른 결과와 최적 활동 수를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A3CBC8-9278-452A-AD6A-B9F7BD38AFCE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E54C0D4-5E7E-42DC-BA24-54E9911FBAC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A부터는 1개, 최적은 B,C,D의 3개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58C2CD8-8DB0-4A22-91C9-4B1B66913B7C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3C105E-B193-4242-B87B-E32FF5F78BA9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4BFE216A-61CA-4C31-80AC-E54F2240071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가장 먼저 시작하는 활동을 임의로 고르는 규칙은 긴 활동 때문에 여러 짧은 활동을 놓친다.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76263A90-9426-4530-8F5E-C76DE3A339F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0050C0A-7DFD-4B37-BB3D-833212185C3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326EEA8-AA38-4512-B3DF-41DEB37401F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547DAF-982A-4ACB-BD4E-8C99E895E67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47BA10-37C4-4B4B-9898-679E207A929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BD9F25E-7946-4904-89AF-09776333751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9809FC1-E96C-47FD-8787-0BA49EA11C3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CA1E2DD-F110-4B0F-8710-79BABF41B74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A[0,2), B[1,2), C[2,3), D[3,6)를 (종료, 시작, 이름) 오름차순으로 선택한다.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결과를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02607776-FB42-4FC7-9E94-FB19231E8F9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70010E-4607-41EC-A7B8-4ABD1233308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9542A5-ECA9-4697-B857-397D4F2EEA2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559ED3-89D5-43D9-A1B9-8C8C72DF12A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50A3D36-FAE3-481F-BF29-8D31533ACA6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764EBEC-02DC-4C8B-A92D-BE8B2A44A7E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5DDD38A-A2E4-4580-92AA-718F9E88FA4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E50A1F-78C3-4A79-BBA8-3395D5ED446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D3659F-4D02-4995-922F-342451E09E3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BE7AC75-D1AB-4AAD-B193-DFFC296197D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7AFAEAF-CBD9-411C-AB14-56EF05CE76F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0DCE120-407B-420D-9673-E5496BE2E12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A[0,2), B[1,2), C[2,3), D[3,6)를 (종료, 시작, 이름) 오름차순으로 선택한다. 결과를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531C75-50BD-410B-ACBF-645B3514FA5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092DDE1-70E5-49E4-B2B2-AC08B4E3D64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A,C,D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356B0EC-7256-47F7-9162-50A539878DD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AE5F1B-DC0F-450D-83BF-8809CD345CF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20F2756-4E4F-4C53-9CB3-C47D981FC31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종료가 같은 A와 B 중 시작이 빠른 A를 먼저 검사한다. B는 겹쳐 거절한다.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A7EAD98B-4482-4057-8CCF-E34E9C65EDC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6124F53-6E69-4F14-93A4-B09B872D54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0B1D9ED-4CB9-4961-AC3E-1FE5DFE575F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894DB1-292C-4564-A77A-7FFD902CD83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DC38B9-85A6-4868-857F-168CCEE88A0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D27BE0C-7477-4087-8134-1711D3A21F4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140B7DD-B519-44AC-9F4E-C8F3BFE8E14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B71CC50-A9ED-4820-9577-BA86A5BB30C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이미 선택한 마지막 종료 시각이 7이다. 다음 활동 [6,8), [7,9), [8,10)을 순서대로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검사한다. 선택되는 활동은?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F23C253F-8F45-40E2-895B-E6DED843D69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65E6BF-52B9-4BD7-ABBB-DA77CD17A12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F95342-C1F8-4C70-AE08-3BD3FF242AF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D4C92C-D4AF-4F2C-8DE8-18BD08E67123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4B016A0A-918F-4349-92CB-5B78999C538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139FAD7-31B3-4E2B-82AB-50EE1C8F3C7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525822F-F8DD-4946-95B1-F66C5E9FB82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C71F19-CFF0-481E-9633-BF33F6A911E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513208-005A-4FFD-B53F-EA6FF7D4F21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6B455CC-BF6A-4369-BD12-7300152FDAE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5FCDCB2-B383-4B7A-BAB3-2B433A6205B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BD37D99-B9C1-4105-9927-89D6D7A6F60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이미 선택한 마지막 종료 시각이 7이다. 다음 활동 [6,8), [7,9), [8,10)을 순서대로 검사한다.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선택되는 활동은?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D158C2-A3AB-441B-97C9-B167C1C43F30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3153DC94-8AB5-420A-BB4E-99CA30B811C0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[7,9)만 선택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0DDD71AF-481A-4A0A-BEA8-A7E0DA2B701A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9D200A-6655-4924-B6E0-7649E25B9F1B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5A89DFFD-585E-4B72-B53A-FF1083120095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활동은 거절하고 종료 시각 7을 유지한다. 두 번째를 선택하면 종료가 9가 되어 세 번째를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거절한다.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46DD1FCA-7AAB-4212-BF6D-45365B64C17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1D0A354-A5DC-4105-8D38-591015E6803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7780BFD-9B4C-47EE-932D-A7A2429C54C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F565F6-DBE9-4D04-A65D-24F2E2DA2B5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863A57-C6EB-475F-AF6D-04E7A770DD2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22B0825-84DF-4CCF-97F5-2AE833581A3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77FF708-A111-487B-96F7-A2D52425B02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6032A77-1AFB-42ED-B89D-D12D491474F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A[0,2)의 보상 1, B[2,4)의 보상 1, C[0,4)의 보상 5다. 종료 시각 우선의 보상과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최대 보상은?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00624C63-0E65-40CC-BC9D-9057CE3F165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3AD22A-CE53-45FF-8FAC-50D55690A56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95F62B-046A-4CA4-A55A-BE138C0BFD37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A98433-E14A-49F0-B66B-3579C1AE444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623A64C-6988-4106-9EE1-BA663B853B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34020C8-3F3A-4BC2-937A-FFA5715CA30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9683600-1670-405C-8FC5-F83CA5C4093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1880F1-A56A-4CD7-A63C-550D890EFDC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D3B9FB-B8BF-4212-A3F1-8D46E48E6BA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2F95448-FA6F-4C87-A5A0-2E121DC78D7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33252A1-4519-4B1F-8882-17F2F8F2310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99651BF-294C-4EE4-A8C0-C0E11A6E761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A[0,2)의 보상 1, B[2,4)의 보상 1, C[0,4)의 보상 5다. 종료 시각 우선의 보상과 최대 보상은?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8108E9-0972-419D-86CA-8D5194843B4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0698794-D1FC-4172-923F-720E02961B3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탐욕 2, 최대 5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D601937-146D-4704-B974-D317B4A6889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9EDBE4-19CA-44E6-98C3-8E739B8D09F4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0701B75-5E1F-4CF9-86F2-D324E66BBBB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수는 A,B가 많지만 보상은 C 하나가 더 크다.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44DA87F8-4F94-4F96-B70A-A83CEF3533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79F6554-4426-42BD-8E28-55426A06E57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49CEDF1-6B4F-4333-8F4F-CB6AD519CC8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427403-8481-4432-BBEE-59B9BE8E7C3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4F2C1D-4E68-4C04-B56E-5CDC995CE3C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5E2418E-E326-42B0-91A7-004FA0EA379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9485A07-D1CE-4CEF-9CD3-45A3AB7C530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AF3AE24-3DE8-4B65-A157-8E5E182C4C1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50, 물건 (무게,가치)가 A(10,60), B(20,100), C(30,120)이다. 분할 가능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배낭의 구성과 가치는?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C5E01AA-780A-45F4-AEED-18688E5AED92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77EDDE-9F5C-4FD8-ACC8-562C54FFD44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784B2C-0E54-4F8F-9F46-6A33F225081D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13C6D5-2917-4322-8C6D-05EAF960FEE8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4FEF4E1-8AB8-48F7-A0A8-EDE4CA98DF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3626243-1EC3-49E2-A62D-C99EEED6575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4438453-111F-49F5-B835-6EAC47F52B8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255632-EF0B-4D95-A073-601CE02B9EC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F9932E-AE64-49E9-83CA-186DB7E5A38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23C348E-B487-4DAC-91FF-42A4DCA5512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5F7AF4B-DDBA-43AD-9369-3D879D4369F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FB84DBB-A562-46DE-BB3A-5913C82CC0F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50, 물건 (무게,가치)가 A(10,60), B(20,100), C(30,120)이다. 분할 가능 배낭의 구성과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2B6972-E458-452B-85A3-12D8D8E9F2E9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CA2E4C14-8D17-4E75-A584-CB0DE2F57950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 전부, B 전부, C의 2/3, 가치 240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93396D0A-E9BB-45B8-88DE-42B99D96D427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726F7E-05F5-4E86-A933-C2DF2EF74BE3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D158258C-C1D5-4649-9F09-B2328B432752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밀도는 6,5,4이다. 남은 20만큼 C를 담아 가치 80을 더한다.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F6FF549-5D43-4DEB-93B7-30D56E0640C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715F354-E532-4027-B0F2-1A66330FCE2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9F54647-54C4-44E0-8ECE-62F929B7759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442AA9-858E-4509-8FF4-EE305D21058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7E9186-8250-44C7-A81A-920E920B586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0683D22-007E-4322-9D8B-AB7D6572E4B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C5F0CD0-EF8E-45E3-9B7E-1824F65D52F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703B874-5544-423A-99EF-1E21F96F4DE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50, 물건 (무게,가치)가 A(10,60), B(20,100), C(30,120)인 0/1 배낭의 최대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D7AB539-D838-4F78-918C-9969B48CF3E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7B9FA2-E364-44F8-A01C-9884ADC2F75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2E555A-1097-479D-84DE-D849F6583D0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D1D316-D5AC-40D8-8D95-010B19AC1CC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559B4A8-C98B-4A0D-A2A1-49409207124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F693811-F457-460D-9820-1C30C5F0670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E3FB8D3-1571-4768-A97F-38B36D8915A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02CD13-56B5-4503-A7A1-EF08C678956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3841C0-C1D3-40F2-8F0C-9412F5210D2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31CAC29-A781-4B19-BB83-B6A7E55FEEC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8E67568-0EFC-45AD-891B-6064CBA0145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B511F2C-B9B3-4CE0-A91B-592E50BE459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50, 물건 (무게,가치)가 A(10,60), B(20,100), C(30,120)인 0/1 배낭의 최대 가치는?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1E1103-9849-4DA7-893B-F17A6963609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EC66183-2F59-45C8-9AB4-318B20D433E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220, B와 C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BE1144D-40EB-4452-981D-67AEB4DD3D0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E8A3D3-5536-4123-9A55-E875A0EF5A6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99A3995-1E67-43E0-971C-B555BB3F219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A부터 밀도순으로 고르면 A+B의 160에 그친다. B+C의 무게는 50, 가치는 220이다.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3084DA40-A3DB-4D9C-8E06-7DA721833AC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2A3BAF3-6ECC-42D4-9E9D-1D5EC1CCD5E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C7954C3-27AC-4F58-897A-E860F093550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E3430B-5167-48E5-A4DB-8CFA4B8A963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C897C-91DE-4F9B-BE8F-E82619A122A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25503FA-5CB1-42A1-A734-FBEA46A158B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E18B43F-3DDF-4576-9C0B-C78532E4DF0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186B94D-BA58-4F0D-8AC6-C0C48B19F6B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7, 물건 A(무게 4, 가치 20), B(무게 6, 가치 18)인 분할 가능 배낭의 최대 가치를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7BF06F5-75FA-45F8-B58E-C9CC7D670E2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EAB7F2-7AC2-49E7-A2D8-F7C25083EAD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28B786-8ABC-4FCC-9A2F-62B26AAE058B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4D582E-A76A-4548-8FCC-97ABF27B4808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896F336-F664-4E30-9602-929508192EC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EA10AFE-AED2-45E5-8B90-6B609582AA3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9A93835-4301-4764-9D08-7F5B2C446D7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7F4C68-57D2-4A53-963F-775DD537DC5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97764D-C40F-4F91-97FF-6EDB16A549C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1D77B7B-8B48-4DE1-9570-977F11EC9CD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8841D3F-7D65-408B-A4EE-AA6335D63D3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693999E-FF85-4D2A-AA32-DD11C4DA477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7, 물건 A(무게 4, 가치 20), B(무게 6, 가치 18)인 분할 가능 배낭의 최대 가치를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474260-A06F-40E7-8E54-E200009FE5F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C68CD92F-5D18-4782-A6AB-B1DCB356E12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8A2A7170-6BB4-4BE9-B5E7-C7BDEC21547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8DA48A0-43B6-47CF-ABD6-1EC2BA1E54C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0016941-09F0-431E-86DC-D18ADF960C8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A를 전부 담고 B를 무게 3만큼 담는다. 20+18×3/6=29다.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1924774-4757-4FD9-AFA6-0C58A8BB625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7BF212F-D1ED-47C4-8325-7B41C138FC3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2D4AEEB-1C2C-4073-B675-28ED19853B6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BA9047-B2AB-4E61-B7F1-30947E9C2B9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A60052-82DF-4E65-9370-BD1C1740B01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16B4D0C-45EC-4FFE-BC9D-D5484E2C670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2E16A9A-1184-49C4-A988-3C03BB4BFD6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26DC331-7526-461E-A96D-74E37D7E82C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5, 물건 A(2,8), B(4,16)인 분할 가능 배낭에서 A를 먼저 담을 때 B의 비율과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총가치는?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A71146F4-354A-407B-B88B-D2E4E84C51B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E8682A-B17B-40EC-84E5-B2E125EBA19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A693FD-8419-495F-BAF9-0FD1BC38741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88B36D-4AE8-48C6-B3EF-B88004161DE8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0C80509-0546-4B12-958F-3B5EC705D72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90ECFC9-D704-4939-B9E3-B0A4705CD2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43E9336-E0BF-4028-A8C3-CF521F39260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A5C9C2-0A4C-4A66-A2B7-CA8BBE0A93F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4B4C7F-E813-471A-9141-1EAC820815E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F92D32B-24CC-413B-B920-2FFAB42661C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F99FDFC-5F87-4659-8F3C-4021163EAAD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CB3B2D4-7CD6-4595-98B3-56311EA1B64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5, 물건 A(2,8), B(4,16)인 분할 가능 배낭에서 A를 먼저 담을 때 B의 비율과 총가치는?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EBC52B-2340-4FBB-A47F-EBDB061F415D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C9F1525-5B10-4CA3-9D08-3E2204C4529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B의 3/4, 총가치 20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3017CB8E-FF85-4CE7-8389-4BAFFBF341C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E275DC-CCBF-476D-B73F-926E536BD6B4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93399CB-5F42-4A25-9F6E-C81902C0834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물건의 밀도가 모두 4라서 용량 5를 채우면 가치 20이다.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00D0C19E-5EE0-4A2D-945C-558FF06F9D3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C329078-D67F-4F74-B613-C3A6A946C46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AB89C58-D0FC-4875-8202-9FFDD43CFAF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C9604C-7C25-4781-B783-0BD1F041E3C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A379CD-0EF6-445E-9DEA-135AE9A3861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FC77BC8-346A-4F9A-9A96-2BCB24B9B47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CCC0865-5F4E-4EAE-A371-17A3854E644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EF5F764-9E42-4787-8EFC-F04E246D171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무방향 그래프 간선 AB=1, BC=2, AC=3, CD=4, BD=5다. Kruskal의 선택 간선과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총비용은?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78EBBC5C-D2AC-4079-94B6-6958467218D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7FB88B-3AFC-47EC-8C21-0F7B41CFC7F2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EE6246-80D0-42A7-96E0-DF5F35C44634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7403FE-CBA6-4B1D-8B62-3B03164B6AC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AE527AF-C621-406D-AC01-D44653D748C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53A58B6-4C2F-4EA1-BB6E-26E7DE21583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7250330-92AC-472A-9F87-2AAC8BEE333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F92246-A73D-4937-BEB3-46B2BE1B4E4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C9691-0C1A-4A05-95DD-87FBE36C609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DF433DE-DC50-4BE8-9638-88DBDC7A89B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D999FC0-A3F2-4C1E-95C7-B9BC49CFFA0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CA81A94-07B3-4A76-A860-BF2ECBEEB07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무방향 그래프 간선 AB=1, BC=2, AC=3, CD=4, BD=5다. Kruskal의 선택 간선과 총비용은?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BB0CBA-48EF-4AAA-8A79-8D6C0FFEE32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3B6C7B75-CA55-403B-826B-E471D21BDDD4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AB,BC,CD, 총 7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00CB2754-F265-43DA-8C1F-EFE1A539C91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8083C6-F3D5-49B8-A689-176E65714233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5CBA8A7-E83F-4962-94BF-44AAC7D0D34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AC는 A와 C가 이미 연결되어 사이클을 만들므로 거절한다.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E1563F1-70CB-42E5-B1FF-7FCE552013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5CF7BFF-04AA-4C51-930F-2B9920597BD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0DA7207-C037-47B8-9E5B-0426A0F1103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12C9A1-6EB0-4353-948E-6E711C09A51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74F8A4-E7F8-424B-966B-5A647174A0C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C8D6DDD-9CC5-44A6-8F08-188DD27E077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C1EE92A-3A15-4205-95CC-B8631BD8EBA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A1C22AA-E2D8-472D-841B-D5F71DDE8DE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간선 AB=1, AC=2, BC=3인 삼각형을 Kruskal 순서로 모두 검사한다. 세 번째 간선을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거절하는 이유와 최종 비용은?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908F2837-3B96-4826-8DA1-5E9E382DD3EF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B15F65-4EA1-44D7-B7EF-EA5B1AB4924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3CD126-48F5-4F24-A65D-027185CA8F1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2791B2-5B89-4453-B2BD-F8969312C4BB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767DD9B-D8EF-4EE1-9B27-82803F89655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45A8CD4-9FD2-4937-82C8-D538B97B541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2D7A424-1E42-4F96-8EA3-52921618ED8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628077-7DBF-47D6-ACDA-8B1308321F9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9F86AE-6F07-4417-93A6-7D9BD36EC41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AE67DD1-3A99-4C84-A8B8-3052F784B0C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1270CF1-8EAA-4404-B7AE-0E9584F6F07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09BB6ED-E181-47A9-8E28-CD9206F661D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간선 AB=1, AC=2, BC=3인 삼각형을 Kruskal 순서로 모두 검사한다. 세 번째 간선을 거절하는 이유와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최종 비용은?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AD6F08-85B4-4F5C-921B-65F1619CF0B3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C15491F7-0A93-4F4E-B3E3-8623C459BCC4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B,C가 같은 연결 요소, 비용 3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FFBA97D9-3B25-4E74-AA1F-86531CD088F1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A6B942-BB72-4E9D-AA84-8708CBA0B5B2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F4F4CF6D-E702-4FE2-B6CE-7CB7EA017719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AB와 AC를 선택한 뒤 세 정점이 모두 연결되어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3803D79-3AC1-4F09-9943-2DB1B340386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7E7F487-4ABE-4AE4-91E2-D38D04C039E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9AE45A3-B943-4EA3-9510-047F4174B9C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0BC69F-479C-4468-A03C-BB9BA4D94A9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BDFA33-E6DD-43FD-868C-C575ACB3CAF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99E9E4B-C022-4E8E-8A56-9722D45E5B6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BBCB977-02CE-4D2B-BE76-F608108AE19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62A210F-11F0-4EE8-9105-2146BEF74B2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정점 {A,B,C,D,E}, 간선 AB=1, BC=2, DE=3만 있다. 최소 신장 숲의 간선 수와 비용은?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09E650B-95BF-4A95-A617-9D465F27825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0FCC2A-CF90-4B83-BAFB-D2F18624182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0BAF2D-7352-4819-8AF9-0F0750591FC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2CFAE8-E358-4BD9-8911-A5999F9C4FF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95B8BCD-A15B-4FA5-8E10-3FF0E05CFAB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A09230C-681B-4D8C-8E86-46B09296569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34E1B2A-757B-4FBD-AA64-2477AFDAF75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1FD3CF-2ABE-4605-AC4F-048CCB87C31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82A414-D0DE-4E1D-AB1C-5116A70EE94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10CFF70-F88F-44C7-91BC-FA13F2D7674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C50EF0C-ED46-4221-9B1B-7E14970D98C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DB5CFE0-34E2-460D-BBA5-633BE19E1BA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정점 {A,B,C,D,E}, 간선 AB=1, BC=2, DE=3만 있다. 최소 신장 숲의 간선 수와 비용은?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FC9AE4-362C-4B12-8759-EE486685070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0ABC578-1584-4D7F-93C2-D17D8AFB876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3개, 비용 6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9C42698-2877-41B3-97FD-54F842D808F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511727-7E48-4535-A341-2812761520D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DC7FCFF8-A83B-446C-BA85-73DBEF1432C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연결 요소는 {A,B,C}와 {D,E} 두 개다. V−2=3개 간선을 선택한다.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3828F5FA-ABD4-49C4-8AED-C0CDE6D78F4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84A3265-C4E4-4BDB-A9D1-66292B6D933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456C4FC-4242-4F3F-97DE-29963949D57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6B4E30-BCC0-49F3-8D64-7C1FD54B580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8AFD85-9C03-430E-AF6F-804CA397118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09D548C-09C2-4032-9979-58154E9BF10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51FFEA8-2ADC-4702-9A36-99B8A6E8783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36653FA-3416-4CFA-BC07-542C0293548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간선 AB=−3, BC=1, AC=4인 연결 그래프의 MST 비용은?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02BCDD3B-74FC-4785-A28C-B6B9468DFAA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FC97EC-A8F8-448B-B0D4-358A47A1DDA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D76C84-BE2D-4F08-8DD6-B73376E037A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D639FE-A186-48AD-A696-EB594B6944C8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8F50C96-B9CD-4F89-8A60-85BE359A894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6659338-3C23-4FB9-A14F-45F8E1F7F98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BC75F63-3BAE-4790-95B5-905D9104A46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02C440-A4E0-4B7F-BB20-A011D05D806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2A98E1-43EC-4BA2-9BE6-8DE5BE88256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0F57190-5FAB-45AE-B4A1-51483032462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5A4C3A1-2A48-444D-BA02-EA80B26C5DE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A548F2E-AD1D-409A-8409-0B3AEC17395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간선 AB=−3, BC=1, AC=4인 연결 그래프의 MST 비용은?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F79BDD-367F-4E4D-91F9-3C72CEDC29A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2B0CA4C-6D22-4C51-B398-759982A9170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−2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B00360F-DE32-4808-AA9F-9FDF4DABB901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FBA098-F9C0-4D13-AAA7-2A3ECD35CFE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E9E3415-29A2-4266-97F7-8B144E9AB6E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AB와 BC를 선택한다. 음수 가중치도 MST에 사용할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B4EADA9-A62C-4395-8264-C387B005358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1F4B46E-E663-418F-BED8-8AD41D6A5C7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E93470A-4424-4B53-922D-A1A3E8FF441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526B5D-BBA9-4FB4-AFC8-D424F80CF5F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06AC12-1BF8-4759-9858-73ECB652B52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F755069-F5FC-4DA7-BBB5-13F4586A96A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DC26DF3-B87E-4ADC-B43B-1586092380D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5A155AA-2C91-4EC9-BB45-18A0B41E98D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분리 집합을 {0},{1},{2},{3}으로 시작한다. union(0,1), union(2,3), union(1,2) 뒤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집합 수와 find(0)==find(3)의 참거짓은?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A376B82D-656F-485F-B74C-4B77F8AE4CF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BFF235-A7F9-41C4-883A-FDEBF5116B8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22C36D-0F90-48F0-8B57-C3DEC31C428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739D28-F2CA-4208-AE81-78ADA7E1592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E21476D-9EC0-4B25-BC09-18D7FD708F7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DD92130-7070-4BA2-A9AB-151355157F2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47BE810-BECE-4CBC-B965-71402D626F7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EB578E-C3B0-4FBD-97D3-211AA87F13C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9CAE86-3CF1-42AB-ADA0-F9070DEA325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5D71637-6B2A-4233-ACCC-FEE6D6212B1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A1C5230-CD5C-41DD-A68F-A188164DDBB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A98F8FB-C458-4929-8D8B-A2FB53E5562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분리 집합을 {0},{1},{2},{3}으로 시작한다. union(0,1), union(2,3), union(1,2) 뒤 집합 수와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find(0)==find(3)의 참거짓은?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E1700B-1D49-49C5-A358-D2E5AFD89F75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36515542-36CE-4410-BEB4-D0AC40348360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집합 1개, 참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6F189DA8-33B1-436A-8D04-480A7ECC8F1A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F65D3B-2184-4C2F-A38E-A813205D140B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E4DD8D11-00E6-4FAE-BE3F-5FF29BA885DE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대표 번호 자체는 구현에 따라 달라도 모든 원소가 같은 집합이라는 결과는 같다.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52F80A85-6E1B-4146-A749-07533D075F8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3918A4F-8AEE-4D5D-89C8-34511D9601E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930037D-8594-4D20-8D05-664822D859C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45F186-3474-42C7-B000-9ADDC7A8C55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5B8141-8299-4A26-9F4E-EDA5B3574F4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4C82EF3-6240-481F-9E7B-1D9685234A8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49FC21D-A42D-490F-B8E7-A9CA840F454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00F888E-8764-4054-8230-A14EE5D45F9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4정점 완전 그래프의 모든 간선 가중치가 2다. MST의 간선 수와 비용은?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033428E-D7CD-45D4-9033-67849649E09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10444B-48FF-4E22-90C5-7EDB81871B3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CE0238-7D9B-41B9-AE1D-512767B6BCF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3A59A2-416A-4ECC-85A0-A2694881438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B06224E-0A29-41B8-9DBF-66D03CC3E63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CDBD11A-34DC-458A-8240-501DD94F4CC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EC3578C-D752-48D2-82D9-0523C74C0E7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37C581-5846-4A6A-B102-D58BC8DA22B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394CB1-A6DA-4B4E-9B2B-E988BF3070E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76FC82A-EE4E-4AFC-A212-7EFE6A2D55C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764D69F-D43A-4F1B-BBB3-A5F13310AF3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7487A6E-607A-49C7-8B52-EE6F4C3662D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4정점 완전 그래프의 모든 간선 가중치가 2다. MST의 간선 수와 비용은?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78D563-2C94-4DC4-8CAB-8CE8937F363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0AD5F6F-AAF9-4550-9CD9-37995E965BE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3개, 비용 6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35C7C305-B68B-4AFE-A627-1CCF30D970E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CE859F-4923-4722-A05B-46167C22E28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6FED2913-E855-46AC-B802-2A5109FFB666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어떤 신장 트리도 간선 3개를 가지므로 비용은 6이다. 선택 간선은 유일하지 않다.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9CE5A51-5A4A-42A8-9213-FC9303DA92E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36D95F9-ECDC-4B96-B552-AD80EFE6744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43CB6F2-7BBE-4215-A4AF-F371F8D53F2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1CEC45-D57F-4486-9D88-732E767348E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23B0B1-0762-4B2A-9EF3-E2B58CBAA0B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292AF07-8356-4122-882B-92A8776C3C5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DD3340E-89B0-4328-BF81-4F475FDB57C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9B7AF3C-16CB-48D0-ABD3-111CCAAC286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무방향 간선 AB=2, AC=3, BC=2다. A에서 C까지 MST 경로 길이와 실제 최단 거리는?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8F73AF61-04D4-4E9D-A3F9-CD76F84527D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F00F00-BB53-4A31-98AE-BFBB6CA8F54C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FB7144-CFB1-4F77-BA79-1C26B142326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E4DF9-2E8C-476D-9333-5EFB5472D2B5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1AD09DE-3714-455B-96B2-2A65E2D86B4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EE89628-B775-44F0-AA3D-B7CD50066A9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BB4F85F-168B-400A-ADFF-1AD7F11F9C0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164B02-5DB3-40F9-B94B-8E959B44B9F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F910F9-46ED-4EFB-8885-37FE242C88A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A597400-7ACC-4D99-8398-0335236A7ED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58CF4C8-292F-4701-8334-BCBBBA82C26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BE5A9E9-81E0-41D5-95E7-B5086006C3B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무방향 간선 AB=2, AC=3, BC=2다. A에서 C까지 MST 경로 길이와 실제 최단 거리는?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FDDC66-A2AC-48EC-8AAF-62946D09895D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708F20CE-8C38-4826-BDA2-701046D6B40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MST 경로 4, 최단 거리 3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1226526-9B08-48BE-93A2-CF46FA23D8E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CA658B-863F-48A5-AF24-F64F2073534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7C88E30F-AE45-4FA0-93CB-B8D5FDAAC3A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MST는 AB,BC를 고른다. 최단 경로는 간선 AC 하나다.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BDCBE0DA-2C3B-472A-9DFD-8E199B977B0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E74D2CB-5711-4053-B609-2D69F3F8A03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10BBA7A-098C-4C2C-A063-C7664A61443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BAB5DB-DF35-403D-A4B2-BFA1303F1E3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044074-B965-464B-8C6F-ABB93ED24F5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E4F224E-B7E2-461B-86C9-8143DB49A9D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241FD17-0F6E-48D9-8F62-432177072B7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3890980-9C61-45B6-A058-A68AAD676C8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무방향 완전 그래프의 거리 AB=2, AC=9, AD=8, BC=3, BD=7, CD=4다. A에서 최근접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이웃 순회와 비용은?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E4C4D53-9E4D-4F36-B7CC-16732715360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EF4D42-B7A4-4BF8-ADC6-8829871CA17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012E3C2-9E69-49C4-8F9A-36B3E51759E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1B2798-50CC-4996-B070-783CFC3E856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42E52A34-6CF3-4071-AB97-796F22CDBD4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1E703B0-C9B8-4AA7-91AC-2564166ED44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A2AE4D8-4522-4026-BF39-0D194755904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0BD1C2-6084-463E-809C-428F1655B69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3895E0-F76A-48B0-AF87-A3D061503EE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E4DD45A-CEFE-44CC-8E31-9FE3083B36A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5811938-EDFD-4B20-84CC-A0DEC58FF97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15BC378-2CB7-4D72-9A4F-02F18E1C3A9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무방향 완전 그래프의 거리 AB=2, AC=9, AD=8, BC=3, BD=7, CD=4다. A에서 최근접 이웃 순회와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비용은?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5B58B7-A1BA-4F60-9291-BF7D12593181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CE8CD459-80A5-4A9E-AEEA-D3128ADB070E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A-B-C-D-A, 비용 17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F3EFE80B-5DEE-4A40-B27C-DCC9618266DF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A79A7E-9B8A-4DB2-97D4-8492CFBBEEB7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49731182-09C8-4681-889E-CAFD0C5ECDA4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미방문 도시 중 가장 가까운 도시를 선택한 뒤 D에서 A로 돌아가는 8을 더한다.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2BEF12BD-F430-4DB4-9D19-DA6F987976B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6C1579F-0493-4E1A-833F-76CB7FE8151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C6D5E2E-AB11-4CED-8D03-A4102A81FC7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A63676-F9D1-4D4D-940F-80E4CE2BD98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C98429-A955-4626-AD08-FFDF991408A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7922F7E-06A3-4342-9A9C-2DC86FAB9E3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20676E1-E03C-4CFA-BBFD-4C17A4CA3C1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647CD83-FD3D-4E8A-B630-50678EDDB33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거리는 AB=2, AC=2, AD=9, BC=5, BD=3, CD=4다. A에서 출발하며 동률은 이름이 빠른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도시를 고른다. 최근접 이웃 순회는?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61075F2-CEC3-4DCA-99CF-7D268D25268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7C0498-DC41-4690-80CD-07D73CEC1E9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5CF700-253F-446F-8DEE-275E15DE9623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05A711-4776-4012-8756-30110BE09405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614EEA4-7A61-4D7A-B886-8878A792E8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72D9F00-AF99-4F1C-8CBF-AA896332BE0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6F6C673-59CC-49BE-8F3C-2D9005ABBE5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BB46F6-69D8-47BB-96F7-61CDEC33315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E76C3A-EF7F-49FE-B527-E5AF706C752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9972FC4-C294-4399-B287-4DF553FEB15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59167A3-FD1C-4AAE-B4FE-86E67E0546C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22044E6-0C4A-4396-BD05-4C64A94C784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거리는 AB=2, AC=2, AD=9, BC=5, BD=3, CD=4다. A에서 출발하며 동률은 이름이 빠른 도시를 고른다.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최근접 이웃 순회는?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0FAA6D-EBA8-4144-B651-A1C9E7B2D4BA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90830691-B670-4B8F-B3E3-E003EF56E7C2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A-B-D-C-A, 비용 11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6358C39B-35B0-4900-B85E-3A321BA9E3A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F7DEFC-7411-4894-AF0C-AFAFFCBED64D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BA16F030-0789-43A5-96D2-229E0A48D440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A에서는 B를 고르고 B에서는 D, D에서는 C를 고른다. 비용은 2+3+4+2다.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8F77190-A012-4ED8-BD3D-951F92B7A78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3418283-892F-4733-8FA1-9E9F384FE80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FEED260-4181-484A-9054-9857BFE0FFC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A9054E-10C7-46E7-80CE-C197ED227E9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1B76BF-CEBF-4B21-B52D-CE1DBB15533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3FA07E9-A6B7-4483-98DF-CA1B5A0317E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FD0FB4A-CAB2-4E3D-A72A-33EABA86B1B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17562B5-2A3E-43FF-9B15-46C580DF046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방향 간선 S→A=4, S→B=1, B→A=2, A→C=1, B→C=5다. S에서 각 정점 A,B,C까지 최단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거리는?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C33BA910-7170-46D7-A17A-FDD76B8357D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57ED18-DF06-4397-8D14-CE770E5004D5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A05AAF-10CE-4CCD-BC8B-31E8B29077F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8DC9B9-8873-416B-BF8F-C633591FF7C3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5BE1D9D-1B68-4195-891A-4ECDC3D20BC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89FCB1D-815F-40B2-9D86-04EA4EDBA1B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7549975-8E48-4F15-AB8F-9857BC8A790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26E605-A51A-4762-B2A6-AF929F58EAD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F1B782-E315-4BE8-BCCA-AAD9CEABC7E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B64D4F0-D958-4121-8A7D-F34F2230EA7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C36EF20-92AF-4DF2-B0A5-E066DD537DB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912904D-3B11-432B-9E71-8574AA3C8F8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방향 간선 S→A=4, S→B=1, B→A=2, A→C=1, B→C=5다. S에서 각 정점 A,B,C까지 최단 거리는?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E5F96-21F1-49BF-8056-4DEE0412A35E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BEDD5FF-26D2-45A7-83CA-65D6B8F0ECA4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A=3, B=1, C=4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1DF475B-679B-4342-9AC6-08FF371807E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20C2FF-EAF7-481B-A7D1-EAF8A2F49760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EE91AB2-5474-40F1-952E-0C9453C9F490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B를 거쳐 A의 거리를 3으로 줄이고, A를 거쳐 C의 거리를 4로 줄인다.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8D7D75E-A1FC-4523-8880-9166877C1D9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9E089FC-A418-40EC-8DAB-AF0EEE917B3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5E19921-179B-4974-AD1E-03FED74413A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688151-BCF0-4A9F-857A-5F5531A10FE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B6FD30-675D-4886-A52A-9E1687E9179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7CD2421-658F-4150-A106-894A4689F4A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F7DE05A-2141-47D5-A539-D2B14089079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0CB7103-A1B7-4319-AD66-AA83E09AAC6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dist[u]=7, dist[v]=15이고 간선 u→v의 가중치가 3이다. 한 번 완화한 뒤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dist[v]는?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7FBD4FA7-D77C-4033-B4AF-53D2C90AE7B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EB0214-B4C2-4FC5-BF6D-91F482B1222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57C572-6D65-4B32-B461-C8A635B2A0BD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EBF23E-E65D-4D2E-A31A-F9145393D50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1C6E458-B85E-4CE3-AC28-4FF976AD4E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B2868A3-269D-4645-9019-2FE872F93E2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AFB0B85-606D-4537-8FF3-FB54C0E60FA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9004C2-609A-4E0F-B591-EA323F0CCE9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B43C5F-DC21-4B81-A810-673EB78139F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4D7FFB0-A0E0-4386-9D0A-E6896D730D4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F803B48-9640-4556-A10A-DB6B9A0BD41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B7A8578-3007-4296-9D33-1501E9ED1CF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dist[u]=7, dist[v]=15이고 간선 u→v의 가중치가 3이다. 한 번 완화한 뒤 dist[v]는?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7DAC27-C3A9-4E94-93C9-E4022609C4C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5188211-B58F-49E3-95DF-C94EEF0166E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375C376C-7234-4B7F-B252-750D1FF22FF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FA3E0C-BF69-4CC3-A1CE-E961EFF3D2A4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7379BAE-194B-4826-A75B-99D5E217ED05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기존 15와 새 후보 7+3=10 중 작은 값을 저장한다.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6237C036-7596-451B-BF07-BBC6B73D159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9430462-4EA4-4FCF-B8C9-313BBE195E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61F77AD-EF7E-42D9-ADC0-DF34E960A47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2F021A-403E-4BE1-A5E7-9A9DDEE4369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CFCD97-567A-482D-A270-EC3A6A51F53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7224E24-CCC9-4ECC-84A2-83BC65317BB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325818D-B7C0-4CD0-B3CA-FDAD134F51B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3BB6845-0CBF-43A5-BCCD-A3ADF43CB74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dist[u]=7, dist[v]=8이고 간선 u→v의 가중치가 3이다. 완화 후 dist[v]는?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5EF243D2-6FAC-4EEE-9537-5E3AD6E5E59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28C851-E9ED-4ECB-B87D-4C4EE4B15F8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0B305B-E786-4575-B078-8C5BC23AB6A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9ABD1E-8911-4DA7-8CD7-020F2D39AD9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5813A824-0DDD-441D-828C-FDA90F60100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CAAA8EC-1541-402D-B7E0-25F5B5CE0AB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4844340-6527-4962-AC88-7885C639029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ED7C7C-46C6-4153-AC0D-4022E65EB51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AD9366-1429-43A9-B584-86D18ED1AF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0EC5850-4549-4997-B1C8-A1860C1B238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0708C04-0F82-48C2-9481-6C0952226F9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F90127B-A8C3-43A3-A5C8-1DBBD229051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dist[u]=7, dist[v]=8이고 간선 u→v의 가중치가 3이다. 완화 후 dist[v]는?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96761C-C72E-409A-BDB4-E75445771BC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D8C102C-E0F9-46A1-8CB3-3590B10EF5D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67FF764-C8F4-4F1B-87B0-685984E54BBC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D8B1F7-5F52-47D3-9383-8A170F7AD5B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861DEE3-BA7B-40D2-9C01-5973A2DFDF4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새 후보 10이 기존 8보다 크므로 갱신하지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64AAC281-B84D-4090-8B03-8521D16F1F6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D59B32C-0A33-45D7-B12E-3103AA2B50A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BCE95E8-229E-46F1-A984-8437D6E043A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EB516B-1039-4D89-834C-5F4B69C4465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719620-DF3E-4E97-8069-FEB7D9056C7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466B6A2-B9B1-44C0-8BE5-34975D3E88B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44D3317-C66A-4BCF-ABBA-F99B3C086AB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0741B83-E6E9-4A4D-BA31-B8BF3F1E0E7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최소 힙에서 (거리 9, 정점 A)를 꺼냈는데 dist[A]=5다. 이 항목을 이용한 이웃 완화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횟수는? 오래된 항목을 건너뛰는 구현이다.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F322A3B3-955C-4643-838C-07F537D344BF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512CE3-F92B-4F01-A6DE-9F0B01E4BD2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53D7A0-C292-4145-BB95-DAFEEC903B2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D8B326-6A04-4E50-80C7-2BA8ED292AE6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D60E610-7DF1-4A5A-83C0-1D7A0C7AE5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1C07038-2E1C-47E6-8C1B-5FF9876D8AA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B9A96C7-B670-4B25-B31A-CB5019FA6D7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6D378A-14C1-4E56-A0DC-BA42E4AD95F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61B6C7-4B38-4117-97C4-515B33CABFD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2389C4F-4C58-45DD-9DF3-370DD8E3346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1C3604E-31D6-4C1B-B443-478A42BC710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57B0CCB-9996-4F81-AE03-8707C42387C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최소 힙에서 (거리 9, 정점 A)를 꺼냈는데 dist[A]=5다. 이 항목을 이용한 이웃 완화 횟수는? 오래된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항목을 건너뛰는 구현이다.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EEAF10-AEE4-4E7B-A57A-D30E2E57D788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A8D8B90C-D827-4BBD-BDA8-94455F5E413F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0회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11FC3DF0-F3C4-43C7-8AA4-EBA36D1D99DF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B730DB-D397-401B-8FAF-58414B91DAFB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00B08B95-31DF-4641-B247-D9DCF2A08B5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9&gt;5이므로 이미 더 좋은 경로를 찾았다. 이 항목을 버리고 다음 항목을 꺼낸다.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45A58C36-F20A-4EE1-A248-1C1B67DC856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17493A4-10D3-4D52-B8C7-98DAD49B703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BB2F9AE-184B-4BD9-9ADD-0156F6D6A68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79E639-BA80-490B-A129-E650E2E8F78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26D88F-C6EC-45C4-9743-DC8B721C1A9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8F811B1-3CBD-4B47-ABAA-F3E0DEF8E65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6858F47-6983-488A-A8B2-07301927855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91A0ADA-3C3E-473A-9ACD-6CF5AE2736F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방향 간선 S→A=0, A→B=2만 있고 C는 고립되어 있다. S에서 [S,A,B,C]의 거리 배열은?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2ED88D75-587F-4C62-A490-3DBA3E1842E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40C8FF-3FB6-468E-8AC4-9D3B61A1056B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34D347-C395-42A7-A861-5062B5AC6CD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75F743-B4BF-437B-A487-1FB78B0CEFC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45630C7-71B7-4D85-8A5C-7B4610AF658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BAB9A2C-D07B-44D0-8F9F-38CACAA42B3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D086619-A204-4070-9DFE-D58B98D070A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E1C570-AE3F-4226-A928-16B58B8C564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5C50AC-D63D-46D3-8C87-B3C02BA9F1C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9304AD3-85E7-4A94-98FC-86B5E5CD5FD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422CDA8-C98C-4039-BCD1-FD3615D3D0B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BD828F9-A04A-4F50-AC59-AD01B117D00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방향 간선 S→A=0, A→B=2만 있고 C는 고립되어 있다. S에서 [S,A,B,C]의 거리 배열은?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E1199F-1403-4E7A-BF76-88B0F06E9CF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BE54FC1-273A-40C7-B3CC-D73F9E5ED013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[0,0,2,∞]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4F7EB57-55C8-47FF-81BF-B0CEBC8784E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D8E271-C4A4-4DF2-8DBA-8F3DF4FF768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D133B50-7D43-420A-A0A0-FF3EA57E4C8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가중치 0인 간선도 유효하다. C에는 도달할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5BD3BE0-1723-4AC1-8D3B-53CC7CF4CA8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3F015F1-50A2-4EC7-ADFD-396022A6552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AB6B451-75C7-4D31-A057-997B2BD66D5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942A52-1E9B-4FE2-9456-8D9F11AF77C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78D4C0-6AC1-4C34-BC8C-9DD32B7477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C88AD98-5344-49A4-A298-E22C81EC69A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67D92CC-8196-4174-82D5-54B6F79F591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E881DE1-843F-4736-A84B-CC6AD049519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작업은 시각 0에 도착한다. 처리 시간 [3,1,4,2]에서 완료 시각 합을 최소화하는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처리 시간 순서와 합을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890EFC80-3579-4C58-84ED-A77E571E9EE5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646749-C000-40CB-8596-E6E2CC5C0C6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C04B76-F428-44C0-9AA3-AE54030BFE03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55F030-29A5-4D73-B5D3-295A072AD31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exam-excluded-atm">
            <a:extLst>
              <a:ext uri="{FF2B5EF4-FFF2-40B4-BE49-F238E27FC236}">
                <a16:creationId xmlns:a16="http://schemas.microsoft.com/office/drawing/2014/main" id="{77A98BBF-FAD5-CFDE-3FD6-38112F9F5845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841CB89-3A3F-4B05-82CA-DB03BBEF775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407F747-9BDC-4905-AE82-F216E4744A8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034E355-2CB9-407B-ADB8-7A3C94032AE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CE0950-D5BD-4DE5-982D-1E8F75E26C3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7C5F14-3E7C-4D6A-B855-EC677137991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16D4A90-2283-4E48-965B-342EEB6AD47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0DFE3FC-AF60-4349-8C68-76C2B1FFE39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C3B8949-BA41-4350-9826-AA51385941C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모든 작업은 시각 0에 도착한다. 처리 시간 [3,1,4,2]에서 완료 시각 합을 최소화하는 처리 시간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순서와 합을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C008D4-B544-4139-B9F0-CB7D40C1EDE8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DC92F61D-5733-42DA-A76E-FA6AA34A44CD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순서 [1,2,3,4], 합 20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AF9EFEF0-2C8A-4D67-BED2-A51FD95E90B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10EC50-E89E-45A4-8FB7-14701A907DCA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9DBD7A9E-32B5-416F-8471-DB8E7589D00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누적 완료 시각은 1,3,6,10이며 합은 20이다.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55F4414B-66D8-C5A9-9455-6BB2B00C522D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7629B6C8-E1DB-4A78-BB90-AA2A5689FE4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18F050E-8263-4AA8-8F37-DDECDB1F7A1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7591CA9-83A1-4368-81B9-48CBF15144A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B9383D-7905-4993-8761-7CED3E784CE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E52C18-50AD-4692-BAF5-EBA27C71634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E52269B-C5E6-42A0-B179-72D1C28B3B4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632C1AA-77A1-43A3-8318-536DB33CC69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435FC7B-7127-4CF0-94CA-D53811EE4F1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처리 시간 [2,5,1]을 입력 순서대로 수행한 완료 시각 합과 최솟값을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88458A97-C5CF-4190-A945-C60F97311C1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8CC84F-9903-40BF-8028-1C8D9CFF8BF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052B3D-5D5B-498F-A73D-454DD9FF3FCB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94580A-E095-4DAD-91DB-C7A3D9A4C820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exam-excluded-atm">
            <a:extLst>
              <a:ext uri="{FF2B5EF4-FFF2-40B4-BE49-F238E27FC236}">
                <a16:creationId xmlns:a16="http://schemas.microsoft.com/office/drawing/2014/main" id="{E1BBF548-F509-3DCE-1472-A26E44E29180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6931956-2B0D-46F5-BD47-5C97A1725B2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04AD314-8F22-4D1B-A46D-74C614819A3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30171D8-E624-400C-AE13-672A6A1F05D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D9AA60-18FD-4197-AE6F-A060B9866F5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8D4B4C-D58E-425E-AE43-EFC6AE26B62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D44DC7D-0168-4608-BF52-30A58FC2801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B8FC86D-8936-4987-838F-352FEDB706E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D1313BD-2615-4296-9FA5-3283BB05442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처리 시간 [2,5,1]을 입력 순서대로 수행한 완료 시각 합과 최솟값을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167DF1-7F73-4DC8-971E-41BF9C90F7A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A11B11D-F155-4ABA-8214-73D29FF587D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 순서 17, 최솟값 12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417BE29-12FD-4FA8-B578-D97D3B21EFC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2F179F-BD53-46C2-9974-1E49A7444139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07F719D-CDB3-4AFF-B42C-3548DB957C3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입력 순서는 2+7+8=17이다. 정렬 순서는 1+3+8=12다.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0E76092B-6237-8612-5A6E-B673B9EDB422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7FAD74FC-FB22-4016-8C9E-CB71C5773D9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5069294-0187-41AC-9D64-751B6F01688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EC699BB-35EC-4B9B-86FF-4541BA2C72F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C95852-7849-4961-B3C1-8D86A2731E7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5C6200-F4AB-4802-B06B-0F34AFC7C11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F2B48FA-1AA7-4465-881E-D5D11328F71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B969373-1788-48EC-9EF5-5F8FC76BB7A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6D1E9DF-7555-43F3-90D7-C87FEF57224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작업 시간 [4,4,4]를 어떤 순서로 처리해도 완료 시각 합은 얼마인가?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D319236-F3D0-43E0-93D4-D3F63CD4CBA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577914-B87E-4F4A-9109-CF9F3FD1DAAC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22F84C-DC9A-451F-B4B5-1847583D63B5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1C0035-295B-488C-80DD-BFA8BE12870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exam-excluded-atm">
            <a:extLst>
              <a:ext uri="{FF2B5EF4-FFF2-40B4-BE49-F238E27FC236}">
                <a16:creationId xmlns:a16="http://schemas.microsoft.com/office/drawing/2014/main" id="{EF81DC74-45D9-C2DE-560D-07BD1E807CB1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6612E93-71E8-42B3-94A0-89A1A25C37A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5337240-8FDB-4D32-9B36-6132AB4BD70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8B0CA62-07BB-49C7-A6CF-8A9CD1B5F6F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9E26E-972A-405F-A783-D11B4A8F930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D0A889-893E-425D-A532-40210E6FBE7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25BE209-F9A9-464A-8C9D-3341104C44B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7998FBE-624F-42BA-A260-33C40D13BC3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034B76A-6F7A-461A-84E5-B3F3C2C672C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작업 시간 [4,4,4]를 어떤 순서로 처리해도 완료 시각 합은 얼마인가?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99AC47-9555-4092-A704-90644764EE9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3BE9175-AA4B-4D6A-8842-B28D4E8746B6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DCD314C-6352-429E-84F5-88B8A473C87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FF0F06-9C29-4D11-9248-9E3414BEF06A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4DBC48CC-C99C-4E05-92F6-0569F56F2B25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완료 시각은 4,8,12이므로 합은 24다. 같은 처리 시간끼리의 순서는 영향을 주지 않는다.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D3C2EF60-5E1A-5EA4-BDC7-F8E90CE1C60A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5127DB2-F102-4234-A7F1-62E1CEE0604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3B93808-348A-4A01-84C9-9D7CA547C49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16765F5-CA3C-4E4E-A2DA-5D2108EFC55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F3ACD8-4500-4413-BFB2-B8F06854F31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C21F2C-77E4-4E2A-A94B-476995342A5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378DFAF-83AC-4FF8-ACC6-99EE102DACA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F0C9C0A-C45F-4E6D-BD5F-BD317F05EC2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CE606A4-54E8-44CD-A481-A4A75C561A7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{1,3,4}, 금액 6을 이용해 큰 동전 우선이 일반 화폐에서 항상 최적이라는 주장을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반박하시오.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17478B5-C8EE-49EB-9650-1060FC0C4C3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850E1A-B907-44DB-A98D-8940F4303F2C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BC726F-6E6C-493F-BE45-71880D224CD8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D67643-3D0B-40D2-A9FF-FAB44F362C1E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2009380-370C-4662-9ED7-B53C070A53E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8442E89-F410-4DF0-B9EC-ECC603E2FCF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394ABA5-6F8C-4ECD-AC71-DB228D85CDA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2301C1-336D-42B9-9A7B-BD65A556D47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B1EBA6-0E00-4DA3-A94E-B1A093AA1F3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DF3AA20-76C6-42E7-9A5C-B3E40AB5AA2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A793925-B350-40CE-A6CE-56980C3EFDF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5E1D5EF-2644-42E7-8A44-37AE656B77B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{1,3,4}, 금액 6을 이용해 큰 동전 우선이 일반 화폐에서 항상 최적이라는 주장을 반박하시오.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159B1A-7AB2-40F6-A671-0F45888B9E8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BF230A9-20A3-4A3A-8A83-48DB890653F3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탐욕은 4+1+1로 3개, 최적은 3+3으로 2개다.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01EAFE0-FE66-4E74-875B-CA99CCE8B9A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C5BBCF-350D-407C-8012-036CD500628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62A06155-FACD-40A9-9607-A63509FC1BC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모든 동전보다 금액 6이 크므로 한 개로는 만들 수 없다. 두 개짜리 해를 제시하면 최적성까지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확인된다.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A0DCCC38-9017-48F2-B9E5-4F40031A19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5190AD3-F22A-4FEA-A212-AC10F867C97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74C761F-0A4A-4F5C-9D23-9F7604F8585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4A70CC-1770-4166-95EB-9A32458479D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C49619-38A9-4117-A7C3-866728ED3DA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677A96A-6691-4E19-BC30-2BE16274A73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581B8B8-51D5-4CFE-8F9D-A93104B9187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DCC0035-B5D7-4569-B6F4-EB09AF6E9E3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동전 {1,5,10,50}에서 큰 동전 우선의 최소 개수를 교환 관점으로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724FD7C2-D367-4F0A-BA4F-D4BCB47CD198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3F02B4-0592-4F45-9AFE-83B9A3B70C4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910262-A13C-4C55-884C-68E6F982E1F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425416-BCC9-4E7A-B2E9-89181263C75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2D7A409-602A-4C21-BBE5-0276E1023F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9259F45-AE35-482B-A122-D7C47FEF0F0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64ED9A7-13F6-4DD6-9A8D-D23A71CC074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0C3F8A-03CA-458B-8FCA-8766CCA1319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C39D48-BA0C-477C-A774-2538C6ADC76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04A6374-B685-43F2-A00F-110C49B2A23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B15E72C-7DBD-4274-935C-090FA5AB9C2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8A57744-E1C4-4587-AB9C-30C33364A70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동전 {1,5,10,50}에서 큰 동전 우선의 최소 개수를 교환 관점으로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32E60F-9CE5-417D-86AC-3E0F9D90D77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98679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C42E991C-FC1E-4AEC-A502-7C4DD021FFA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796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1원 5개는 5원으로, 5원 2개는 10원으로, 10원 5개는 50원으로 바꿔 개수를 줄일 수</a:t>
            </a:r>
          </a:p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있다.</a:t>
            </a:r>
          </a:p>
        </p:txBody>
      </p:sp>
      <p:sp>
        <p:nvSpPr>
          <p:cNvPr id="11" name="text-362.2-64">
            <a:extLst>
              <a:ext uri="{FF2B5EF4-FFF2-40B4-BE49-F238E27FC236}">
                <a16:creationId xmlns:a16="http://schemas.microsoft.com/office/drawing/2014/main" id="{7B9AED6E-A0E6-497F-931F-CDF06F1D3E5B}"/>
              </a:ext>
            </a:extLst>
          </p:cNvPr>
          <p:cNvSpPr>
            <a:spLocks noGrp="1"/>
          </p:cNvSpPr>
          <p:nvPr/>
        </p:nvSpPr>
        <p:spPr>
          <a:xfrm>
            <a:off x="609600" y="3449955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9553CA-C1F2-4689-8E37-FC4AF7651366}"/>
              </a:ext>
            </a:extLst>
          </p:cNvPr>
          <p:cNvSpPr>
            <a:spLocks noGrp="1"/>
          </p:cNvSpPr>
          <p:nvPr/>
        </p:nvSpPr>
        <p:spPr>
          <a:xfrm>
            <a:off x="1752600" y="3621405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10.2-64">
            <a:extLst>
              <a:ext uri="{FF2B5EF4-FFF2-40B4-BE49-F238E27FC236}">
                <a16:creationId xmlns:a16="http://schemas.microsoft.com/office/drawing/2014/main" id="{F749B934-E4E8-49E8-A3AC-5727CA2E06B3}"/>
              </a:ext>
            </a:extLst>
          </p:cNvPr>
          <p:cNvSpPr>
            <a:spLocks noGrp="1"/>
          </p:cNvSpPr>
          <p:nvPr/>
        </p:nvSpPr>
        <p:spPr>
          <a:xfrm>
            <a:off x="609600" y="3907155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최적해에는 교환 가능한 작은 동전 묶음이 남지 않는다. 이 제한이 큰 동전부터 몫을 취한 표현과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일치한다.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134A8765-B0DF-49A2-A40A-84B99C6562F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8FE8AD7-E05A-4AA2-A0CB-BBE7A709C28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5C327B9-F444-44BA-867A-A6CE7BA5B27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1296AE-0BA0-460B-B67C-EE4534EE8AE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C5379D-B7FF-4226-8A37-24F3F546676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448014E-33B4-42E4-8898-E0E568C1E9E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1F5668B-503D-4BDA-8BF4-B55458CFC85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967BB5F-4F98-44F5-BC70-C5336A3ED50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수 최대화에서 시작 시각이 빠른 순서가 실패하는 양의 길이 구간 세 개를 만들고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EF7873D-3B81-4CA9-80F5-9C8058CF75F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D61982-C485-40DA-B356-74E0CB98C7D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4F8D4A-42F4-404E-8955-2EE6760B5987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3FA916-267E-4231-A061-784F66235E2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2D201B7-34E3-4A68-998F-8322F792F4F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AF60EC1-F530-449D-AB81-B5E1A71C98C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4ED6892-5F86-4ADA-B4BA-539A92EE0BB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FE7860-7F77-4785-9E2B-CA15597EB02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5124A6-012C-43FA-A23C-88787043B40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A12A827-8D96-43E0-88BD-C49BB88CF11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468B278-D8F7-420C-B9B2-0DCA91ABA92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0563DA1-28BE-4384-8A17-16260EDE81C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수 최대화에서 시작 시각이 빠른 순서가 실패하는 양의 길이 구간 세 개를 만들고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659458-2432-46B9-B384-ADE7891E40D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D377483-9412-4575-A03E-6ADFF4BD297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A[0,10), B[1,2), C[2,3). A를 먼저 고르면 1개, B,C는 2개다.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4CCEBAB2-9C25-461F-A674-626B7C17C9B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CFD147-6012-42DA-BE7A-57CC4C21DB5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F311286-2B4D-49CE-8465-37DCAA221EF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일찍 시작하는 긴 활동이 이후의 여러 활동을 막을 수 있다. 끝점이 닿는 것은 허용한다.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12BADC49-12D3-4CE0-9CDC-4F5EE90199B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69F5D91-66D3-4EF4-A520-85258DBF13C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95C5272-4D39-454E-B59F-CE4D2046F25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4F778A-D301-4935-A207-B540104946D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D87BFD-EC34-402A-B2CA-937F2210348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5ED8CD5-86B8-4D94-98FE-ADF185DB586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8D4FA3F-4F42-47E1-9EA0-AFCCE98406E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D74E52F-729A-4C1F-8B84-633E6E8DAAA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선택에서 종료 시각이 가장 빠른 활동을 최적해의 첫 활동과 바꿔도 되는 이유를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6722DF35-6C71-49E6-91FE-FFA548D9942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F5B450-30E3-4008-A7AF-9F511513352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126AF7-392C-4D1B-803D-0712AE71E255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503609-1923-43B2-859C-DA8A8FF137B5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7456759-7F91-4774-A860-7737B5B47DC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6A9A8A8-31C4-4DF7-A4E0-C0F15038E4F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F926959-763B-4425-8CF5-4E518E5BF60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B3C78-139C-44E9-A13E-D85C7DAEFDA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46366C-8761-44CB-9934-02D993F0AA9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8DA7419-B3D8-4618-B13F-1EC46EC864A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CCB491A-0845-4C75-8A4B-F6F25051381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A50D4DA-B466-4067-A2B3-5D4D64EC6B4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선택에서 종료 시각이 가장 빠른 활동을 최적해의 첫 활동과 바꿔도 되는 이유를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123003-CA17-43EC-9F16-C50AF798001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98679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AE73D26-7410-411A-B065-630F2CF4AB4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796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탐욕 활동은 최적해의 첫 활동보다 늦게 끝나지 않으므로 뒤의 활동들과 충돌하지</a:t>
            </a:r>
          </a:p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않는다.</a:t>
            </a:r>
          </a:p>
        </p:txBody>
      </p:sp>
      <p:sp>
        <p:nvSpPr>
          <p:cNvPr id="11" name="text-362.2-64">
            <a:extLst>
              <a:ext uri="{FF2B5EF4-FFF2-40B4-BE49-F238E27FC236}">
                <a16:creationId xmlns:a16="http://schemas.microsoft.com/office/drawing/2014/main" id="{075DA7E9-DFB8-4457-A399-B881EFBAC649}"/>
              </a:ext>
            </a:extLst>
          </p:cNvPr>
          <p:cNvSpPr>
            <a:spLocks noGrp="1"/>
          </p:cNvSpPr>
          <p:nvPr/>
        </p:nvSpPr>
        <p:spPr>
          <a:xfrm>
            <a:off x="609600" y="3449955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F8C02E-1BA8-4869-B500-BA4BAE42EB21}"/>
              </a:ext>
            </a:extLst>
          </p:cNvPr>
          <p:cNvSpPr>
            <a:spLocks noGrp="1"/>
          </p:cNvSpPr>
          <p:nvPr/>
        </p:nvSpPr>
        <p:spPr>
          <a:xfrm>
            <a:off x="1752600" y="3621405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10.2-64">
            <a:extLst>
              <a:ext uri="{FF2B5EF4-FFF2-40B4-BE49-F238E27FC236}">
                <a16:creationId xmlns:a16="http://schemas.microsoft.com/office/drawing/2014/main" id="{EFD972C5-2F89-432F-B941-A80F99A0E61F}"/>
              </a:ext>
            </a:extLst>
          </p:cNvPr>
          <p:cNvSpPr>
            <a:spLocks noGrp="1"/>
          </p:cNvSpPr>
          <p:nvPr/>
        </p:nvSpPr>
        <p:spPr>
          <a:xfrm>
            <a:off x="609600" y="3907155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활동 하나를 바꿔도 개수는 같고 남은 일정이 유지된다. 따라서 탐욕 활동을 포함하는 최적해가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존재한다.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E2AEAD52-17D3-4D03-9153-C389CE7BFF6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33250BD-AEAE-45DE-89A3-EDB07AE9F4F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062E863-7F75-44DD-AAFD-E00A060498E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9F866E-72B1-4405-BA65-06F05420C63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424D6C-BF3A-41C6-821F-C52C377CEEB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9BC822F-8543-469C-AE27-620A814E5C5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49408F0-3A57-4B64-AC7F-70A6E0763E0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48037E4-A2F4-4460-8DEA-C066A0C09A5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활동 선택 코드가 거절한 활동의 종료 시각으로 last_end를 갱신한다. [0,2), [1,10),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[2,3)을 이용해 오류를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74FFE4EC-EFCE-445B-B9BE-A5965BF9CDDB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891A3C-4C2D-478D-9334-F55E2898ED4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D41B8D-D7A4-414B-9D64-553227E0F243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C37EE9-BFFE-4E13-818B-3ABEDF6FF5E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8BD6858-74A0-4291-A4A7-E353222358C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A2F97BA-0270-4796-AAC7-089D3461320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CCE88FE-1BC1-47D7-8714-87973289029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C5EADC-71D1-43BD-B1AD-26632C33F0F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99ABE5-1D5E-40A5-A77D-77DEF787EC8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D34C8FC-9945-465D-8993-DCA46125C1E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D05234C-B3E2-48C1-8F9A-E5DA10288E2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BA68AB3-ADFA-4C47-ACEC-AD18B732CDC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선택 코드가 거절한 활동의 종료 시각으로 last_end를 갱신한다. [0,2), [1,10), [2,3)을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이용해 오류를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8BE72E-0D59-4C44-A0FA-7942EE02B56C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98679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4369200B-25E3-4D8F-9C50-976ADF4A90BE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796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첫 활동 선택 후 두 번째를 거절해도 last_end는 2여야 한다. 10으로 바꾸면 세</a:t>
            </a:r>
          </a:p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번째를 잘못 거절한다.</a:t>
            </a:r>
          </a:p>
        </p:txBody>
      </p:sp>
      <p:sp>
        <p:nvSpPr>
          <p:cNvPr id="11" name="text-395.79999999999995-64">
            <a:extLst>
              <a:ext uri="{FF2B5EF4-FFF2-40B4-BE49-F238E27FC236}">
                <a16:creationId xmlns:a16="http://schemas.microsoft.com/office/drawing/2014/main" id="{3A3B7B1D-A429-43CA-B106-297E25ED3319}"/>
              </a:ext>
            </a:extLst>
          </p:cNvPr>
          <p:cNvSpPr>
            <a:spLocks noGrp="1"/>
          </p:cNvSpPr>
          <p:nvPr/>
        </p:nvSpPr>
        <p:spPr>
          <a:xfrm>
            <a:off x="609600" y="3769995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ED6C4E-ECC6-499C-8313-0D5FD8A9B845}"/>
              </a:ext>
            </a:extLst>
          </p:cNvPr>
          <p:cNvSpPr>
            <a:spLocks noGrp="1"/>
          </p:cNvSpPr>
          <p:nvPr/>
        </p:nvSpPr>
        <p:spPr>
          <a:xfrm>
            <a:off x="1752600" y="3941445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43.79999999999995-64">
            <a:extLst>
              <a:ext uri="{FF2B5EF4-FFF2-40B4-BE49-F238E27FC236}">
                <a16:creationId xmlns:a16="http://schemas.microsoft.com/office/drawing/2014/main" id="{02E247EB-6341-4B54-BE72-2228DFE1D769}"/>
              </a:ext>
            </a:extLst>
          </p:cNvPr>
          <p:cNvSpPr>
            <a:spLocks noGrp="1"/>
          </p:cNvSpPr>
          <p:nvPr/>
        </p:nvSpPr>
        <p:spPr>
          <a:xfrm>
            <a:off x="609600" y="4227195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last_end는 마지막 검사 활동이 아니라 마지막 선택 활동을 나타내야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E0D929C0-D412-4BFB-BD02-C6378B429AE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D34BAC6-EF34-431C-B800-3CEEC83E7B3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74C298A-1023-432C-A00F-8A0CF47673A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B157A2-7989-424D-823C-978088B4CCD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57FE52-6613-4FE5-8004-77E1E272E67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84B2B1F-CC45-4982-BAA9-72C828645A8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5010CDB-04E0-4571-948C-B0853A513FE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16BD8A3-B883-4523-AF38-BEC74F47E5A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가치 밀도 탐욕이 0/1 배낭에서 실패하는 예를 제시하고 분할 가능 문제와의 차이를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EC5C675-A71B-43F1-B00B-F3FBF53190C8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C2FE48-39F7-43CE-8424-92C9BEB991FC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DCAB03-7C7F-4F06-ABA4-EA4DC660EAD3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7A57AC-2F6D-47B6-8E16-725FE92D4FE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0189662-93B5-4E04-A79C-DFFF11E712A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80B419D-5FF3-44AA-BD41-0265A5449A8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8EE37C8-0091-44C4-84C1-3FD63A44422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8A39AB-E91C-4FFA-90EB-E37ADCFCA0C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D0D67B-32F2-414A-AFBD-E5CD40293DA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C8359E3-6C29-4A7E-AF4A-06B0A86B31D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DF56A9F-EDE5-4D7F-8279-321F9B2754D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D17E840-1C4F-4483-B5EC-B15F5EEBFFB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가치 밀도 탐욕이 0/1 배낭에서 실패하는 예를 제시하고 분할 가능 문제와의 차이를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B3D385-80A9-41CF-9F1E-E9C7BDAEDDC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C628FD4-A6D6-4EF1-A690-5FE861FAC4C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용량 50, (10,60),(20,100),(30,120). 탐욕 160, 최적 220이다.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4E002595-305D-4537-809C-32658114CC4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79EBCA-6F08-4CDF-8D9A-7B40A6B00D97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4E0D3A3D-4730-46A4-9681-F83E141D3F75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가능하면 마지막 물건 일부를 담아 240을 얻지만 0/1에서는 남은 공간에 일부만 넣을 수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47AD5EA-22AF-4D4B-A028-F37F38D9ABF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2D4E9F3-258D-4BF7-891E-0D52C10B2DC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60DA640-4DDC-4B6C-B3B5-F5177F751DC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9D2036-B344-454D-9430-F2FB7573A29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CA21BB-FEC0-4782-B668-BD709BB18CC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25F3D53-F31D-4A1D-ADAC-CFBB5A9A920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5A44D1A-C2C8-418B-A496-87E0448A276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96B7934-EE00-4323-BF11-2890FA4A3C3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가능 배낭에서 낮은 밀도 물건을 먼저 담은 해를 개선하는 교환을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7383E4D3-247D-43A5-9392-F8C31B047FC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1F2017-C89A-403A-B0F5-7EF199DE4B92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695907-41E0-44BE-9C88-B849D9A6FA5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AE2F08-1FA2-4691-8359-12BB37EFD54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EC49F32-A333-4BBC-A9CD-3532C4E4A91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6757717-020C-4CAF-B78F-C654D0F10A3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835D52D-0AF5-48DA-9DC2-81D50EE960A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74D601-5596-4FCB-9A10-F44AB815A03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CC382E-6B7F-4A7F-BB1D-F87494247F7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47F93B2-8B28-4457-9DC8-8A6741233A6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59EE2A6-24F3-4B74-96FF-A4979D08334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D902EAE-F934-434B-A8DC-C642127C6BA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 배낭에서 낮은 밀도 물건을 먼저 담은 해를 개선하는 교환을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D1CAD3-0AEB-44A4-B413-FB682D93E84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A88DFDE-54EC-4730-BD3F-FB40B1AA848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담긴 낮은 밀도 무게 ε를 빼고 아직 남은 높은 밀도 물건 무게 ε를 넣는다.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C4629829-8574-4807-8A2C-1993B127C3C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71FC7E-5F47-4077-911F-2C29AE833E6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E0BCE18-69CB-48BD-843B-74D6E6FDB36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총무게는 같고 가치는 ε×밀도 차이만큼 증가한다. 높은 밀도 물건이 남았는데 낮은 밀도를 먼저 쓰는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해는 최적일 수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4610EF32-D151-4E0F-972F-AB8C1BAEEBC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F272F06-3C83-4BB4-A20F-E35F17D920E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717E277-4A64-4BEC-BAC3-8EC513CF847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565368-B342-4B14-9355-AD2600F65AD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433695-C536-4A3A-960A-3A949305802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A2D80B0-7A12-43A0-8EC5-6B62CF90FC2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75D8BA5-179F-4FB2-9727-BC1FD495362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A81C9A6-A8BC-4E43-9FA0-52001A062B2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가능 배낭 구현에서 남은 용량 r보다 물건 무게 w가 큰데 가치 v를 전부 더했다.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올바른 계산을 쓰고 이유를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68A354DA-C72F-45A8-9E47-B31C64D973EB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D661D9-98BB-412C-908D-6190FDFC5A3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1D03F5-B244-4A74-830C-0AE9B4A1EB3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7509F5-D0C1-4951-8256-C4C75BF13E65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0C0B5EC-0356-4430-8128-2886D54DB9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8C49E99-28DA-41D3-B08B-FF4F372DED4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9211A56-A037-492B-B646-6C48060ECF7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FFE9BC-1064-41FE-989E-5978795FA02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DADA6-D399-4A0B-8FD6-3434D2527E1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6A44CF6-931B-48A3-BAD0-B720811B6C4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282B7A7-17E3-4C4C-A644-35E5FBC75BD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C228297-5589-42EB-93DB-DC75ABCDD97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 배낭 구현에서 남은 용량 r보다 물건 무게 w가 큰데 가치 v를 전부 더했다. 올바른 계산을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쓰고 이유를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240719-837A-4144-94E2-C83F9FFA21C2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FB8D3860-4636-4121-9C7E-8B0DECC3F769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추가 가치는 v×r/w이고 추가 무게는 r이다.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4CF122F1-214C-4E3A-8863-5E1B88A30EFE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3BC177-5682-4FDD-8AD5-FBF46220178B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CE6D0A58-4FCF-4A6D-B8FB-E095F0E3DF1F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물건의 r/w 비율만 담았으므로 가치도 같은 비율만 인정해야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FEE43BE-1BBD-4F00-B14F-342E36A4596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A147784-2719-43EF-8B5F-1F451CEA7A3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6A09754-ADF3-4445-88DF-E702E78D667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B0E497-28C7-4906-B2B3-9389D9EC468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5A42A1-F0C5-423F-8CEE-C3181D0246D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C4B3864-36E9-4B1F-AA9D-4EE1B1DFE22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7E814FF-D4C1-41DF-B15A-509F0C2B485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2C58182-DDE9-4C9A-B353-3A32AEDEA1D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Kruskal이 같은 연결 요소의 두 정점을 잇는 간선을 거절하는 이유를 경로를 이용해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8B8C663-1845-4307-A2E8-2FDEDA47175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1B7C3E-B769-4CC2-80E6-0E00A67964E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0B3A43-A9C9-47C7-A229-5D4E20A10EC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0ABA3A-6ED1-4833-B26D-0F28016B296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9EF35D7-2015-4CF6-AD00-C9EDA021DBE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C848485-1D78-4DAE-BC25-529A6D7143E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D005BC1-661A-4EF4-8C15-17E60EA4537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150268-09A2-4198-AB8B-479CC5A9B94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1ACEE8-412B-4D76-B9A6-C359A925683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35C50CB-314C-470C-A2B2-1CCE7E171F3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B3B3C13-C346-42D9-A7B4-F47824735B0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8CD964F-A907-45E8-AA5E-109738FF766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Kruskal이 같은 연결 요소의 두 정점을 잇는 간선을 거절하는 이유를 경로를 이용해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EB077C-79B3-4342-9C1B-68BEC69E927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98679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8EB25E1-BF2B-48C7-915E-16CC4F04D1E6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796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 정점 사이에는 이미 선택 간선만으로 경로가 있다. 새 간선을 더하면 그 경로와</a:t>
            </a:r>
          </a:p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함께 사이클이 생긴다.</a:t>
            </a:r>
          </a:p>
        </p:txBody>
      </p:sp>
      <p:sp>
        <p:nvSpPr>
          <p:cNvPr id="11" name="text-362.2-64">
            <a:extLst>
              <a:ext uri="{FF2B5EF4-FFF2-40B4-BE49-F238E27FC236}">
                <a16:creationId xmlns:a16="http://schemas.microsoft.com/office/drawing/2014/main" id="{8A8BB35B-3A1D-404B-9F6E-0B572DA09519}"/>
              </a:ext>
            </a:extLst>
          </p:cNvPr>
          <p:cNvSpPr>
            <a:spLocks noGrp="1"/>
          </p:cNvSpPr>
          <p:nvPr/>
        </p:nvSpPr>
        <p:spPr>
          <a:xfrm>
            <a:off x="609600" y="3449955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803817-8E52-49C3-AE94-E295293BAB24}"/>
              </a:ext>
            </a:extLst>
          </p:cNvPr>
          <p:cNvSpPr>
            <a:spLocks noGrp="1"/>
          </p:cNvSpPr>
          <p:nvPr/>
        </p:nvSpPr>
        <p:spPr>
          <a:xfrm>
            <a:off x="1752600" y="3621405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10.2-64">
            <a:extLst>
              <a:ext uri="{FF2B5EF4-FFF2-40B4-BE49-F238E27FC236}">
                <a16:creationId xmlns:a16="http://schemas.microsoft.com/office/drawing/2014/main" id="{7AE2F1AA-421E-4DFC-824B-5DC9B85C47AB}"/>
              </a:ext>
            </a:extLst>
          </p:cNvPr>
          <p:cNvSpPr>
            <a:spLocks noGrp="1"/>
          </p:cNvSpPr>
          <p:nvPr/>
        </p:nvSpPr>
        <p:spPr>
          <a:xfrm>
            <a:off x="609600" y="3907155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신장 트리는 사이클이 없어야 한다. 서로 다른 요소를 연결하는 경우에는 이런 기존 경로가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7F745F7A-A32A-44E6-B1F2-6F71FC94163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35122A6-E293-4331-9A6D-F3B599871CF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3388B44-9DD1-4888-AC38-39A4384FB51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73312D-1F78-48BD-88EE-2060C83F385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4A56A7-3C68-485E-80DD-118D9B93665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03322EA-2404-4201-8933-C5E0E859006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D0BC3F7-A817-4F8D-904E-D348125BDB9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71722E6-2CEC-4AA1-BD5C-1B4FF6DD319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0848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정점 A,B,C와 간선 AB(1), BC(2), AC(3)이 있는 무방향 그래프에 Kruskal을 적용한다. 가중치가 작은 순서로 간선을 확인할 때 선택하는 간선과 총비용을 쓰고, 마지막 간선을 고르지 않는 이유를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710DAB91-FF49-41B8-97F9-56A39FD63015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59E4ED-2381-4EE2-97EB-84A78BB3C8C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D240EB-7D43-4D8E-9852-B965D0416021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1C6E9C-A8C7-487C-AEEA-52CD28C48248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A2EB390-2B8D-47ED-AF2D-926DD59006A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8E4CE55-7744-42C3-9543-4EF5A9009D9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44E2CCB-9504-4FD7-A118-91F3C76A45E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B1D400-48C1-412B-985A-7E784CA4CB7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6788DA-8A66-40A1-8077-F8D94C3C5E2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7DCB00D-2527-4122-909A-32D534B7ED7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245EC4A-28C2-4694-99BE-5A466077B8D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143A19D-8D13-4E00-86D7-0BBF28FD0FF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4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정점 A,B,C와 간선 AB(1), BC(2), AC(3)이 있는 무방향 그래프에 Kruskal을 적용한다. 가중치가 작은 순서로 간선을 확인할 때 선택하는 간선과 총비용을 쓰고, 마지막 간선을 고르지 않는 이유를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B94883-ECF0-43B4-ACCB-667CDAD48ED5}"/>
              </a:ext>
            </a:extLst>
          </p:cNvPr>
          <p:cNvSpPr>
            <a:spLocks noGrp="1"/>
          </p:cNvSpPr>
          <p:nvPr/>
        </p:nvSpPr>
        <p:spPr>
          <a:xfrm>
            <a:off x="609600" y="2468055"/>
            <a:ext cx="10972800" cy="98679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4AE6CAA-94BD-4638-B542-4C6DF9B07276}"/>
              </a:ext>
            </a:extLst>
          </p:cNvPr>
          <p:cNvSpPr>
            <a:spLocks noGrp="1"/>
          </p:cNvSpPr>
          <p:nvPr/>
        </p:nvSpPr>
        <p:spPr>
          <a:xfrm>
            <a:off x="876300" y="2601405"/>
            <a:ext cx="10439400" cy="7962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AB와 BC를 선택하고 총비용은 3이다. AC를 더하면 사이클이 생긴다.</a:t>
            </a:r>
          </a:p>
        </p:txBody>
      </p:sp>
      <p:sp>
        <p:nvSpPr>
          <p:cNvPr id="11" name="text-362.2-64">
            <a:extLst>
              <a:ext uri="{FF2B5EF4-FFF2-40B4-BE49-F238E27FC236}">
                <a16:creationId xmlns:a16="http://schemas.microsoft.com/office/drawing/2014/main" id="{37D36BF5-387F-4EC9-A279-81430F025102}"/>
              </a:ext>
            </a:extLst>
          </p:cNvPr>
          <p:cNvSpPr>
            <a:spLocks noGrp="1"/>
          </p:cNvSpPr>
          <p:nvPr/>
        </p:nvSpPr>
        <p:spPr>
          <a:xfrm>
            <a:off x="609600" y="371202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77D248-D1C8-4F09-AEC9-DEDCCDC13A9F}"/>
              </a:ext>
            </a:extLst>
          </p:cNvPr>
          <p:cNvSpPr>
            <a:spLocks noGrp="1"/>
          </p:cNvSpPr>
          <p:nvPr/>
        </p:nvSpPr>
        <p:spPr>
          <a:xfrm>
            <a:off x="1752600" y="388347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10.2-64">
            <a:extLst>
              <a:ext uri="{FF2B5EF4-FFF2-40B4-BE49-F238E27FC236}">
                <a16:creationId xmlns:a16="http://schemas.microsoft.com/office/drawing/2014/main" id="{53A61249-D6CD-4039-B228-5BCEBCDF3651}"/>
              </a:ext>
            </a:extLst>
          </p:cNvPr>
          <p:cNvSpPr>
            <a:spLocks noGrp="1"/>
          </p:cNvSpPr>
          <p:nvPr/>
        </p:nvSpPr>
        <p:spPr>
          <a:xfrm>
            <a:off x="609600" y="416922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AB로 A,B를 연결하고 BC로 C까지 연결한다. 이미 연결된 A,C 사이의 간선을 추가할 필요가 없으며 추가하면 A-B-C-A 사이클이 생긴다.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860EA0F3-B6EB-4FD1-B83C-67DCC9D302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6F6E91F-1793-431D-B9A3-17F324A1573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B27FDD4-4588-4A51-AB7A-BC1AA736462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D9762B-804D-4400-A192-E0A77D3CF78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8AAF6C-5711-4BB8-8B82-AD69EA03F76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EAEA751-6355-4021-97CB-8009D4326E8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B9F1AA7-F12C-4734-8FAD-63F489A528B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D1ED721-BF25-45D6-ABA7-B7033E0385D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같은 가중치의 간선이 있으면 MST가 반드시 여러 개라는 주장이 틀림을 보이시오.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6C2A1A2-BB38-42EC-AD9B-794DEFC8526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95D478-A687-4519-ADB7-68E393E5C44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514451-E8CF-4EEE-8CD4-F240D2996E0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5AB02-952D-487E-BC5C-F320D8587DA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310634C-82FA-4A0E-A293-DA8D78B20A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C77DCD1-C935-4EA8-B040-1BEC311F266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5E175E0-0B58-41E1-80C8-857BC514BB3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17EDF7-463D-467B-89E9-45E95AC93A0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FA97B3-D6E6-4AF2-9949-FF7BEC5BD5F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9220145-D814-400E-8C3F-155F2D28416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E3E7A48-F11B-4258-BD99-74093BC33FE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B88E14F-2B7B-4673-97A2-0A2F22EA580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같은 가중치의 간선이 있으면 MST가 반드시 여러 개라는 주장이 틀림을 보이시오.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AFE74C-5DF1-4438-88AB-A298853F84BC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C31E45D-650E-4464-BD76-C03E42B5BBB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간선 AB=1, BC=1만 있는 3정점 경로는 신장 트리가 자기 자신 하나뿐이다.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C71DBB67-3918-4B9D-A0D2-BBC70F85C91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3E3F09-6570-471C-BB07-B7555DC7ECB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18CD6AF-8BAE-4965-AB14-893ADAB43C6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가중치가 모두 다르면 유일하다는 충분조건의 역은 성립하지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BC0ADE5E-346A-42AB-A94E-05BE6684BBE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07A3A33-7862-43F3-BD1D-DE77AF6AC3B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2A0DA33-7126-4A8F-ACB9-958DBF95CC3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8C79E7-BD6D-4263-B07C-33BBA54B9FD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0D5DCD-D860-4B24-AFBD-7326E779A08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A05C73F-A880-41A2-8B63-580BEEB1F69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7E865B3-0E98-4C92-AB97-BA2ED8F2D9F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274BF0B-6E2B-4EC7-B537-C646D7A2CD1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정점 V개, 연결 요소 c개인 무방향 그래프의 최소 신장 숲 간선 수를 유도하시오.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5F92A7D3-BBF6-4D60-B344-7E56C4C4CC9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41168A-F76D-4114-9D01-18AC556C000C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4A3799-31E4-49E3-BCC9-41C2B4E04D1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0E3CC9-76BF-4652-9824-7DA32EE00837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9D3FA63-A05B-4766-AB2A-3C9A499F05B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1697D9A-EEB1-492A-8C2F-FCE8650CB37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5799057-3DE3-4F1F-835F-3578AE3A352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8171A6-C319-4F16-9252-2B29C40466A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FC1AA2-2762-42B6-8ECB-ADA8999BF53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2212502-EF8B-47C5-9604-A9415158C99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662D978-A746-48A2-ACEC-EE02C0100B5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A8B0951-D589-46C3-B4B2-8A72155B4D0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정점 V개, 연결 요소 c개인 무방향 그래프의 최소 신장 숲 간선 수를 유도하시오.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D7E0C3-45E5-464F-BF16-132C9D43767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D0C5601-E008-4154-9896-83F7B1AA5C2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V−c개다.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3A80DAC-A0CE-4398-BC82-69B64AF9A42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3AADDF-D40C-44CF-A3CA-96541C622579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BF87935-BAD9-4891-8776-CB3FF97D93F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연결 요소의 정점 수를 v_i라 하면 트리 간선은 v_i−1개다. 합하면 Σv_i−c=V−c다.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05D7E912-F1B0-44D4-A927-328AD551A5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75CA32F-0796-48E1-8809-19535A106FA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3DD0262-370D-4A4D-80CE-BCDE193A13E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45586A-7AB6-4530-AA23-1DE4A82C38E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AF1116-91AE-4951-9827-8F1AEF27CC3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D4617E3-3366-4175-B7DC-23135489B51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601CDA5-2970-48AA-959A-E6793070644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BAB7EDC-0EAA-4CAB-ADE0-3232AED2364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최근접 이웃 TSP에서 출발점으로 돌아오는 간선을 빠뜨리면 어떤 문제를 계산하는지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87D778EF-17D7-4359-9958-90C6A72BC11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1A642B-DB1F-401A-B00B-603A431A516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551D-2D93-405D-B013-AEB59C6BA213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44D8C7-AF69-4590-B42E-EA4613FE2BC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BC22792-CDB0-4CE3-9BF7-DA203145F47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05AE26E-762D-4B08-8BCD-C7F6114B71F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330028C-7D7D-4838-91F1-41BC327884F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F4063C-95B1-4666-BB03-AC9AA9C9B40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F0BABF-4368-4519-B1D0-E8009B1F74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B5A463F-AB08-4E50-87F0-803C9B13767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FD3BCD9-1FDE-4549-B88D-4E3E9D76A64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6AD91E2-3EEA-450F-9D67-397F22F9BAF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최근접 이웃 TSP에서 출발점으로 돌아오는 간선을 빠뜨리면 어떤 문제를 계산하는지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DACA67-87A6-466D-91E1-27811527996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99C529AA-B07F-4134-9020-453052F85546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모든 도시를 한 번씩 방문하는 경로의 비용만 계산하게 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B1EFA88-8AF3-4146-AFEC-14099EC5ED5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7F7B98-A229-4BC0-8355-70A2FE2F776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123BBE4-8755-4BA9-9108-D05B9A53BB9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TSP 순회는 마지막 도시와 출발 도시도 연결해야 한다. 누락한 귀환 비용만큼 순회 비용을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과소평가한다.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D06B7FE-BF45-4776-80D5-D44D132E735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B00BA22-5D1F-466E-9E01-BBF48A8B6DD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0F96988-5E46-4C9A-855E-E14A00F8607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7CEBDE-FC89-4099-8EA7-9921E5E859B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9B6C6-CABF-41B0-BBF3-D97C65971F1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7D75B63-BF38-4D61-B7D0-51714992D00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9E8C086-9F9F-426F-928C-8F47F66A284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67E7FC3-D284-4C56-AA4F-5A2F99A299C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최근접 이웃 TSP의 결과가 재현되도록 구현 명세에 추가할 두 조건과 그 이유를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9234EE6C-01CB-4545-97C0-87407E90F07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9BF3CE-EFB0-4E23-A6C4-FD068AE6C95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16C1F0-C21C-40C2-BC6A-618747913E95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53C785-2932-42FC-8008-23E5AF9161B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B0511BA-B924-4DAB-99F4-7CBFE757CFE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FEEAB97-1C61-4673-85EB-6E7031CB998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F80324E-D7C4-4FDE-AA0D-2527A78D0DF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AB5294-617D-44B9-A4A6-810586291AE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A66ECD-2AEE-4407-95CD-87933DBDA7E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86626FE-7427-4626-A95B-50D3922811D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C7ED917-758D-46B5-845B-8C75AB1CDB5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3481326-2CBC-4349-A166-79A4AA3220B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최근접 이웃 TSP의 결과가 재현되도록 구현 명세에 추가할 두 조건과 그 이유를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1A1585-B240-44AA-A8F6-92CB56FF315D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C7AE2D3-F0F9-483B-823D-C5EFBFD2E7B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출발 도시와 거리가 같은 후보 사이의 선택 규칙을 명시한다.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C930E7B2-B8BE-450E-9868-959745B782F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82EB79-D3F5-41AC-8AFB-B89D40ACDFE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0791052-72C5-40A6-B578-210A3913941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조건이 바뀌면 방문 순서와 총비용이 달라질 수 있다. 예를 들어 동률이면 도시 번호가 작은 쪽을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선택하도록 정한다.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51773DFD-8AAB-4F51-A5F2-70D000B023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7936B57-D2CB-42BB-AB16-18A28DEDCBC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6D00ECA-5CEE-4902-86F0-6F487F4C255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487573-1EE0-44E2-8AF5-16337FDDEEB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43ACA7-8F71-4431-90C9-662A1666B46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216A604-9015-428A-B83E-6A5F8D82BEF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C82EF6A-1413-42B4-8449-A8B20FA27F2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18B8C5F-3D0E-439D-BAA2-81A392A176B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방향 간선 S→A=2, S→B=5, B→A=−4다. 이미 확정한 정점의 거리를 다시 갱신하지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않는 Dijkstra가 S에서 A까지의 최단 거리를 틀리는 이유를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678DCF1A-79F5-4CEF-99E8-EECC66EA309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DF8509-6C19-4FFE-AB10-821DDD1AC58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171AF3-9178-4CD1-BABD-ABC3664852FB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1416A3-B940-4AF4-996F-E82C35627EA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9DDD832-46A3-4CC6-B2E6-B7C82082B31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E6DA739-28A4-4DF3-920C-C13678B97A8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7976913-69AF-450E-9235-0FC03F68711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84E273-8659-4E8D-A087-FCBFF511BF2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02F652-6A07-42AA-A6BC-3D24B848712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44BA3E4-F1DA-40C0-A4FF-BF266EDFFA3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A7D1D2D-9EEA-4742-A09F-E14453F6CEF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D19EB35-F658-451C-B552-5209C20116E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방향 간선 S→A=2, S→B=5, B→A=−4다. 이미 확정한 정점의 거리를 다시 갱신하지 않는 Dijkstra가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S에서 A까지의 최단 거리를 틀리는 이유를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9C4F5C-6753-4B1B-9FBB-43ADDF870126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0FCEF614-B3D3-43BE-9A2F-184BB3977042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A를 거리 2로 먼저 확정하지만 실제 최단 거리는 S-B-A의 1이다.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A1983033-01ED-40A7-A1EE-884F592C9A67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695928-2134-4DEE-8362-90FEDF882FC9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A6BB72E4-C315-4BF0-8583-99F249F7E191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음수 간선으로 인해 나중에 확정한 B를 거치는 경로가 A의 거리를 더 줄인다. 이 그래프에는 사이클이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없어도 오류가 생긴다.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DFCB8B9-4717-4C7F-8896-BF63EC37185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03E0EA0-9951-4415-BE0D-BAC20006048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867A939-EC92-42B9-9505-35AC927BFDD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8D1CF6-0D1B-4175-B725-131CC7A6D69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948C06-B4CC-436C-8016-6E1B4145D67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2A4161F-34F6-41CB-8EF1-D4EBCCDB665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71BC285-2E52-48BC-8F3F-7431B4F6004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F77F3B7-5684-4EB7-B977-7F4ED87EA25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Dijkstra에서 미확정 정점 중 최소 잠정 거리 정점을 확정할 수 있는 이유를 비음수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조건과 연결해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8F39991-4817-424A-BDBB-D541D22B4AC5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373BED-CEA3-4171-981C-A6981415602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297892-4BCD-477C-B89E-BE302BE5C7A4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21DA36-B66F-4EA0-880A-50B344E03F17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D3F33AF-E70F-4B0F-83F4-971AAB7FB79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737092F-FE25-48F7-A47A-8F602FB9060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1346243-CE8A-4020-B852-49DA165869A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13D207-0CB8-49A3-8AB3-493384DBFD7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822040-B5A0-49D6-AB96-342112416A7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2212FEE-D43C-4B57-A3D0-52DC1C4C05F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793871C-B2FA-4879-87E4-04C601F0750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5C4F2EB-4874-4E05-A910-FA8E6456D81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Dijkstra에서 미확정 정점 중 최소 잠정 거리 정점을 확정할 수 있는 이유를 비음수 조건과 연결해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6F4F1A-91F6-4E7E-B810-592AF9F70477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98679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5509F98E-6358-4DEB-A89B-A7A67D11D68B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796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그보다 긴 잠정 거리의 미확정 정점을 거쳐 추가 비음수 간선을 지나도 더 짧은 경로를</a:t>
            </a:r>
          </a:p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만들 수 없다.</a:t>
            </a:r>
          </a:p>
        </p:txBody>
      </p:sp>
      <p:sp>
        <p:nvSpPr>
          <p:cNvPr id="11" name="text-395.79999999999995-64">
            <a:extLst>
              <a:ext uri="{FF2B5EF4-FFF2-40B4-BE49-F238E27FC236}">
                <a16:creationId xmlns:a16="http://schemas.microsoft.com/office/drawing/2014/main" id="{B523FB9C-0411-46C1-829D-38D96DCC6A2B}"/>
              </a:ext>
            </a:extLst>
          </p:cNvPr>
          <p:cNvSpPr>
            <a:spLocks noGrp="1"/>
          </p:cNvSpPr>
          <p:nvPr/>
        </p:nvSpPr>
        <p:spPr>
          <a:xfrm>
            <a:off x="609600" y="3769995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0AB618-579C-4DDB-80D8-EABEEAE09611}"/>
              </a:ext>
            </a:extLst>
          </p:cNvPr>
          <p:cNvSpPr>
            <a:spLocks noGrp="1"/>
          </p:cNvSpPr>
          <p:nvPr/>
        </p:nvSpPr>
        <p:spPr>
          <a:xfrm>
            <a:off x="1752600" y="3941445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43.79999999999995-64">
            <a:extLst>
              <a:ext uri="{FF2B5EF4-FFF2-40B4-BE49-F238E27FC236}">
                <a16:creationId xmlns:a16="http://schemas.microsoft.com/office/drawing/2014/main" id="{117D014E-20A7-4742-94B8-33973B94FCDF}"/>
              </a:ext>
            </a:extLst>
          </p:cNvPr>
          <p:cNvSpPr>
            <a:spLocks noGrp="1"/>
          </p:cNvSpPr>
          <p:nvPr/>
        </p:nvSpPr>
        <p:spPr>
          <a:xfrm>
            <a:off x="609600" y="4227195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이미 확정한 정점의 거리가 정확하다는 불변식과 경로가 확정 영역을 처음 벗어나는 간선을 함께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E61AC6F4-5D97-4E43-9B64-6CF26CB2CD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EABE107-EAA2-4EA9-8EEE-DA5098F2A13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D3993AC-50AC-4793-A9F5-3134575A594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F23BF4-8648-4072-B73E-B0B8EF4092B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B3A901-3766-43CA-8ACC-B294B88A8B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39E64A4-7884-4EC4-9107-B4F425FE016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E0B9332-1C68-4589-97E5-1CAFC1BA9A1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468952D-DF29-4CF0-BE3C-5A3681286BD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인접 행렬에서 0을 간선 없음으로 표현하면 가중치 0인 간선을 처리할 수 없다. 수정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방법과 주의점을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8A61112-923D-4389-BE61-0C051B1BF1F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456A75-CE3E-46EC-8E40-0845A705023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409A90-5F88-4486-9B11-21A896C3F1CC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6F7141-87C6-4F32-ADCF-6570A8557B53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0B649004-254D-4B6F-93BB-8A9EF522847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A2E051F-8C39-4794-A743-354CA8B8C52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7EEFEF7-F56C-4154-AC1D-AC5C9D8F7E8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AAB5D0-E39B-4751-A744-500338683E6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F2665B-D33C-45AD-8FE2-52AB6A9AD85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F11B638-EB73-492A-B186-1FF44346322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6D938B3-7449-4BF7-828B-26BD544DDEA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BCCF9D7-D503-4797-BDA9-1672B88DECD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행렬에서 0을 간선 없음으로 표현하면 가중치 0인 간선을 처리할 수 없다. 수정 방법과 주의점을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46F072-A6A4-4F4C-A4C6-894D1F5F6300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AC46A69E-466E-4429-A83F-65CC700AC90E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간선 없음은 −1 또는 별도의 존재 배열로 표시하고 0은 유효한 가중치로 남긴다.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E6D37700-B85B-4E85-9835-D39F18F9ACBE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3DFE33-C12B-4F1C-BB89-A25523BBD2FC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F5E2432C-6256-49D9-A655-7227ADC78C62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 입력은 비음수 가중치이므로 −1을 부재 표식으로 구분할 수 있다. 거리의 ∞와 간선 부재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표식도 구분한다.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02C1451F-45D3-4689-8002-76DEA6BBD97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A9CCA0A-CB48-4CC4-AE35-C4490F00460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4BD9999-5DFE-474A-92F2-B3BBCB7E33A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25C472-4251-45F8-B0E5-DF8450C1003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CD6C4E-A630-42DF-A667-6DDB6B5829E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69F24C8-9DD5-46F7-9CC1-AEDF90BFC36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9D46651-F56B-464A-AED9-0EA8C41B633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6CE4C0E-F0F7-454A-9149-FCF57DC2822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최단 거리의 ∞를 큰 정수로 표현할 때 완화 전에 확인할 조건 두 가지를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C1C303A7-7365-42D8-B957-306C05FC8C12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6BB052-EAFF-42BC-B34B-D78BE917DE2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2C0641-F50F-44FC-A386-CAB970115BD1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71C823-C37A-4B91-AD86-4601097B6ED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D78FAD9-D094-4022-99C3-D6537967EA4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0BE41C0-E9AB-4346-9E38-EA6F721713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7041E48-D2B1-441A-A66E-664149E8B75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A0C6AE-681A-4F62-934D-B1ECB860025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47B217-ED35-45E0-9C76-7BF3CA05B6B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7E4B2EE-3174-41C3-BB4B-737179FFF38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7E435EC-40B9-4C8D-8193-2CE8B7B80CA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244191A-6C3E-49D9-9D93-01066FEBC60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최단 거리의 ∞를 큰 정수로 표현할 때 완화 전에 확인할 조건 두 가지를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2A6AAF-8AE4-4216-975A-58428960E5DC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98679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C69EFB93-525D-4551-8E3A-C69F9FB4E94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796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출발 정점까지 도달 가능한지 확인하고, dist[u]+w가 자료형 범위를 넘지 않도록</a:t>
            </a:r>
          </a:p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</p:txBody>
      </p:sp>
      <p:sp>
        <p:nvSpPr>
          <p:cNvPr id="11" name="text-362.2-64">
            <a:extLst>
              <a:ext uri="{FF2B5EF4-FFF2-40B4-BE49-F238E27FC236}">
                <a16:creationId xmlns:a16="http://schemas.microsoft.com/office/drawing/2014/main" id="{51E583A1-4B11-4D56-BF27-2647BCE45E2E}"/>
              </a:ext>
            </a:extLst>
          </p:cNvPr>
          <p:cNvSpPr>
            <a:spLocks noGrp="1"/>
          </p:cNvSpPr>
          <p:nvPr/>
        </p:nvSpPr>
        <p:spPr>
          <a:xfrm>
            <a:off x="609600" y="3449955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21C677-66CD-4071-8C0E-D71E2A665D81}"/>
              </a:ext>
            </a:extLst>
          </p:cNvPr>
          <p:cNvSpPr>
            <a:spLocks noGrp="1"/>
          </p:cNvSpPr>
          <p:nvPr/>
        </p:nvSpPr>
        <p:spPr>
          <a:xfrm>
            <a:off x="1752600" y="3621405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10.2-64">
            <a:extLst>
              <a:ext uri="{FF2B5EF4-FFF2-40B4-BE49-F238E27FC236}">
                <a16:creationId xmlns:a16="http://schemas.microsoft.com/office/drawing/2014/main" id="{E2C9CC45-4EEE-4C24-967A-D845E1E0BB36}"/>
              </a:ext>
            </a:extLst>
          </p:cNvPr>
          <p:cNvSpPr>
            <a:spLocks noGrp="1"/>
          </p:cNvSpPr>
          <p:nvPr/>
        </p:nvSpPr>
        <p:spPr>
          <a:xfrm>
            <a:off x="609600" y="3907155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도달 불가 표식에 가중치를 더하거나 정수 오버플로가 나면 가짜로 작은 거리가 생길 수 있다. 입력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상한에 맞는 INF와 자료형을 선택한다.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B8E568AA-2D9C-407E-9D66-397BAE8489D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1A40E08-355B-429E-A5EE-B2D25277CD3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01B2875-E5D5-4A21-8D3A-2A3DF4BADFE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68E573-B173-4736-8831-C25D863E3F5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BD77F2-4F78-42BA-8E26-D4B91A911DB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DC1028C-8D2E-40DD-AF6F-3255654026A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2B28F81-88FB-472D-8ED8-E37ED63A20F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ADD9C75-B1C9-46AE-AC98-D7589B371C3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작업이 시각 0에 도착한다. 긴 작업 a가 짧은 작업 b 앞에 있을 때 인접 교환으로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완료 시각 합이 줄어드는 이유를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37B9EBD2-9541-45E0-9327-91A37DB8B56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702296-1D0B-4258-B947-B81DA862931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2CD4DD-37E4-4544-9EF1-01D5D15371B5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ACAD75-26BA-426D-BA21-ED109ECD406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exam-excluded-atm">
            <a:extLst>
              <a:ext uri="{FF2B5EF4-FFF2-40B4-BE49-F238E27FC236}">
                <a16:creationId xmlns:a16="http://schemas.microsoft.com/office/drawing/2014/main" id="{B18F303F-FDB4-BCCC-E238-D51A5A52C74A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A665CE9-4F37-4DC4-9D1B-B82DC99C6DE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DA8EED0-A5A7-40C0-B418-2E1456AF156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4AE2377-89AA-4C3F-875C-9EA61FF01BC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D55092-0E06-4367-973F-2E8EFF71A49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B255DD-A95D-4D2E-87B7-99676EA4641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BE196D6-94D6-4598-83BC-2FC903C653F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E246FA6-3C7C-4627-A881-CAAFE9E4C9E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DF087BB-0926-41AF-A170-AAE196877BB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모든 작업이 시각 0에 도착한다. 긴 작업 a가 짧은 작업 b 앞에 있을 때 인접 교환으로 완료 시각 합이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줄어드는 이유를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ED20E1-B48D-4076-A061-7A76A627D157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C8193CCA-8408-4BE7-B3E0-9C56A4198C92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a&gt;b일 때 두 작업의 합은 앞 순서 2a+b, 교환 후 2b+a여서 a−b만큼 줄어든다.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C573CA81-7D72-49E0-BA10-5570CFB33744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D249E2-0D26-4014-8A58-CC9011EF097A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47C3B373-1BAD-4A11-B858-27A784904010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앞부분의 공통 시작 시각은 상쇄되고 두 작업 이후의 시작 시각은 총길이 a+b가 같아 변하지 않는다.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AA1119F0-777A-B4A9-51CF-8AB8B90EA239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8153A7CD-C7A1-4D7F-8877-83DCC6171A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11103DF-38CA-47C4-A239-E755DC06649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7052043-6D03-47A7-882D-E1107C214C9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CCB06C-457C-450C-8BBF-42AFCAC02F9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8BD5BC-5673-4630-8939-F43494D7ECC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C7583D6-D588-414D-A345-F84A37BFAD7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8BBFA19-166E-4373-A453-FDF62F643F1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37D8803-8EA9-42C8-8323-1ADBAD4378C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예제 100개에서 탐욕 결과가 완전 탐색과 같았다. 이것만으로 모든 입력의 최적성이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증명되는지 설명하고 더 필요한 작업을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EFD159DF-A239-4A74-9BD7-1C88133ADED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ECFFF7-FAF0-4726-91D0-A6AEDA3CBA7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59FB6F-07B3-4B9B-9AED-8E691EB8AEC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AA2CA0-AB89-42E1-84F4-90856716349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7309FC7-737D-4AA1-B822-49B06667CCA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C34B349-E8C4-4129-B297-4F821652392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02586A5-EC03-4A45-B5DD-E4E5EEDF4BA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9F30BD-EC5B-40B5-9B8A-DF16E763323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858E9A-5A58-444F-B567-2F3FADA822A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9A2228D-5E7D-4068-9111-D6291BC3827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2FC31DB-480B-41E5-9396-E4C7E849A8E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D9C17E4-49DC-4D98-9D20-38CDFB98058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예제 100개에서 탐욕 결과가 완전 탐색과 같았다. 이것만으로 모든 입력의 최적성이 증명되는지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설명하고 더 필요한 작업을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BEC27A-33D7-498C-90FE-5F827C02095F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1A6B82E9-5065-477A-830B-FF06A202B560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증명되지 않는다. 입력 전체를 포괄하는 교환 논증 등 정당성 증명이 필요하다.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F2BF48BD-F37A-4E59-9E5F-417149BFADE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A6AFB6-F083-41E6-822B-723314DC728B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FC430A05-CF70-45D1-816B-5419496DFE4C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작은 입력의 완전 탐색 비교는 반례를 찾는 검증 도구로 유용하지만 시험한 범위 밖까지 보장하지는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03D1DA6-7773-455F-9B4C-1C444116900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A840F93-838C-4AFA-9895-0A60B9934C8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E2F8447-DFA5-4DAA-8641-DDB0509E79D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A45B68-0A37-490F-801A-18DB4FC17EF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B40612-9014-4F0F-A322-E3DE2D7F550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098FCE2-5A48-48E0-9773-4BA8093EA11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14DFB31-FB40-4650-8772-C1CC9748222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E8750FF-1F1B-44F0-9D12-6750F373DC2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coin_count(amount)는 {500,100,50,10,1} 동전을 무제한 사용해 amount를 만드는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최소 동전 수를 반환한다. 0≤amount≤10⁹. Python 또는 C 중 하나로 함수를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3E5947F-DDAE-4321-A114-A523398E96E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1460EF-0614-4EBE-83FB-7220606D393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8C436D-BBEF-47C1-ABE2-743AAF75721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0655D4-87F5-437A-B34D-A75FE931DC9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C020C07-7D9E-4979-94AE-D29DF11FE3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27DE387-29C8-40E3-9BB1-FF547192F29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683764E-055E-4DA4-9977-D06E70D730F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76BFE8-7F8B-4C3C-942E-5ACA04BD58E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F1C3B4-F4F8-4A3D-BCD8-687DC82AAD4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44C8B9B-0B27-477E-A5D9-82553509C2C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38C0CD5-DA14-4F12-A1A8-3F0B99364C4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0B715A7-7AF3-442A-9306-0D59A281E78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정수배 화폐 거스름돈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EB3389-EB75-444A-961C-03C6904C4D4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6D66FEE-57F7-426F-9621-4EE38F37F43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내림차순으로 몫을 개수에 더하고 나머지를 다음 종류로 넘긴다.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BF1121D5-21B0-4C9D-8E97-673475777CA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C7F276-4539-405C-B152-F8DB65E8B2D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13FA254-B423-4A9B-80CA-FF35291B9B5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고정된 5종류이므로 시간 O(1). 일반 m종류에서는 시간 O(m).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0A49A506-A938-4109-B9A7-3CB9BA3C0C2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6C2F3F5-6394-4D60-ABA3-5DD4D66DB3F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36E6E62-5D20-442F-AF04-F8E6BB38C86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255299-8241-4B96-A7EF-D42CBA731A9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E381D7-C77A-4D1F-AA3F-5BF3FF8D355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0A2658D-40B0-49F3-ACBB-163A082C831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59A9CD6-4032-4FDB-B111-C8A4D557120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183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AC64A26A-C53F-4FA4-8124-66D69238E52F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정수배 화폐 거스름돈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C1B77B-B149-4E24-93CC-B4D298D68F7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D7333983-B7AF-4C61-82E7-4E2AE008F97B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CBE188FD-0901-44D8-8E84-943B23566943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coin_count(amount):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A2ED12A2-E9EF-485E-A99B-803D35A5FA7A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E021D9E1-8B55-4066-AC2B-04C8A2D2B675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27F4DB41-8FE4-4168-B4A0-99F8EAE9C8E5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2FF73232-B87A-4553-A3FA-CFD13F1D0AC8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coin in [500, 100, 50, 10, 1]: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48AF368C-D359-496B-8CCB-E9ED864E4E0E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5DFB331F-2F79-43D6-830D-19AA22366D9E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count += amount // coin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B6C1DD5E-EC44-49E2-B480-203DB789CB42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470D7A46-D21A-4C08-8D0D-3AD4A469475C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amount %= coin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F0E0B869-2BFB-4E6C-89CA-6A88D609CB98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66E4559D-57CE-480D-9698-2DAACC1975ED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count</a:t>
            </a:r>
          </a:p>
        </p:txBody>
      </p:sp>
      <p:sp>
        <p:nvSpPr>
          <p:cNvPr id="22" name="text-635-64">
            <a:extLst>
              <a:ext uri="{FF2B5EF4-FFF2-40B4-BE49-F238E27FC236}">
                <a16:creationId xmlns:a16="http://schemas.microsoft.com/office/drawing/2014/main" id="{825AB6E5-569A-42ED-9C89-B9FBD6EA01FC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고정된 5종류이므로 시간 O(1). 일반 m종류에서는 시간 O(m).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28-64">
            <a:extLst>
              <a:ext uri="{FF2B5EF4-FFF2-40B4-BE49-F238E27FC236}">
                <a16:creationId xmlns:a16="http://schemas.microsoft.com/office/drawing/2014/main" id="{13C258FF-D447-4D74-BBB9-2D0F23BE2EE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C064ACF-04E6-46EF-B93B-724AB20F3AD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FCC1443-CD42-48A3-9EFE-16BCAE5A8C7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26AD5F-1ADF-4499-A958-A3667FC74BB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E4B3B5-BA42-4D1C-B036-424D9BA251D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3556B3F-F6CF-4B46-8F76-B9CE34B5B28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7379B0F-2563-46DB-B614-A17003D193F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184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3F08FEC5-3F2F-4587-9D84-A2864450B68B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정수배 화폐 거스름돈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8E8BD7-29E0-4692-8F74-03BAD6BAF248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7CFD8188-FA81-4248-B6C9-5FA0D5F08D74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757FD895-ECE4-49F0-BDD8-FF70B4ECF186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coin_count(int amount)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D7460148-0A73-40B1-BB01-0E3FA63AC6E9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ADBA584C-74BD-4CB2-ABEA-E5B8C36BD7E1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coins[]={500,100,50,10,1}, count=0;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8BA35540-79AF-4F84-A9AB-C52DD0DAE913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ABBD640B-A3EA-4AA5-B334-701DA273DDED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i&lt;5; ++i) {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980244E7-3278-45FC-830B-C2F1F182F0EB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61D0D067-0639-44A8-9AB1-6BAAAF33B58A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count+=amount/coins[i];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DBE0B24A-A011-4D95-B9FF-877C3C10A55B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F9C7B5F2-E57C-48B8-A8FE-1AF71A5031C4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amount%=coins[i];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21CF80C9-8365-41CD-8285-40F03189C777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2E57B6DC-BA9F-447F-B00A-E9D77564DF93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0A94F552-F342-4908-88A4-6C519EF9771A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FE537195-95C7-4DC1-A510-6E13803C6857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count;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22D68749-A7F8-4486-9CCD-5D015D811530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662EAC6E-FBBA-4F6E-8858-22CAF37FA28A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text-635-64">
            <a:extLst>
              <a:ext uri="{FF2B5EF4-FFF2-40B4-BE49-F238E27FC236}">
                <a16:creationId xmlns:a16="http://schemas.microsoft.com/office/drawing/2014/main" id="{A6EAFD9F-4092-4491-A8D8-4AE9EB1ABDA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고정된 5종류이므로 시간 O(1). 일반 m종류에서는 시간 O(m).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AD7E19DF-C7C1-4820-B813-42106E18A77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6671DE2-D619-4250-B702-132E6E3366E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D9B45E3-0C0F-4A05-ADA1-4365AAF6EA7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230B89-F8A2-4B15-9200-A2F4FC9AB68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36AD9D-5CFE-46BA-9FD0-A07470D26DC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DE1EF59-F565-412A-9113-233C7469C89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3CB8791-8907-4434-AB70-54A88166FDC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DEE1898-9A8D-409C-B5CA-6CCCE35CE4E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activities는 (시작,종료) 목록이며 종료 시각 오름차순으로 정렬되어 있다.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0≤시작&lt;종료≤10⁹, 0≤n≤1000. [시작,종료) 기준 최대 활동 수 activity_count를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반환한다.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A25FBD7-6B86-44CA-B409-FDA7ADD092E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5DFE3D-506C-4757-AD46-56042856656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5B7689-0C65-498C-9D8D-F3234E1C559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0B334E-33C5-417A-B01A-D17A333F86F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D897528-7004-4381-9F71-89BFBB225B4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51291FE-D72E-48BE-8361-7A02DF59CAE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CF2EAA5-9ABA-4105-B26A-FA8F2D766AA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49D559-1083-4070-AEF1-D3FD18420F7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240A2F-AD8E-4059-901B-C64B00E105F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71D6E18-1F87-4904-8163-5D528B6ED0D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17B872C-0EA0-48CF-9D1E-53FA7714367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3D52845-C548-413E-9307-2F9D1F116F1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선택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70094B-2A40-4B2A-9BAE-8A512B63501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37CDD78-09C7-4F3E-8725-300A9B7C0023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마지막 선택의 종료 시각 이상에서 시작하는 활동만 선택한다.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EE3CE3C-5B13-46C5-853F-A28384186CD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6F4DD0-D73F-4754-AE9C-2DCC79F43C37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BACCCA2-5D1E-4FAF-B21E-32F094F6ECC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정렬까지 하면 O(n log 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28-64">
            <a:extLst>
              <a:ext uri="{FF2B5EF4-FFF2-40B4-BE49-F238E27FC236}">
                <a16:creationId xmlns:a16="http://schemas.microsoft.com/office/drawing/2014/main" id="{8C717D09-89CE-41EC-AA59-3302C385C5C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4A22ED5-36DA-4287-A203-82C0FE0FCDE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311DF53-5363-4F0A-81D4-1CBC78DD2C1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400466-C89A-4EE3-B73B-99B0376D8F3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BE5A14-D720-4F9A-922A-2F282C11ED4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72E5C61-69A8-4DE3-AE5A-2C5D0F4EE74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F8C8D45-F8E2-49D9-BAB7-8D2C23C0EB7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187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116BD6FB-CF9A-4AFE-9764-B4597B06666C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선택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CCC62D-B054-4FE8-B252-C48D2A3A68D1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B1950A53-3B30-4B13-B55C-EECEDA3B8930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0C69B417-8300-4A5D-A8B4-E207AF28C6FF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activity_count(activities):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75299A57-CE21-42F1-AF54-8983BAE6A8C0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622B3D55-F0A9-4DCD-81B3-BC235C41E748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last = 0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C98D1B10-2F18-4861-A388-A7A45FB11314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DE73AC0E-D107-4869-8E60-ACA0ACEF4610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FA92E78D-70D0-4AFC-AE12-C77286140168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04D81A39-3423-4FE6-83AB-60294651E378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start, end in activities: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C82E302E-E088-46C4-999F-D2518AD1591C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E6479DDE-C49D-4987-963E-2CF813746BB8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start &gt;= last: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13D3EBF7-CC0A-40E1-8FA3-038ECE12AF6D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DBFE5A07-239B-4793-8D3F-DAE83749CB77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count += 1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E2E5A330-DB72-421C-B5B3-169379205FBB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C9A08D9F-30D8-48E1-9A49-C0BDFE6A1D7B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last = end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77F5950A-655A-4175-AC56-4BA266AA18BE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488440E3-3CDD-4B7C-A8E6-86463C1CDF28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count</a:t>
            </a:r>
          </a:p>
        </p:txBody>
      </p:sp>
      <p:sp>
        <p:nvSpPr>
          <p:cNvPr id="26" name="text-635-64">
            <a:extLst>
              <a:ext uri="{FF2B5EF4-FFF2-40B4-BE49-F238E27FC236}">
                <a16:creationId xmlns:a16="http://schemas.microsoft.com/office/drawing/2014/main" id="{780773CB-C1C3-4426-992F-13D7F43E053D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정렬까지 하면 O(n log 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28-64">
            <a:extLst>
              <a:ext uri="{FF2B5EF4-FFF2-40B4-BE49-F238E27FC236}">
                <a16:creationId xmlns:a16="http://schemas.microsoft.com/office/drawing/2014/main" id="{AB0AE57D-0F34-4A9C-AB20-2783895A4C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3271D23-CF5A-47D9-9CFE-6D05130E21C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8FC3E79-1B5B-47AD-A602-47A1271723F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655A6B-3487-4D6A-9F22-BC838ACD9F6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C4C9BD-D0D6-493B-81E2-0AC1A0AF914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DCEFE2B-C3E8-4586-BCBA-D46EDF6AEF1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FC7F104-7BF6-4B4B-8E04-249615FE7B8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188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20D2AF78-A83E-4E0A-8760-26BED0B3A9B9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활동 선택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AFADD3-E55B-4ED8-A8D2-CA70757D44E2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BA163D64-78C4-4C83-AFE9-5D9654BAC2CD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54EAE422-B85D-4044-BE49-3D48AB3CEA62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activity_count(const int start[], const int end[], int n)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D2D355D2-2B71-4096-BFE7-9C07D4518C1F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C0AA2D93-05EE-4D6C-A57D-CE38423DBEBC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last=0, count=0;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46CEB7AB-244E-4E46-A253-494B620AFBCD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047C1736-2149-4B73-BD45-E56DEAC1E338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i&lt;n; ++i) {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9B26831F-B110-45F5-9FCF-D3A9D996BC0A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249E80D3-F0A5-49E0-9BCE-F114D74D6B84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(start[i]&gt;=last) {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3128E0C2-31CD-4846-A2DC-071D2F2FECAF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9D19CF57-EAA7-41D3-A2F3-EEEB630166B5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++count;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258AA08F-5D67-41B9-B4DB-3EC6C93C192A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7EA28D2A-7573-4086-B1C5-8E0B72EBAFA1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last=end[i];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25F64AEC-89CB-42B4-9B0E-12D1EF918F8D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86702648-AF7F-46B2-835F-D644531900D0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52935350-4BA2-418D-8932-DF35A022A4F7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3CA19AEB-1FEC-446F-B363-9B0906962B12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9CEDCB01-F5E2-4591-8AA5-D52114E7ED87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5CFE5407-AD60-4AE0-B6D4-BDD0D64D067D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count;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CC15608B-D1E3-402D-A02E-42EDB5F6BE26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AE26947E-8F4E-437D-99BC-819F00F08192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text-635-64">
            <a:extLst>
              <a:ext uri="{FF2B5EF4-FFF2-40B4-BE49-F238E27FC236}">
                <a16:creationId xmlns:a16="http://schemas.microsoft.com/office/drawing/2014/main" id="{6E4AC7F1-603D-406B-878D-538F7EB68027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정렬까지 하면 O(n log 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725B5FE-A162-4D56-BF7E-92FD8D34FB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EA1F7E7-44E6-402B-B5A2-163158E07E7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0FA201C-1D02-47B8-966F-6E414B4C23A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7E2C0A-2E9C-4ABD-9A81-03138BDAFCA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7CF5B-5A94-4EE6-B880-0CFF2B9BAFC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2023186-6A13-4873-AF22-05DDC179DF2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67A0EF9-9BDF-44D8-8D67-03A81A20EFC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A695BDD-CC61-469B-9917-F889D6202C7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(무게,가치) 물건 목록은 가치/무게 내림차순이다. 무게·가치는 1..10⁶, n≤1000,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0..10⁶. fractional_value가 최대 가치를 실수로 반환하게 하시오. 오차 10⁻⁶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허용.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3E12CB4D-0CE3-4467-89C4-0D575BC6F7E5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EAB84D-00EF-41BA-8346-73AC203F4B9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E8AE26-FEF6-493D-AF82-D65A8E247378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7915BE-D967-4B15-A372-4F3C47861E8E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88ECEB1-6CA5-4E74-B4C3-F0620AFD932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5437F2A-0FBD-4DCF-AAB6-4B15FD35844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881C7A0-75CD-4373-B9BA-EEFD29F25D1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9AB73-6F0A-4349-A607-42E63CE4615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953730-F1C8-4EC0-BC01-30C1000AD95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A410F35-0D0D-44E0-9CB0-EBE9D1FA62B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51F7C0A-5C2D-4CEF-AE0A-D65038FE2E2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97E5DC6-2DD9-4EC6-A7C6-99AB5B226F5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 배낭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2DD455-DC3D-4C8B-9015-A11D150722F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6D4E809-6217-48E1-9B70-EB4C404BBB7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남은 용량과 물건 무게의 최솟값만큼 담고 비례 가치를 더한다.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C29B259-203D-411C-A091-9F6BA3ACECA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96A693-A01E-42C8-84C9-49AC94B74B2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5DAB63B-AE3C-4987-9EE4-27A1CCC723B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나누기 전에 실수 연산으로 전환한다.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8-64">
            <a:extLst>
              <a:ext uri="{FF2B5EF4-FFF2-40B4-BE49-F238E27FC236}">
                <a16:creationId xmlns:a16="http://schemas.microsoft.com/office/drawing/2014/main" id="{BD8ECF2F-8AFE-45B5-86AA-A1202472919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BCCEA10-43A3-4C31-869F-8E7F15C73BB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D5AA9EA-2516-4383-87C3-FD2415B93B4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9A1F9E-5679-49C2-A4E4-2BEEF0F91E6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17E828-159B-41E0-972B-FD862133114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4EC1DFB-8428-4D56-AA30-DEE177D2EAA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6AD53DF-73CE-481F-AB5D-1A71F559D0B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191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D5F20EFF-46CE-4FB9-866E-E6AE385B0629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 배낭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A38EA-189B-45C6-813B-331FB57A63AA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D91EE4EC-6E52-42B2-96D7-84A2FA436A98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58EFAE54-2A9B-42B9-9561-B1573CBFA52F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fractional_value(items, capacity):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F4D44C55-6B04-4DF2-A2DE-CAB222EEC2EB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FC154037-5F52-44DA-A4B0-92C0D4E4E8C2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value = 0.0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2AC3F37E-A754-4FBD-AF57-D100F2535BB8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3D2F63AF-40E9-4097-A8F2-43618072C784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weight, price in items: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34C60506-7DA5-48BD-80D5-1E4F15E7CA98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76881285-5544-4829-82B0-6A6F6739D4C4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take = min(capacity, weight)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73A573CB-5A34-45EC-9C09-E011C992DF48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CD1345A9-A2C6-4079-91A0-46F43501F2AC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value += price * (take / weight)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2D2A8805-508B-459A-B33D-54D2989BAB1B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978E989C-A1DE-4E08-80F7-0546D5247F83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capacity -= take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EE5E920A-B01F-4DFE-B7DD-F557E25CF650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A55AA45C-1834-42BE-A628-4EA0BCC8BEAB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capacity == 0: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009AB331-4DC0-4945-86B4-2029D124D88C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334E4930-1D59-4797-8BEB-E5341B974081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break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C19F3324-9ACC-4EDD-B840-168322B4179B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70E5D658-B049-4243-A1C1-26FFC161DEC8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value</a:t>
            </a:r>
          </a:p>
        </p:txBody>
      </p:sp>
      <p:sp>
        <p:nvSpPr>
          <p:cNvPr id="28" name="text-635-64">
            <a:extLst>
              <a:ext uri="{FF2B5EF4-FFF2-40B4-BE49-F238E27FC236}">
                <a16:creationId xmlns:a16="http://schemas.microsoft.com/office/drawing/2014/main" id="{D0FE9628-00F1-46E2-B745-CA87771CDA06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나누기 전에 실수 연산으로 전환한다.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28-64">
            <a:extLst>
              <a:ext uri="{FF2B5EF4-FFF2-40B4-BE49-F238E27FC236}">
                <a16:creationId xmlns:a16="http://schemas.microsoft.com/office/drawing/2014/main" id="{D09C83B0-FA61-4B39-BA65-632467842C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92656D0-EE39-4EBE-B67C-224935BC323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AA1613E-5BA1-4116-800A-85CB1DECEF0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C2056B-D405-4FCF-AAF8-9A00A3525B8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A913C7-E02E-4379-99C3-6F515130F59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354C1A2-E2C3-40D0-9050-0CC2AD25271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18F4E78-E0B6-48D1-AC39-FE3704EC90F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192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699F0214-D9D0-4C67-A45F-B0894D7D4758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가능 배낭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D5C5E2-B936-44FC-A2C1-4A676CA969C0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3B0D7E4C-2896-4D29-BF89-C361F829064B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9480AD32-BCC3-4399-B5A3-81B69B2DB48F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double fractional_value(const int w[], const int v[],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6A3C9CBC-CFFE-4956-B2A0-37C4A633985B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C3C9AC40-9C47-4D0D-8570-E2DA8D071892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 int n, int capacity) {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00C85402-8477-4C3A-BB3F-C52A7E148AD5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93E23514-01D2-4D99-BD19-313E82BEF651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double value=0.0;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828E3BF3-DEBC-4F5C-962D-6676A9B636E1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0B6E824F-2B87-476C-9354-332A7680BD24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 &amp;&amp; capacity&gt;0; ++i) {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11C7BB0A-E289-4FAD-8170-903FB610E866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C4F200AD-9FF5-465C-AF38-E58DF6F163CF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take=capacity&lt;w[i] ? capacity:w[i];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0697B916-C94C-4E66-91AA-6DB7F47DB49F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31E328F0-03DA-4D31-8285-52F19E52E12E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value+=(double)v[i]*take/w[i];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DF98E719-8D71-485B-8F19-09FD5ACAA93D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C64D5D41-FCD8-4D41-9E00-92F2AEECD1AD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capacity-=take;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C3737947-1D9C-44F1-B18E-F7AE0ED54DDD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8195E8F6-70DC-416E-8FF3-8C01D267EE30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74712405-2E3A-40EE-B002-CE2A01E120E0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A58E64E9-8887-4553-B2DF-1295C5DD0F88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value;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A6666BE3-C35C-40F5-A4F6-42F8CC2736C1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FE34F74B-5463-408B-8C77-08F4BADF4CF0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text-635-64">
            <a:extLst>
              <a:ext uri="{FF2B5EF4-FFF2-40B4-BE49-F238E27FC236}">
                <a16:creationId xmlns:a16="http://schemas.microsoft.com/office/drawing/2014/main" id="{2D6C0991-672C-4F7E-A55C-E35FB28AAEEA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나누기 전에 실수 연산으로 전환한다.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2251B2B6-26DC-409E-BDB1-10F32738831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E8335D1-0A9B-4BBF-BDDA-BF0A476D1B6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EF8D681-FCC7-46FA-A5A2-C70E1CBFEE7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6050DB-B95B-4BCC-BEC6-26BBC419803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74FA93-345F-4AED-A6FA-E736307539C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D21DE50-2740-4B69-B615-390F2C5BD43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9DCFA70-9E8B-40CC-A4DE-8B945285BC9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35C3131-8118-4FF3-BDB1-A5B9BF9DC7F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parent는 0..n−1 정점의 유효한 분리 집합 숲이다. 루트는 parent[r]=r이다.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n≤1000. Python의 재귀 제한은 충분히 크게 설정되어 있다. dsu_find(parent,x)는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대표를 반환하고 방문 경로를 압축한다.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F811DF9-89D2-4003-A08A-E788E7EB69F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8DBB01-3C12-4C18-AD66-04A7B4273AD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25C91B-6F6D-4065-A3DE-1ACCE74F2CB1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8CEC4AC-62ED-4052-8021-2C8761C820B0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coding-practice-excluded">
            <a:extLst>
              <a:ext uri="{FF2B5EF4-FFF2-40B4-BE49-F238E27FC236}">
                <a16:creationId xmlns:a16="http://schemas.microsoft.com/office/drawing/2014/main" id="{BFF119F9-7C77-D45D-6CF2-9526DC456897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C4FB15A-2B1A-417C-97BE-35672519B1A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345BA8D-C599-41BB-A35C-3210995670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80043F0-E13A-4ED9-8C39-225925EF752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516F42-DB95-4A55-82B8-5F0E94D1AE4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67DB9F-69B5-46E6-9285-16E35AB9E48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93CCBF0-4965-46B9-B4BB-D92FDB2F74E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E411C65-A511-4284-BF60-B529143F635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235EA60-97C2-4B0D-9AF1-579039D22B1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경로 압축 find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D48526-ACE4-40DB-919B-58917812FBD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A16D572-08CF-47AF-82E9-225030862EE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루트까지 재귀로 이동한 뒤 돌아오며 각 부모를 대표로 바꾼다.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03868017-C7C3-4044-8EC6-6ED8C9CBF48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BDE0AD-15B0-441B-A845-2B46BD774919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B6BA874C-D7F9-4AC1-813D-929EE0D1A1A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호출의 최악 시간 O(n). 경로 압축만으로 모든 단일 호출을 O(1)이라 할 수 없다. Python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재귀 제한은 입력 깊이 이상으로 설정한다.</a:t>
            </a:r>
          </a:p>
        </p:txBody>
      </p:sp>
      <p:sp>
        <p:nvSpPr>
          <p:cNvPr id="15" name="coding-practice-excluded">
            <a:extLst>
              <a:ext uri="{FF2B5EF4-FFF2-40B4-BE49-F238E27FC236}">
                <a16:creationId xmlns:a16="http://schemas.microsoft.com/office/drawing/2014/main" id="{5E3876F1-8959-D7D0-C613-EB857C924195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28-64">
            <a:extLst>
              <a:ext uri="{FF2B5EF4-FFF2-40B4-BE49-F238E27FC236}">
                <a16:creationId xmlns:a16="http://schemas.microsoft.com/office/drawing/2014/main" id="{2D6A4B73-D3D5-4BC9-9CDD-9D39FEAC174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BAF86A1-63DE-4E8F-8CEA-039E0EA5727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CE57128-509E-47D4-A3AF-29A9A6583CD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BB0129-5CC8-485F-AFA0-5EE82023CAF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631AA5-7031-4A92-95BD-E13D07A6B50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210A1DD-B659-4D31-B092-CE5F981C537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2FF8C0F-4C16-48F5-A412-D0863A8E396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195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CEFD1D96-DC5A-4B39-8973-8E94EE0748FE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경로 압축 find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C2E8AC-2003-4214-906D-F4A6ED8620D0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44208689-66EA-4D30-AA5B-ACCF46DAF2AB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499D5325-9753-4289-B9B2-CDD60F9DCB22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dsu_find(parent, x):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36C5B9BD-A4CC-4B24-A1A2-CFD4DB074D17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54CFA3AA-4565-4C04-ABBA-AB50FF180B4C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parent[x] != x: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2A5C5E8D-218A-4074-829A-15B2FFD4D8F2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3756992D-0C51-44B6-9720-2AE21AD19D26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parent[x] = dsu_find(parent, parent[x])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056538B2-DEFF-497A-9054-198294F2B784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DFF7C1D8-7EB8-4540-91EC-0432D9883165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parent[x]</a:t>
            </a:r>
          </a:p>
        </p:txBody>
      </p:sp>
      <p:sp>
        <p:nvSpPr>
          <p:cNvPr id="18" name="text-635-64">
            <a:extLst>
              <a:ext uri="{FF2B5EF4-FFF2-40B4-BE49-F238E27FC236}">
                <a16:creationId xmlns:a16="http://schemas.microsoft.com/office/drawing/2014/main" id="{E0B8A30E-D805-43D1-907E-0C45FFDAD0CE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호출의 최악 시간 O(n). 경로 압축만으로 모든 단일 호출을 O(1)이라 할 수 없다. Python 재귀 제한은 입력 깊이 이상으로 설정한다.</a:t>
            </a:r>
          </a:p>
        </p:txBody>
      </p:sp>
      <p:sp>
        <p:nvSpPr>
          <p:cNvPr id="20" name="coding-practice-excluded">
            <a:extLst>
              <a:ext uri="{FF2B5EF4-FFF2-40B4-BE49-F238E27FC236}">
                <a16:creationId xmlns:a16="http://schemas.microsoft.com/office/drawing/2014/main" id="{7508FA13-3F5B-B1BB-69EC-DCBE03BF0BF0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28-64">
            <a:extLst>
              <a:ext uri="{FF2B5EF4-FFF2-40B4-BE49-F238E27FC236}">
                <a16:creationId xmlns:a16="http://schemas.microsoft.com/office/drawing/2014/main" id="{DDF0411C-5832-46CD-B607-E41624F68C8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BF15168-164A-41DE-A811-E138F18C2D6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B8FA658-90CF-4170-B155-F8463390217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1C8ED8-37DC-47F0-8C58-51EBEDD71DC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E560A1-B521-4220-BDE1-D7F28E1C9D2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93F5A78-815F-4FD1-8EFC-C2D5FAFF8F6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C84548A-5EF8-43E5-89EF-FBAB98B7614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196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0C91B12E-3EF1-4DCF-A138-5C07A145F700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경로 압축 find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643203-8F91-4B05-9E8F-45A4B9D8E50B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94E8CA3E-F5E6-4B61-951A-8C362621036A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F360813D-475C-474E-9B91-A3A30B6F6008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dsu_find(int parent[], int x)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D1759316-1514-4AD9-ADF3-74A1814CAA1D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7745F8A5-1204-44CC-9766-6DC0885CBF61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(parent[x]!=x)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0A062300-6FE8-4F58-952D-549591915493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1FC53726-B38A-4079-B1EF-DDC6F68BD5CC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parent[x]=dsu_find(parent,parent[x]);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F51B2571-9F33-4942-9537-D695CF4C8943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80F3A34A-875F-4EF1-9ADC-671E61EC9FF5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parent[x];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2A5D9AD4-30E4-46ED-B9F4-98E4FC330DFF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58269F76-AECD-4414-A17D-CFD3C2965F3B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-635-64">
            <a:extLst>
              <a:ext uri="{FF2B5EF4-FFF2-40B4-BE49-F238E27FC236}">
                <a16:creationId xmlns:a16="http://schemas.microsoft.com/office/drawing/2014/main" id="{34324920-76EE-4472-BCF8-491F0D4CE865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호출의 최악 시간 O(n). 경로 압축만으로 모든 단일 호출을 O(1)이라 할 수 없다. Python 재귀 제한은 입력 깊이 이상으로 설정한다.</a:t>
            </a:r>
          </a:p>
        </p:txBody>
      </p:sp>
      <p:sp>
        <p:nvSpPr>
          <p:cNvPr id="22" name="coding-practice-excluded">
            <a:extLst>
              <a:ext uri="{FF2B5EF4-FFF2-40B4-BE49-F238E27FC236}">
                <a16:creationId xmlns:a16="http://schemas.microsoft.com/office/drawing/2014/main" id="{614FAFCE-B00D-0643-D1B6-9F57383902F5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3459FCE3-07DB-4428-AC6A-F24840C76C2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236B78E-554E-4F5C-B795-C46A1968276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9A0CFB4-6E8E-4C80-866F-71EAF713CF9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4C3A9-D13D-45BF-A724-280333FC980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3A7A8D-70AE-4F1D-BB8F-20B4FCB707A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E535BD3-CF82-48EF-B87B-D6B89337CE5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4E2DD46-B08B-4C4F-9E17-8EBCE960DBB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3DE004F-1095-4DFD-9020-D8953ADC090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1≤n≤1000인 무방향 그래프의 간선 (u,v,w)은 가중치 오름차순이다.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−10⁶≤w≤10⁶. kruskal_cost는 MST 비용을 반환한다. 연결 불가면 −10¹⁸이다.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dsu_find는 제공된다.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26B66AF3-EA56-4DA5-88BB-4D0434D3C47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C67D96-16BA-4402-92BE-0AEC924C81D2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F58362-0470-4B57-AA0A-3B7B15B479C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B5131A-6176-46AF-822D-7E97A7CF366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2962B712-F738-4F82-BA03-6A7CC265D1E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B7ACA93-386B-43E4-83E6-2FF6F74B037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ABA0864-421F-4D3A-9D32-360150314E2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E6A4F0-4B9E-4DF5-96B1-E9F197B7C5E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28E0E8-ECBC-492D-9232-182BB23906B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DA1111D-33F0-480F-BB2B-3775F8E9BD9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419EEC5-1EE0-46BB-B197-C8C1E436CC8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449F55B-EA93-4ED9-9D7D-E1AAF265C97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Kruskal 최소 신장 비용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BC56A1-5897-4A14-B2C8-FC2961DBBF7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BA3D350-5B9C-4678-AA5F-C0A8B7576FF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서로 다른 집합을 잇는 간선만 선택한다. 선택 수 n−1을 확인한다.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4429C30-183F-42DD-B2DB-7847C7CF291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BF1207-50C6-46AF-A8DF-435E3269F25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B2038415-F05D-4332-A9E6-FE469E0C263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1≤n≤1000. 이 구현은 랭크 병합이 없다. 보수적 시간 상한 O(n+mn).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28-64">
            <a:extLst>
              <a:ext uri="{FF2B5EF4-FFF2-40B4-BE49-F238E27FC236}">
                <a16:creationId xmlns:a16="http://schemas.microsoft.com/office/drawing/2014/main" id="{565316CF-ACC8-4633-8220-10991BF5758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988D21E-2750-4F08-83B2-A5C1284FBFB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7CB0FC8-8431-4D6E-913D-8D2FAEC3516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4D76A3-0D3F-4EE7-86DE-41FB1A93E6C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90FB2A-8E20-4BA6-AD4F-548E88CB533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4324610-47A8-408F-934D-F9E1C744992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9133582-9D8C-42D1-A6F3-8F363DFF67A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199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E301A582-58AC-49C5-A25B-61CA3C3B3B06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Kruskal 최소 신장 비용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527B94-53F8-4900-878D-04618737BDC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F0026F6F-DA12-4A98-AE32-1348C55F25A3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BF96A18E-38D1-4265-97D9-33A4D0D9B58B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kruskal_cost(n, edges):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7826F36E-9C00-49F4-9098-BAB178C72687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D40D2188-30A8-46E1-BBBD-354215526CAA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parent = list(range(n))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71D43503-E437-488D-8CF5-1ED758FECC04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5F8F48D4-B561-48FC-94E4-23B90350E5DB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cost = used = 0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A5F40045-6942-4D82-82FA-439096E59F60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58CDD286-9DD9-427D-AC32-FC6D1E10693B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u, v, w in edges: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3C0919E9-F316-4BF5-81DE-7914D158AAD0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1EC3895B-7C60-4ED7-A391-4260BCD0CC4D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ru, rv = dsu_find(parent,u), dsu_find(parent,v)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F963F5C4-64C0-4384-8405-06066554AFD8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FF88276E-D83D-47F0-B04B-008C6C42D08E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ru != rv: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6F88FC96-8711-4665-B2B8-36B4596C32DA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44197E5E-2F8B-4BE4-99C0-B181CF80B01F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parent[ru] = rv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04F88915-F53C-4A21-B01B-2415EF1B0F72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BA355025-4694-40DA-B18E-1AAF4FFE03CF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cost += w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4D573746-F679-4CE0-A203-1DADC8CAFB9B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ED3CF7DB-5A24-4108-959B-E8E9038791F1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used += 1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FEFD55AE-DCAF-4779-A417-67E22F040AD3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07865719-AFB8-4E00-B18B-1ED4BA9C35C6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cost if used == n - 1 else -10**18</a:t>
            </a:r>
          </a:p>
        </p:txBody>
      </p:sp>
      <p:sp>
        <p:nvSpPr>
          <p:cNvPr id="30" name="text-635-64">
            <a:extLst>
              <a:ext uri="{FF2B5EF4-FFF2-40B4-BE49-F238E27FC236}">
                <a16:creationId xmlns:a16="http://schemas.microsoft.com/office/drawing/2014/main" id="{460D3F8D-5600-487B-A4E0-45003DB419EE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1≤n≤1000. 이 구현은 랭크 병합이 없다. 보수적 시간 상한 O(n+mn).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28-64">
            <a:extLst>
              <a:ext uri="{FF2B5EF4-FFF2-40B4-BE49-F238E27FC236}">
                <a16:creationId xmlns:a16="http://schemas.microsoft.com/office/drawing/2014/main" id="{7628671C-2A48-4829-9B19-0C6D35934CD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05BBC3D-77BD-4A48-8ED4-78FBB36FD3E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D0571D4-A176-49A0-A3C3-97F8C6EAD22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6F9FA6-36CB-441B-B732-4C89369F122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A6A482-BD91-4908-BF5E-B21E7B025C5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BA346D9-CDBA-4629-BAD1-092C221D561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800790C-4843-458A-9023-7FB8C3AC7D4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200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0578075F-5FF2-47A3-9ED1-DDA97D530141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Kruskal 최소 신장 비용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8EBFDD-BD9F-4E60-AAD4-296D9C4D4CAD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811E821E-D5F6-445E-912D-C166C710D000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D281053E-D35D-4068-BF54-CEDA48837A19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kruskal_cost(int n, const int edges[][3], int m)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342E74EA-7151-4A21-B5FA-846CC908D81D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93EA2AFD-BC37-481D-85B8-F41E1257C35D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parent[1000], used=0;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12CB936B-9F60-40D7-B339-8A2DE3ECF2A8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69174676-46EE-4910-B6C1-A46E57685DC9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cost=0;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B53AC6C2-B0BA-4948-AA95-B55DBCA55874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3DE8C570-8DA0-4EA6-8AA6-99645A356D73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i&lt;n; ++i) parent[i]=i;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87A2BF41-8199-4492-9C25-799FFEB25B84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4C27845D-D447-4C3C-B6C5-FB5690F0DE8C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i&lt;m; ++i) {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9BD0B8A8-25EE-439A-B6C1-F913EC51D1CE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0D7C7DCC-E328-41E7-8C2D-E924F08BEEBD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ru=dsu_find(parent,edges[i][0]);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A9A1C9C5-77E2-44F9-AF85-718FC34B2D7B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638DB556-E466-4816-91A6-E7620A595736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rv=dsu_find(parent,edges[i][1]);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39859943-DB40-4581-9D2E-D4B384ABEE3A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810796FE-B39B-497D-AC99-A3DA3F120512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(ru!=rv) {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B7D4FF2E-4B7E-41BE-9D4B-6BBBE5C037EA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46C75EFF-EC87-439D-847A-29FFD360C03A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parent[ru]=rv; cost+=edges[i][2]; ++used;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F7D3E92F-22F2-4364-BD29-39ABAEB941A8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AA42EE13-C5E6-48E2-8A15-E35AE0752CF0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9D8D8448-FD05-4074-976A-3FBCE76818A3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3C43DC65-BD05-4A0E-845C-A94E9D01DD67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D6755D09-7925-452B-A665-CD9E26EF834D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1AFF42A6-597E-45DF-84C1-B3AA5EE414DA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used==n-1 ? cost:-1000000000000000000LL;</a:t>
            </a:r>
          </a:p>
        </p:txBody>
      </p:sp>
      <p:sp>
        <p:nvSpPr>
          <p:cNvPr id="34" name="text-468-81">
            <a:extLst>
              <a:ext uri="{FF2B5EF4-FFF2-40B4-BE49-F238E27FC236}">
                <a16:creationId xmlns:a16="http://schemas.microsoft.com/office/drawing/2014/main" id="{D77092D7-9923-4ED2-B001-1AFE43A2527B}"/>
              </a:ext>
            </a:extLst>
          </p:cNvPr>
          <p:cNvSpPr>
            <a:spLocks noGrp="1"/>
          </p:cNvSpPr>
          <p:nvPr/>
        </p:nvSpPr>
        <p:spPr>
          <a:xfrm>
            <a:off x="771525" y="44577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>
              <a:ext uri="{FF2B5EF4-FFF2-40B4-BE49-F238E27FC236}">
                <a16:creationId xmlns:a16="http://schemas.microsoft.com/office/drawing/2014/main" id="{9F191740-2B4E-4B9E-B0ED-65BB46032316}"/>
              </a:ext>
            </a:extLst>
          </p:cNvPr>
          <p:cNvSpPr>
            <a:spLocks noGrp="1"/>
          </p:cNvSpPr>
          <p:nvPr/>
        </p:nvSpPr>
        <p:spPr>
          <a:xfrm>
            <a:off x="1285875" y="44577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6" name="text-635-64">
            <a:extLst>
              <a:ext uri="{FF2B5EF4-FFF2-40B4-BE49-F238E27FC236}">
                <a16:creationId xmlns:a16="http://schemas.microsoft.com/office/drawing/2014/main" id="{66FDDCA9-F8AB-4C01-8BFE-F796DBC0B3E7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1≤n≤1000. 이 구현은 랭크 병합이 없다. 보수적 시간 상한 O(n+mn).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326CC5D-746E-4962-B36E-B2100A594F8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9250430-8F4A-455C-A622-B93F4FCFD46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F89F07E-A9CE-4348-BC84-1C04F11EFF5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013820-E4CE-4BB5-A8F3-205F5298171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E2F288-2878-419F-82A0-CBFD90B29DD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C7128A5-2D8D-4BAD-BDF5-3C247FF834C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4AF4EEF-54BC-46A9-884A-BAC65B63B86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201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5F5016A-2F58-4539-BD6C-F85D0883485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거리 dist와 확정 여부 used가 주어진다. 미확정이며 거리가 INF 미만인 정점 중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(거리,번호)가 가장 작은 번호를 pick_vertex로 반환한다. 없으면 −1. n≤100,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INF=10¹⁸.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EA68EEA3-D846-4A6F-807F-3B6BD16889A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995B5B-49AB-4696-B5CC-BA819ED12A3C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0D0C3F-C7DC-4821-AD37-FBEC3A7BCD95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3FCE36-496B-429A-83EC-8A930963C428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coding-practice-excluded">
            <a:extLst>
              <a:ext uri="{FF2B5EF4-FFF2-40B4-BE49-F238E27FC236}">
                <a16:creationId xmlns:a16="http://schemas.microsoft.com/office/drawing/2014/main" id="{A3627F4D-9CCD-313F-9D05-B0168B57FA8C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433CE76-A6A7-4802-B88D-51DB2284E94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A89205F-9187-475B-9E72-51E97EE9383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8E3CE1D-5BF0-4965-B0AB-A147037B14F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5D0688-55CF-4D0B-BC9A-DE78411813C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752E25-A60E-485B-BCFB-AB5699059BF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F47B4B2-584E-43E2-8462-D99A1D28F71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E82B39D-7E5B-4FBD-BCB5-4836AB78439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202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6240AD5-F2AC-454D-BCFF-D7452CC8C26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 최소 정점 선택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BEE903-35BC-43B6-9933-5DF213F8C08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4A172F9-A239-401C-8AF5-4BE168F4E88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번호 오름차순으로 순회하며 더 작은 거리에서만 후보를 교체한다.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666D7BC-EA71-4B92-8F3E-B228BD776D4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7DF249-8D52-42E7-853F-1A53BD2ACCB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2900586-6698-4B97-BC35-18625145E77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 동률에서 기존 번호를 유지한다.</a:t>
            </a:r>
          </a:p>
        </p:txBody>
      </p:sp>
      <p:sp>
        <p:nvSpPr>
          <p:cNvPr id="15" name="coding-practice-excluded">
            <a:extLst>
              <a:ext uri="{FF2B5EF4-FFF2-40B4-BE49-F238E27FC236}">
                <a16:creationId xmlns:a16="http://schemas.microsoft.com/office/drawing/2014/main" id="{B08A5825-4578-B713-B2E6-F6C93E5404FB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28-64">
            <a:extLst>
              <a:ext uri="{FF2B5EF4-FFF2-40B4-BE49-F238E27FC236}">
                <a16:creationId xmlns:a16="http://schemas.microsoft.com/office/drawing/2014/main" id="{936397E0-63F7-40A6-8A68-B4FD443A843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5AA9E36-9E4F-49B6-9F3B-054018BA58E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B0C78F7-9F2C-409E-83C6-F8341B5A757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DAE853-3944-4C3C-95B2-B5EC75FF2F9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B5D840-D1C0-4697-91A7-27838298F3A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DA8986C-C388-4895-9E69-320CCD07767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EB91235-0D38-43F1-A11A-6FC32D15D7F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203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27014AF7-8ED2-4526-830F-1B5CB2821EA8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 최소 정점 선택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FC3EC2-1189-444C-AE16-5E64E83EA8A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685E6726-C1DC-4B0D-ABB2-A44E6D27AAE9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6522F524-92E8-4329-98C5-4A9E2FA6976D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pick_vertex(dist, used):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EABB91D8-DDE6-450C-AC70-55609AF3DA1D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67417F3A-2142-44CD-AC47-BF646652A7CF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best = -1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5184108F-A3A7-4229-BF8C-9F21EAC32189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FB0ED0AB-4897-4A11-8C7B-D06CEFDBFBFD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i in range(len(dist)):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70A33C65-015B-4E81-AAF8-72EDFB64CF5E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7675EF3A-2146-40B8-BDC1-D663E13E9E63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not used[i] and dist[i] &lt; 10**18: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62F090D6-77A9-496D-87A5-D4B0CB37AF8A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97CC6FA4-D2F7-46FE-B99F-942B55540DEC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best == -1 or dist[i] &lt; dist[best]: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FD5D015E-9A3E-4FAE-BD25-D2B12F5A8CDC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1B9E6E03-B866-4C59-914F-AEF76D4D363B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best = i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321B32D1-57DA-4014-8F6B-88A88FED905C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E917FF5C-EBE2-467E-8A23-11C0F2C9E9DB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best</a:t>
            </a:r>
          </a:p>
        </p:txBody>
      </p:sp>
      <p:sp>
        <p:nvSpPr>
          <p:cNvPr id="24" name="text-635-64">
            <a:extLst>
              <a:ext uri="{FF2B5EF4-FFF2-40B4-BE49-F238E27FC236}">
                <a16:creationId xmlns:a16="http://schemas.microsoft.com/office/drawing/2014/main" id="{2406E4CE-CEE5-4EB7-8491-CA8544420796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 동률에서 기존 번호를 유지한다.</a:t>
            </a:r>
          </a:p>
        </p:txBody>
      </p:sp>
      <p:sp>
        <p:nvSpPr>
          <p:cNvPr id="26" name="coding-practice-excluded">
            <a:extLst>
              <a:ext uri="{FF2B5EF4-FFF2-40B4-BE49-F238E27FC236}">
                <a16:creationId xmlns:a16="http://schemas.microsoft.com/office/drawing/2014/main" id="{82D489D3-847F-7CBB-8C0B-8203DA19CB99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8-64">
            <a:extLst>
              <a:ext uri="{FF2B5EF4-FFF2-40B4-BE49-F238E27FC236}">
                <a16:creationId xmlns:a16="http://schemas.microsoft.com/office/drawing/2014/main" id="{3F9C0BD6-AC33-4711-9C36-6BFB9524CF4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F109816-B8FC-4370-88E6-D600F6DB81E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E075BF1-B4E4-4FC0-8E05-10336B2DB80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A58EED-ABFF-4A3D-80BD-952874254AA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CD4CC9-5553-4623-A4A5-D8B57560AF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EB7C940-3148-4D6B-B68D-4C12A658AFC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9D55B53-B526-44DB-ACF6-F69F3ED84DC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204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83239484-466E-4056-9B5D-68E42E8C6C89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Dijkstra 최소 정점 선택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A8E046-7013-4154-A18B-BC3119B855EB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11BEB8E1-08F4-4090-9365-D949AEBAF4AB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45BD7AD0-B200-4103-BFA7-F7C5C2321A50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pick_vertex(const long long dist[], const int used[], int n)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DD8110A5-F726-453E-9CFC-8A644D823A99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0778F69E-6EE5-4D2A-B4C8-625F713BB6AF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best=-1;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5E7630A5-456F-4087-8CA2-C3A20C989CA6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FDB6C6CE-D41B-479F-8B9D-821A671AD4EF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i&lt;n; ++i) {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241D5EC6-CA3A-40AD-8969-911B33A48498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886B44BE-760D-457E-9F51-161ED8417B41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(!used[i] &amp;&amp; dist[i]&lt;1000000000000000000LL) {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3E80CA40-37BC-46C1-A18B-272A03BF2FE4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FEB7F27D-40D1-49A9-AB2D-FEDF167FE39C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(best==-1 || dist[i]&lt;dist[best]) best=i;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81B2F754-F191-46B1-8C20-0E204BF64264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91FFEEFB-254F-4750-9DB0-983C7773CD81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BED5085F-8161-4C69-BD19-D0D0D7DCA2B5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FEF3C44A-1209-45E8-8CDD-5F4A2B107B93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C379EA97-5746-4B6F-B28D-0201296924AE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BB902FF8-0464-4A9C-9A6E-F5C1BE053CC9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best;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39393551-782E-464B-9EB0-7C260741D5C7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C26F5B83-45B4-4D5A-A109-F5CF563B4A3C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text-635-64">
            <a:extLst>
              <a:ext uri="{FF2B5EF4-FFF2-40B4-BE49-F238E27FC236}">
                <a16:creationId xmlns:a16="http://schemas.microsoft.com/office/drawing/2014/main" id="{397D687C-9180-45DB-934A-0CD9DDBD8AE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 동률에서 기존 번호를 유지한다.</a:t>
            </a:r>
          </a:p>
        </p:txBody>
      </p:sp>
      <p:sp>
        <p:nvSpPr>
          <p:cNvPr id="30" name="coding-practice-excluded">
            <a:extLst>
              <a:ext uri="{FF2B5EF4-FFF2-40B4-BE49-F238E27FC236}">
                <a16:creationId xmlns:a16="http://schemas.microsoft.com/office/drawing/2014/main" id="{198E489D-6791-1A6D-76A1-7BE2AA6CADC7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6236E28-24D2-4696-AA88-2D671D40FE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EA43AC7-7E39-48BC-8430-F8F797192C8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4F3CBF3-FCFA-4DCA-B97D-A22429F716D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7A1DF3-916A-4C34-B99B-61FEFCF4429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AE7425-C3BA-4EB4-A484-12B884F5E33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5332CEE-0E45-4414-8A09-E650BD75190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ACB2C41-CD8F-44CF-A8C5-E0989340D70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205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262091E-3C34-42D9-BDA8-293DCD1EE81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1≤n≤100, 0≤s&lt;n. g[u][v]는 방향 간선 가중치 0..10⁶이며 −1은 간선 없음이다.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dijkstra(g,s)는 거리 배열을 구한다. 도달 불가는 10¹⁸. C 열 폭은 100.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pick_vertex는 제공된다.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C49175B-E31E-47D1-810F-384CAC1E2AA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714504-539C-4D29-954E-B0DFB2683F0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48E45B-7306-47FE-A2F0-469FB158858D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699CE4-3AB5-458E-93B5-8420828EB26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coding-practice-excluded">
            <a:extLst>
              <a:ext uri="{FF2B5EF4-FFF2-40B4-BE49-F238E27FC236}">
                <a16:creationId xmlns:a16="http://schemas.microsoft.com/office/drawing/2014/main" id="{CF6BCA53-C8F2-131B-A33D-46764DD2A014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17EA76C-20CA-4577-A7D3-C483EC76539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F41B312-604F-41F1-BC6D-6CAB3BEDD2D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69B87A4-77D2-4967-A735-BC6254F67C4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9E2AC3-9B0E-458D-8193-23460797A1E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F40B83-6284-451A-8676-42570D4D241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D685B59-457A-4D5A-A816-0503971A2A9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5409C58-55EF-482B-8770-6052F05DDA9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206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7A242F6-A92C-4B72-B38D-5066BAD8936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행렬 Dijkstra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E5E684-D439-4174-8AD6-B197EFC2F40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708C225-26A9-4231-BB35-73223E31074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가장 짧은 미확정 정점을 선택하고 존재하는 간선을 완화한다.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D6BD3FD-7DBB-40F0-BE28-9B5B67E5F7D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8855C5-447F-431D-BEF5-7C82231E9750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667B4DF-50AA-4E86-8936-75EB6070B97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O(n²). 주어진 상한에서 거리 덧셈은 long long에 안전하다.</a:t>
            </a:r>
          </a:p>
        </p:txBody>
      </p:sp>
      <p:sp>
        <p:nvSpPr>
          <p:cNvPr id="15" name="coding-practice-excluded">
            <a:extLst>
              <a:ext uri="{FF2B5EF4-FFF2-40B4-BE49-F238E27FC236}">
                <a16:creationId xmlns:a16="http://schemas.microsoft.com/office/drawing/2014/main" id="{4FA86C99-A8E0-6A0E-E535-9E792D440F7A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28-64">
            <a:extLst>
              <a:ext uri="{FF2B5EF4-FFF2-40B4-BE49-F238E27FC236}">
                <a16:creationId xmlns:a16="http://schemas.microsoft.com/office/drawing/2014/main" id="{C960D52C-0E30-46C6-9F92-DC2C4E50909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E4444E5-62A1-40AC-8431-A46AFC4B187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A629B68-14E9-4F48-ADD6-0A1CF86668A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79F587-D66E-4D23-A1FC-7032F878A69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D6FC02-946F-428F-A8DD-4DAA264639E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B0945F9-691C-4DCB-8CCB-9D4885259CD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390008A-F6FA-45CD-9091-1BFE1881D48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207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D6EDDF9F-0EE2-467C-B10B-088934331316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행렬 Dijkstra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C698E1-48ED-4739-8EE9-178A9D31E49C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C9729C2F-9283-4ABF-8E01-BF9A4BF73797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4C7539E6-7286-4418-8CE1-FEC53E2F9B93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dijkstra(g, s):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94A88BD6-1454-4E51-BEAC-59FAC720F2CE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7FC97794-0412-4B24-9237-D62047811518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 = len(g)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C80D1ADE-01AE-439C-A50D-38DD8379AC8B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09B60F64-1143-415A-AF07-719087750729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dist, used = [10**18]*n, [False]*n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6E25BD93-DA84-4345-A65C-3562AC4C9D35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5FAC6265-799A-4B6C-868C-DF0004B8AE10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dist[s] = 0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942F688A-917F-4AC8-A114-A9D16785848D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3106D053-E486-451B-8461-F743960AD49F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_ in range(n):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56BFBA7D-3F19-43FD-B4B1-7BE25C7A43C2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801B927C-671A-46E1-8ED4-0EB424450A8D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u = pick_vertex(dist, used)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92C5C632-9A87-492A-B71F-547F62157A9E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47D4E4BD-A8F3-47E6-BE81-33CECD769AB4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u == -1: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A2AEEFC0-3259-4CC7-9E20-9CAE1C741766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153FCB71-B6B0-4645-AD2F-05C7BF372D1E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break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95FD4F32-977F-41BC-841C-414D21F2AECE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F95A0CE0-654A-413B-B031-B97B46F23F52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used[u] = True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E039B03F-CD66-46A0-B58F-A13A3338FA47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0CDCFB16-089C-40FE-B09E-A65B189BAF53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v in range(n):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BD6DD34F-E6EE-4B85-BB5A-1C7A65912ED3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5DA21C35-270D-42D4-9BEF-F66D1ABBB819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g[u][v] &gt;= 0: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F1C5C931-1A1F-4720-8AFC-C3022D85895C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D77697A0-0B1D-4FE2-8327-3FF0F9137DB7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dist[v] = min(dist[v], dist[u] + g[u][v])</a:t>
            </a:r>
          </a:p>
        </p:txBody>
      </p:sp>
      <p:sp>
        <p:nvSpPr>
          <p:cNvPr id="34" name="text-468-81">
            <a:extLst>
              <a:ext uri="{FF2B5EF4-FFF2-40B4-BE49-F238E27FC236}">
                <a16:creationId xmlns:a16="http://schemas.microsoft.com/office/drawing/2014/main" id="{FFFB5389-1E72-40F5-88E4-45720BA502F6}"/>
              </a:ext>
            </a:extLst>
          </p:cNvPr>
          <p:cNvSpPr>
            <a:spLocks noGrp="1"/>
          </p:cNvSpPr>
          <p:nvPr/>
        </p:nvSpPr>
        <p:spPr>
          <a:xfrm>
            <a:off x="771525" y="44577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>
              <a:ext uri="{FF2B5EF4-FFF2-40B4-BE49-F238E27FC236}">
                <a16:creationId xmlns:a16="http://schemas.microsoft.com/office/drawing/2014/main" id="{3B3D0A8A-CDE0-4F71-BA1C-B7A62CFC707A}"/>
              </a:ext>
            </a:extLst>
          </p:cNvPr>
          <p:cNvSpPr>
            <a:spLocks noGrp="1"/>
          </p:cNvSpPr>
          <p:nvPr/>
        </p:nvSpPr>
        <p:spPr>
          <a:xfrm>
            <a:off x="1285875" y="44577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dist</a:t>
            </a:r>
          </a:p>
        </p:txBody>
      </p:sp>
      <p:sp>
        <p:nvSpPr>
          <p:cNvPr id="36" name="text-635-64">
            <a:extLst>
              <a:ext uri="{FF2B5EF4-FFF2-40B4-BE49-F238E27FC236}">
                <a16:creationId xmlns:a16="http://schemas.microsoft.com/office/drawing/2014/main" id="{C4DC6CB5-C08A-4292-A6CD-F105DB8D3F03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O(n²). 주어진 상한에서 거리 덧셈은 long long에 안전하다.</a:t>
            </a:r>
          </a:p>
        </p:txBody>
      </p:sp>
      <p:sp>
        <p:nvSpPr>
          <p:cNvPr id="38" name="coding-practice-excluded">
            <a:extLst>
              <a:ext uri="{FF2B5EF4-FFF2-40B4-BE49-F238E27FC236}">
                <a16:creationId xmlns:a16="http://schemas.microsoft.com/office/drawing/2014/main" id="{B9261CA5-27C1-5663-A1FF-591ADBA39047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-28-64">
            <a:extLst>
              <a:ext uri="{FF2B5EF4-FFF2-40B4-BE49-F238E27FC236}">
                <a16:creationId xmlns:a16="http://schemas.microsoft.com/office/drawing/2014/main" id="{F712A684-3B53-468D-98A8-E5655196198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546B286-94B6-44DE-B3B4-E8830B7371B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668D308-13FD-4290-A2E7-77DE85CE60C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F364C8-72FC-4D34-B0A9-713E4FD0C94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4252CE-9374-42FA-8D66-8EDCF3CC14E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9FDEA5B-1DDF-4D84-8CA2-74C27B69998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7D5BB68-AC3B-4B67-B15A-422DC07B74D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208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8687ADFB-009B-40CF-88AC-3C7F3EE94C64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행렬 Dijkstra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AAB05F-0340-42E4-91F2-A0760867509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4000EA38-5E20-4A43-80B2-FB3E0A18E85B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6790CD37-4842-44DA-953A-1D71F0762D06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dijkstra(const int g[][100], int n, int s, long long dist[])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501618E4-68EB-4A87-916B-C64D92BC1A73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212F5BF8-82F3-47E7-BF48-87980CBC6762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used[100]={0};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BE907158-C70B-4C20-A770-CAE248A2DAFE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236D03FD-C590-471E-B6E3-75C8950FAD05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i&lt;n; ++i) dist[i]=1000000000000000000LL;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1CA76EA3-4A48-4BC6-872A-9B9229D4958D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28B2D24E-34D0-4CC9-8322-8A7D3E028E8A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dist[s]=0;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F49C0D36-380E-405A-B6D7-63010BA701A8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B323273C-27C5-4E94-9959-CFC5740A08C1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step=0; step&lt;n; ++step) {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C6CF67DC-494E-4D38-A8E2-43362D19C376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219A53BD-16CA-4980-B0F6-3E6BE9C9B1BF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u=pick_vertex(dist,used,n);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0E020F2D-5876-40EF-8236-151CDB2694C9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BD9A5E02-7250-4DA9-A9DF-BC37F93FD841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(u==-1) break;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B7EB0AD3-38E8-4CC5-AABF-17500E23C77A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83A9F5FB-27CE-4B47-9944-D9318FEDE4D5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used[u]=1;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C61FAB7E-BE05-4E0E-8677-48BB2124E432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D1A314AE-58D3-4357-A957-94694E67957E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v=0; v&lt;n; ++v) {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5F13EF1E-6526-4B7B-8727-B3AD49CDEE04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9E6F741D-4A26-4982-A14F-271B870F489E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(g[u][v]&gt;=0 &amp;&amp; dist[u]+g[u][v]&lt;dist[v])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ECD65E2C-0FCD-4A4C-B8A1-5DC1DDBE5AE6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193B5375-F6A5-4940-8955-9C289AD6F7BF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dist[v]=dist[u]+g[u][v];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AAC12452-6D6B-477B-810F-F3CDC4C50A8B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4C14562D-4C7E-4AB5-ABB0-F0E818DCA46E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34" name="text-468-81">
            <a:extLst>
              <a:ext uri="{FF2B5EF4-FFF2-40B4-BE49-F238E27FC236}">
                <a16:creationId xmlns:a16="http://schemas.microsoft.com/office/drawing/2014/main" id="{C712F3AF-ABE1-4BDD-9146-960EFF31A537}"/>
              </a:ext>
            </a:extLst>
          </p:cNvPr>
          <p:cNvSpPr>
            <a:spLocks noGrp="1"/>
          </p:cNvSpPr>
          <p:nvPr/>
        </p:nvSpPr>
        <p:spPr>
          <a:xfrm>
            <a:off x="771525" y="44577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>
              <a:ext uri="{FF2B5EF4-FFF2-40B4-BE49-F238E27FC236}">
                <a16:creationId xmlns:a16="http://schemas.microsoft.com/office/drawing/2014/main" id="{3E1D89BC-7768-4DD5-945C-8878AE14EBC8}"/>
              </a:ext>
            </a:extLst>
          </p:cNvPr>
          <p:cNvSpPr>
            <a:spLocks noGrp="1"/>
          </p:cNvSpPr>
          <p:nvPr/>
        </p:nvSpPr>
        <p:spPr>
          <a:xfrm>
            <a:off x="1285875" y="44577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6" name="text-488.5-81">
            <a:extLst>
              <a:ext uri="{FF2B5EF4-FFF2-40B4-BE49-F238E27FC236}">
                <a16:creationId xmlns:a16="http://schemas.microsoft.com/office/drawing/2014/main" id="{C7A3ABA7-1E6A-4E3B-8367-372BE503E327}"/>
              </a:ext>
            </a:extLst>
          </p:cNvPr>
          <p:cNvSpPr>
            <a:spLocks noGrp="1"/>
          </p:cNvSpPr>
          <p:nvPr/>
        </p:nvSpPr>
        <p:spPr>
          <a:xfrm>
            <a:off x="771525" y="46529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37" name="text-488.5-135">
            <a:extLst>
              <a:ext uri="{FF2B5EF4-FFF2-40B4-BE49-F238E27FC236}">
                <a16:creationId xmlns:a16="http://schemas.microsoft.com/office/drawing/2014/main" id="{32CC96B9-C63D-4AB4-9206-8D59C3F0D4C0}"/>
              </a:ext>
            </a:extLst>
          </p:cNvPr>
          <p:cNvSpPr>
            <a:spLocks noGrp="1"/>
          </p:cNvSpPr>
          <p:nvPr/>
        </p:nvSpPr>
        <p:spPr>
          <a:xfrm>
            <a:off x="1285875" y="46529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8" name="text-635-64">
            <a:extLst>
              <a:ext uri="{FF2B5EF4-FFF2-40B4-BE49-F238E27FC236}">
                <a16:creationId xmlns:a16="http://schemas.microsoft.com/office/drawing/2014/main" id="{B6BD0843-2F3C-426A-9DBD-224A0916A575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O(n²). 주어진 상한에서 거리 덧셈은 long long에 안전하다.</a:t>
            </a:r>
          </a:p>
        </p:txBody>
      </p:sp>
      <p:sp>
        <p:nvSpPr>
          <p:cNvPr id="40" name="coding-practice-excluded">
            <a:extLst>
              <a:ext uri="{FF2B5EF4-FFF2-40B4-BE49-F238E27FC236}">
                <a16:creationId xmlns:a16="http://schemas.microsoft.com/office/drawing/2014/main" id="{3BE7180C-C41C-9213-62F9-21D67A2BA074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69A0BCBA-3427-4509-97D5-999FD736BB0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035AF4E-336B-4C2A-9584-75020719EB7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8E147AA-25C7-40E3-A9C6-6545E9B337E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1B13C8-3E4F-4A6C-923F-7E42F12FDFA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D07B6D-68D3-4D98-BD93-4A3EFF1D096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BCE6167-5596-41E3-9BED-D27A0DDA387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3E29302-09CA-4120-B02E-C11CB1816B7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209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F41BA55-8692-4DE3-BBA1-D3F5BD19DF8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n=2..50인 완전 무방향 거리 행렬 d, 가중치 1..10⁶(대각선 0)이다. 0에서 시작,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동률은 작은 도시 번호로 고른다. nearest_tour는 귀환을 포함한 휴리스틱 비용을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반환한다. C 열 폭은 50.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0F8463AB-6750-429D-8B81-921632441DB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C94DE4-BFE7-47BA-8A27-3B469470F69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DA4F59-0F52-4BFE-8FB9-F5165095970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06474C-AA45-42D2-9D04-D8161408F105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coding-practice-excluded">
            <a:extLst>
              <a:ext uri="{FF2B5EF4-FFF2-40B4-BE49-F238E27FC236}">
                <a16:creationId xmlns:a16="http://schemas.microsoft.com/office/drawing/2014/main" id="{A4EF1961-845B-F32A-41FE-9ADA00F8789F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1D38FEF-435A-4E0B-8B78-0CD19B0A735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CA2E436-B0B4-4CD2-8C9E-611EA590674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3BFE9CF-098C-4B98-8F2D-40073DFCC2B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E483AC-9498-4CE0-832E-EA6E8CC4D03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6F34AA-83A7-46A2-9EE7-735EC759A20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6265BF9-0B1B-4F3D-9263-270F619B83C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AF79938-7042-4828-B566-5118E2131EB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210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823EFD7-2014-40E7-B693-D7174D5537B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최근접 이웃 TSP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C7F71E-3F0D-4CF2-AF3F-A5127F54932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7BCA73A0-679E-4D65-9C92-40C76F37A33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매번 가장 가까운 미방문 도시로 이동하고 마지막에 0으로 돌아온다.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8E2F01C7-A66D-47A5-9917-DFEBD5C0B59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C6DF86-10A5-4FD3-BAC9-1CD649C2339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0843EE4-AFF3-4515-8022-FB74102993E5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O(n²). 최적 TSP 비용을 보장하지 않는다.</a:t>
            </a:r>
          </a:p>
        </p:txBody>
      </p:sp>
      <p:sp>
        <p:nvSpPr>
          <p:cNvPr id="15" name="coding-practice-excluded">
            <a:extLst>
              <a:ext uri="{FF2B5EF4-FFF2-40B4-BE49-F238E27FC236}">
                <a16:creationId xmlns:a16="http://schemas.microsoft.com/office/drawing/2014/main" id="{85217CD7-15BD-FA8D-2799-795777947A65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28-64">
            <a:extLst>
              <a:ext uri="{FF2B5EF4-FFF2-40B4-BE49-F238E27FC236}">
                <a16:creationId xmlns:a16="http://schemas.microsoft.com/office/drawing/2014/main" id="{ED5D6EEB-58AD-4B1E-A7C0-34FD99AFD53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EBD3AD1-00F0-4627-ADD7-1C44F1E8BC6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6E89F23-DA47-4C19-9247-C4249C59CEA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0A75F4-40BD-4255-A307-F25E5FBB0C1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6BB960-84A5-4B72-B88B-8476D42493F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4988FA6-49ED-4262-A6CB-16629522A76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BA4613C-C31A-4516-B7D2-F9FECEF05A5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211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4428E371-9F61-4E1A-9977-385E6373350F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최근접 이웃 TSP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2E478A-6D86-4F87-86E0-8B60BE565E66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A9A169E2-3B2D-4D35-B112-65738DF68893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322AD0B9-FAE5-4ACF-88D7-3A94C3FC0A48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nearest_tour(d):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C7B6D49E-AB1E-42D0-B98A-97B6665290F1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7D92C0D3-1870-4BE8-BD40-DDB565BDFC63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 = len(d)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98A267A4-686D-4CF6-8767-7977E99E5A28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25B7C9BE-8F5E-47D6-9C04-ADF2BE928CAD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used = [False]*n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DDE09C00-AD33-4D85-A576-C134BB1E9A67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6CBCB0A1-D5F4-4B7B-9E20-CE4307EBADCB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used[0] = True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B7697544-0465-4E16-A7DB-3E1D67B867A6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FD5E343F-3C18-4DE1-A2C0-45F59F0E33E2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u = cost = 0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C9E311F5-EB2D-4D2B-8D2F-8977CF6069F9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3094BE55-A463-43D6-A669-B9BCE4ED6DA1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_ in range(n - 1):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8EF1AE5E-7B85-44B8-B539-58847EF756D7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C6DF37A3-9293-47BB-83D7-61451E5385DE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v = min((i for i in range(n) if not used[i]),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04773DBD-5567-4348-88E2-F87D4C9B372D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0B0E55DD-2C4D-4BEE-A4BA-BB68E1DFE1FE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key=lambda i: (d[u][i], i))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E926AD13-62F5-44A5-8B3E-A838BCF82885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44C8A886-B19B-4E5C-8A5A-61778B302D75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cost += d[u][v]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52B9D4AC-1178-46AE-A993-54C82F6B4838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0C7DFC16-0A1C-4D2D-B7EC-411CFD05924A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used[v] = True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0240BCCD-2C31-4092-B207-E18705D2DCE5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1809473E-1182-4FBA-87BB-749AA5EC13EF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u = v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55AE6A64-696E-43BA-AA0A-321305A32B5F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A22E5113-30C6-4126-9391-700C11D2773C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cost + d[u][0]</a:t>
            </a:r>
          </a:p>
        </p:txBody>
      </p:sp>
      <p:sp>
        <p:nvSpPr>
          <p:cNvPr id="34" name="text-635-64">
            <a:extLst>
              <a:ext uri="{FF2B5EF4-FFF2-40B4-BE49-F238E27FC236}">
                <a16:creationId xmlns:a16="http://schemas.microsoft.com/office/drawing/2014/main" id="{6CFDB6CB-D878-4179-998B-5B01C935BE13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O(n²). 최적 TSP 비용을 보장하지 않는다.</a:t>
            </a:r>
          </a:p>
        </p:txBody>
      </p:sp>
      <p:sp>
        <p:nvSpPr>
          <p:cNvPr id="36" name="coding-practice-excluded">
            <a:extLst>
              <a:ext uri="{FF2B5EF4-FFF2-40B4-BE49-F238E27FC236}">
                <a16:creationId xmlns:a16="http://schemas.microsoft.com/office/drawing/2014/main" id="{63A3213D-6E85-5B85-187F-048483299B21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-28-64">
            <a:extLst>
              <a:ext uri="{FF2B5EF4-FFF2-40B4-BE49-F238E27FC236}">
                <a16:creationId xmlns:a16="http://schemas.microsoft.com/office/drawing/2014/main" id="{9E752CE2-0384-4DFC-BDD5-25A94754AA4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D422ECE-359A-40E7-9F12-022B945C819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8B5FE51-49A8-4393-99F7-A9A38171E35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4F03A5-4DDF-43D3-B225-21080EC4A2D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DC4833-1065-49F7-80C9-AC0447600F8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D4F4CA9-3697-48ED-9BC1-F744684E939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F175768-54AB-48E8-9556-AFFF1CF60B8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212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0E257D98-DAAC-4FA5-A8DC-762D0302F259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최근접 이웃 TSP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3339F4-314C-4346-A68A-15ECD3F28D2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CEC11537-1A3D-426B-8E9C-3B415E802005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E489CB91-A0D3-43FA-A0B4-D37977AD7C9E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nearest_tour(const int d[][50], int n)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B2B84E3C-CA4D-49D2-AFC4-17BAC2FD5EEE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DBBBBE87-CB04-4407-85BA-22658A4B125A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used[50]={0}, u=0;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A9D1830D-C603-4395-9DC0-C05323977A6C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F93DE7B6-57DE-487F-A07C-0B18394E0313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cost=0; used[0]=1;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DD448F02-DB03-4507-9259-2981742F8CCA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512CDF5B-244D-4FE3-BABB-4E78F2E013BD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step=1; step&lt;n; ++step) {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52A3892C-269E-4F85-AA86-A621A310208E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AEF4F0D0-0061-48A8-9B55-AD6AB4E293AA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v=-1;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44D17DB6-6DB4-41D6-84BF-4D62AE7AB2A9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3F537395-A019-4103-8017-53A8C3FD56C2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i=0; i&lt;n; ++i)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313C6A75-B320-4D1D-8B8C-A7E51BFB25D4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EF13FE66-01CB-4578-ACCC-8C252094A500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(!used[i] &amp;&amp; (v==-1 || d[u][i]&lt;d[u][v])) v=i;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795CBFBF-D9E5-49B6-BA7E-4A1FE2166F1D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38B27474-A763-4443-BFC9-3D1DE50078AD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cost+=d[u][v]; used[v]=1; u=v;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D027E08A-232D-4765-9739-BF788E14A911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C81F500A-827B-4FA8-ABCE-A5D92709EB51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B876496D-B342-49B5-880A-C189E3B1004B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637B4D23-1622-4984-9C96-5A5CEA029B47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cost+d[u][0];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7CA2C08A-FD69-4738-A8F9-739D253610F4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F985E38C-9FDD-47AB-A2C5-EC7E086D7B0F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2" name="text-635-64">
            <a:extLst>
              <a:ext uri="{FF2B5EF4-FFF2-40B4-BE49-F238E27FC236}">
                <a16:creationId xmlns:a16="http://schemas.microsoft.com/office/drawing/2014/main" id="{4F46EF4E-412D-4B0A-B662-CDC10B377528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O(n²). 최적 TSP 비용을 보장하지 않는다.</a:t>
            </a:r>
          </a:p>
        </p:txBody>
      </p:sp>
      <p:sp>
        <p:nvSpPr>
          <p:cNvPr id="34" name="coding-practice-excluded">
            <a:extLst>
              <a:ext uri="{FF2B5EF4-FFF2-40B4-BE49-F238E27FC236}">
                <a16:creationId xmlns:a16="http://schemas.microsoft.com/office/drawing/2014/main" id="{78228DDE-92E4-E7A3-F1D2-FFBEABD327A8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코딩 실습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A29BCFB7-9E2E-4337-9850-4AFD76AD145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9AE96FB-B862-4511-972E-72A3D4FB46C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A507B3D-A34F-4FB3-A6C9-B2F711EBF26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CF2C6B-0DEA-49BE-A16E-2959288C557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186F3D-0C38-4583-8B06-294F59135BA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CB2BB0F-F236-4880-A9F3-F92AD9CF0DD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3B83B49-5C98-47A9-BCD0-91376F03C16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213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9963993-2B8E-47BB-B255-91AF30278D8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모두 시각 0에 도착한 작업의 처리 시간 a가 오름차순이다. 0≤n≤1000, 시간 1..10⁶.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completion_sum은 이 순서의 완료 시각 합을 반환한다. Python 또는 C 중 하나로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1348121-04BF-40D4-99F8-9F51AD8C5B0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448220-8FEA-413F-B457-7A5BA496B90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B7077-2527-4B95-88F1-09B347C23EF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AE7AFC-658B-4A08-A18A-120A1DE19D1B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exam-excluded-atm">
            <a:extLst>
              <a:ext uri="{FF2B5EF4-FFF2-40B4-BE49-F238E27FC236}">
                <a16:creationId xmlns:a16="http://schemas.microsoft.com/office/drawing/2014/main" id="{7C77C48F-A7B4-54CE-7142-D757B36AE61F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34EA65A-0F84-47F6-BC08-1DF0A9D44EB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51308A0-2550-4B5A-AFE8-09A5D9892F2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A24EB58-2AE0-4E87-AB93-155D78FB79A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D03F61-96A7-4EC3-A177-32C5C2158F4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E1AFE6-C049-4883-8840-58F1C29E90E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97E15A2-2A31-4334-9367-82856DDE491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CC8B9C8-D63D-4049-898A-6482F64D000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214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F94C3BD-A8CA-4BF6-BCD4-9136D69913F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완료 시각 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025F24-B7EC-4001-8ADA-D464923F758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F592E76-2AB6-44E8-AB38-1DC62138208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시간 누적합을 구하면서 각 누적합을 다시 더한다.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A0FAD96-B495-4F01-87F1-86401AB08B2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4D8A4C-E174-4A28-BEC3-CE35BA7A864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73957D0-94BE-41BE-B46E-C50EA807B3FB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최대 합 500500000000은 int 범위를 넘는다.</a:t>
            </a:r>
          </a:p>
        </p:txBody>
      </p:sp>
      <p:sp>
        <p:nvSpPr>
          <p:cNvPr id="15" name="exam-excluded-atm">
            <a:extLst>
              <a:ext uri="{FF2B5EF4-FFF2-40B4-BE49-F238E27FC236}">
                <a16:creationId xmlns:a16="http://schemas.microsoft.com/office/drawing/2014/main" id="{067C1618-9466-4FCF-FAFC-0EBAEAD98A72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C3E4DD11-0ED7-4393-BE44-F079814840A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3F468BA-E7BA-42BC-8834-4AA0CD0C8E6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853E174-22D5-4785-BFD9-BA569307F85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9EE685-CBD4-4A8A-A821-781AB5D7762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80CED3-701F-428A-A680-D4081AFD458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70CC1D9-6709-4949-A595-C4C633DF03B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4B3659F-0DA5-4E02-A2A3-E09A3EEC852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215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1D925CD4-FC6D-4296-8C39-81CAE5012E49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완료 시각 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56A843-BB42-4070-AD69-9616C36FDE34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BB74D279-E037-4E24-A238-7A41EBE238F7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19F46324-59F9-42C3-9181-4B3A6B95167B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completion_sum(a):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7793FC1E-417C-43D3-ADC8-045F24A42D73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B455F0FA-B7B9-4DD5-974F-9B43351F476C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elapsed = total = 0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AA798B31-9F14-46EE-A13B-206883FBB0E0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E8AE688D-9D3B-4D41-85EC-975216EA8C9B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duration in a: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5CE314A3-2564-40D1-837E-C5EA8B86BA55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DF1AEA9D-DB8C-4423-A7F2-87CDEFE5D27A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elapsed += duration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3869EFE2-2467-44FF-9DCD-67DB7DA10FDE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47F900DA-9F2E-4135-8DC1-CB0F83FC59A6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total += elapsed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D1600B18-8AF8-4465-A012-C03CCA6D6D43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658C2D7E-C122-44CA-A5F0-90BAA86E0B1F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total</a:t>
            </a:r>
          </a:p>
        </p:txBody>
      </p:sp>
      <p:sp>
        <p:nvSpPr>
          <p:cNvPr id="22" name="text-635-64">
            <a:extLst>
              <a:ext uri="{FF2B5EF4-FFF2-40B4-BE49-F238E27FC236}">
                <a16:creationId xmlns:a16="http://schemas.microsoft.com/office/drawing/2014/main" id="{B59162A1-65A7-49F9-862B-D30D47DEB517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최대 합 500500000000은 int 범위를 넘는다.</a:t>
            </a:r>
          </a:p>
        </p:txBody>
      </p:sp>
      <p:sp>
        <p:nvSpPr>
          <p:cNvPr id="24" name="exam-excluded-atm">
            <a:extLst>
              <a:ext uri="{FF2B5EF4-FFF2-40B4-BE49-F238E27FC236}">
                <a16:creationId xmlns:a16="http://schemas.microsoft.com/office/drawing/2014/main" id="{35306660-A77F-DF08-FE85-174C63E81A0D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28-64">
            <a:extLst>
              <a:ext uri="{FF2B5EF4-FFF2-40B4-BE49-F238E27FC236}">
                <a16:creationId xmlns:a16="http://schemas.microsoft.com/office/drawing/2014/main" id="{02C6F57D-6016-407B-B216-BD252B0796C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1F9A15B-1B7D-42FB-84B2-F131ED1960E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C1E5FE7-CBF0-4327-95CF-FFE485A821C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4DBC3F-C3BF-4CF7-9474-FC905F737F3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07B84E-E0B2-427D-9005-2807500EB99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0FBC894-24F6-471E-B832-88253BF729C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C810ACF-4AFB-4C87-B78A-3C6DF57A42C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216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ADBC2FD8-D6B4-4C08-ABED-32A45868DD71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완료 시각 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FB7723-47C0-4313-BF43-355D9A9D6EB8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A31C13B5-83AF-41C5-8351-56F749D7A21D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E71AFDD0-B19A-4FC3-98C8-34AE8841E9E1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completion_sum(const int a[], int n)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25BA026D-842F-43A7-A5F2-3D1D234D3C98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68A14B35-AAE3-4237-BB72-C2ECAB670272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elapsed=0, total=0;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4CAD8305-46A1-4A8D-ACA8-6CF311E414AE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183B47FE-BA38-4E3C-BB44-F6C2D6170E3F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i&lt;n; ++i) {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1BF48632-1BD8-4EBF-A4BE-45C5DB0C8C9F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3BC252E2-FB25-4943-BC5B-ABE97549B954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elapsed+=a[i];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F8C3DFB5-A9FD-4160-B4C9-FD28683D1638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65BC36E8-92C7-4EB9-A29A-3D58323B8573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total+=elapsed;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CCD430BE-0730-48D8-B198-74D6A88AE5D3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87B7A673-F440-4247-ADF2-6A90F4F8AE95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7AC04AD8-A22E-4F4D-8419-992A294A6DD1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15D91762-F057-4794-9625-5EE69F71B422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total;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4E32B2B6-C223-462B-AF5E-A7137327EF27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A71F3F7D-0698-49E6-B272-2F41BBF56747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text-635-64">
            <a:extLst>
              <a:ext uri="{FF2B5EF4-FFF2-40B4-BE49-F238E27FC236}">
                <a16:creationId xmlns:a16="http://schemas.microsoft.com/office/drawing/2014/main" id="{CA8C7AE3-67F6-450C-8E40-7EE5F08AE390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정렬된 입력에서 시간 O(n). 최대 합 500500000000은 int 범위를 넘는다.</a:t>
            </a:r>
          </a:p>
        </p:txBody>
      </p:sp>
      <p:sp>
        <p:nvSpPr>
          <p:cNvPr id="28" name="exam-excluded-atm">
            <a:extLst>
              <a:ext uri="{FF2B5EF4-FFF2-40B4-BE49-F238E27FC236}">
                <a16:creationId xmlns:a16="http://schemas.microsoft.com/office/drawing/2014/main" id="{861EFF29-E7C3-5F27-0E51-108CC9833F8E}"/>
              </a:ext>
            </a:extLst>
          </p:cNvPr>
          <p:cNvSpPr txBox="1"/>
          <p:nvPr/>
        </p:nvSpPr>
        <p:spPr>
          <a:xfrm>
            <a:off x="6477000" y="676275"/>
            <a:ext cx="5105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100" b="1">
                <a:solidFill>
                  <a:srgbClr val="B520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중간고사 출제 제외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2002179F-848F-43D3-A4BD-A510DEE1B0B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534E143-9183-4711-993B-41FD9333A2F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714DBEB-A7D9-457F-BDA6-33E6BD48DE6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78FAF3-B017-430E-8974-ACB61FC6C77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C8DB05-5A5A-45B4-83B5-0D6CFD7F086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891E9E4-29E0-4D27-A7EB-0316341A26B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2786C43-12C4-457C-AB12-458E882FC02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217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4C1C7FB-E5DC-459B-99D8-F55CD088287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relax(dist,u,v,w)는 u에서 v로 가는 가중치 w 간선을 완화하고 갱신했으면 1, 아니면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0을 반환한다. INF=10¹⁸, 유한 거리≤10¹², 0≤w≤10⁶이다. Python 또는 C 중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CCEC674B-C097-4D2E-8297-1C8337ADA3B4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D59544-030F-48C5-8B6B-CB7B08781015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1A1901-0D27-403E-B92E-A0881F28BF2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C09F66-B64E-4E16-8367-52D445B2CB1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8FE0FB8-47C1-477C-BB49-1F60A6415E3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BE1B652-4198-487D-88AD-78411C75099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2046060-8ECF-417D-87C1-FDCF0FA31E0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A19DC6F-A875-4010-AE15-E1A30D58017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1EEA0A-1DE1-490F-9A67-83CBB151BBF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9304BA8-57AB-419C-B221-41FE59FE59E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3982E9B-A129-448E-A018-F11CE714FA8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218</a:t>
            </a: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0BFC8ED-4FCB-4CBE-9005-5F404E275EB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간선 완화와 변경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01528B-E8AA-4839-90DE-12713331D29C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7ED6BB8-8695-459E-8AF0-1EF39D93972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u가 도달 가능하고 새 후보가 더 작을 때만 거리와 변경 여부를 갱신한다.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CF8A6B9-73D3-40ED-A0F7-61A996EBDE8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2AE161-C62F-4567-8074-C153138C8B4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D8DBA4DF-029A-4576-9DD8-6AFE9E57993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O(1). 같은 거리 후보는 갱신으로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28-64">
            <a:extLst>
              <a:ext uri="{FF2B5EF4-FFF2-40B4-BE49-F238E27FC236}">
                <a16:creationId xmlns:a16="http://schemas.microsoft.com/office/drawing/2014/main" id="{663BAA7C-D499-45FE-BB71-9BD6DCCC88D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815074F-F70D-48C9-9114-927F94582ED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45F5357-35E6-493A-BF89-677FA35FC93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522529-84E3-4E8E-AB06-D0A02D7C259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117F2C-3B51-4EE2-BCF4-B0675AE68A8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F9DB977-D6E7-49D3-96CE-0D0947DDCA0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B9A6F4C-D59B-4EDE-B1B5-C6E4499996C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219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40B7C152-8BA0-408B-9623-ADFCEAA61121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간선 완화와 변경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427677-202F-42DF-A777-3E038F4DAAEB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8FDE24ED-6D13-4C65-BF47-B84933C65FD1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1ADEBE7C-D0EC-4B33-A16D-7E01C77353D4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relax(dist, u, v, w):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3B890A9F-A39B-4EDD-82EC-595E657BEC26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12253835-ECB7-4B84-94BE-A27D4D24D97C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dist[u] == 10**18: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AD8C5845-F93F-4A5C-B4AB-9FC462CFCBD2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B44CCF22-DDCF-4552-99A1-5BADC7CB6BBB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0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F9F99565-E92B-4CCB-B6E4-100680E55457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10ECD3BD-3CE2-443F-9E2F-9CA1541394CB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candidate = dist[u] + w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410D280D-B9F8-434F-B3F1-1B8862DA7394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97086402-305F-485D-AA1E-0255ECC25465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candidate &lt; dist[v]: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9F055B07-3B47-4790-9A07-997A292D27D2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0577DA4A-EB61-4201-93E5-D4A8969F423D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dist[v] = candidate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B5107E3D-F5BB-4C08-8592-CF1C48995897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9FD47546-48A0-49A0-BF23-FC2D9D13CC1F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1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5DE49010-A0C0-48FD-9BFD-E9BB5E971B0C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89B32358-6C06-4334-9DF7-72B677C13447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0</a:t>
            </a:r>
          </a:p>
        </p:txBody>
      </p:sp>
      <p:sp>
        <p:nvSpPr>
          <p:cNvPr id="26" name="text-635-64">
            <a:extLst>
              <a:ext uri="{FF2B5EF4-FFF2-40B4-BE49-F238E27FC236}">
                <a16:creationId xmlns:a16="http://schemas.microsoft.com/office/drawing/2014/main" id="{5AB75DF0-3FA4-495F-93B0-28B48F01CA51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O(1). 같은 거리 후보는 갱신으로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8-64">
            <a:extLst>
              <a:ext uri="{FF2B5EF4-FFF2-40B4-BE49-F238E27FC236}">
                <a16:creationId xmlns:a16="http://schemas.microsoft.com/office/drawing/2014/main" id="{F3D4F7BF-E9E1-455D-B33C-F02C100B8C4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5장 탐욕 알고리즘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E2843E7-38F8-48A5-BDEF-FCF7CB0E5A0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A791A89-7C1D-4093-B133-9ECE965552A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C32D20-728C-4BE6-982C-05977AE8A39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57870D-4861-4B92-89E5-1285397BE3A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3ECBB49-E0B9-4105-9F16-B3E2AEA3CC9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05 / GREEDY ALGORITHMS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AD21A5F-3B3A-4E2E-8F7F-C2CB166017E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220</a:t>
            </a: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95D3CA45-8C44-43E0-A98A-C9E1AC7F6180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간선 완화와 변경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821828-D837-4C6B-B0E0-88DF70885AC4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939C4A45-50FF-42A4-8C69-246E17EF80C8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DCBA4301-33FB-4181-99BE-BCDEA8F2CE42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relax(long long dist[], int u, int v, int w)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4208FF8A-32FF-4675-8B44-5936560D52A0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7DF10285-96CE-450A-B7F7-26373B718C1C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(dist[u]==1000000000000000000LL) return 0;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45D53234-C6A2-4C10-AF14-998DDC3CA2F7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F468491B-06AA-4073-A3C2-1901380B43B8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candidate=dist[u]+w;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4118EFBF-230D-4039-8D8A-3D2597040E02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62164AC4-5DA5-44DC-9895-55831F147AE1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(candidate&lt;dist[v]) {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295CDA0D-D1B9-4E05-9D10-BB6F3F8E6D24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75F42BE7-12BB-401C-8A52-FB6D0D0316BA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dist[v]=candidate;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70F4705B-BE31-4387-8581-B686F2206898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9A94884C-46E2-43A6-B912-E24B2F4F7643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1;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0778C104-E7FD-493A-8DE7-BD13063F8A90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B34366F6-2457-409F-A0CB-720E0E888FFF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0EDA4A48-64AB-4777-ADA6-DB605214A32C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BC630A6E-D78E-4568-BFD7-9217280CDD98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0;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F0618F83-1576-4850-B678-4C7C11DD2B30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BB25C680-EC7F-4EA0-A6B9-C202FDCF8BB9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text-635-64">
            <a:extLst>
              <a:ext uri="{FF2B5EF4-FFF2-40B4-BE49-F238E27FC236}">
                <a16:creationId xmlns:a16="http://schemas.microsoft.com/office/drawing/2014/main" id="{1C2FAFE9-2F1D-43D1-91C0-BE585365414B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O(1). 같은 거리 후보는 갱신으로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27738</Words>
  <Application>Microsoft Office PowerPoint</Application>
  <DocSecurity>0</DocSecurity>
  <PresentationFormat>와이드스크린</PresentationFormat>
  <Paragraphs>4137</Paragraphs>
  <Slides>220</Slides>
  <Notes>220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26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상돈 박</cp:lastModifiedBy>
  <cp:revision>2</cp:revision>
  <dcterms:created xsi:type="dcterms:W3CDTF">2026-09-19T14:55:16Z</dcterms:created>
  <dcterms:modified xsi:type="dcterms:W3CDTF">2026-10-18T01:25:00Z</dcterms:modified>
</cp:coreProperties>
</file>