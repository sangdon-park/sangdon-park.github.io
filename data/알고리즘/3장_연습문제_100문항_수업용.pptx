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5c6c45ecfd40b2" /><Relationship Type="http://schemas.openxmlformats.org/officeDocument/2006/relationships/extended-properties" Target="/docProps/app.xml" Id="R0760ae4a2d0f4432" /><Relationship Type="http://schemas.openxmlformats.org/officeDocument/2006/relationships/officeDocument" Target="/ppt/presentation.xml" Id="R563241ef36dc42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a3ba3ddde44c5"/>
  </p:sldMasterIdLst>
  <p:notesMasterIdLst>
    <p:notesMasterId xmlns:r="http://schemas.openxmlformats.org/officeDocument/2006/relationships" r:id="R1a7d0c5bf4dd4cc1"/>
  </p:notesMasterIdLst>
  <p:sldIdLst>
    <p:sldId xmlns:r="http://schemas.openxmlformats.org/officeDocument/2006/relationships" id="256" r:id="R305e52c2e04a4d59"/>
    <p:sldId xmlns:r="http://schemas.openxmlformats.org/officeDocument/2006/relationships" id="257" r:id="R7dd8c45fb97b4eeb"/>
    <p:sldId xmlns:r="http://schemas.openxmlformats.org/officeDocument/2006/relationships" id="258" r:id="R4b2e524d32be40b8"/>
    <p:sldId xmlns:r="http://schemas.openxmlformats.org/officeDocument/2006/relationships" id="259" r:id="R9ee2b57bcc6e449f"/>
    <p:sldId xmlns:r="http://schemas.openxmlformats.org/officeDocument/2006/relationships" id="260" r:id="R44311ecad07540fc"/>
    <p:sldId xmlns:r="http://schemas.openxmlformats.org/officeDocument/2006/relationships" id="261" r:id="R8748a15c5d154e61"/>
    <p:sldId xmlns:r="http://schemas.openxmlformats.org/officeDocument/2006/relationships" id="262" r:id="R0318e62c46d144d9"/>
    <p:sldId xmlns:r="http://schemas.openxmlformats.org/officeDocument/2006/relationships" id="263" r:id="R73f3a7cf705142b4"/>
    <p:sldId xmlns:r="http://schemas.openxmlformats.org/officeDocument/2006/relationships" id="264" r:id="R1bfe2e48175f4aed"/>
    <p:sldId xmlns:r="http://schemas.openxmlformats.org/officeDocument/2006/relationships" id="265" r:id="Rdbd288cf56bb4f5a"/>
    <p:sldId xmlns:r="http://schemas.openxmlformats.org/officeDocument/2006/relationships" id="266" r:id="R510f242ce80a43b5"/>
    <p:sldId xmlns:r="http://schemas.openxmlformats.org/officeDocument/2006/relationships" id="267" r:id="Re373f0d72b034f23"/>
    <p:sldId xmlns:r="http://schemas.openxmlformats.org/officeDocument/2006/relationships" id="268" r:id="Rb45812d121724cce"/>
    <p:sldId xmlns:r="http://schemas.openxmlformats.org/officeDocument/2006/relationships" id="269" r:id="Rb06692a05d1244bf"/>
    <p:sldId xmlns:r="http://schemas.openxmlformats.org/officeDocument/2006/relationships" id="270" r:id="R4e26cc027aa948c0"/>
    <p:sldId xmlns:r="http://schemas.openxmlformats.org/officeDocument/2006/relationships" id="271" r:id="R92ac305f3cae4d5d"/>
    <p:sldId xmlns:r="http://schemas.openxmlformats.org/officeDocument/2006/relationships" id="272" r:id="R9e6d7cdc60654a78"/>
    <p:sldId xmlns:r="http://schemas.openxmlformats.org/officeDocument/2006/relationships" id="273" r:id="R7577e88700d6492f"/>
    <p:sldId xmlns:r="http://schemas.openxmlformats.org/officeDocument/2006/relationships" id="274" r:id="R19d76260eac54143"/>
    <p:sldId xmlns:r="http://schemas.openxmlformats.org/officeDocument/2006/relationships" id="275" r:id="R759929746a204a72"/>
    <p:sldId xmlns:r="http://schemas.openxmlformats.org/officeDocument/2006/relationships" id="276" r:id="R72bb0705cff7436b"/>
    <p:sldId xmlns:r="http://schemas.openxmlformats.org/officeDocument/2006/relationships" id="277" r:id="R8f51cfca86c54307"/>
    <p:sldId xmlns:r="http://schemas.openxmlformats.org/officeDocument/2006/relationships" id="278" r:id="R6899dc64725243b2"/>
    <p:sldId xmlns:r="http://schemas.openxmlformats.org/officeDocument/2006/relationships" id="279" r:id="Rf581694032ff41ab"/>
    <p:sldId xmlns:r="http://schemas.openxmlformats.org/officeDocument/2006/relationships" id="280" r:id="R8dd79ef5f9bf45aa"/>
    <p:sldId xmlns:r="http://schemas.openxmlformats.org/officeDocument/2006/relationships" id="281" r:id="Rbc7b317725124f17"/>
    <p:sldId xmlns:r="http://schemas.openxmlformats.org/officeDocument/2006/relationships" id="282" r:id="R1ac2b1e03fc94391"/>
    <p:sldId xmlns:r="http://schemas.openxmlformats.org/officeDocument/2006/relationships" id="283" r:id="Rb69005bf6d33495e"/>
    <p:sldId xmlns:r="http://schemas.openxmlformats.org/officeDocument/2006/relationships" id="284" r:id="R188ae7a411f74a49"/>
    <p:sldId xmlns:r="http://schemas.openxmlformats.org/officeDocument/2006/relationships" id="285" r:id="R509f331ffe53429d"/>
    <p:sldId xmlns:r="http://schemas.openxmlformats.org/officeDocument/2006/relationships" id="286" r:id="R064c2af785494ef2"/>
    <p:sldId xmlns:r="http://schemas.openxmlformats.org/officeDocument/2006/relationships" id="287" r:id="R6ba8d93bb20c484d"/>
    <p:sldId xmlns:r="http://schemas.openxmlformats.org/officeDocument/2006/relationships" id="288" r:id="R83bca3137e5d44df"/>
    <p:sldId xmlns:r="http://schemas.openxmlformats.org/officeDocument/2006/relationships" id="289" r:id="Rd647650447284bbd"/>
    <p:sldId xmlns:r="http://schemas.openxmlformats.org/officeDocument/2006/relationships" id="290" r:id="R10f6264b02884e47"/>
    <p:sldId xmlns:r="http://schemas.openxmlformats.org/officeDocument/2006/relationships" id="291" r:id="R722f8d38ca4c4409"/>
    <p:sldId xmlns:r="http://schemas.openxmlformats.org/officeDocument/2006/relationships" id="292" r:id="R645f1d359a754b9d"/>
    <p:sldId xmlns:r="http://schemas.openxmlformats.org/officeDocument/2006/relationships" id="293" r:id="R4d4c6961d2444232"/>
    <p:sldId xmlns:r="http://schemas.openxmlformats.org/officeDocument/2006/relationships" id="294" r:id="Rc1adb254f9604bb6"/>
    <p:sldId xmlns:r="http://schemas.openxmlformats.org/officeDocument/2006/relationships" id="295" r:id="R9ea4030cf919420e"/>
    <p:sldId xmlns:r="http://schemas.openxmlformats.org/officeDocument/2006/relationships" id="296" r:id="Rc7fa67fc58f848b3"/>
    <p:sldId xmlns:r="http://schemas.openxmlformats.org/officeDocument/2006/relationships" id="297" r:id="Rca715bb02e7545c5"/>
    <p:sldId xmlns:r="http://schemas.openxmlformats.org/officeDocument/2006/relationships" id="298" r:id="Rdb2bc95e5dbf4377"/>
    <p:sldId xmlns:r="http://schemas.openxmlformats.org/officeDocument/2006/relationships" id="299" r:id="Raa51e7cd4ed3406e"/>
    <p:sldId xmlns:r="http://schemas.openxmlformats.org/officeDocument/2006/relationships" id="300" r:id="R527b35e5afb040e9"/>
    <p:sldId xmlns:r="http://schemas.openxmlformats.org/officeDocument/2006/relationships" id="301" r:id="Re8f1d435850245ac"/>
    <p:sldId xmlns:r="http://schemas.openxmlformats.org/officeDocument/2006/relationships" id="302" r:id="Rf19bb4bce04c4830"/>
    <p:sldId xmlns:r="http://schemas.openxmlformats.org/officeDocument/2006/relationships" id="303" r:id="R29a9e3c1b0364d6a"/>
    <p:sldId xmlns:r="http://schemas.openxmlformats.org/officeDocument/2006/relationships" id="304" r:id="R59fcb27cd1024442"/>
    <p:sldId xmlns:r="http://schemas.openxmlformats.org/officeDocument/2006/relationships" id="305" r:id="R393367f553fa430d"/>
    <p:sldId xmlns:r="http://schemas.openxmlformats.org/officeDocument/2006/relationships" id="306" r:id="R3a452736212d41c5"/>
    <p:sldId xmlns:r="http://schemas.openxmlformats.org/officeDocument/2006/relationships" id="307" r:id="R4a04c0c13c3e49c0"/>
    <p:sldId xmlns:r="http://schemas.openxmlformats.org/officeDocument/2006/relationships" id="308" r:id="R5a6d44a5f5df430d"/>
    <p:sldId xmlns:r="http://schemas.openxmlformats.org/officeDocument/2006/relationships" id="309" r:id="Rfdcb86cef6e94a12"/>
    <p:sldId xmlns:r="http://schemas.openxmlformats.org/officeDocument/2006/relationships" id="310" r:id="R07fa42074b1a4ad1"/>
    <p:sldId xmlns:r="http://schemas.openxmlformats.org/officeDocument/2006/relationships" id="311" r:id="R5cfee603a4624b14"/>
    <p:sldId xmlns:r="http://schemas.openxmlformats.org/officeDocument/2006/relationships" id="312" r:id="R7fa1e7914e404a85"/>
    <p:sldId xmlns:r="http://schemas.openxmlformats.org/officeDocument/2006/relationships" id="313" r:id="R8e04990e00ff4151"/>
    <p:sldId xmlns:r="http://schemas.openxmlformats.org/officeDocument/2006/relationships" id="314" r:id="R420834e3e48748f8"/>
    <p:sldId xmlns:r="http://schemas.openxmlformats.org/officeDocument/2006/relationships" id="315" r:id="Ra7991c8a9f3c4a6a"/>
    <p:sldId xmlns:r="http://schemas.openxmlformats.org/officeDocument/2006/relationships" id="316" r:id="R8d1b62fafaf9437c"/>
    <p:sldId xmlns:r="http://schemas.openxmlformats.org/officeDocument/2006/relationships" id="317" r:id="Ra668447756a54016"/>
    <p:sldId xmlns:r="http://schemas.openxmlformats.org/officeDocument/2006/relationships" id="318" r:id="Re2a64b19cbde479e"/>
    <p:sldId xmlns:r="http://schemas.openxmlformats.org/officeDocument/2006/relationships" id="319" r:id="R6c0b5854a1964d4d"/>
    <p:sldId xmlns:r="http://schemas.openxmlformats.org/officeDocument/2006/relationships" id="320" r:id="Rb9fb1ceda30f4c92"/>
    <p:sldId xmlns:r="http://schemas.openxmlformats.org/officeDocument/2006/relationships" id="321" r:id="Ra7bbb17cd6444d0a"/>
    <p:sldId xmlns:r="http://schemas.openxmlformats.org/officeDocument/2006/relationships" id="322" r:id="R0d5be2e03cfd4b0a"/>
    <p:sldId xmlns:r="http://schemas.openxmlformats.org/officeDocument/2006/relationships" id="323" r:id="R1045fa836bff4088"/>
    <p:sldId xmlns:r="http://schemas.openxmlformats.org/officeDocument/2006/relationships" id="324" r:id="Rf681bcc2c3b347fc"/>
    <p:sldId xmlns:r="http://schemas.openxmlformats.org/officeDocument/2006/relationships" id="325" r:id="R9404cc48b7af4d53"/>
    <p:sldId xmlns:r="http://schemas.openxmlformats.org/officeDocument/2006/relationships" id="326" r:id="Rb1498f35cac84c2f"/>
    <p:sldId xmlns:r="http://schemas.openxmlformats.org/officeDocument/2006/relationships" id="327" r:id="R5304e1734273419e"/>
    <p:sldId xmlns:r="http://schemas.openxmlformats.org/officeDocument/2006/relationships" id="328" r:id="Ra1530f1cca5141c5"/>
    <p:sldId xmlns:r="http://schemas.openxmlformats.org/officeDocument/2006/relationships" id="329" r:id="Rf9e53a6f528f4247"/>
    <p:sldId xmlns:r="http://schemas.openxmlformats.org/officeDocument/2006/relationships" id="330" r:id="Rc10e61ca8db34005"/>
    <p:sldId xmlns:r="http://schemas.openxmlformats.org/officeDocument/2006/relationships" id="331" r:id="Rc3ecd900b2804c9e"/>
    <p:sldId xmlns:r="http://schemas.openxmlformats.org/officeDocument/2006/relationships" id="332" r:id="R9178b2d8ad0a4dc2"/>
    <p:sldId xmlns:r="http://schemas.openxmlformats.org/officeDocument/2006/relationships" id="333" r:id="Reb0fdc1ff0d749a5"/>
    <p:sldId xmlns:r="http://schemas.openxmlformats.org/officeDocument/2006/relationships" id="334" r:id="R12dd2b75ec014287"/>
    <p:sldId xmlns:r="http://schemas.openxmlformats.org/officeDocument/2006/relationships" id="335" r:id="R3585d33e7d4044a6"/>
    <p:sldId xmlns:r="http://schemas.openxmlformats.org/officeDocument/2006/relationships" id="336" r:id="Rf72f49e2a0cb4e33"/>
    <p:sldId xmlns:r="http://schemas.openxmlformats.org/officeDocument/2006/relationships" id="337" r:id="Rceb94090617c43fd"/>
    <p:sldId xmlns:r="http://schemas.openxmlformats.org/officeDocument/2006/relationships" id="338" r:id="R55c71f71fa56430e"/>
    <p:sldId xmlns:r="http://schemas.openxmlformats.org/officeDocument/2006/relationships" id="339" r:id="R7d89862be3164bf5"/>
    <p:sldId xmlns:r="http://schemas.openxmlformats.org/officeDocument/2006/relationships" id="340" r:id="Rb9a26550c8ff4fbf"/>
    <p:sldId xmlns:r="http://schemas.openxmlformats.org/officeDocument/2006/relationships" id="341" r:id="R67fbfe00c64b4ca4"/>
    <p:sldId xmlns:r="http://schemas.openxmlformats.org/officeDocument/2006/relationships" id="342" r:id="R79367c68afa94eff"/>
    <p:sldId xmlns:r="http://schemas.openxmlformats.org/officeDocument/2006/relationships" id="343" r:id="R473458c5839540c8"/>
    <p:sldId xmlns:r="http://schemas.openxmlformats.org/officeDocument/2006/relationships" id="344" r:id="R177f203ef31743ee"/>
    <p:sldId xmlns:r="http://schemas.openxmlformats.org/officeDocument/2006/relationships" id="345" r:id="R29757062a92f4e14"/>
    <p:sldId xmlns:r="http://schemas.openxmlformats.org/officeDocument/2006/relationships" id="346" r:id="R95bbc6e8c2db4472"/>
    <p:sldId xmlns:r="http://schemas.openxmlformats.org/officeDocument/2006/relationships" id="347" r:id="Re4af786a64d44ac7"/>
    <p:sldId xmlns:r="http://schemas.openxmlformats.org/officeDocument/2006/relationships" id="348" r:id="R1a6723188bb64d6f"/>
    <p:sldId xmlns:r="http://schemas.openxmlformats.org/officeDocument/2006/relationships" id="349" r:id="R30bf07ffba6840b3"/>
    <p:sldId xmlns:r="http://schemas.openxmlformats.org/officeDocument/2006/relationships" id="350" r:id="Ra7660d09dc4b4b44"/>
    <p:sldId xmlns:r="http://schemas.openxmlformats.org/officeDocument/2006/relationships" id="351" r:id="R54714d865bba4a71"/>
    <p:sldId xmlns:r="http://schemas.openxmlformats.org/officeDocument/2006/relationships" id="352" r:id="R90dafe9391804135"/>
    <p:sldId xmlns:r="http://schemas.openxmlformats.org/officeDocument/2006/relationships" id="353" r:id="R3910da9a72b7490d"/>
    <p:sldId xmlns:r="http://schemas.openxmlformats.org/officeDocument/2006/relationships" id="354" r:id="R72bd17aaeb934e19"/>
    <p:sldId xmlns:r="http://schemas.openxmlformats.org/officeDocument/2006/relationships" id="355" r:id="R78f54b853d994c05"/>
    <p:sldId xmlns:r="http://schemas.openxmlformats.org/officeDocument/2006/relationships" id="356" r:id="Rf62e2389088f4e04"/>
    <p:sldId xmlns:r="http://schemas.openxmlformats.org/officeDocument/2006/relationships" id="357" r:id="R4b9289e1eba94d06"/>
    <p:sldId xmlns:r="http://schemas.openxmlformats.org/officeDocument/2006/relationships" id="358" r:id="R7d950acc80cd4f54"/>
    <p:sldId xmlns:r="http://schemas.openxmlformats.org/officeDocument/2006/relationships" id="359" r:id="Recdb368e3d4f4f5b"/>
    <p:sldId xmlns:r="http://schemas.openxmlformats.org/officeDocument/2006/relationships" id="360" r:id="R9042aec8f14749aa"/>
    <p:sldId xmlns:r="http://schemas.openxmlformats.org/officeDocument/2006/relationships" id="361" r:id="Ra33638dea5da4dc6"/>
    <p:sldId xmlns:r="http://schemas.openxmlformats.org/officeDocument/2006/relationships" id="362" r:id="R18763024585e473b"/>
    <p:sldId xmlns:r="http://schemas.openxmlformats.org/officeDocument/2006/relationships" id="363" r:id="R947010a8ca674a2c"/>
    <p:sldId xmlns:r="http://schemas.openxmlformats.org/officeDocument/2006/relationships" id="364" r:id="R51d3aac320994872"/>
    <p:sldId xmlns:r="http://schemas.openxmlformats.org/officeDocument/2006/relationships" id="365" r:id="R86748f95dae74297"/>
    <p:sldId xmlns:r="http://schemas.openxmlformats.org/officeDocument/2006/relationships" id="366" r:id="R2310a4ce63e4402b"/>
    <p:sldId xmlns:r="http://schemas.openxmlformats.org/officeDocument/2006/relationships" id="367" r:id="Rc0847ee0a7734307"/>
    <p:sldId xmlns:r="http://schemas.openxmlformats.org/officeDocument/2006/relationships" id="368" r:id="R645e3c67d0294c2a"/>
    <p:sldId xmlns:r="http://schemas.openxmlformats.org/officeDocument/2006/relationships" id="369" r:id="R94341167285d4344"/>
    <p:sldId xmlns:r="http://schemas.openxmlformats.org/officeDocument/2006/relationships" id="370" r:id="Rd0c7cd7609664153"/>
    <p:sldId xmlns:r="http://schemas.openxmlformats.org/officeDocument/2006/relationships" id="371" r:id="Re2ecee081c7c4c05"/>
    <p:sldId xmlns:r="http://schemas.openxmlformats.org/officeDocument/2006/relationships" id="372" r:id="Rda96285940754bd9"/>
    <p:sldId xmlns:r="http://schemas.openxmlformats.org/officeDocument/2006/relationships" id="373" r:id="Rc6ecda6b7c7848dc"/>
    <p:sldId xmlns:r="http://schemas.openxmlformats.org/officeDocument/2006/relationships" id="374" r:id="Rf00a0b77263447b7"/>
    <p:sldId xmlns:r="http://schemas.openxmlformats.org/officeDocument/2006/relationships" id="375" r:id="Re8d085df42cf48b4"/>
    <p:sldId xmlns:r="http://schemas.openxmlformats.org/officeDocument/2006/relationships" id="376" r:id="R9df8eca39e114fb5"/>
    <p:sldId xmlns:r="http://schemas.openxmlformats.org/officeDocument/2006/relationships" id="377" r:id="R8179f432e5af43fc"/>
    <p:sldId xmlns:r="http://schemas.openxmlformats.org/officeDocument/2006/relationships" id="378" r:id="Rb414414af4ff4cbf"/>
    <p:sldId xmlns:r="http://schemas.openxmlformats.org/officeDocument/2006/relationships" id="379" r:id="R2f40ca540f7d4fc0"/>
    <p:sldId xmlns:r="http://schemas.openxmlformats.org/officeDocument/2006/relationships" id="380" r:id="R25bf19bd1b454d52"/>
    <p:sldId xmlns:r="http://schemas.openxmlformats.org/officeDocument/2006/relationships" id="381" r:id="Rf754c1708f8e42e3"/>
    <p:sldId xmlns:r="http://schemas.openxmlformats.org/officeDocument/2006/relationships" id="382" r:id="R3dff7b63735c413a"/>
    <p:sldId xmlns:r="http://schemas.openxmlformats.org/officeDocument/2006/relationships" id="383" r:id="R7736f6154ccf415c"/>
    <p:sldId xmlns:r="http://schemas.openxmlformats.org/officeDocument/2006/relationships" id="384" r:id="Ra8ef5f5c076d405e"/>
    <p:sldId xmlns:r="http://schemas.openxmlformats.org/officeDocument/2006/relationships" id="385" r:id="R163f752e4a214fca"/>
    <p:sldId xmlns:r="http://schemas.openxmlformats.org/officeDocument/2006/relationships" id="386" r:id="Rb0e353d966194c4f"/>
    <p:sldId xmlns:r="http://schemas.openxmlformats.org/officeDocument/2006/relationships" id="387" r:id="R7f941165750540cd"/>
    <p:sldId xmlns:r="http://schemas.openxmlformats.org/officeDocument/2006/relationships" id="388" r:id="Rc4f5f47880814711"/>
    <p:sldId xmlns:r="http://schemas.openxmlformats.org/officeDocument/2006/relationships" id="389" r:id="Rae0af35f6be04dbc"/>
    <p:sldId xmlns:r="http://schemas.openxmlformats.org/officeDocument/2006/relationships" id="390" r:id="Rd1a6215cfab546d6"/>
    <p:sldId xmlns:r="http://schemas.openxmlformats.org/officeDocument/2006/relationships" id="391" r:id="R92d7198a94a94134"/>
    <p:sldId xmlns:r="http://schemas.openxmlformats.org/officeDocument/2006/relationships" id="392" r:id="Rfd6c12bee3004df7"/>
    <p:sldId xmlns:r="http://schemas.openxmlformats.org/officeDocument/2006/relationships" id="393" r:id="R87232acef8664de3"/>
    <p:sldId xmlns:r="http://schemas.openxmlformats.org/officeDocument/2006/relationships" id="394" r:id="R8c0f2ffeb86a4dcc"/>
    <p:sldId xmlns:r="http://schemas.openxmlformats.org/officeDocument/2006/relationships" id="395" r:id="R81c43606dbeb46c2"/>
    <p:sldId xmlns:r="http://schemas.openxmlformats.org/officeDocument/2006/relationships" id="396" r:id="R3705b92a8ebd4aa6"/>
    <p:sldId xmlns:r="http://schemas.openxmlformats.org/officeDocument/2006/relationships" id="397" r:id="R05e2137ad0bb41e8"/>
    <p:sldId xmlns:r="http://schemas.openxmlformats.org/officeDocument/2006/relationships" id="398" r:id="Rfd91066840264c64"/>
    <p:sldId xmlns:r="http://schemas.openxmlformats.org/officeDocument/2006/relationships" id="399" r:id="Rf7c5b4091e174705"/>
    <p:sldId xmlns:r="http://schemas.openxmlformats.org/officeDocument/2006/relationships" id="400" r:id="R6bc0dc551b3e41ce"/>
    <p:sldId xmlns:r="http://schemas.openxmlformats.org/officeDocument/2006/relationships" id="401" r:id="Rf90775466d8c4f63"/>
    <p:sldId xmlns:r="http://schemas.openxmlformats.org/officeDocument/2006/relationships" id="402" r:id="Ra1ea9a4dca764749"/>
    <p:sldId xmlns:r="http://schemas.openxmlformats.org/officeDocument/2006/relationships" id="403" r:id="R90e04fd2aef74f70"/>
    <p:sldId xmlns:r="http://schemas.openxmlformats.org/officeDocument/2006/relationships" id="404" r:id="R70c69f1d2e18422a"/>
    <p:sldId xmlns:r="http://schemas.openxmlformats.org/officeDocument/2006/relationships" id="405" r:id="Re267e9d32fb44995"/>
    <p:sldId xmlns:r="http://schemas.openxmlformats.org/officeDocument/2006/relationships" id="406" r:id="R1b94c00d02e5403f"/>
    <p:sldId xmlns:r="http://schemas.openxmlformats.org/officeDocument/2006/relationships" id="407" r:id="R0d56f8698e0d40cb"/>
    <p:sldId xmlns:r="http://schemas.openxmlformats.org/officeDocument/2006/relationships" id="408" r:id="Rabb3a478e7f14ce6"/>
    <p:sldId xmlns:r="http://schemas.openxmlformats.org/officeDocument/2006/relationships" id="409" r:id="R5c5a18f0e7bc44aa"/>
    <p:sldId xmlns:r="http://schemas.openxmlformats.org/officeDocument/2006/relationships" id="410" r:id="Ra6551dfd2f504957"/>
    <p:sldId xmlns:r="http://schemas.openxmlformats.org/officeDocument/2006/relationships" id="411" r:id="Rbf22908839c4428c"/>
    <p:sldId xmlns:r="http://schemas.openxmlformats.org/officeDocument/2006/relationships" id="412" r:id="R7530ce48d2a14813"/>
    <p:sldId xmlns:r="http://schemas.openxmlformats.org/officeDocument/2006/relationships" id="413" r:id="R0f87031fbabd4549"/>
    <p:sldId xmlns:r="http://schemas.openxmlformats.org/officeDocument/2006/relationships" id="414" r:id="R71aecae7141c42ac"/>
    <p:sldId xmlns:r="http://schemas.openxmlformats.org/officeDocument/2006/relationships" id="415" r:id="Rd60182952e3b42af"/>
    <p:sldId xmlns:r="http://schemas.openxmlformats.org/officeDocument/2006/relationships" id="416" r:id="R3ba7d0f4ed0842ed"/>
    <p:sldId xmlns:r="http://schemas.openxmlformats.org/officeDocument/2006/relationships" id="417" r:id="R2a30e0ef86d74bb3"/>
    <p:sldId xmlns:r="http://schemas.openxmlformats.org/officeDocument/2006/relationships" id="418" r:id="Ra2e82766797d4e7e"/>
    <p:sldId xmlns:r="http://schemas.openxmlformats.org/officeDocument/2006/relationships" id="419" r:id="R0d6a6a1a73de4c0a"/>
    <p:sldId xmlns:r="http://schemas.openxmlformats.org/officeDocument/2006/relationships" id="420" r:id="R56b2b0f9a2d84665"/>
    <p:sldId xmlns:r="http://schemas.openxmlformats.org/officeDocument/2006/relationships" id="421" r:id="R0372ebb5e17c472d"/>
    <p:sldId xmlns:r="http://schemas.openxmlformats.org/officeDocument/2006/relationships" id="422" r:id="Rbf6973423f4b4af0"/>
    <p:sldId xmlns:r="http://schemas.openxmlformats.org/officeDocument/2006/relationships" id="423" r:id="R9534f3d68bc64c37"/>
    <p:sldId xmlns:r="http://schemas.openxmlformats.org/officeDocument/2006/relationships" id="424" r:id="Rb10099c0a1bc4d18"/>
    <p:sldId xmlns:r="http://schemas.openxmlformats.org/officeDocument/2006/relationships" id="425" r:id="R086745d0e13448b8"/>
    <p:sldId xmlns:r="http://schemas.openxmlformats.org/officeDocument/2006/relationships" id="426" r:id="R5a9494ec5756495d"/>
    <p:sldId xmlns:r="http://schemas.openxmlformats.org/officeDocument/2006/relationships" id="427" r:id="Ra63c064fd0cc4d64"/>
    <p:sldId xmlns:r="http://schemas.openxmlformats.org/officeDocument/2006/relationships" id="428" r:id="Rea38bf8865804c24"/>
    <p:sldId xmlns:r="http://schemas.openxmlformats.org/officeDocument/2006/relationships" id="429" r:id="R052dc08fde7d44b1"/>
    <p:sldId xmlns:r="http://schemas.openxmlformats.org/officeDocument/2006/relationships" id="430" r:id="Rd74f4b95fa1b48b7"/>
    <p:sldId xmlns:r="http://schemas.openxmlformats.org/officeDocument/2006/relationships" id="431" r:id="R91d6ad6d27b44736"/>
    <p:sldId xmlns:r="http://schemas.openxmlformats.org/officeDocument/2006/relationships" id="432" r:id="R41483cae7c5845c9"/>
    <p:sldId xmlns:r="http://schemas.openxmlformats.org/officeDocument/2006/relationships" id="433" r:id="Rde28280fca494c42"/>
    <p:sldId xmlns:r="http://schemas.openxmlformats.org/officeDocument/2006/relationships" id="434" r:id="Rbad15f2f0ebe4b73"/>
    <p:sldId xmlns:r="http://schemas.openxmlformats.org/officeDocument/2006/relationships" id="435" r:id="R1c110a2e91c940e9"/>
    <p:sldId xmlns:r="http://schemas.openxmlformats.org/officeDocument/2006/relationships" id="436" r:id="R73e39c17a25e4f58"/>
    <p:sldId xmlns:r="http://schemas.openxmlformats.org/officeDocument/2006/relationships" id="437" r:id="R04ca7864767c40ec"/>
    <p:sldId xmlns:r="http://schemas.openxmlformats.org/officeDocument/2006/relationships" id="438" r:id="Rae9a4619dee34059"/>
    <p:sldId xmlns:r="http://schemas.openxmlformats.org/officeDocument/2006/relationships" id="439" r:id="Rbaa9937b255848b3"/>
    <p:sldId xmlns:r="http://schemas.openxmlformats.org/officeDocument/2006/relationships" id="440" r:id="Reed12ac0c98d45df"/>
    <p:sldId xmlns:r="http://schemas.openxmlformats.org/officeDocument/2006/relationships" id="441" r:id="Rb7b54d6723ec4332"/>
    <p:sldId xmlns:r="http://schemas.openxmlformats.org/officeDocument/2006/relationships" id="442" r:id="R10b8f88fe48d46ca"/>
    <p:sldId xmlns:r="http://schemas.openxmlformats.org/officeDocument/2006/relationships" id="443" r:id="R764c9dc99d0f42a8"/>
    <p:sldId xmlns:r="http://schemas.openxmlformats.org/officeDocument/2006/relationships" id="444" r:id="Reba5748743bc4b4a"/>
    <p:sldId xmlns:r="http://schemas.openxmlformats.org/officeDocument/2006/relationships" id="445" r:id="Red010c65a1404876"/>
    <p:sldId xmlns:r="http://schemas.openxmlformats.org/officeDocument/2006/relationships" id="446" r:id="Rc6856704e4254bf8"/>
    <p:sldId xmlns:r="http://schemas.openxmlformats.org/officeDocument/2006/relationships" id="447" r:id="R0f75cc757fbb4c98"/>
    <p:sldId xmlns:r="http://schemas.openxmlformats.org/officeDocument/2006/relationships" id="448" r:id="Ra343260508ad47fd"/>
    <p:sldId xmlns:r="http://schemas.openxmlformats.org/officeDocument/2006/relationships" id="449" r:id="R4885b523c16043c2"/>
    <p:sldId xmlns:r="http://schemas.openxmlformats.org/officeDocument/2006/relationships" id="450" r:id="R60032b52628d4445"/>
    <p:sldId xmlns:r="http://schemas.openxmlformats.org/officeDocument/2006/relationships" id="451" r:id="R1118120e5fe544da"/>
    <p:sldId xmlns:r="http://schemas.openxmlformats.org/officeDocument/2006/relationships" id="452" r:id="R4a363062ecdf4127"/>
    <p:sldId xmlns:r="http://schemas.openxmlformats.org/officeDocument/2006/relationships" id="453" r:id="R274011acfa7c4896"/>
    <p:sldId xmlns:r="http://schemas.openxmlformats.org/officeDocument/2006/relationships" id="454" r:id="R886a8b87247c4013"/>
    <p:sldId xmlns:r="http://schemas.openxmlformats.org/officeDocument/2006/relationships" id="455" r:id="R7c96844c6cc44c08"/>
    <p:sldId xmlns:r="http://schemas.openxmlformats.org/officeDocument/2006/relationships" id="456" r:id="R82c9eb1f27db48d6"/>
    <p:sldId xmlns:r="http://schemas.openxmlformats.org/officeDocument/2006/relationships" id="457" r:id="R3d2c54ad7ab44148"/>
    <p:sldId xmlns:r="http://schemas.openxmlformats.org/officeDocument/2006/relationships" id="458" r:id="R13ec63a0f8fb449a"/>
    <p:sldId xmlns:r="http://schemas.openxmlformats.org/officeDocument/2006/relationships" id="459" r:id="R1498831b8f6842b6"/>
    <p:sldId xmlns:r="http://schemas.openxmlformats.org/officeDocument/2006/relationships" id="460" r:id="R35c8c337b82d4766"/>
    <p:sldId xmlns:r="http://schemas.openxmlformats.org/officeDocument/2006/relationships" id="461" r:id="R850fc5a202f346f9"/>
    <p:sldId xmlns:r="http://schemas.openxmlformats.org/officeDocument/2006/relationships" id="462" r:id="Rb5941cefb8bc4843"/>
    <p:sldId xmlns:r="http://schemas.openxmlformats.org/officeDocument/2006/relationships" id="463" r:id="R3e57de9c06734902"/>
    <p:sldId xmlns:r="http://schemas.openxmlformats.org/officeDocument/2006/relationships" id="464" r:id="Rf1afdfc5b52c4de0"/>
    <p:sldId xmlns:r="http://schemas.openxmlformats.org/officeDocument/2006/relationships" id="465" r:id="R4f578531107f444f"/>
    <p:sldId xmlns:r="http://schemas.openxmlformats.org/officeDocument/2006/relationships" id="466" r:id="Rc27edaffce0d40a6"/>
    <p:sldId xmlns:r="http://schemas.openxmlformats.org/officeDocument/2006/relationships" id="467" r:id="R5ab870699cb24e07"/>
    <p:sldId xmlns:r="http://schemas.openxmlformats.org/officeDocument/2006/relationships" id="468" r:id="R39239325719f4af7"/>
    <p:sldId xmlns:r="http://schemas.openxmlformats.org/officeDocument/2006/relationships" id="469" r:id="R0823967fc3404b45"/>
    <p:sldId xmlns:r="http://schemas.openxmlformats.org/officeDocument/2006/relationships" id="470" r:id="Rdb2c142cf9b546d0"/>
    <p:sldId xmlns:r="http://schemas.openxmlformats.org/officeDocument/2006/relationships" id="471" r:id="R1af5a39abc8a48c0"/>
    <p:sldId xmlns:r="http://schemas.openxmlformats.org/officeDocument/2006/relationships" id="472" r:id="R0f1b59a1899847ab"/>
    <p:sldId xmlns:r="http://schemas.openxmlformats.org/officeDocument/2006/relationships" id="473" r:id="R72ddbbeee927408e"/>
    <p:sldId xmlns:r="http://schemas.openxmlformats.org/officeDocument/2006/relationships" id="474" r:id="R5d7e64072ed94bf4"/>
    <p:sldId xmlns:r="http://schemas.openxmlformats.org/officeDocument/2006/relationships" id="475" r:id="Ra81bddd5fb834f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acece542474582" /><Relationship Type="http://schemas.openxmlformats.org/officeDocument/2006/relationships/slideMaster" Target="/ppt/slideMasters/slideMaster1.xml" Id="R86ea3ba3ddde44c5" /><Relationship Type="http://schemas.openxmlformats.org/officeDocument/2006/relationships/notesMaster" Target="/ppt/notesMasters/notesMaster1.xml" Id="R1a7d0c5bf4dd4cc1" /><Relationship Type="http://schemas.openxmlformats.org/officeDocument/2006/relationships/presProps" Target="/ppt/presProps.xml" Id="R18e6794333814d45" /><Relationship Type="http://schemas.openxmlformats.org/officeDocument/2006/relationships/viewProps" Target="/ppt/viewProps.xml" Id="R424f20ea131e460f" /><Relationship Type="http://schemas.openxmlformats.org/officeDocument/2006/relationships/tableStyles" Target="/ppt/tableStyles.xml" Id="R23f8eb3876e84230" /><Relationship Type="http://schemas.openxmlformats.org/officeDocument/2006/relationships/slide" Target="/ppt/slides/slide1.xml" Id="R305e52c2e04a4d59" /><Relationship Type="http://schemas.openxmlformats.org/officeDocument/2006/relationships/slide" Target="/ppt/slides/slide2.xml" Id="R7dd8c45fb97b4eeb" /><Relationship Type="http://schemas.openxmlformats.org/officeDocument/2006/relationships/slide" Target="/ppt/slides/slide3.xml" Id="R4b2e524d32be40b8" /><Relationship Type="http://schemas.openxmlformats.org/officeDocument/2006/relationships/slide" Target="/ppt/slides/slide4.xml" Id="R9ee2b57bcc6e449f" /><Relationship Type="http://schemas.openxmlformats.org/officeDocument/2006/relationships/slide" Target="/ppt/slides/slide5.xml" Id="R44311ecad07540fc" /><Relationship Type="http://schemas.openxmlformats.org/officeDocument/2006/relationships/slide" Target="/ppt/slides/slide6.xml" Id="R8748a15c5d154e61" /><Relationship Type="http://schemas.openxmlformats.org/officeDocument/2006/relationships/slide" Target="/ppt/slides/slide7.xml" Id="R0318e62c46d144d9" /><Relationship Type="http://schemas.openxmlformats.org/officeDocument/2006/relationships/slide" Target="/ppt/slides/slide8.xml" Id="R73f3a7cf705142b4" /><Relationship Type="http://schemas.openxmlformats.org/officeDocument/2006/relationships/slide" Target="/ppt/slides/slide9.xml" Id="R1bfe2e48175f4aed" /><Relationship Type="http://schemas.openxmlformats.org/officeDocument/2006/relationships/slide" Target="/ppt/slides/slide10.xml" Id="Rdbd288cf56bb4f5a" /><Relationship Type="http://schemas.openxmlformats.org/officeDocument/2006/relationships/slide" Target="/ppt/slides/slide11.xml" Id="R510f242ce80a43b5" /><Relationship Type="http://schemas.openxmlformats.org/officeDocument/2006/relationships/slide" Target="/ppt/slides/slide12.xml" Id="Re373f0d72b034f23" /><Relationship Type="http://schemas.openxmlformats.org/officeDocument/2006/relationships/slide" Target="/ppt/slides/slide13.xml" Id="Rb45812d121724cce" /><Relationship Type="http://schemas.openxmlformats.org/officeDocument/2006/relationships/slide" Target="/ppt/slides/slide14.xml" Id="Rb06692a05d1244bf" /><Relationship Type="http://schemas.openxmlformats.org/officeDocument/2006/relationships/slide" Target="/ppt/slides/slide15.xml" Id="R4e26cc027aa948c0" /><Relationship Type="http://schemas.openxmlformats.org/officeDocument/2006/relationships/slide" Target="/ppt/slides/slide16.xml" Id="R92ac305f3cae4d5d" /><Relationship Type="http://schemas.openxmlformats.org/officeDocument/2006/relationships/slide" Target="/ppt/slides/slide17.xml" Id="R9e6d7cdc60654a78" /><Relationship Type="http://schemas.openxmlformats.org/officeDocument/2006/relationships/slide" Target="/ppt/slides/slide18.xml" Id="R7577e88700d6492f" /><Relationship Type="http://schemas.openxmlformats.org/officeDocument/2006/relationships/slide" Target="/ppt/slides/slide19.xml" Id="R19d76260eac54143" /><Relationship Type="http://schemas.openxmlformats.org/officeDocument/2006/relationships/slide" Target="/ppt/slides/slide20.xml" Id="R759929746a204a72" /><Relationship Type="http://schemas.openxmlformats.org/officeDocument/2006/relationships/slide" Target="/ppt/slides/slide21.xml" Id="R72bb0705cff7436b" /><Relationship Type="http://schemas.openxmlformats.org/officeDocument/2006/relationships/slide" Target="/ppt/slides/slide22.xml" Id="R8f51cfca86c54307" /><Relationship Type="http://schemas.openxmlformats.org/officeDocument/2006/relationships/slide" Target="/ppt/slides/slide23.xml" Id="R6899dc64725243b2" /><Relationship Type="http://schemas.openxmlformats.org/officeDocument/2006/relationships/slide" Target="/ppt/slides/slide24.xml" Id="Rf581694032ff41ab" /><Relationship Type="http://schemas.openxmlformats.org/officeDocument/2006/relationships/slide" Target="/ppt/slides/slide25.xml" Id="R8dd79ef5f9bf45aa" /><Relationship Type="http://schemas.openxmlformats.org/officeDocument/2006/relationships/slide" Target="/ppt/slides/slide26.xml" Id="Rbc7b317725124f17" /><Relationship Type="http://schemas.openxmlformats.org/officeDocument/2006/relationships/slide" Target="/ppt/slides/slide27.xml" Id="R1ac2b1e03fc94391" /><Relationship Type="http://schemas.openxmlformats.org/officeDocument/2006/relationships/slide" Target="/ppt/slides/slide28.xml" Id="Rb69005bf6d33495e" /><Relationship Type="http://schemas.openxmlformats.org/officeDocument/2006/relationships/slide" Target="/ppt/slides/slide29.xml" Id="R188ae7a411f74a49" /><Relationship Type="http://schemas.openxmlformats.org/officeDocument/2006/relationships/slide" Target="/ppt/slides/slide30.xml" Id="R509f331ffe53429d" /><Relationship Type="http://schemas.openxmlformats.org/officeDocument/2006/relationships/slide" Target="/ppt/slides/slide31.xml" Id="R064c2af785494ef2" /><Relationship Type="http://schemas.openxmlformats.org/officeDocument/2006/relationships/slide" Target="/ppt/slides/slide32.xml" Id="R6ba8d93bb20c484d" /><Relationship Type="http://schemas.openxmlformats.org/officeDocument/2006/relationships/slide" Target="/ppt/slides/slide33.xml" Id="R83bca3137e5d44df" /><Relationship Type="http://schemas.openxmlformats.org/officeDocument/2006/relationships/slide" Target="/ppt/slides/slide34.xml" Id="Rd647650447284bbd" /><Relationship Type="http://schemas.openxmlformats.org/officeDocument/2006/relationships/slide" Target="/ppt/slides/slide35.xml" Id="R10f6264b02884e47" /><Relationship Type="http://schemas.openxmlformats.org/officeDocument/2006/relationships/slide" Target="/ppt/slides/slide36.xml" Id="R722f8d38ca4c4409" /><Relationship Type="http://schemas.openxmlformats.org/officeDocument/2006/relationships/slide" Target="/ppt/slides/slide37.xml" Id="R645f1d359a754b9d" /><Relationship Type="http://schemas.openxmlformats.org/officeDocument/2006/relationships/slide" Target="/ppt/slides/slide38.xml" Id="R4d4c6961d2444232" /><Relationship Type="http://schemas.openxmlformats.org/officeDocument/2006/relationships/slide" Target="/ppt/slides/slide39.xml" Id="Rc1adb254f9604bb6" /><Relationship Type="http://schemas.openxmlformats.org/officeDocument/2006/relationships/slide" Target="/ppt/slides/slide40.xml" Id="R9ea4030cf919420e" /><Relationship Type="http://schemas.openxmlformats.org/officeDocument/2006/relationships/slide" Target="/ppt/slides/slide41.xml" Id="Rc7fa67fc58f848b3" /><Relationship Type="http://schemas.openxmlformats.org/officeDocument/2006/relationships/slide" Target="/ppt/slides/slide42.xml" Id="Rca715bb02e7545c5" /><Relationship Type="http://schemas.openxmlformats.org/officeDocument/2006/relationships/slide" Target="/ppt/slides/slide43.xml" Id="Rdb2bc95e5dbf4377" /><Relationship Type="http://schemas.openxmlformats.org/officeDocument/2006/relationships/slide" Target="/ppt/slides/slide44.xml" Id="Raa51e7cd4ed3406e" /><Relationship Type="http://schemas.openxmlformats.org/officeDocument/2006/relationships/slide" Target="/ppt/slides/slide45.xml" Id="R527b35e5afb040e9" /><Relationship Type="http://schemas.openxmlformats.org/officeDocument/2006/relationships/slide" Target="/ppt/slides/slide46.xml" Id="Re8f1d435850245ac" /><Relationship Type="http://schemas.openxmlformats.org/officeDocument/2006/relationships/slide" Target="/ppt/slides/slide47.xml" Id="Rf19bb4bce04c4830" /><Relationship Type="http://schemas.openxmlformats.org/officeDocument/2006/relationships/slide" Target="/ppt/slides/slide48.xml" Id="R29a9e3c1b0364d6a" /><Relationship Type="http://schemas.openxmlformats.org/officeDocument/2006/relationships/slide" Target="/ppt/slides/slide49.xml" Id="R59fcb27cd1024442" /><Relationship Type="http://schemas.openxmlformats.org/officeDocument/2006/relationships/slide" Target="/ppt/slides/slide50.xml" Id="R393367f553fa430d" /><Relationship Type="http://schemas.openxmlformats.org/officeDocument/2006/relationships/slide" Target="/ppt/slides/slide51.xml" Id="R3a452736212d41c5" /><Relationship Type="http://schemas.openxmlformats.org/officeDocument/2006/relationships/slide" Target="/ppt/slides/slide52.xml" Id="R4a04c0c13c3e49c0" /><Relationship Type="http://schemas.openxmlformats.org/officeDocument/2006/relationships/slide" Target="/ppt/slides/slide53.xml" Id="R5a6d44a5f5df430d" /><Relationship Type="http://schemas.openxmlformats.org/officeDocument/2006/relationships/slide" Target="/ppt/slides/slide54.xml" Id="Rfdcb86cef6e94a12" /><Relationship Type="http://schemas.openxmlformats.org/officeDocument/2006/relationships/slide" Target="/ppt/slides/slide55.xml" Id="R07fa42074b1a4ad1" /><Relationship Type="http://schemas.openxmlformats.org/officeDocument/2006/relationships/slide" Target="/ppt/slides/slide56.xml" Id="R5cfee603a4624b14" /><Relationship Type="http://schemas.openxmlformats.org/officeDocument/2006/relationships/slide" Target="/ppt/slides/slide57.xml" Id="R7fa1e7914e404a85" /><Relationship Type="http://schemas.openxmlformats.org/officeDocument/2006/relationships/slide" Target="/ppt/slides/slide58.xml" Id="R8e04990e00ff4151" /><Relationship Type="http://schemas.openxmlformats.org/officeDocument/2006/relationships/slide" Target="/ppt/slides/slide59.xml" Id="R420834e3e48748f8" /><Relationship Type="http://schemas.openxmlformats.org/officeDocument/2006/relationships/slide" Target="/ppt/slides/slide60.xml" Id="Ra7991c8a9f3c4a6a" /><Relationship Type="http://schemas.openxmlformats.org/officeDocument/2006/relationships/slide" Target="/ppt/slides/slide61.xml" Id="R8d1b62fafaf9437c" /><Relationship Type="http://schemas.openxmlformats.org/officeDocument/2006/relationships/slide" Target="/ppt/slides/slide62.xml" Id="Ra668447756a54016" /><Relationship Type="http://schemas.openxmlformats.org/officeDocument/2006/relationships/slide" Target="/ppt/slides/slide63.xml" Id="Re2a64b19cbde479e" /><Relationship Type="http://schemas.openxmlformats.org/officeDocument/2006/relationships/slide" Target="/ppt/slides/slide64.xml" Id="R6c0b5854a1964d4d" /><Relationship Type="http://schemas.openxmlformats.org/officeDocument/2006/relationships/slide" Target="/ppt/slides/slide65.xml" Id="Rb9fb1ceda30f4c92" /><Relationship Type="http://schemas.openxmlformats.org/officeDocument/2006/relationships/slide" Target="/ppt/slides/slide66.xml" Id="Ra7bbb17cd6444d0a" /><Relationship Type="http://schemas.openxmlformats.org/officeDocument/2006/relationships/slide" Target="/ppt/slides/slide67.xml" Id="R0d5be2e03cfd4b0a" /><Relationship Type="http://schemas.openxmlformats.org/officeDocument/2006/relationships/slide" Target="/ppt/slides/slide68.xml" Id="R1045fa836bff4088" /><Relationship Type="http://schemas.openxmlformats.org/officeDocument/2006/relationships/slide" Target="/ppt/slides/slide69.xml" Id="Rf681bcc2c3b347fc" /><Relationship Type="http://schemas.openxmlformats.org/officeDocument/2006/relationships/slide" Target="/ppt/slides/slide70.xml" Id="R9404cc48b7af4d53" /><Relationship Type="http://schemas.openxmlformats.org/officeDocument/2006/relationships/slide" Target="/ppt/slides/slide71.xml" Id="Rb1498f35cac84c2f" /><Relationship Type="http://schemas.openxmlformats.org/officeDocument/2006/relationships/slide" Target="/ppt/slides/slide72.xml" Id="R5304e1734273419e" /><Relationship Type="http://schemas.openxmlformats.org/officeDocument/2006/relationships/slide" Target="/ppt/slides/slide73.xml" Id="Ra1530f1cca5141c5" /><Relationship Type="http://schemas.openxmlformats.org/officeDocument/2006/relationships/slide" Target="/ppt/slides/slide74.xml" Id="Rf9e53a6f528f4247" /><Relationship Type="http://schemas.openxmlformats.org/officeDocument/2006/relationships/slide" Target="/ppt/slides/slide75.xml" Id="Rc10e61ca8db34005" /><Relationship Type="http://schemas.openxmlformats.org/officeDocument/2006/relationships/slide" Target="/ppt/slides/slide76.xml" Id="Rc3ecd900b2804c9e" /><Relationship Type="http://schemas.openxmlformats.org/officeDocument/2006/relationships/slide" Target="/ppt/slides/slide77.xml" Id="R9178b2d8ad0a4dc2" /><Relationship Type="http://schemas.openxmlformats.org/officeDocument/2006/relationships/slide" Target="/ppt/slides/slide78.xml" Id="Reb0fdc1ff0d749a5" /><Relationship Type="http://schemas.openxmlformats.org/officeDocument/2006/relationships/slide" Target="/ppt/slides/slide79.xml" Id="R12dd2b75ec014287" /><Relationship Type="http://schemas.openxmlformats.org/officeDocument/2006/relationships/slide" Target="/ppt/slides/slide80.xml" Id="R3585d33e7d4044a6" /><Relationship Type="http://schemas.openxmlformats.org/officeDocument/2006/relationships/slide" Target="/ppt/slides/slide81.xml" Id="Rf72f49e2a0cb4e33" /><Relationship Type="http://schemas.openxmlformats.org/officeDocument/2006/relationships/slide" Target="/ppt/slides/slide82.xml" Id="Rceb94090617c43fd" /><Relationship Type="http://schemas.openxmlformats.org/officeDocument/2006/relationships/slide" Target="/ppt/slides/slide83.xml" Id="R55c71f71fa56430e" /><Relationship Type="http://schemas.openxmlformats.org/officeDocument/2006/relationships/slide" Target="/ppt/slides/slide84.xml" Id="R7d89862be3164bf5" /><Relationship Type="http://schemas.openxmlformats.org/officeDocument/2006/relationships/slide" Target="/ppt/slides/slide85.xml" Id="Rb9a26550c8ff4fbf" /><Relationship Type="http://schemas.openxmlformats.org/officeDocument/2006/relationships/slide" Target="/ppt/slides/slide86.xml" Id="R67fbfe00c64b4ca4" /><Relationship Type="http://schemas.openxmlformats.org/officeDocument/2006/relationships/slide" Target="/ppt/slides/slide87.xml" Id="R79367c68afa94eff" /><Relationship Type="http://schemas.openxmlformats.org/officeDocument/2006/relationships/slide" Target="/ppt/slides/slide88.xml" Id="R473458c5839540c8" /><Relationship Type="http://schemas.openxmlformats.org/officeDocument/2006/relationships/slide" Target="/ppt/slides/slide89.xml" Id="R177f203ef31743ee" /><Relationship Type="http://schemas.openxmlformats.org/officeDocument/2006/relationships/slide" Target="/ppt/slides/slide90.xml" Id="R29757062a92f4e14" /><Relationship Type="http://schemas.openxmlformats.org/officeDocument/2006/relationships/slide" Target="/ppt/slides/slide91.xml" Id="R95bbc6e8c2db4472" /><Relationship Type="http://schemas.openxmlformats.org/officeDocument/2006/relationships/slide" Target="/ppt/slides/slide92.xml" Id="Re4af786a64d44ac7" /><Relationship Type="http://schemas.openxmlformats.org/officeDocument/2006/relationships/slide" Target="/ppt/slides/slide93.xml" Id="R1a6723188bb64d6f" /><Relationship Type="http://schemas.openxmlformats.org/officeDocument/2006/relationships/slide" Target="/ppt/slides/slide94.xml" Id="R30bf07ffba6840b3" /><Relationship Type="http://schemas.openxmlformats.org/officeDocument/2006/relationships/slide" Target="/ppt/slides/slide95.xml" Id="Ra7660d09dc4b4b44" /><Relationship Type="http://schemas.openxmlformats.org/officeDocument/2006/relationships/slide" Target="/ppt/slides/slide96.xml" Id="R54714d865bba4a71" /><Relationship Type="http://schemas.openxmlformats.org/officeDocument/2006/relationships/slide" Target="/ppt/slides/slide97.xml" Id="R90dafe9391804135" /><Relationship Type="http://schemas.openxmlformats.org/officeDocument/2006/relationships/slide" Target="/ppt/slides/slide98.xml" Id="R3910da9a72b7490d" /><Relationship Type="http://schemas.openxmlformats.org/officeDocument/2006/relationships/slide" Target="/ppt/slides/slide99.xml" Id="R72bd17aaeb934e19" /><Relationship Type="http://schemas.openxmlformats.org/officeDocument/2006/relationships/slide" Target="/ppt/slides/slide100.xml" Id="R78f54b853d994c05" /><Relationship Type="http://schemas.openxmlformats.org/officeDocument/2006/relationships/slide" Target="/ppt/slides/slide101.xml" Id="Rf62e2389088f4e04" /><Relationship Type="http://schemas.openxmlformats.org/officeDocument/2006/relationships/slide" Target="/ppt/slides/slide102.xml" Id="R4b9289e1eba94d06" /><Relationship Type="http://schemas.openxmlformats.org/officeDocument/2006/relationships/slide" Target="/ppt/slides/slide103.xml" Id="R7d950acc80cd4f54" /><Relationship Type="http://schemas.openxmlformats.org/officeDocument/2006/relationships/slide" Target="/ppt/slides/slide104.xml" Id="Recdb368e3d4f4f5b" /><Relationship Type="http://schemas.openxmlformats.org/officeDocument/2006/relationships/slide" Target="/ppt/slides/slide105.xml" Id="R9042aec8f14749aa" /><Relationship Type="http://schemas.openxmlformats.org/officeDocument/2006/relationships/slide" Target="/ppt/slides/slide106.xml" Id="Ra33638dea5da4dc6" /><Relationship Type="http://schemas.openxmlformats.org/officeDocument/2006/relationships/slide" Target="/ppt/slides/slide107.xml" Id="R18763024585e473b" /><Relationship Type="http://schemas.openxmlformats.org/officeDocument/2006/relationships/slide" Target="/ppt/slides/slide108.xml" Id="R947010a8ca674a2c" /><Relationship Type="http://schemas.openxmlformats.org/officeDocument/2006/relationships/slide" Target="/ppt/slides/slide109.xml" Id="R51d3aac320994872" /><Relationship Type="http://schemas.openxmlformats.org/officeDocument/2006/relationships/slide" Target="/ppt/slides/slide110.xml" Id="R86748f95dae74297" /><Relationship Type="http://schemas.openxmlformats.org/officeDocument/2006/relationships/slide" Target="/ppt/slides/slide111.xml" Id="R2310a4ce63e4402b" /><Relationship Type="http://schemas.openxmlformats.org/officeDocument/2006/relationships/slide" Target="/ppt/slides/slide112.xml" Id="Rc0847ee0a7734307" /><Relationship Type="http://schemas.openxmlformats.org/officeDocument/2006/relationships/slide" Target="/ppt/slides/slide113.xml" Id="R645e3c67d0294c2a" /><Relationship Type="http://schemas.openxmlformats.org/officeDocument/2006/relationships/slide" Target="/ppt/slides/slide114.xml" Id="R94341167285d4344" /><Relationship Type="http://schemas.openxmlformats.org/officeDocument/2006/relationships/slide" Target="/ppt/slides/slide115.xml" Id="Rd0c7cd7609664153" /><Relationship Type="http://schemas.openxmlformats.org/officeDocument/2006/relationships/slide" Target="/ppt/slides/slide116.xml" Id="Re2ecee081c7c4c05" /><Relationship Type="http://schemas.openxmlformats.org/officeDocument/2006/relationships/slide" Target="/ppt/slides/slide117.xml" Id="Rda96285940754bd9" /><Relationship Type="http://schemas.openxmlformats.org/officeDocument/2006/relationships/slide" Target="/ppt/slides/slide118.xml" Id="Rc6ecda6b7c7848dc" /><Relationship Type="http://schemas.openxmlformats.org/officeDocument/2006/relationships/slide" Target="/ppt/slides/slide119.xml" Id="Rf00a0b77263447b7" /><Relationship Type="http://schemas.openxmlformats.org/officeDocument/2006/relationships/slide" Target="/ppt/slides/slide120.xml" Id="Re8d085df42cf48b4" /><Relationship Type="http://schemas.openxmlformats.org/officeDocument/2006/relationships/slide" Target="/ppt/slides/slide121.xml" Id="R9df8eca39e114fb5" /><Relationship Type="http://schemas.openxmlformats.org/officeDocument/2006/relationships/slide" Target="/ppt/slides/slide122.xml" Id="R8179f432e5af43fc" /><Relationship Type="http://schemas.openxmlformats.org/officeDocument/2006/relationships/slide" Target="/ppt/slides/slide123.xml" Id="Rb414414af4ff4cbf" /><Relationship Type="http://schemas.openxmlformats.org/officeDocument/2006/relationships/slide" Target="/ppt/slides/slide124.xml" Id="R2f40ca540f7d4fc0" /><Relationship Type="http://schemas.openxmlformats.org/officeDocument/2006/relationships/slide" Target="/ppt/slides/slide125.xml" Id="R25bf19bd1b454d52" /><Relationship Type="http://schemas.openxmlformats.org/officeDocument/2006/relationships/slide" Target="/ppt/slides/slide126.xml" Id="Rf754c1708f8e42e3" /><Relationship Type="http://schemas.openxmlformats.org/officeDocument/2006/relationships/slide" Target="/ppt/slides/slide127.xml" Id="R3dff7b63735c413a" /><Relationship Type="http://schemas.openxmlformats.org/officeDocument/2006/relationships/slide" Target="/ppt/slides/slide128.xml" Id="R7736f6154ccf415c" /><Relationship Type="http://schemas.openxmlformats.org/officeDocument/2006/relationships/slide" Target="/ppt/slides/slide129.xml" Id="Ra8ef5f5c076d405e" /><Relationship Type="http://schemas.openxmlformats.org/officeDocument/2006/relationships/slide" Target="/ppt/slides/slide130.xml" Id="R163f752e4a214fca" /><Relationship Type="http://schemas.openxmlformats.org/officeDocument/2006/relationships/slide" Target="/ppt/slides/slide131.xml" Id="Rb0e353d966194c4f" /><Relationship Type="http://schemas.openxmlformats.org/officeDocument/2006/relationships/slide" Target="/ppt/slides/slide132.xml" Id="R7f941165750540cd" /><Relationship Type="http://schemas.openxmlformats.org/officeDocument/2006/relationships/slide" Target="/ppt/slides/slide133.xml" Id="Rc4f5f47880814711" /><Relationship Type="http://schemas.openxmlformats.org/officeDocument/2006/relationships/slide" Target="/ppt/slides/slide134.xml" Id="Rae0af35f6be04dbc" /><Relationship Type="http://schemas.openxmlformats.org/officeDocument/2006/relationships/slide" Target="/ppt/slides/slide135.xml" Id="Rd1a6215cfab546d6" /><Relationship Type="http://schemas.openxmlformats.org/officeDocument/2006/relationships/slide" Target="/ppt/slides/slide136.xml" Id="R92d7198a94a94134" /><Relationship Type="http://schemas.openxmlformats.org/officeDocument/2006/relationships/slide" Target="/ppt/slides/slide137.xml" Id="Rfd6c12bee3004df7" /><Relationship Type="http://schemas.openxmlformats.org/officeDocument/2006/relationships/slide" Target="/ppt/slides/slide138.xml" Id="R87232acef8664de3" /><Relationship Type="http://schemas.openxmlformats.org/officeDocument/2006/relationships/slide" Target="/ppt/slides/slide139.xml" Id="R8c0f2ffeb86a4dcc" /><Relationship Type="http://schemas.openxmlformats.org/officeDocument/2006/relationships/slide" Target="/ppt/slides/slide140.xml" Id="R81c43606dbeb46c2" /><Relationship Type="http://schemas.openxmlformats.org/officeDocument/2006/relationships/slide" Target="/ppt/slides/slide141.xml" Id="R3705b92a8ebd4aa6" /><Relationship Type="http://schemas.openxmlformats.org/officeDocument/2006/relationships/slide" Target="/ppt/slides/slide142.xml" Id="R05e2137ad0bb41e8" /><Relationship Type="http://schemas.openxmlformats.org/officeDocument/2006/relationships/slide" Target="/ppt/slides/slide143.xml" Id="Rfd91066840264c64" /><Relationship Type="http://schemas.openxmlformats.org/officeDocument/2006/relationships/slide" Target="/ppt/slides/slide144.xml" Id="Rf7c5b4091e174705" /><Relationship Type="http://schemas.openxmlformats.org/officeDocument/2006/relationships/slide" Target="/ppt/slides/slide145.xml" Id="R6bc0dc551b3e41ce" /><Relationship Type="http://schemas.openxmlformats.org/officeDocument/2006/relationships/slide" Target="/ppt/slides/slide146.xml" Id="Rf90775466d8c4f63" /><Relationship Type="http://schemas.openxmlformats.org/officeDocument/2006/relationships/slide" Target="/ppt/slides/slide147.xml" Id="Ra1ea9a4dca764749" /><Relationship Type="http://schemas.openxmlformats.org/officeDocument/2006/relationships/slide" Target="/ppt/slides/slide148.xml" Id="R90e04fd2aef74f70" /><Relationship Type="http://schemas.openxmlformats.org/officeDocument/2006/relationships/slide" Target="/ppt/slides/slide149.xml" Id="R70c69f1d2e18422a" /><Relationship Type="http://schemas.openxmlformats.org/officeDocument/2006/relationships/slide" Target="/ppt/slides/slide150.xml" Id="Re267e9d32fb44995" /><Relationship Type="http://schemas.openxmlformats.org/officeDocument/2006/relationships/slide" Target="/ppt/slides/slide151.xml" Id="R1b94c00d02e5403f" /><Relationship Type="http://schemas.openxmlformats.org/officeDocument/2006/relationships/slide" Target="/ppt/slides/slide152.xml" Id="R0d56f8698e0d40cb" /><Relationship Type="http://schemas.openxmlformats.org/officeDocument/2006/relationships/slide" Target="/ppt/slides/slide153.xml" Id="Rabb3a478e7f14ce6" /><Relationship Type="http://schemas.openxmlformats.org/officeDocument/2006/relationships/slide" Target="/ppt/slides/slide154.xml" Id="R5c5a18f0e7bc44aa" /><Relationship Type="http://schemas.openxmlformats.org/officeDocument/2006/relationships/slide" Target="/ppt/slides/slide155.xml" Id="Ra6551dfd2f504957" /><Relationship Type="http://schemas.openxmlformats.org/officeDocument/2006/relationships/slide" Target="/ppt/slides/slide156.xml" Id="Rbf22908839c4428c" /><Relationship Type="http://schemas.openxmlformats.org/officeDocument/2006/relationships/slide" Target="/ppt/slides/slide157.xml" Id="R7530ce48d2a14813" /><Relationship Type="http://schemas.openxmlformats.org/officeDocument/2006/relationships/slide" Target="/ppt/slides/slide158.xml" Id="R0f87031fbabd4549" /><Relationship Type="http://schemas.openxmlformats.org/officeDocument/2006/relationships/slide" Target="/ppt/slides/slide159.xml" Id="R71aecae7141c42ac" /><Relationship Type="http://schemas.openxmlformats.org/officeDocument/2006/relationships/slide" Target="/ppt/slides/slide160.xml" Id="Rd60182952e3b42af" /><Relationship Type="http://schemas.openxmlformats.org/officeDocument/2006/relationships/slide" Target="/ppt/slides/slide161.xml" Id="R3ba7d0f4ed0842ed" /><Relationship Type="http://schemas.openxmlformats.org/officeDocument/2006/relationships/slide" Target="/ppt/slides/slide162.xml" Id="R2a30e0ef86d74bb3" /><Relationship Type="http://schemas.openxmlformats.org/officeDocument/2006/relationships/slide" Target="/ppt/slides/slide163.xml" Id="Ra2e82766797d4e7e" /><Relationship Type="http://schemas.openxmlformats.org/officeDocument/2006/relationships/slide" Target="/ppt/slides/slide164.xml" Id="R0d6a6a1a73de4c0a" /><Relationship Type="http://schemas.openxmlformats.org/officeDocument/2006/relationships/slide" Target="/ppt/slides/slide165.xml" Id="R56b2b0f9a2d84665" /><Relationship Type="http://schemas.openxmlformats.org/officeDocument/2006/relationships/slide" Target="/ppt/slides/slide166.xml" Id="R0372ebb5e17c472d" /><Relationship Type="http://schemas.openxmlformats.org/officeDocument/2006/relationships/slide" Target="/ppt/slides/slide167.xml" Id="Rbf6973423f4b4af0" /><Relationship Type="http://schemas.openxmlformats.org/officeDocument/2006/relationships/slide" Target="/ppt/slides/slide168.xml" Id="R9534f3d68bc64c37" /><Relationship Type="http://schemas.openxmlformats.org/officeDocument/2006/relationships/slide" Target="/ppt/slides/slide169.xml" Id="Rb10099c0a1bc4d18" /><Relationship Type="http://schemas.openxmlformats.org/officeDocument/2006/relationships/slide" Target="/ppt/slides/slide170.xml" Id="R086745d0e13448b8" /><Relationship Type="http://schemas.openxmlformats.org/officeDocument/2006/relationships/slide" Target="/ppt/slides/slide171.xml" Id="R5a9494ec5756495d" /><Relationship Type="http://schemas.openxmlformats.org/officeDocument/2006/relationships/slide" Target="/ppt/slides/slide172.xml" Id="Ra63c064fd0cc4d64" /><Relationship Type="http://schemas.openxmlformats.org/officeDocument/2006/relationships/slide" Target="/ppt/slides/slide173.xml" Id="Rea38bf8865804c24" /><Relationship Type="http://schemas.openxmlformats.org/officeDocument/2006/relationships/slide" Target="/ppt/slides/slide174.xml" Id="R052dc08fde7d44b1" /><Relationship Type="http://schemas.openxmlformats.org/officeDocument/2006/relationships/slide" Target="/ppt/slides/slide175.xml" Id="Rd74f4b95fa1b48b7" /><Relationship Type="http://schemas.openxmlformats.org/officeDocument/2006/relationships/slide" Target="/ppt/slides/slide176.xml" Id="R91d6ad6d27b44736" /><Relationship Type="http://schemas.openxmlformats.org/officeDocument/2006/relationships/slide" Target="/ppt/slides/slide177.xml" Id="R41483cae7c5845c9" /><Relationship Type="http://schemas.openxmlformats.org/officeDocument/2006/relationships/slide" Target="/ppt/slides/slide178.xml" Id="Rde28280fca494c42" /><Relationship Type="http://schemas.openxmlformats.org/officeDocument/2006/relationships/slide" Target="/ppt/slides/slide179.xml" Id="Rbad15f2f0ebe4b73" /><Relationship Type="http://schemas.openxmlformats.org/officeDocument/2006/relationships/slide" Target="/ppt/slides/slide180.xml" Id="R1c110a2e91c940e9" /><Relationship Type="http://schemas.openxmlformats.org/officeDocument/2006/relationships/slide" Target="/ppt/slides/slide181.xml" Id="R73e39c17a25e4f58" /><Relationship Type="http://schemas.openxmlformats.org/officeDocument/2006/relationships/slide" Target="/ppt/slides/slide182.xml" Id="R04ca7864767c40ec" /><Relationship Type="http://schemas.openxmlformats.org/officeDocument/2006/relationships/slide" Target="/ppt/slides/slide183.xml" Id="Rae9a4619dee34059" /><Relationship Type="http://schemas.openxmlformats.org/officeDocument/2006/relationships/slide" Target="/ppt/slides/slide184.xml" Id="Rbaa9937b255848b3" /><Relationship Type="http://schemas.openxmlformats.org/officeDocument/2006/relationships/slide" Target="/ppt/slides/slide185.xml" Id="Reed12ac0c98d45df" /><Relationship Type="http://schemas.openxmlformats.org/officeDocument/2006/relationships/slide" Target="/ppt/slides/slide186.xml" Id="Rb7b54d6723ec4332" /><Relationship Type="http://schemas.openxmlformats.org/officeDocument/2006/relationships/slide" Target="/ppt/slides/slide187.xml" Id="R10b8f88fe48d46ca" /><Relationship Type="http://schemas.openxmlformats.org/officeDocument/2006/relationships/slide" Target="/ppt/slides/slide188.xml" Id="R764c9dc99d0f42a8" /><Relationship Type="http://schemas.openxmlformats.org/officeDocument/2006/relationships/slide" Target="/ppt/slides/slide189.xml" Id="Reba5748743bc4b4a" /><Relationship Type="http://schemas.openxmlformats.org/officeDocument/2006/relationships/slide" Target="/ppt/slides/slide190.xml" Id="Red010c65a1404876" /><Relationship Type="http://schemas.openxmlformats.org/officeDocument/2006/relationships/slide" Target="/ppt/slides/slide191.xml" Id="Rc6856704e4254bf8" /><Relationship Type="http://schemas.openxmlformats.org/officeDocument/2006/relationships/slide" Target="/ppt/slides/slide192.xml" Id="R0f75cc757fbb4c98" /><Relationship Type="http://schemas.openxmlformats.org/officeDocument/2006/relationships/slide" Target="/ppt/slides/slide193.xml" Id="Ra343260508ad47fd" /><Relationship Type="http://schemas.openxmlformats.org/officeDocument/2006/relationships/slide" Target="/ppt/slides/slide194.xml" Id="R4885b523c16043c2" /><Relationship Type="http://schemas.openxmlformats.org/officeDocument/2006/relationships/slide" Target="/ppt/slides/slide195.xml" Id="R60032b52628d4445" /><Relationship Type="http://schemas.openxmlformats.org/officeDocument/2006/relationships/slide" Target="/ppt/slides/slide196.xml" Id="R1118120e5fe544da" /><Relationship Type="http://schemas.openxmlformats.org/officeDocument/2006/relationships/slide" Target="/ppt/slides/slide197.xml" Id="R4a363062ecdf4127" /><Relationship Type="http://schemas.openxmlformats.org/officeDocument/2006/relationships/slide" Target="/ppt/slides/slide198.xml" Id="R274011acfa7c4896" /><Relationship Type="http://schemas.openxmlformats.org/officeDocument/2006/relationships/slide" Target="/ppt/slides/slide199.xml" Id="R886a8b87247c4013" /><Relationship Type="http://schemas.openxmlformats.org/officeDocument/2006/relationships/slide" Target="/ppt/slides/slide200.xml" Id="R7c96844c6cc44c08" /><Relationship Type="http://schemas.openxmlformats.org/officeDocument/2006/relationships/slide" Target="/ppt/slides/slide201.xml" Id="R82c9eb1f27db48d6" /><Relationship Type="http://schemas.openxmlformats.org/officeDocument/2006/relationships/slide" Target="/ppt/slides/slide202.xml" Id="R3d2c54ad7ab44148" /><Relationship Type="http://schemas.openxmlformats.org/officeDocument/2006/relationships/slide" Target="/ppt/slides/slide203.xml" Id="R13ec63a0f8fb449a" /><Relationship Type="http://schemas.openxmlformats.org/officeDocument/2006/relationships/slide" Target="/ppt/slides/slide204.xml" Id="R1498831b8f6842b6" /><Relationship Type="http://schemas.openxmlformats.org/officeDocument/2006/relationships/slide" Target="/ppt/slides/slide205.xml" Id="R35c8c337b82d4766" /><Relationship Type="http://schemas.openxmlformats.org/officeDocument/2006/relationships/slide" Target="/ppt/slides/slide206.xml" Id="R850fc5a202f346f9" /><Relationship Type="http://schemas.openxmlformats.org/officeDocument/2006/relationships/slide" Target="/ppt/slides/slide207.xml" Id="Rb5941cefb8bc4843" /><Relationship Type="http://schemas.openxmlformats.org/officeDocument/2006/relationships/slide" Target="/ppt/slides/slide208.xml" Id="R3e57de9c06734902" /><Relationship Type="http://schemas.openxmlformats.org/officeDocument/2006/relationships/slide" Target="/ppt/slides/slide209.xml" Id="Rf1afdfc5b52c4de0" /><Relationship Type="http://schemas.openxmlformats.org/officeDocument/2006/relationships/slide" Target="/ppt/slides/slide210.xml" Id="R4f578531107f444f" /><Relationship Type="http://schemas.openxmlformats.org/officeDocument/2006/relationships/slide" Target="/ppt/slides/slide211.xml" Id="Rc27edaffce0d40a6" /><Relationship Type="http://schemas.openxmlformats.org/officeDocument/2006/relationships/slide" Target="/ppt/slides/slide212.xml" Id="R5ab870699cb24e07" /><Relationship Type="http://schemas.openxmlformats.org/officeDocument/2006/relationships/slide" Target="/ppt/slides/slide213.xml" Id="R39239325719f4af7" /><Relationship Type="http://schemas.openxmlformats.org/officeDocument/2006/relationships/slide" Target="/ppt/slides/slide214.xml" Id="R0823967fc3404b45" /><Relationship Type="http://schemas.openxmlformats.org/officeDocument/2006/relationships/slide" Target="/ppt/slides/slide215.xml" Id="Rdb2c142cf9b546d0" /><Relationship Type="http://schemas.openxmlformats.org/officeDocument/2006/relationships/slide" Target="/ppt/slides/slide216.xml" Id="R1af5a39abc8a48c0" /><Relationship Type="http://schemas.openxmlformats.org/officeDocument/2006/relationships/slide" Target="/ppt/slides/slide217.xml" Id="R0f1b59a1899847ab" /><Relationship Type="http://schemas.openxmlformats.org/officeDocument/2006/relationships/slide" Target="/ppt/slides/slide218.xml" Id="R72ddbbeee927408e" /><Relationship Type="http://schemas.openxmlformats.org/officeDocument/2006/relationships/slide" Target="/ppt/slides/slide219.xml" Id="R5d7e64072ed94bf4" /><Relationship Type="http://schemas.openxmlformats.org/officeDocument/2006/relationships/slide" Target="/ppt/slides/slide220.xml" Id="Ra81bddd5fb834f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dfcb888d3c4c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d7a80c80a742bd" /><Relationship Type="http://schemas.openxmlformats.org/officeDocument/2006/relationships/notesMaster" Target="/ppt/notesMasters/notesMaster1.xml" Id="Rc2ff4695ea2547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3fd07c18f54bce" /><Relationship Type="http://schemas.openxmlformats.org/officeDocument/2006/relationships/notesMaster" Target="/ppt/notesMasters/notesMaster1.xml" Id="R1e158c46b62f4e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fef5d2a6824ce8" /><Relationship Type="http://schemas.openxmlformats.org/officeDocument/2006/relationships/notesMaster" Target="/ppt/notesMasters/notesMaster1.xml" Id="Re8317671a57245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781da18b324d25" /><Relationship Type="http://schemas.openxmlformats.org/officeDocument/2006/relationships/notesMaster" Target="/ppt/notesMasters/notesMaster1.xml" Id="R1b642ae1c2d646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c788342249417d" /><Relationship Type="http://schemas.openxmlformats.org/officeDocument/2006/relationships/notesMaster" Target="/ppt/notesMasters/notesMaster1.xml" Id="R360213ec39a04a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1d022ba78948df" /><Relationship Type="http://schemas.openxmlformats.org/officeDocument/2006/relationships/notesMaster" Target="/ppt/notesMasters/notesMaster1.xml" Id="R091d73c452cf40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cb6f206bbd4b7d" /><Relationship Type="http://schemas.openxmlformats.org/officeDocument/2006/relationships/notesMaster" Target="/ppt/notesMasters/notesMaster1.xml" Id="Rb824604bd49e46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14fb17f7a14a4b" /><Relationship Type="http://schemas.openxmlformats.org/officeDocument/2006/relationships/notesMaster" Target="/ppt/notesMasters/notesMaster1.xml" Id="R8c474d52447c44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44f085451ca4351" /><Relationship Type="http://schemas.openxmlformats.org/officeDocument/2006/relationships/notesMaster" Target="/ppt/notesMasters/notesMaster1.xml" Id="R0b19549bd43441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08f6be54e84395" /><Relationship Type="http://schemas.openxmlformats.org/officeDocument/2006/relationships/notesMaster" Target="/ppt/notesMasters/notesMaster1.xml" Id="R3ce4de9c5ce246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bce1a534694dda" /><Relationship Type="http://schemas.openxmlformats.org/officeDocument/2006/relationships/notesMaster" Target="/ppt/notesMasters/notesMaster1.xml" Id="R86e5782c47294fe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93eaf16aae4012" /><Relationship Type="http://schemas.openxmlformats.org/officeDocument/2006/relationships/notesMaster" Target="/ppt/notesMasters/notesMaster1.xml" Id="R9d3083a7d3e448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565983ac37f40b6" /><Relationship Type="http://schemas.openxmlformats.org/officeDocument/2006/relationships/notesMaster" Target="/ppt/notesMasters/notesMaster1.xml" Id="R0a5932368aa34d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64815bab6ac4086" /><Relationship Type="http://schemas.openxmlformats.org/officeDocument/2006/relationships/notesMaster" Target="/ppt/notesMasters/notesMaster1.xml" Id="R008e104fac5243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2cfdbc67e84505" /><Relationship Type="http://schemas.openxmlformats.org/officeDocument/2006/relationships/notesMaster" Target="/ppt/notesMasters/notesMaster1.xml" Id="Rd745ab775c1e42c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b1c1a45586c40fd" /><Relationship Type="http://schemas.openxmlformats.org/officeDocument/2006/relationships/notesMaster" Target="/ppt/notesMasters/notesMaster1.xml" Id="Rccfdb65e03d94e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b8ae09eb95441ff" /><Relationship Type="http://schemas.openxmlformats.org/officeDocument/2006/relationships/notesMaster" Target="/ppt/notesMasters/notesMaster1.xml" Id="Re51f97304cef436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7a8a8a7a067401e" /><Relationship Type="http://schemas.openxmlformats.org/officeDocument/2006/relationships/notesMaster" Target="/ppt/notesMasters/notesMaster1.xml" Id="Rd2eab60fb8ba425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200ea7af6de483b" /><Relationship Type="http://schemas.openxmlformats.org/officeDocument/2006/relationships/notesMaster" Target="/ppt/notesMasters/notesMaster1.xml" Id="Rafe3fba3810f4c4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8a1f0f8d4594af8" /><Relationship Type="http://schemas.openxmlformats.org/officeDocument/2006/relationships/notesMaster" Target="/ppt/notesMasters/notesMaster1.xml" Id="R4f0413db200e412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39169dd3e724dae" /><Relationship Type="http://schemas.openxmlformats.org/officeDocument/2006/relationships/notesMaster" Target="/ppt/notesMasters/notesMaster1.xml" Id="R839f6199ac0b47a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18088a3bcf24750" /><Relationship Type="http://schemas.openxmlformats.org/officeDocument/2006/relationships/notesMaster" Target="/ppt/notesMasters/notesMaster1.xml" Id="Rf4bf5beba4cf4a1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74ce04ee27d48b9" /><Relationship Type="http://schemas.openxmlformats.org/officeDocument/2006/relationships/notesMaster" Target="/ppt/notesMasters/notesMaster1.xml" Id="Rc1392e4ddb55452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25063bc90294d3b" /><Relationship Type="http://schemas.openxmlformats.org/officeDocument/2006/relationships/notesMaster" Target="/ppt/notesMasters/notesMaster1.xml" Id="R231cc50aca4d424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7bd76f7cec24a8e" /><Relationship Type="http://schemas.openxmlformats.org/officeDocument/2006/relationships/notesMaster" Target="/ppt/notesMasters/notesMaster1.xml" Id="R25b157643c394a0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a541974291745cb" /><Relationship Type="http://schemas.openxmlformats.org/officeDocument/2006/relationships/notesMaster" Target="/ppt/notesMasters/notesMaster1.xml" Id="R5ce82e3d4b5a474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6bd8332d63b464f" /><Relationship Type="http://schemas.openxmlformats.org/officeDocument/2006/relationships/notesMaster" Target="/ppt/notesMasters/notesMaster1.xml" Id="R941659b8973245d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dfa01457d6a4beb" /><Relationship Type="http://schemas.openxmlformats.org/officeDocument/2006/relationships/notesMaster" Target="/ppt/notesMasters/notesMaster1.xml" Id="R6c0dfbcc91ba42a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db91525da72469a" /><Relationship Type="http://schemas.openxmlformats.org/officeDocument/2006/relationships/notesMaster" Target="/ppt/notesMasters/notesMaster1.xml" Id="R02a42db19e2f47a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1e9aba35aec4c2e" /><Relationship Type="http://schemas.openxmlformats.org/officeDocument/2006/relationships/notesMaster" Target="/ppt/notesMasters/notesMaster1.xml" Id="R90f1ed68289c40a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38bdb15a4cf49a1" /><Relationship Type="http://schemas.openxmlformats.org/officeDocument/2006/relationships/notesMaster" Target="/ppt/notesMasters/notesMaster1.xml" Id="R53f5c2728ea1441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48b6868dff94b52" /><Relationship Type="http://schemas.openxmlformats.org/officeDocument/2006/relationships/notesMaster" Target="/ppt/notesMasters/notesMaster1.xml" Id="R0575fa4c078b4a0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4dffcdd22874f9a" /><Relationship Type="http://schemas.openxmlformats.org/officeDocument/2006/relationships/notesMaster" Target="/ppt/notesMasters/notesMaster1.xml" Id="Rd7a88f12101c40a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6e248366731480a" /><Relationship Type="http://schemas.openxmlformats.org/officeDocument/2006/relationships/notesMaster" Target="/ppt/notesMasters/notesMaster1.xml" Id="Rff9e86ccc6ee4a0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0c5e7e5978b4595" /><Relationship Type="http://schemas.openxmlformats.org/officeDocument/2006/relationships/notesMaster" Target="/ppt/notesMasters/notesMaster1.xml" Id="R3b688164dcdb4f5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ac7e4cd29bb45bd" /><Relationship Type="http://schemas.openxmlformats.org/officeDocument/2006/relationships/notesMaster" Target="/ppt/notesMasters/notesMaster1.xml" Id="R236deb5eacd3490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15da01badd04cb0" /><Relationship Type="http://schemas.openxmlformats.org/officeDocument/2006/relationships/notesMaster" Target="/ppt/notesMasters/notesMaster1.xml" Id="Rb88ee122daef4be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f1368c7730646b6" /><Relationship Type="http://schemas.openxmlformats.org/officeDocument/2006/relationships/notesMaster" Target="/ppt/notesMasters/notesMaster1.xml" Id="Rdf87ee8a6abf44f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dea15b00a2f424e" /><Relationship Type="http://schemas.openxmlformats.org/officeDocument/2006/relationships/notesMaster" Target="/ppt/notesMasters/notesMaster1.xml" Id="R2d0a9b4fb61b481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879ca938c9445f0" /><Relationship Type="http://schemas.openxmlformats.org/officeDocument/2006/relationships/notesMaster" Target="/ppt/notesMasters/notesMaster1.xml" Id="R024f35f4640f407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8b575ff57d34e89" /><Relationship Type="http://schemas.openxmlformats.org/officeDocument/2006/relationships/notesMaster" Target="/ppt/notesMasters/notesMaster1.xml" Id="Rf83ff73d98214651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4cc02af75f54565" /><Relationship Type="http://schemas.openxmlformats.org/officeDocument/2006/relationships/notesMaster" Target="/ppt/notesMasters/notesMaster1.xml" Id="R298e363c8472401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329ca98151a4d01" /><Relationship Type="http://schemas.openxmlformats.org/officeDocument/2006/relationships/notesMaster" Target="/ppt/notesMasters/notesMaster1.xml" Id="R6daa5319fa244d1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202d79fa60649a3" /><Relationship Type="http://schemas.openxmlformats.org/officeDocument/2006/relationships/notesMaster" Target="/ppt/notesMasters/notesMaster1.xml" Id="Rb922fd18c93d4b9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bdb1c47c1ea404e" /><Relationship Type="http://schemas.openxmlformats.org/officeDocument/2006/relationships/notesMaster" Target="/ppt/notesMasters/notesMaster1.xml" Id="R6b0e993a1c79461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a60ef134867f4715" /><Relationship Type="http://schemas.openxmlformats.org/officeDocument/2006/relationships/notesMaster" Target="/ppt/notesMasters/notesMaster1.xml" Id="R194032e5abc44a2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0245b871cfb44ad" /><Relationship Type="http://schemas.openxmlformats.org/officeDocument/2006/relationships/notesMaster" Target="/ppt/notesMasters/notesMaster1.xml" Id="Rfa95f3ac15834c4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41351f6e1bb4dee" /><Relationship Type="http://schemas.openxmlformats.org/officeDocument/2006/relationships/notesMaster" Target="/ppt/notesMasters/notesMaster1.xml" Id="R56c3120419b8439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0408e2b5aa9488c" /><Relationship Type="http://schemas.openxmlformats.org/officeDocument/2006/relationships/notesMaster" Target="/ppt/notesMasters/notesMaster1.xml" Id="Rc987b9a6134440f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12e557cb52d46b8" /><Relationship Type="http://schemas.openxmlformats.org/officeDocument/2006/relationships/notesMaster" Target="/ppt/notesMasters/notesMaster1.xml" Id="Re6affc3370b84af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8bbbbb932a14f0b" /><Relationship Type="http://schemas.openxmlformats.org/officeDocument/2006/relationships/notesMaster" Target="/ppt/notesMasters/notesMaster1.xml" Id="R53399430f11a4057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de84a1fda5942df" /><Relationship Type="http://schemas.openxmlformats.org/officeDocument/2006/relationships/notesMaster" Target="/ppt/notesMasters/notesMaster1.xml" Id="Redacc623ea924d8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7446ee78cc440a3" /><Relationship Type="http://schemas.openxmlformats.org/officeDocument/2006/relationships/notesMaster" Target="/ppt/notesMasters/notesMaster1.xml" Id="R528be93a40fc4838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1a72114745b43c8" /><Relationship Type="http://schemas.openxmlformats.org/officeDocument/2006/relationships/notesMaster" Target="/ppt/notesMasters/notesMaster1.xml" Id="Rb7b88542e4c247e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d3846028865437c" /><Relationship Type="http://schemas.openxmlformats.org/officeDocument/2006/relationships/notesMaster" Target="/ppt/notesMasters/notesMaster1.xml" Id="Re1f79f289a034ffe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867d73a69eb4d13" /><Relationship Type="http://schemas.openxmlformats.org/officeDocument/2006/relationships/notesMaster" Target="/ppt/notesMasters/notesMaster1.xml" Id="Rb70d5d86da644ff5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48fc5aace7134f9e" /><Relationship Type="http://schemas.openxmlformats.org/officeDocument/2006/relationships/notesMaster" Target="/ppt/notesMasters/notesMaster1.xml" Id="Rfee03f09029b494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48842c3ceb84f23" /><Relationship Type="http://schemas.openxmlformats.org/officeDocument/2006/relationships/notesMaster" Target="/ppt/notesMasters/notesMaster1.xml" Id="R4243545d01ca4a5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8a89629125e54f09" /><Relationship Type="http://schemas.openxmlformats.org/officeDocument/2006/relationships/notesMaster" Target="/ppt/notesMasters/notesMaster1.xml" Id="R05825793426c4735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26f5858924f4104" /><Relationship Type="http://schemas.openxmlformats.org/officeDocument/2006/relationships/notesMaster" Target="/ppt/notesMasters/notesMaster1.xml" Id="R846472762dda43ae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fc753f8663c046fb" /><Relationship Type="http://schemas.openxmlformats.org/officeDocument/2006/relationships/notesMaster" Target="/ppt/notesMasters/notesMaster1.xml" Id="R43d16cd4feb2494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94107f16f624295" /><Relationship Type="http://schemas.openxmlformats.org/officeDocument/2006/relationships/notesMaster" Target="/ppt/notesMasters/notesMaster1.xml" Id="R8a21587271d64eaa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c19d8bcb92e453a" /><Relationship Type="http://schemas.openxmlformats.org/officeDocument/2006/relationships/notesMaster" Target="/ppt/notesMasters/notesMaster1.xml" Id="R43bf190d2af64eaf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d2b31a62951f4ac2" /><Relationship Type="http://schemas.openxmlformats.org/officeDocument/2006/relationships/notesMaster" Target="/ppt/notesMasters/notesMaster1.xml" Id="R81a9346b0bc54fba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02e90049057f4aeb" /><Relationship Type="http://schemas.openxmlformats.org/officeDocument/2006/relationships/notesMaster" Target="/ppt/notesMasters/notesMaster1.xml" Id="R021d85f5652d44ba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88a4620e00b412b" /><Relationship Type="http://schemas.openxmlformats.org/officeDocument/2006/relationships/notesMaster" Target="/ppt/notesMasters/notesMaster1.xml" Id="Rbdbaa0e5b0654f14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2832cbfcd0f14ea2" /><Relationship Type="http://schemas.openxmlformats.org/officeDocument/2006/relationships/notesMaster" Target="/ppt/notesMasters/notesMaster1.xml" Id="R9dd5357852184abc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a6ab615b7a9b4587" /><Relationship Type="http://schemas.openxmlformats.org/officeDocument/2006/relationships/notesMaster" Target="/ppt/notesMasters/notesMaster1.xml" Id="R7205c935fe4442f8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49d0c6866104b7a" /><Relationship Type="http://schemas.openxmlformats.org/officeDocument/2006/relationships/notesMaster" Target="/ppt/notesMasters/notesMaster1.xml" Id="Rd9dcd85c2a864ca4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b87d3d51ee004a41" /><Relationship Type="http://schemas.openxmlformats.org/officeDocument/2006/relationships/notesMaster" Target="/ppt/notesMasters/notesMaster1.xml" Id="Rca1dfeb7f94c4596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7f3c443bff9b464b" /><Relationship Type="http://schemas.openxmlformats.org/officeDocument/2006/relationships/notesMaster" Target="/ppt/notesMasters/notesMaster1.xml" Id="Re8cb02c06c974582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8024e7b9d7934c5a" /><Relationship Type="http://schemas.openxmlformats.org/officeDocument/2006/relationships/notesMaster" Target="/ppt/notesMasters/notesMaster1.xml" Id="Rade5a2f2fe434c46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99a682baa834afd" /><Relationship Type="http://schemas.openxmlformats.org/officeDocument/2006/relationships/notesMaster" Target="/ppt/notesMasters/notesMaster1.xml" Id="R5424669696364a58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9b95f33223da484c" /><Relationship Type="http://schemas.openxmlformats.org/officeDocument/2006/relationships/notesMaster" Target="/ppt/notesMasters/notesMaster1.xml" Id="R37ce603816814180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71c00a325d194e90" /><Relationship Type="http://schemas.openxmlformats.org/officeDocument/2006/relationships/notesMaster" Target="/ppt/notesMasters/notesMaster1.xml" Id="R3ce6205133da4d5d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a50939da5c7542ff" /><Relationship Type="http://schemas.openxmlformats.org/officeDocument/2006/relationships/notesMaster" Target="/ppt/notesMasters/notesMaster1.xml" Id="Rf73ab89283364caa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78d80588344f4f9c" /><Relationship Type="http://schemas.openxmlformats.org/officeDocument/2006/relationships/notesMaster" Target="/ppt/notesMasters/notesMaster1.xml" Id="R95bd164c0170432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e76c95689a384163" /><Relationship Type="http://schemas.openxmlformats.org/officeDocument/2006/relationships/notesMaster" Target="/ppt/notesMasters/notesMaster1.xml" Id="R238982269c4941bc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6aa8ae18a4cb49f4" /><Relationship Type="http://schemas.openxmlformats.org/officeDocument/2006/relationships/notesMaster" Target="/ppt/notesMasters/notesMaster1.xml" Id="Rf006170574104279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d2d5831968ab4b06" /><Relationship Type="http://schemas.openxmlformats.org/officeDocument/2006/relationships/notesMaster" Target="/ppt/notesMasters/notesMaster1.xml" Id="R73c6d39dde8b49ce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10d18f408ad34fd3" /><Relationship Type="http://schemas.openxmlformats.org/officeDocument/2006/relationships/notesMaster" Target="/ppt/notesMasters/notesMaster1.xml" Id="R1f28d1ff178c4b5b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db39f291883d4f24" /><Relationship Type="http://schemas.openxmlformats.org/officeDocument/2006/relationships/notesMaster" Target="/ppt/notesMasters/notesMaster1.xml" Id="R2584eaefd1ee4386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ea566005841c4578" /><Relationship Type="http://schemas.openxmlformats.org/officeDocument/2006/relationships/notesMaster" Target="/ppt/notesMasters/notesMaster1.xml" Id="R089d8c28b7a74e1c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0644e688556349ce" /><Relationship Type="http://schemas.openxmlformats.org/officeDocument/2006/relationships/notesMaster" Target="/ppt/notesMasters/notesMaster1.xml" Id="R741034b0627f4ef3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0445551dd7814a71" /><Relationship Type="http://schemas.openxmlformats.org/officeDocument/2006/relationships/notesMaster" Target="/ppt/notesMasters/notesMaster1.xml" Id="Rf208c5da6fe348e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16102fed693d4c87" /><Relationship Type="http://schemas.openxmlformats.org/officeDocument/2006/relationships/notesMaster" Target="/ppt/notesMasters/notesMaster1.xml" Id="R29a723144f9b4beb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6f637c6772e34595" /><Relationship Type="http://schemas.openxmlformats.org/officeDocument/2006/relationships/notesMaster" Target="/ppt/notesMasters/notesMaster1.xml" Id="R57b997eb8ba14fce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dba81ca409d84c8b" /><Relationship Type="http://schemas.openxmlformats.org/officeDocument/2006/relationships/notesMaster" Target="/ppt/notesMasters/notesMaster1.xml" Id="R579ecaf9d7b64c81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b633c27ad91942c7" /><Relationship Type="http://schemas.openxmlformats.org/officeDocument/2006/relationships/notesMaster" Target="/ppt/notesMasters/notesMaster1.xml" Id="Rd65522a43aaa4b5a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f13e36ed8f2e4669" /><Relationship Type="http://schemas.openxmlformats.org/officeDocument/2006/relationships/notesMaster" Target="/ppt/notesMasters/notesMaster1.xml" Id="Rb3d233da3c3944c9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daa4646c1a224819" /><Relationship Type="http://schemas.openxmlformats.org/officeDocument/2006/relationships/notesMaster" Target="/ppt/notesMasters/notesMaster1.xml" Id="R69fd327633b44141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49d01c7b58674cc0" /><Relationship Type="http://schemas.openxmlformats.org/officeDocument/2006/relationships/notesMaster" Target="/ppt/notesMasters/notesMaster1.xml" Id="R5a718dcc55ca4145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89d41bd8a2c643cc" /><Relationship Type="http://schemas.openxmlformats.org/officeDocument/2006/relationships/notesMaster" Target="/ppt/notesMasters/notesMaster1.xml" Id="Rbfc11afadd9a46f0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ad2086661c114156" /><Relationship Type="http://schemas.openxmlformats.org/officeDocument/2006/relationships/notesMaster" Target="/ppt/notesMasters/notesMaster1.xml" Id="R9916d74446d84c80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40aaab48f3c249ca" /><Relationship Type="http://schemas.openxmlformats.org/officeDocument/2006/relationships/notesMaster" Target="/ppt/notesMasters/notesMaster1.xml" Id="Rc26a850e6a224275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11f1ec04a4244e6b" /><Relationship Type="http://schemas.openxmlformats.org/officeDocument/2006/relationships/notesMaster" Target="/ppt/notesMasters/notesMaster1.xml" Id="Rbf4a7e5064c84332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61f70210a9d6404e" /><Relationship Type="http://schemas.openxmlformats.org/officeDocument/2006/relationships/notesMaster" Target="/ppt/notesMasters/notesMaster1.xml" Id="R5fb2cc2a90894d21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eabacd459e6f40a3" /><Relationship Type="http://schemas.openxmlformats.org/officeDocument/2006/relationships/notesMaster" Target="/ppt/notesMasters/notesMaster1.xml" Id="Ra4337cb883394199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398e9e9317f142d7" /><Relationship Type="http://schemas.openxmlformats.org/officeDocument/2006/relationships/notesMaster" Target="/ppt/notesMasters/notesMaster1.xml" Id="Re27efe2c27134241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69344639e9ed4c80" /><Relationship Type="http://schemas.openxmlformats.org/officeDocument/2006/relationships/notesMaster" Target="/ppt/notesMasters/notesMaster1.xml" Id="R900538838e9d4a3c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e8a24a02f8a9470a" /><Relationship Type="http://schemas.openxmlformats.org/officeDocument/2006/relationships/notesMaster" Target="/ppt/notesMasters/notesMaster1.xml" Id="Rf36fa2f779d549f3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e106df69e7594c12" /><Relationship Type="http://schemas.openxmlformats.org/officeDocument/2006/relationships/notesMaster" Target="/ppt/notesMasters/notesMaster1.xml" Id="R74ab20206eab456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6a58d2a90aeb43c4" /><Relationship Type="http://schemas.openxmlformats.org/officeDocument/2006/relationships/notesMaster" Target="/ppt/notesMasters/notesMaster1.xml" Id="Rc2914eb7855c4ec4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f6648aca4308467a" /><Relationship Type="http://schemas.openxmlformats.org/officeDocument/2006/relationships/notesMaster" Target="/ppt/notesMasters/notesMaster1.xml" Id="Rc370eae591d54919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344ed4d9c01c4fba" /><Relationship Type="http://schemas.openxmlformats.org/officeDocument/2006/relationships/notesMaster" Target="/ppt/notesMasters/notesMaster1.xml" Id="R342348f713f4479d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ae7e5c78d953499e" /><Relationship Type="http://schemas.openxmlformats.org/officeDocument/2006/relationships/notesMaster" Target="/ppt/notesMasters/notesMaster1.xml" Id="R440bb69ff61842ad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a7640117f2114601" /><Relationship Type="http://schemas.openxmlformats.org/officeDocument/2006/relationships/notesMaster" Target="/ppt/notesMasters/notesMaster1.xml" Id="R8821f0af24ca4377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e73878239b494829" /><Relationship Type="http://schemas.openxmlformats.org/officeDocument/2006/relationships/notesMaster" Target="/ppt/notesMasters/notesMaster1.xml" Id="Rbca68eb4045c45ea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0902893fd50f42ea" /><Relationship Type="http://schemas.openxmlformats.org/officeDocument/2006/relationships/notesMaster" Target="/ppt/notesMasters/notesMaster1.xml" Id="Ra2c7af8536414b4b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27e6f720da5f4f4d" /><Relationship Type="http://schemas.openxmlformats.org/officeDocument/2006/relationships/notesMaster" Target="/ppt/notesMasters/notesMaster1.xml" Id="R9728e31b3e3c44fd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4e4db729a0e0413f" /><Relationship Type="http://schemas.openxmlformats.org/officeDocument/2006/relationships/notesMaster" Target="/ppt/notesMasters/notesMaster1.xml" Id="Ref28b8b23eef413b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15a7ed583da54527" /><Relationship Type="http://schemas.openxmlformats.org/officeDocument/2006/relationships/notesMaster" Target="/ppt/notesMasters/notesMaster1.xml" Id="Rc546f7d4cbb14dfa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bc78e03c658e43d2" /><Relationship Type="http://schemas.openxmlformats.org/officeDocument/2006/relationships/notesMaster" Target="/ppt/notesMasters/notesMaster1.xml" Id="R4b883667d9db4c33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34952488e70f4a67" /><Relationship Type="http://schemas.openxmlformats.org/officeDocument/2006/relationships/notesMaster" Target="/ppt/notesMasters/notesMaster1.xml" Id="Rfbd901fcdaf741a5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537382a1a7624f02" /><Relationship Type="http://schemas.openxmlformats.org/officeDocument/2006/relationships/notesMaster" Target="/ppt/notesMasters/notesMaster1.xml" Id="R0c6286d3355e442c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320ff276674247be" /><Relationship Type="http://schemas.openxmlformats.org/officeDocument/2006/relationships/notesMaster" Target="/ppt/notesMasters/notesMaster1.xml" Id="Rcf6eb7f63dcc44be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15f9bb177fb448c6" /><Relationship Type="http://schemas.openxmlformats.org/officeDocument/2006/relationships/notesMaster" Target="/ppt/notesMasters/notesMaster1.xml" Id="R4e47ee6f13494ed2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2c724207e908489b" /><Relationship Type="http://schemas.openxmlformats.org/officeDocument/2006/relationships/notesMaster" Target="/ppt/notesMasters/notesMaster1.xml" Id="R9386f05c53704682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3b2899ea72964d4e" /><Relationship Type="http://schemas.openxmlformats.org/officeDocument/2006/relationships/notesMaster" Target="/ppt/notesMasters/notesMaster1.xml" Id="Rc2ea8a22c6164349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e7ff63616fd24d13" /><Relationship Type="http://schemas.openxmlformats.org/officeDocument/2006/relationships/notesMaster" Target="/ppt/notesMasters/notesMaster1.xml" Id="R89f1a38d2c314188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881d364a7918427f" /><Relationship Type="http://schemas.openxmlformats.org/officeDocument/2006/relationships/notesMaster" Target="/ppt/notesMasters/notesMaster1.xml" Id="Ra0dd448384634278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bbaa292361fd4c89" /><Relationship Type="http://schemas.openxmlformats.org/officeDocument/2006/relationships/notesMaster" Target="/ppt/notesMasters/notesMaster1.xml" Id="Rfa15a15609bd450a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1cbbc149c97443fc" /><Relationship Type="http://schemas.openxmlformats.org/officeDocument/2006/relationships/notesMaster" Target="/ppt/notesMasters/notesMaster1.xml" Id="Rba76aba712ff48a3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32fcf17ebb854ab4" /><Relationship Type="http://schemas.openxmlformats.org/officeDocument/2006/relationships/notesMaster" Target="/ppt/notesMasters/notesMaster1.xml" Id="Rda5fc24d94e44d84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6df447ed7500478b" /><Relationship Type="http://schemas.openxmlformats.org/officeDocument/2006/relationships/notesMaster" Target="/ppt/notesMasters/notesMaster1.xml" Id="R8925de2548754ef7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f31f52b8996c47e8" /><Relationship Type="http://schemas.openxmlformats.org/officeDocument/2006/relationships/notesMaster" Target="/ppt/notesMasters/notesMaster1.xml" Id="Rdc61abc2c26247fb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9376929074b542e5" /><Relationship Type="http://schemas.openxmlformats.org/officeDocument/2006/relationships/notesMaster" Target="/ppt/notesMasters/notesMaster1.xml" Id="R87e9ec9467334f76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f199e864a1e64a65" /><Relationship Type="http://schemas.openxmlformats.org/officeDocument/2006/relationships/notesMaster" Target="/ppt/notesMasters/notesMaster1.xml" Id="R7a37ef0e1e2d4b13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9405e84cbc1f4087" /><Relationship Type="http://schemas.openxmlformats.org/officeDocument/2006/relationships/notesMaster" Target="/ppt/notesMasters/notesMaster1.xml" Id="R8ae7ec3097de4757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632e7add68484974" /><Relationship Type="http://schemas.openxmlformats.org/officeDocument/2006/relationships/notesMaster" Target="/ppt/notesMasters/notesMaster1.xml" Id="R82b5a27c3d4440a1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c9069048d38348ea" /><Relationship Type="http://schemas.openxmlformats.org/officeDocument/2006/relationships/notesMaster" Target="/ppt/notesMasters/notesMaster1.xml" Id="R302f3db06ab441ed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c4bb18ade93543bb" /><Relationship Type="http://schemas.openxmlformats.org/officeDocument/2006/relationships/notesMaster" Target="/ppt/notesMasters/notesMaster1.xml" Id="R0452b57d81e94339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feb2d7cadc4848dd" /><Relationship Type="http://schemas.openxmlformats.org/officeDocument/2006/relationships/notesMaster" Target="/ppt/notesMasters/notesMaster1.xml" Id="R904609fa6ac74814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3d0664a3639346d0" /><Relationship Type="http://schemas.openxmlformats.org/officeDocument/2006/relationships/notesMaster" Target="/ppt/notesMasters/notesMaster1.xml" Id="Ra3ab5072d2b64121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1087edec282f4e43" /><Relationship Type="http://schemas.openxmlformats.org/officeDocument/2006/relationships/notesMaster" Target="/ppt/notesMasters/notesMaster1.xml" Id="R07b6f20152364ca6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c2ac714276b94289" /><Relationship Type="http://schemas.openxmlformats.org/officeDocument/2006/relationships/notesMaster" Target="/ppt/notesMasters/notesMaster1.xml" Id="R0c14cbf751a74012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aef9735b29a64cab" /><Relationship Type="http://schemas.openxmlformats.org/officeDocument/2006/relationships/notesMaster" Target="/ppt/notesMasters/notesMaster1.xml" Id="R6938e0fb15344e06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9071714a578248b1" /><Relationship Type="http://schemas.openxmlformats.org/officeDocument/2006/relationships/notesMaster" Target="/ppt/notesMasters/notesMaster1.xml" Id="Rcece1a286e7641e8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48fd96f1ac4f4ed2" /><Relationship Type="http://schemas.openxmlformats.org/officeDocument/2006/relationships/notesMaster" Target="/ppt/notesMasters/notesMaster1.xml" Id="Reb8dd84f5e124ea9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07f60fbb220c45a6" /><Relationship Type="http://schemas.openxmlformats.org/officeDocument/2006/relationships/notesMaster" Target="/ppt/notesMasters/notesMaster1.xml" Id="R877b66b3eb684060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9d7e5c0644884c27" /><Relationship Type="http://schemas.openxmlformats.org/officeDocument/2006/relationships/notesMaster" Target="/ppt/notesMasters/notesMaster1.xml" Id="R69bbba0563ca4075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67ba84ddbaed4a02" /><Relationship Type="http://schemas.openxmlformats.org/officeDocument/2006/relationships/notesMaster" Target="/ppt/notesMasters/notesMaster1.xml" Id="R8cb6ffdbceb44cce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50ae6ca893984320" /><Relationship Type="http://schemas.openxmlformats.org/officeDocument/2006/relationships/notesMaster" Target="/ppt/notesMasters/notesMaster1.xml" Id="R9d66cc73cd7543cb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c7ea889d71554a90" /><Relationship Type="http://schemas.openxmlformats.org/officeDocument/2006/relationships/notesMaster" Target="/ppt/notesMasters/notesMaster1.xml" Id="R5c585bb54287443d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c8893ef1710c408f" /><Relationship Type="http://schemas.openxmlformats.org/officeDocument/2006/relationships/notesMaster" Target="/ppt/notesMasters/notesMaster1.xml" Id="Rb8e838b0898a4bda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6979de6202d442be" /><Relationship Type="http://schemas.openxmlformats.org/officeDocument/2006/relationships/notesMaster" Target="/ppt/notesMasters/notesMaster1.xml" Id="R9891137bd83842a8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7bbc92d48dcd4166" /><Relationship Type="http://schemas.openxmlformats.org/officeDocument/2006/relationships/notesMaster" Target="/ppt/notesMasters/notesMaster1.xml" Id="Rf16534e4686d4d34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f50d9b58465445be" /><Relationship Type="http://schemas.openxmlformats.org/officeDocument/2006/relationships/notesMaster" Target="/ppt/notesMasters/notesMaster1.xml" Id="Rf27edcb5fea44a11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3f73c3783d0949b4" /><Relationship Type="http://schemas.openxmlformats.org/officeDocument/2006/relationships/notesMaster" Target="/ppt/notesMasters/notesMaster1.xml" Id="Re8f71e2c27ce42f6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c9126efeb5a044a2" /><Relationship Type="http://schemas.openxmlformats.org/officeDocument/2006/relationships/notesMaster" Target="/ppt/notesMasters/notesMaster1.xml" Id="R69c27434081c482d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046802e391294dec" /><Relationship Type="http://schemas.openxmlformats.org/officeDocument/2006/relationships/notesMaster" Target="/ppt/notesMasters/notesMaster1.xml" Id="Re600300511224e9b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aed301fef9fa4314" /><Relationship Type="http://schemas.openxmlformats.org/officeDocument/2006/relationships/notesMaster" Target="/ppt/notesMasters/notesMaster1.xml" Id="R7b35d2d181cd4d9f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a62c4f5a3df049b6" /><Relationship Type="http://schemas.openxmlformats.org/officeDocument/2006/relationships/notesMaster" Target="/ppt/notesMasters/notesMaster1.xml" Id="Refb3a551460a4033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b858c61367684367" /><Relationship Type="http://schemas.openxmlformats.org/officeDocument/2006/relationships/notesMaster" Target="/ppt/notesMasters/notesMaster1.xml" Id="Re91d38a89e054b73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36378f97ddd44ffd" /><Relationship Type="http://schemas.openxmlformats.org/officeDocument/2006/relationships/notesMaster" Target="/ppt/notesMasters/notesMaster1.xml" Id="Rd6c731b1caa14736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f54242ea1b9b46e2" /><Relationship Type="http://schemas.openxmlformats.org/officeDocument/2006/relationships/notesMaster" Target="/ppt/notesMasters/notesMaster1.xml" Id="R297a5102b1e947a5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dfbd723aca214636" /><Relationship Type="http://schemas.openxmlformats.org/officeDocument/2006/relationships/notesMaster" Target="/ppt/notesMasters/notesMaster1.xml" Id="R4b6ba310d40f470d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092eca44c27740fb" /><Relationship Type="http://schemas.openxmlformats.org/officeDocument/2006/relationships/notesMaster" Target="/ppt/notesMasters/notesMaster1.xml" Id="R6cb1b8b4d4c749d3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14e977540e504c4f" /><Relationship Type="http://schemas.openxmlformats.org/officeDocument/2006/relationships/notesMaster" Target="/ppt/notesMasters/notesMaster1.xml" Id="Re47cef09a85c4381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8c5910bf1bb24e97" /><Relationship Type="http://schemas.openxmlformats.org/officeDocument/2006/relationships/notesMaster" Target="/ppt/notesMasters/notesMaster1.xml" Id="Ra424b1cdf8674e96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e1cf3571d9954c88" /><Relationship Type="http://schemas.openxmlformats.org/officeDocument/2006/relationships/notesMaster" Target="/ppt/notesMasters/notesMaster1.xml" Id="Rfc2663dbef894a66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cb34a2f6308044e2" /><Relationship Type="http://schemas.openxmlformats.org/officeDocument/2006/relationships/notesMaster" Target="/ppt/notesMasters/notesMaster1.xml" Id="R1bc9abaa121d4a20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6007bd6ed1364924" /><Relationship Type="http://schemas.openxmlformats.org/officeDocument/2006/relationships/notesMaster" Target="/ppt/notesMasters/notesMaster1.xml" Id="R677dbb2f5bc643f5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f3680e2c251b44c1" /><Relationship Type="http://schemas.openxmlformats.org/officeDocument/2006/relationships/notesMaster" Target="/ppt/notesMasters/notesMaster1.xml" Id="R2c1f8d0ea469451e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25ac8275d7184ff0" /><Relationship Type="http://schemas.openxmlformats.org/officeDocument/2006/relationships/notesMaster" Target="/ppt/notesMasters/notesMaster1.xml" Id="Radb51ee45c454b64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6adbfcf25a5b4c2c" /><Relationship Type="http://schemas.openxmlformats.org/officeDocument/2006/relationships/notesMaster" Target="/ppt/notesMasters/notesMaster1.xml" Id="R94403fd91ee945f7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e6c8abbd5b75406b" /><Relationship Type="http://schemas.openxmlformats.org/officeDocument/2006/relationships/notesMaster" Target="/ppt/notesMasters/notesMaster1.xml" Id="R389c92a7168947d6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b77fddc395d14d4a" /><Relationship Type="http://schemas.openxmlformats.org/officeDocument/2006/relationships/notesMaster" Target="/ppt/notesMasters/notesMaster1.xml" Id="R2afd5a654fa34c44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e354ece6e24c4d2a" /><Relationship Type="http://schemas.openxmlformats.org/officeDocument/2006/relationships/notesMaster" Target="/ppt/notesMasters/notesMaster1.xml" Id="R2ee50d3321d04ad8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278da1afd53d49a4" /><Relationship Type="http://schemas.openxmlformats.org/officeDocument/2006/relationships/notesMaster" Target="/ppt/notesMasters/notesMaster1.xml" Id="Ra462a506a32941f8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88b71f4f4ffb418d" /><Relationship Type="http://schemas.openxmlformats.org/officeDocument/2006/relationships/notesMaster" Target="/ppt/notesMasters/notesMaster1.xml" Id="Ra0bf7031489a4ce7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adf8fc3fe8c54579" /><Relationship Type="http://schemas.openxmlformats.org/officeDocument/2006/relationships/notesMaster" Target="/ppt/notesMasters/notesMaster1.xml" Id="R6988a9a8cbc443d7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c8745c7fc35741b2" /><Relationship Type="http://schemas.openxmlformats.org/officeDocument/2006/relationships/notesMaster" Target="/ppt/notesMasters/notesMaster1.xml" Id="Rdc85c948f9b041a8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41869dbb7e8f4ec4" /><Relationship Type="http://schemas.openxmlformats.org/officeDocument/2006/relationships/notesMaster" Target="/ppt/notesMasters/notesMaster1.xml" Id="R03b5ff69f7764f18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0c0c9ac952f04673" /><Relationship Type="http://schemas.openxmlformats.org/officeDocument/2006/relationships/notesMaster" Target="/ppt/notesMasters/notesMaster1.xml" Id="R9fabd271a8204e72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a2d09c7534e14525" /><Relationship Type="http://schemas.openxmlformats.org/officeDocument/2006/relationships/notesMaster" Target="/ppt/notesMasters/notesMaster1.xml" Id="R491e37832b8a4749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e3ec085386fa4c5a" /><Relationship Type="http://schemas.openxmlformats.org/officeDocument/2006/relationships/notesMaster" Target="/ppt/notesMasters/notesMaster1.xml" Id="R0bf3f5b89f3c4252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50353236c2ef4cb9" /><Relationship Type="http://schemas.openxmlformats.org/officeDocument/2006/relationships/notesMaster" Target="/ppt/notesMasters/notesMaster1.xml" Id="R2a785f200f8d4322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fb63dd1fb1fb4f2c" /><Relationship Type="http://schemas.openxmlformats.org/officeDocument/2006/relationships/notesMaster" Target="/ppt/notesMasters/notesMaster1.xml" Id="R339d3720bba44aaa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f0f445ff2cb64304" /><Relationship Type="http://schemas.openxmlformats.org/officeDocument/2006/relationships/notesMaster" Target="/ppt/notesMasters/notesMaster1.xml" Id="R48a14154cead460d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63b786b1112841bc" /><Relationship Type="http://schemas.openxmlformats.org/officeDocument/2006/relationships/notesMaster" Target="/ppt/notesMasters/notesMaster1.xml" Id="Rf1f28570083442f5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f53b8a9c082a4608" /><Relationship Type="http://schemas.openxmlformats.org/officeDocument/2006/relationships/notesMaster" Target="/ppt/notesMasters/notesMaster1.xml" Id="R015bfd1057c8419b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737e7a3f43074cb1" /><Relationship Type="http://schemas.openxmlformats.org/officeDocument/2006/relationships/notesMaster" Target="/ppt/notesMasters/notesMaster1.xml" Id="R755dd4e52bbf4699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d87be2216c1042f6" /><Relationship Type="http://schemas.openxmlformats.org/officeDocument/2006/relationships/notesMaster" Target="/ppt/notesMasters/notesMaster1.xml" Id="R79b4d636e8854c95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38898ac62d23483a" /><Relationship Type="http://schemas.openxmlformats.org/officeDocument/2006/relationships/notesMaster" Target="/ppt/notesMasters/notesMaster1.xml" Id="R3dd5751e4a9c4f1a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2aa465d3d9874575" /><Relationship Type="http://schemas.openxmlformats.org/officeDocument/2006/relationships/notesMaster" Target="/ppt/notesMasters/notesMaster1.xml" Id="R178f03762f9141ac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1a4d2679dd1446f2" /><Relationship Type="http://schemas.openxmlformats.org/officeDocument/2006/relationships/notesMaster" Target="/ppt/notesMasters/notesMaster1.xml" Id="R341870250e334895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fe93f5b72fd54c29" /><Relationship Type="http://schemas.openxmlformats.org/officeDocument/2006/relationships/notesMaster" Target="/ppt/notesMasters/notesMaster1.xml" Id="Re46d8de9cbb44a76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0c61845bafe540c1" /><Relationship Type="http://schemas.openxmlformats.org/officeDocument/2006/relationships/notesMaster" Target="/ppt/notesMasters/notesMaster1.xml" Id="R0b46fc3fc61e42d9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f0afb23df54e42b1" /><Relationship Type="http://schemas.openxmlformats.org/officeDocument/2006/relationships/notesMaster" Target="/ppt/notesMasters/notesMaster1.xml" Id="R828e9e25e69445f7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da37928c1ca74d41" /><Relationship Type="http://schemas.openxmlformats.org/officeDocument/2006/relationships/notesMaster" Target="/ppt/notesMasters/notesMaster1.xml" Id="R2c01e29b08594db0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c057692530a14d22" /><Relationship Type="http://schemas.openxmlformats.org/officeDocument/2006/relationships/notesMaster" Target="/ppt/notesMasters/notesMaster1.xml" Id="R7ebf62d83a454a34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17a85c4a2cf8407e" /><Relationship Type="http://schemas.openxmlformats.org/officeDocument/2006/relationships/notesMaster" Target="/ppt/notesMasters/notesMaster1.xml" Id="R8ebb525950054de5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ed3a936bddbe46f1" /><Relationship Type="http://schemas.openxmlformats.org/officeDocument/2006/relationships/notesMaster" Target="/ppt/notesMasters/notesMaster1.xml" Id="R9cd6b9df23ed47b3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779c6f62202e42f2" /><Relationship Type="http://schemas.openxmlformats.org/officeDocument/2006/relationships/notesMaster" Target="/ppt/notesMasters/notesMaster1.xml" Id="Rcd8c715113ca4110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cdd8bae7172e4372" /><Relationship Type="http://schemas.openxmlformats.org/officeDocument/2006/relationships/notesMaster" Target="/ppt/notesMasters/notesMaster1.xml" Id="R31919172175f44d5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34082757c206442f" /><Relationship Type="http://schemas.openxmlformats.org/officeDocument/2006/relationships/notesMaster" Target="/ppt/notesMasters/notesMaster1.xml" Id="Rdfa2086025964415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a01057d2193645d5" /><Relationship Type="http://schemas.openxmlformats.org/officeDocument/2006/relationships/notesMaster" Target="/ppt/notesMasters/notesMaster1.xml" Id="R5e1e7a3e17084a2c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4d29fd4a68a547fa" /><Relationship Type="http://schemas.openxmlformats.org/officeDocument/2006/relationships/notesMaster" Target="/ppt/notesMasters/notesMaster1.xml" Id="R2a07e0f4b80f461f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2d07ccdb072443aa" /><Relationship Type="http://schemas.openxmlformats.org/officeDocument/2006/relationships/notesMaster" Target="/ppt/notesMasters/notesMaster1.xml" Id="R4569b3c428294f58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281787d30ee149a9" /><Relationship Type="http://schemas.openxmlformats.org/officeDocument/2006/relationships/notesMaster" Target="/ppt/notesMasters/notesMaster1.xml" Id="R389f8f07dadc416d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87732978c8034e37" /><Relationship Type="http://schemas.openxmlformats.org/officeDocument/2006/relationships/notesMaster" Target="/ppt/notesMasters/notesMaster1.xml" Id="R934cb987f4394919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056afaf4d4b44d53" /><Relationship Type="http://schemas.openxmlformats.org/officeDocument/2006/relationships/notesMaster" Target="/ppt/notesMasters/notesMaster1.xml" Id="R2bbfb8d40dc04651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98c4b3fdbae34076" /><Relationship Type="http://schemas.openxmlformats.org/officeDocument/2006/relationships/notesMaster" Target="/ppt/notesMasters/notesMaster1.xml" Id="Rfe5b3283b1e649d8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126ef8aa7e444268" /><Relationship Type="http://schemas.openxmlformats.org/officeDocument/2006/relationships/notesMaster" Target="/ppt/notesMasters/notesMaster1.xml" Id="R5f1812cc647d4c9b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7d9a7f727331459c" /><Relationship Type="http://schemas.openxmlformats.org/officeDocument/2006/relationships/notesMaster" Target="/ppt/notesMasters/notesMaster1.xml" Id="R5a0560e5573844eb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c54d1e0d7cfd400e" /><Relationship Type="http://schemas.openxmlformats.org/officeDocument/2006/relationships/notesMaster" Target="/ppt/notesMasters/notesMaster1.xml" Id="Re217c406b0454b4f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899add0e84ed4f1b" /><Relationship Type="http://schemas.openxmlformats.org/officeDocument/2006/relationships/notesMaster" Target="/ppt/notesMasters/notesMaster1.xml" Id="R64bd9d7b90194f67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effa3177c56d4f7f" /><Relationship Type="http://schemas.openxmlformats.org/officeDocument/2006/relationships/notesMaster" Target="/ppt/notesMasters/notesMaster1.xml" Id="R5a8aa98972164ffd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413e8acb95604c32" /><Relationship Type="http://schemas.openxmlformats.org/officeDocument/2006/relationships/notesMaster" Target="/ppt/notesMasters/notesMaster1.xml" Id="R0e0244638e9b4a69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6da1a935190546f4" /><Relationship Type="http://schemas.openxmlformats.org/officeDocument/2006/relationships/notesMaster" Target="/ppt/notesMasters/notesMaster1.xml" Id="R02ab098da0d84f51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6240337b34d94eb5" /><Relationship Type="http://schemas.openxmlformats.org/officeDocument/2006/relationships/notesMaster" Target="/ppt/notesMasters/notesMaster1.xml" Id="R355a8c1af1204ee8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136fad84285c4775" /><Relationship Type="http://schemas.openxmlformats.org/officeDocument/2006/relationships/notesMaster" Target="/ppt/notesMasters/notesMaster1.xml" Id="R7235f0bab3fd4c81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cdd21559f883468d" /><Relationship Type="http://schemas.openxmlformats.org/officeDocument/2006/relationships/notesMaster" Target="/ppt/notesMasters/notesMaster1.xml" Id="R53da036df8194aee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0e3dd94bf1f649ed" /><Relationship Type="http://schemas.openxmlformats.org/officeDocument/2006/relationships/notesMaster" Target="/ppt/notesMasters/notesMaster1.xml" Id="Rb72840e35f044669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ae7e1f13a3554e09" /><Relationship Type="http://schemas.openxmlformats.org/officeDocument/2006/relationships/notesMaster" Target="/ppt/notesMasters/notesMaster1.xml" Id="Rf96013d7b2b84150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4a021f3e08d24366" /><Relationship Type="http://schemas.openxmlformats.org/officeDocument/2006/relationships/notesMaster" Target="/ppt/notesMasters/notesMaster1.xml" Id="R035b6b7030ad43bf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fe09dfbb2f444d16" /><Relationship Type="http://schemas.openxmlformats.org/officeDocument/2006/relationships/notesMaster" Target="/ppt/notesMasters/notesMaster1.xml" Id="R8399f9976ac34476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29397842c1ac44a7" /><Relationship Type="http://schemas.openxmlformats.org/officeDocument/2006/relationships/notesMaster" Target="/ppt/notesMasters/notesMaster1.xml" Id="R850a857bca7340d5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64b7a709ebd4434d" /><Relationship Type="http://schemas.openxmlformats.org/officeDocument/2006/relationships/notesMaster" Target="/ppt/notesMasters/notesMaster1.xml" Id="Ra0c676462ad944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더 작은 한 부분 문제를 풀고 원래 답을 구성한다입니다.</a:t>
            </a:r>
          </a:p>
          <a:p xmlns:a="http://schemas.openxmlformats.org/drawingml/2006/main">
            <a:r>
              <a:t>핵심은 같은 유형의 더 작은 한 문제로 이어지는 구조다. 재귀나 표의 사용 여부만으로 분류하지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Θ(n)입니다.</a:t>
            </a:r>
          </a:p>
          <a:p xmlns:a="http://schemas.openxmlformats.org/drawingml/2006/main">
            <a:r>
              <a:t>상수 작업이 n단계 누적되므로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단계 수는 로그이지만 비용은 n+n/2+n/4+…이므로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기저 사례가 있고 자연수 척도가 매 호출마다 엄격히 감소한다입니다.</a:t>
            </a:r>
          </a:p>
          <a:p xmlns:a="http://schemas.openxmlformats.org/drawingml/2006/main">
            <a:r>
              <a:t>기저 사례와 그 사례에 도달하는 감소 조건을 함께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둘 다 Θ(n) 시간이지만 보통 재귀는 Θ(n) 호출 스택을 쓴다입니다.</a:t>
            </a:r>
          </a:p>
          <a:p xmlns:a="http://schemas.openxmlformats.org/drawingml/2006/main">
            <a:r>
              <a:t>반복 구현은 누적값 하나로 충분하고 재귀 구현은 복귀할 호출들을 보관한다.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같은 인수의 부분 문제를 여러 번 계산한다입니다.</a:t>
            </a:r>
          </a:p>
          <a:p xmlns:a="http://schemas.openxmlformats.org/drawingml/2006/main">
            <a:r>
              <a:t>호출 트리에 F(k)가 중복된다. 재귀 자체가 지수 시간을 뜻하지는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오른쪽의 두 식을 갱신 전 a,b로 계산한다입니다.</a:t>
            </a:r>
          </a:p>
          <a:p xmlns:a="http://schemas.openxmlformats.org/drawingml/2006/main">
            <a:r>
              <a:t>Python의 다중 대입은 오른쪽 값을 먼저 평가한다. C로 옮길 때는 임시 변수가 필요하다.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Θ(N²)입니다.</a:t>
            </a:r>
          </a:p>
          <a:p xmlns:a="http://schemas.openxmlformats.org/drawingml/2006/main">
            <a:r>
              <a:t>출력 문자 자체가 N²개이므로 깊이가 로그여도 전체 출력 시간은 최소 이차다.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n입니다.</a:t>
            </a:r>
          </a:p>
          <a:p xmlns:a="http://schemas.openxmlformats.org/drawingml/2006/main">
            <a:r>
              <a:t>찾는 값이 없으면 모든 원소를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순차 탐색입니다.</a:t>
            </a:r>
          </a:p>
          <a:p xmlns:a="http://schemas.openxmlformats.org/drawingml/2006/main">
            <a:r>
              <a:t>순차 탐색은 순서에 의존하지 않고 각 원소를 직접 확인한다.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lo=mid+1입니다.</a:t>
            </a:r>
          </a:p>
          <a:p xmlns:a="http://schemas.openxmlformats.org/drawingml/2006/main">
            <a:r>
              <a:t>mid와 그 왼쪽은 모두 x보다 작아 후보에서 제외된다.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찾는 값이 배열에 없다입니다.</a:t>
            </a:r>
          </a:p>
          <a:p xmlns:a="http://schemas.openxmlformats.org/drawingml/2006/main">
            <a:r>
              <a:t>유지한 후보 집합이 공집합이므로 실패로 종료한다.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일치하는 인덱스 하나를 반환한다입니다.</a:t>
            </a:r>
          </a:p>
          <a:p xmlns:a="http://schemas.openxmlformats.org/drawingml/2006/main">
            <a:r>
              <a:t>첫 위치를 원하면 일치 후에도 왼쪽에서 더 찾아야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배열 길이 n입니다.</a:t>
            </a:r>
          </a:p>
          <a:p xmlns:a="http://schemas.openxmlformats.org/drawingml/2006/main">
            <a:r>
              <a:t>삽입 위치는 n까지 허용한다. 이는 검색 실패 표시 −1과 다른 계약이다.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lo+(hi−lo)/2입니다.</a:t>
            </a:r>
          </a:p>
          <a:p xmlns:a="http://schemas.openxmlformats.org/drawingml/2006/main">
            <a:r>
              <a:t>차이는 구간 길이 이내이며 중간값은 lo와 hi 사이에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끝점의 값과 목표값을 사용한다입니다.</a:t>
            </a:r>
          </a:p>
          <a:p xmlns:a="http://schemas.openxmlformats.org/drawingml/2006/main">
            <a:r>
              <a:t>보간 탐색은 값이 퍼진 정도를 이용해 예상 위치를 계산한다.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목표값과 비교해 성공 또는 실패로 종료한다입니다.</a:t>
            </a:r>
          </a:p>
          <a:p xmlns:a="http://schemas.openxmlformats.org/drawingml/2006/main">
            <a:r>
              <a:t>분모가 0이다. 정렬된 구간의 양 끝 값이 같으면 구간 전체 값도 같다.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정렬되어 있고 값이 비교적 균등하게 분포한다입니다.</a:t>
            </a:r>
          </a:p>
          <a:p xmlns:a="http://schemas.openxmlformats.org/drawingml/2006/main">
            <a:r>
              <a:t>평균적인 효율은 값 분포 가정에 영향을 받으며 최악 선형 시간 가능성은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값 분포가 치우치면 조금씩만 후보가 줄어들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 log n+m log n)입니다.</a:t>
            </a:r>
          </a:p>
          <a:p xmlns:a="http://schemas.openxmlformats.org/drawingml/2006/main">
            <a:r>
              <a:t>전처리와 질의 비용을 더한다. 각 질의 때 다시 정렬할 필요가 없다.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두 쌍의 공약수 집합이 같다입니다.</a:t>
            </a:r>
          </a:p>
          <a:p xmlns:a="http://schemas.openxmlformats.org/drawingml/2006/main">
            <a:r>
              <a:t>a=qb+r 관계를 이용하면 a,b의 공약수와 b,r의 공약수가 서로 일치한다.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a입니다.</a:t>
            </a:r>
          </a:p>
          <a:p xmlns:a="http://schemas.openxmlformats.org/drawingml/2006/main">
            <a:r>
              <a:t>이 계약에서는 gcd(a,0)=a로 두며 gcd(0,0)=0도 명시적으로 허용할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두 번째 인수 b입니다.</a:t>
            </a:r>
          </a:p>
          <a:p xmlns:a="http://schemas.openxmlformats.org/drawingml/2006/main">
            <a:r>
              <a:t>새 두 번째 인수는 0 이상 b 미만이다.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C·(C^k)²입니다.</a:t>
            </a:r>
          </a:p>
          <a:p xmlns:a="http://schemas.openxmlformats.org/drawingml/2006/main">
            <a:r>
              <a:t>홀수 지수는 제곱 뒤 밑을 한 번 더 곱한다.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각각 Θ(n), Θ(log n)입니다.</a:t>
            </a:r>
          </a:p>
          <a:p xmlns:a="http://schemas.openxmlformats.org/drawingml/2006/main">
            <a:r>
              <a:t>두 호출이면 T(n)=2T(n/2)+Θ(1), 재사용하면 T(n)=T(n/2)+Θ(1)이다.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Θ(log n)입니다.</a:t>
            </a:r>
          </a:p>
          <a:p xmlns:a="http://schemas.openxmlformats.org/drawingml/2006/main">
            <a:r>
              <a:t>0까지 내려가는 호출 깊이에 비례한다.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a[0:i]가 정렬되어 있다입니다.</a:t>
            </a:r>
          </a:p>
          <a:p xmlns:a="http://schemas.openxmlformats.org/drawingml/2006/main">
            <a:r>
              <a:t>정렬된 접두 구간에 현재 원소를 삽입하며 길이를 한 칸 늘린다.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a[j]&gt;key입니다.</a:t>
            </a:r>
          </a:p>
          <a:p xmlns:a="http://schemas.openxmlformats.org/drawingml/2006/main">
            <a:r>
              <a:t>같은 키는 이동시키지 않아 기존의 상대 순서가 유지된다.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각 삽입에서 한 번 비교하고 이동하지 않는다. 바깥 반복은 n−1번이다.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n(n−1)/2입니다.</a:t>
            </a:r>
          </a:p>
          <a:p xmlns:a="http://schemas.openxmlformats.org/drawingml/2006/main">
            <a:r>
              <a:t>i번째 삽입이 i개를 이동시키므로 1부터 n−1까지 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가짜는 저울에 올리지 않은 후보들 중에 있다입니다.</a:t>
            </a:r>
          </a:p>
          <a:p xmlns:a="http://schemas.openxmlformats.org/drawingml/2006/main">
            <a:r>
              <a:t>저울 위에 가짜가 있었다면 두 더미의 무게가 달라진다.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3입니다.</a:t>
            </a:r>
          </a:p>
          <a:p xmlns:a="http://schemas.openxmlformats.org/drawingml/2006/main">
            <a:r>
              <a:t>27→9→3→1로 후보를 줄인다. 각 비교의 세 결과를 활용한다.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세는 기본 연산이 다르다입니다.</a:t>
            </a:r>
          </a:p>
          <a:p xmlns:a="http://schemas.openxmlformats.org/drawingml/2006/main">
            <a:r>
              <a:t>실물 저울의 한 번 비교와 배열 원소를 더하는 작업의 비용 모형을 구분해야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정답이 없는 쪽을 재귀적으로 정렬하기입니다.</a:t>
            </a:r>
          </a:p>
          <a:p xmlns:a="http://schemas.openxmlformats.org/drawingml/2006/main">
            <a:r>
              <a:t>선택 문제는 한 순위의 값만 필요하므로 한쪽만 계속 처리한다.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L&lt;k≤L+E입니다.</a:t>
            </a:r>
          </a:p>
          <a:p xmlns:a="http://schemas.openxmlformats.org/drawingml/2006/main">
            <a:r>
              <a:t>같은 값들이 정렬 결과의 L+1부터 L+E번째 순위를 차지한다.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k−L−E입니다.</a:t>
            </a:r>
          </a:p>
          <a:p xmlns:a="http://schemas.openxmlformats.org/drawingml/2006/main">
            <a:r>
              <a:t>버린 작은 값과 같은 값의 개수를 모두 뺀다.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Θ(n²)입니다.</a:t>
            </a:r>
          </a:p>
          <a:p xmlns:a="http://schemas.openxmlformats.org/drawingml/2006/main">
            <a:r>
              <a:t>파티션 비용 n+(n−1)+…이 누적된다.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기대 선형 시간이나 최악 이차 시간이다입니다.</a:t>
            </a:r>
          </a:p>
          <a:p xmlns:a="http://schemas.openxmlformats.org/drawingml/2006/main">
            <a:r>
              <a:t>확률적 기대 성능과 모든 실행에 대한 최악 보장은 다르다.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같은 값 구간의 순위들을 한 번에 처리한다입니다.</a:t>
            </a:r>
          </a:p>
          <a:p xmlns:a="http://schemas.openxmlformats.org/drawingml/2006/main">
            <a:r>
              <a:t>같은 값 구간에 k가 있으면 바로 답하고, 아니면 그 구간 전체를 제외한다.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호출 깊이만 세지 말고 복사되는 원소 수의 기하급수를 합해야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120, 6회입니다.</a:t>
            </a:r>
          </a:p>
          <a:p xmlns:a="http://schemas.openxmlformats.org/drawingml/2006/main">
            <a:r>
              <a:t>인수는 5,4,3,2,1,0이다. 곱셈은 5번이고 호출은 기저 사례까지 6번이다.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5개, 1입니다.</a:t>
            </a:r>
          </a:p>
          <a:p xmlns:a="http://schemas.openxmlformats.org/drawingml/2006/main">
            <a:r>
              <a:t>fact(4), fact(3), fact(2), fact(1), fact(0)이 쌓이고 기저 사례가 1을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(8,13)입니다.</a:t>
            </a:r>
          </a:p>
          <a:p xmlns:a="http://schemas.openxmlformats.org/drawingml/2006/main">
            <a:r>
              <a:t>각 반복 후 (a,b)는 연속된 피보나치 수이다. 6번 뒤 F(6),F(7)이다.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F(4)의 왼쪽 F(3) 안에 한 번, 오른쪽 자식으로 한 번 나온다.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9회입니다.</a:t>
            </a:r>
          </a:p>
          <a:p xmlns:a="http://schemas.openxmlformats.org/drawingml/2006/main">
            <a:r>
              <a:t>C(0)=C(1)=1, C(n)=1+C(n−1)+C(n−2)이므로 C(2)=3,C(3)=5,C(4)=9이다.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0, 1회입니다.</a:t>
            </a:r>
          </a:p>
          <a:p xmlns:a="http://schemas.openxmlformats.org/drawingml/2006/main">
            <a:r>
              <a:t>첫 원소에서 즉시 일치하므로 뒤의 8은 확인하지 않는다.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−1, 5회입니다.</a:t>
            </a:r>
          </a:p>
          <a:p xmlns:a="http://schemas.openxmlformats.org/drawingml/2006/main">
            <a:r>
              <a:t>모든 원소와 비교한 뒤 실패한다.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3,5입니다.</a:t>
            </a:r>
          </a:p>
          <a:p xmlns:a="http://schemas.openxmlformats.org/drawingml/2006/main">
            <a:r>
              <a:t>mid=3의 11보다 목표가 커서 [4,6]으로 줄고 mid=5에서 찾는다.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3,1,2; (2,1)입니다.</a:t>
            </a:r>
          </a:p>
          <a:p xmlns:a="http://schemas.openxmlformats.org/drawingml/2006/main">
            <a:r>
              <a:t>11보다 작아 [0,2], 5보다 커서 [2,2], 8보다 작아 hi=1이 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[5,9], 5개입니다.</a:t>
            </a:r>
          </a:p>
          <a:p xmlns:a="http://schemas.openxmlformats.org/drawingml/2006/main">
            <a:r>
              <a:t>mid=4이며 mid를 제외한 오른쪽 다섯 원소만 남는다.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1,4입니다.</a:t>
            </a:r>
          </a:p>
          <a:p xmlns:a="http://schemas.openxmlformats.org/drawingml/2006/main">
            <a:r>
              <a:t>같은 값 구간은 인덱스 [1,4)이므로 첫 위치 1, 끝 다음 위치 4이다.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5입니다.</a:t>
            </a:r>
          </a:p>
          <a:p xmlns:a="http://schemas.openxmlformats.org/drawingml/2006/main">
            <a:r>
              <a:t>모든 값이 8보다 작으므로 배열 끝 다음 삽입 위치를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4회입니다.</a:t>
            </a:r>
          </a:p>
          <a:p xmlns:a="http://schemas.openxmlformats.org/drawingml/2006/main">
            <a:r>
              <a:t>후보 수 15→7→3→1을 차례로 검사한다. 루프 한 번의 목표값 비교 묶음을 한 회로 센다.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3입니다.</a:t>
            </a:r>
          </a:p>
          <a:p xmlns:a="http://schemas.openxmlformats.org/drawingml/2006/main">
            <a:r>
              <a:t>0+(40−10)·4//40=3이다.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(30,24)→(24,6)→(6,0)입니다.</a:t>
            </a:r>
          </a:p>
          <a:p xmlns:a="http://schemas.openxmlformats.org/drawingml/2006/main">
            <a:r>
              <a:t>84 mod 30=24, 30 mod 24=6, 24 mod 6=0이다. 최대공약수는 6이다.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(64,35), 1입니다.</a:t>
            </a:r>
          </a:p>
          <a:p xmlns:a="http://schemas.openxmlformats.org/drawingml/2006/main">
            <a:r>
              <a:t>a&lt;b여도 a mod b=a이므로 먼저 자리가 바뀐다. 이후 64,35,29,6,5,1,0으로 진행한다.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1회, 18입니다.</a:t>
            </a:r>
          </a:p>
          <a:p xmlns:a="http://schemas.openxmlformats.org/drawingml/2006/main">
            <a:r>
              <a:t>한 번 갱신하면 (18,0)이므로 종료한다.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13→6→3→1→0입니다.</a:t>
            </a:r>
          </a:p>
          <a:p xmlns:a="http://schemas.openxmlformats.org/drawingml/2006/main">
            <a:r>
              <a:t>매번 정수 나눗셈으로 절반을 취한다. 총 호출은 5회이다.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7회입니다.</a:t>
            </a:r>
          </a:p>
          <a:p xmlns:a="http://schemas.openxmlformats.org/drawingml/2006/main">
            <a:r>
              <a:t>13,6,3,1의 제곱 4회와 홀수 13,3,1의 추가 곱셈 3회이다.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243, 5회입니다.</a:t>
            </a:r>
          </a:p>
          <a:p xmlns:a="http://schemas.openxmlformats.org/drawingml/2006/main">
            <a:r>
              <a:t>지수 5,2,1에서 제곱 3회, 홀수 두 곳에서 추가 2회이다.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[2,5,4,1], [2,4,5,1]입니다.</a:t>
            </a:r>
          </a:p>
          <a:p xmlns:a="http://schemas.openxmlformats.org/drawingml/2006/main">
            <a:r>
              <a:t>2를 5 앞에, 다음 4를 2와 5 사이에 삽입한다.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6회입니다.</a:t>
            </a:r>
          </a:p>
          <a:p xmlns:a="http://schemas.openxmlformats.org/drawingml/2006/main">
            <a:r>
              <a:t>각 삽입에서 1,2,3개를 이동시킨다.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[1,2,3A,3B]입니다.</a:t>
            </a:r>
          </a:p>
          <a:p xmlns:a="http://schemas.openxmlformats.org/drawingml/2006/main">
            <a:r>
              <a:t>동일 키 3A와 3B의 상대 순서는 보존된다.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7~9번, 1회입니다.</a:t>
            </a:r>
          </a:p>
          <a:p xmlns:a="http://schemas.openxmlformats.org/drawingml/2006/main">
            <a:r>
              <a:t>7번과 8번을 비교하면 가벼운 쪽 또는 균형일 때 9번을 고를 수 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9개입니다.</a:t>
            </a:r>
          </a:p>
          <a:p xmlns:a="http://schemas.openxmlformats.org/drawingml/2006/main">
            <a:r>
              <a:t>81→27→9이다. 각 단계에서 같은 크기 세 그룹으로 나눈다.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[2,2], [4], [7,5,9]입니다.</a:t>
            </a:r>
          </a:p>
          <a:p xmlns:a="http://schemas.openxmlformats.org/drawingml/2006/main">
            <a:r>
              <a:t>각 원소를 4와 비교하여 세 구간에 넣는다.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2번째, 7입니다.</a:t>
            </a:r>
          </a:p>
          <a:p xmlns:a="http://schemas.openxmlformats.org/drawingml/2006/main">
            <a:r>
              <a:t>작은 값 2개와 같은 값 1개를 빼서 k=2가 된다. 큰 값 [7,5,9]의 두 번째 값은 7이다.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L=2,E=3, 답=4입니다.</a:t>
            </a:r>
          </a:p>
          <a:p xmlns:a="http://schemas.openxmlformats.org/drawingml/2006/main">
            <a:r>
              <a:t>같은 값 구간이 3~5번째 순위를 차지한다.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15입니다.</a:t>
            </a:r>
          </a:p>
          <a:p xmlns:a="http://schemas.openxmlformats.org/drawingml/2006/main">
            <a:r>
              <a:t>T(8)=8+4+2+1=15이다. 점근적 차수뿐 아니라 기저 비용을 포함한다.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4단계, 729개입니다.</a:t>
            </a:r>
          </a:p>
          <a:p xmlns:a="http://schemas.openxmlformats.org/drawingml/2006/main">
            <a:r>
              <a:t>크기 27→9→3→1이며 최종 27×27의 모든 위치를 출력한다. 줄바꿈은 문자 수에서 제외한다.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반례 점화식 2점, 비용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T(n)=T(n/2)+n은 Θ(n)이다.입니다.</a:t>
            </a:r>
          </a:p>
          <a:p xmlns:a="http://schemas.openxmlformats.org/drawingml/2006/main">
            <a:r>
              <a:t>한 단계의 작업이 상수가 아니다. n+n/2+…&lt;2n이고 첫 단계만으로도 n이 필요하다.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점화식 2점</a:t>
            </a:r>
          </a:p>
          <a:p xmlns:a="http://schemas.openxmlformats.org/drawingml/2006/main">
            <a:r>
              <a:t>- 비용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배열과 목표 2점, 반복 상태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a=[1,2], x=2, lo=0,hi=1이면 mid=0이 계속된다.입니다.</a:t>
            </a:r>
          </a:p>
          <a:p xmlns:a="http://schemas.openxmlformats.org/drawingml/2006/main">
            <a:r>
              <a:t>lo가 그대로 0에 남는다. 이미 검사한 mid를 제외하는 lo=mid+1로 고쳐야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배열과 목표 2점</a:t>
            </a:r>
          </a:p>
          <a:p xmlns:a="http://schemas.openxmlformats.org/drawingml/2006/main">
            <a:r>
              <a:t>- 반복 상태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반례 2점, 왼쪽 탐색 2점, 실패 처리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일치한 mid 왼쪽에도 같은 값이 있을 수 있다. 답 후보를 저장하고 hi=mid−1로 계속 찾는다.입니다.</a:t>
            </a:r>
          </a:p>
          <a:p xmlns:a="http://schemas.openxmlformats.org/drawingml/2006/main">
            <a:r>
              <a:t>[2,2,2]에서 mid=1을 즉시 반환하면 첫 위치 0을 놓친다. lower_bound를 구한 뒤 일치 여부를 확인해도 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반례 2점</a:t>
            </a:r>
          </a:p>
          <a:p xmlns:a="http://schemas.openxmlformats.org/drawingml/2006/main">
            <a:r>
              <a:t>- 왼쪽 탐색 2점</a:t>
            </a:r>
          </a:p>
          <a:p xmlns:a="http://schemas.openxmlformats.org/drawingml/2006/main">
            <a:r>
              <a:t>- 실패 처리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실행 추적 2점, 정렬 전제 설명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mid=1의 값 1을 보고 왼쪽을 버리면 실제 4도 버린다.입니다.</a:t>
            </a:r>
          </a:p>
          <a:p xmlns:a="http://schemas.openxmlformats.org/drawingml/2006/main">
            <a:r>
              <a:t>절반을 버리는 근거는 정렬 순서이다. 중간값 비교만으로 무정렬 구간의 나머지 값을 판단할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실행 추적 2점</a:t>
            </a:r>
          </a:p>
          <a:p xmlns:a="http://schemas.openxmlformats.org/drawingml/2006/main">
            <a:r>
              <a:t>- 정렬 전제 설명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분모 0 지적 1점, 성공·실패 두 경우 2점, 정렬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 값이 같으면 x=5일 때 성공, 그 외에는 실패로 종료한다.입니다.</a:t>
            </a:r>
          </a:p>
          <a:p xmlns:a="http://schemas.openxmlformats.org/drawingml/2006/main">
            <a:r>
              <a:t>정렬된 배열에서 양 끝이 같으면 내부도 같다. 분모 0인 추정식은 사용하지 않는다.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분모 0 지적 1점</a:t>
            </a:r>
          </a:p>
          <a:p xmlns:a="http://schemas.openxmlformats.org/drawingml/2006/main">
            <a:r>
              <a:t>- 성공·실패 두 경우 2점</a:t>
            </a:r>
          </a:p>
          <a:p xmlns:a="http://schemas.openxmlformats.org/drawingml/2006/main">
            <a:r>
              <a:t>- 정렬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총 비용 3점, 전처리 재사용 1점, 질의 수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순차 탐색 m번은 최악 Θ(mn), 한 번 정렬 후 이진 탐색은 Θ(n log n+m log n)이다.입니다.</a:t>
            </a:r>
          </a:p>
          <a:p xmlns:a="http://schemas.openxmlformats.org/drawingml/2006/main">
            <a:r>
              <a:t>정렬 비용을 여러 질의에 나누어 부담한다. 질의 수가 적으면 전처리 없는 탐색이 나을 수 있다.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총 비용 3점</a:t>
            </a:r>
          </a:p>
          <a:p xmlns:a="http://schemas.openxmlformats.org/drawingml/2006/main">
            <a:r>
              <a:t>- 전처리 재사용 1점</a:t>
            </a:r>
          </a:p>
          <a:p xmlns:a="http://schemas.openxmlformats.org/drawingml/2006/main">
            <a:r>
              <a:t>- 질의 수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첫 방향 2점, 역방향 2점, 최대공약수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d가 a,b를 나누면 r=a−qb도 나눈다. d가 b,r을 나누면 a=qb+r도 나눈다.입니다.</a:t>
            </a:r>
          </a:p>
          <a:p xmlns:a="http://schemas.openxmlformats.org/drawingml/2006/main">
            <a:r>
              <a:t>두 공약수 집합이 같으므로 가장 큰 공약수도 같다. r&lt;b는 종료를 보장한다.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첫 방향 2점</a:t>
            </a:r>
          </a:p>
          <a:p xmlns:a="http://schemas.openxmlformats.org/drawingml/2006/main">
            <a:r>
              <a:t>- 역방향 2점</a:t>
            </a:r>
          </a:p>
          <a:p xmlns:a="http://schemas.openxmlformats.org/drawingml/2006/main">
            <a:r>
              <a:t>- 최대공약수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계산 설명 2점, 두 차수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C^(n//2)를 중복 계산하여 호출 수가 늘어난다.입니다.</a:t>
            </a:r>
          </a:p>
          <a:p xmlns:a="http://schemas.openxmlformats.org/drawingml/2006/main">
            <a:r>
              <a:t>한 번만 계산하면 Θ(log n), 두 번 계산하면 n=2^k에서 Θ(n)이다. 결과를 저장한 뒤 제곱해야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계산 설명 2점</a:t>
            </a:r>
          </a:p>
          <a:p xmlns:a="http://schemas.openxmlformats.org/drawingml/2006/main">
            <a:r>
              <a:t>- 두 차수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이번 문제는 피보나치 공식을 외웠는지보다 대입문이 실행되는 순서를 이해했는지 확인하는 문제예요. a에는 현재 항, b에는 다음 항이 들어 있다고 생각하세요. 시작 값은 2와 3입니다. 두 줄을 한꺼번에 계산하지 말고 첫 줄을 실행한 직후의 값을 먼저 적어 보세요. 그리고 다음 줄에서 어떤 값을 더하는지 확인해 보세요. 첫 번째 항목에는 실행 결과를, 두 번째 항목에는 잘못된 이유와 임시 변수를 사용하는 C 수정 코드를 적으면 됩니다. 배점은 결과 2점, 원인 3점, 수정안 5점이에요.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줄 a는 b를 실행하면 a가 3으로 바뀌죠. 이제 a와 b가 모두 3이니까 두 번째 줄에서는 3 더하기 3을 계산합니다. 실제 결과는 a가 3, b가 6이에요. 우리가 원했던 값은 3과 5였죠. 문제는 기존 a에 있던 2가 첫 줄에서 사라졌다는 겁니다. 그래서 두 값을 더한 결과를 먼저 임시 변수 t에 저장해요. 그다음 a에 b를 넣고, 마지막으로 b에 t를 넣으면 됩니다. 임시 변수 이름은 달라도 괜찮고, 기존 a를 따로 보관하는 올바른 방법도 인정합니다.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같은 키 비이동 2점, 상대 순서 보존 2점, &gt;=와 비교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키는 오른쪽으로 이동하지 않으므로 새 key는 기존 같은 키 뒤에 놓인다.입니다.</a:t>
            </a:r>
          </a:p>
          <a:p xmlns:a="http://schemas.openxmlformats.org/drawingml/2006/main">
            <a:r>
              <a:t>비교를 &gt;=로 바꾸면 앞서 나온 같은 키를 넘어갈 수 있어 상대 순서가 뒤집힌다.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키 비이동 2점</a:t>
            </a:r>
          </a:p>
          <a:p xmlns:a="http://schemas.openxmlformats.org/drawingml/2006/main">
            <a:r>
              <a:t>- 상대 순서 보존 2점</a:t>
            </a:r>
          </a:p>
          <a:p xmlns:a="http://schemas.openxmlformats.org/drawingml/2006/main">
            <a:r>
              <a:t>- &gt;=와 비교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이동 수 2점, 두 시간 차수 2점, 내부 반복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정렬 입력은 이동 0회이고 각 단계 비교 후 끝난다. 역순 입력은 1+…+(n−1)회 이동한다.입니다.</a:t>
            </a:r>
          </a:p>
          <a:p xmlns:a="http://schemas.openxmlformats.org/drawingml/2006/main">
            <a:r>
              <a:t>바깥 반복 횟수는 같아도 내부 반복 길이가 달라 최선 Θ(n), 최악 Θ(n²)이다.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이동 수 2점</a:t>
            </a:r>
          </a:p>
          <a:p xmlns:a="http://schemas.openxmlformats.org/drawingml/2006/main">
            <a:r>
              <a:t>- 두 시간 차수 2점</a:t>
            </a:r>
          </a:p>
          <a:p xmlns:a="http://schemas.openxmlformats.org/drawingml/2006/main">
            <a:r>
              <a:t>- 내부 반복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가능성 3점, 기존 제거의 오류 1점, 상태 확장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기울었을 때 가벼운 쪽의 가벼운 가짜인지 무거운 쪽의 무거운 가짜인지 구분할 수 없다.입니다.</a:t>
            </a:r>
          </a:p>
          <a:p xmlns:a="http://schemas.openxmlformats.org/drawingml/2006/main">
            <a:r>
              <a:t>기존 전략은 가벼운 쪽만 후보로 남긴다. 가짜 무게 방향이 미지이면 후보 상태에 방향도 포함해야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가능성 3점</a:t>
            </a:r>
          </a:p>
          <a:p xmlns:a="http://schemas.openxmlformats.org/drawingml/2006/main">
            <a:r>
              <a:t>- 기존 제거의 오류 1점</a:t>
            </a:r>
          </a:p>
          <a:p xmlns:a="http://schemas.openxmlformats.org/drawingml/2006/main">
            <a:r>
              <a:t>- 상태 확장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구성적 상한 2점, 3가지 결과 1점, 결과열 하한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매번 후보가 1/3로 줄어 k회면 1개이다. k회 비교의 결과열은 최대 3^k개이다.입니다.</a:t>
            </a:r>
          </a:p>
          <a:p xmlns:a="http://schemas.openxmlformats.org/drawingml/2006/main">
            <a:r>
              <a:t>하나의 결과열로 서로 다른 가짜 위치를 구분해야 한다. 더 적은 비교로는 모든 위치를 구분할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구성적 상한 2점</a:t>
            </a:r>
          </a:p>
          <a:p xmlns:a="http://schemas.openxmlformats.org/drawingml/2006/main">
            <a:r>
              <a:t>- 3가지 결과 1점</a:t>
            </a:r>
          </a:p>
          <a:p xmlns:a="http://schemas.openxmlformats.org/drawingml/2006/main">
            <a:r>
              <a:t>- 결과열 하한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연산 모형 구분 2점, 기하급수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합산 원소 수가 n+n/2+n/4+…이므로 Θ(n)이다.입니다.</a:t>
            </a:r>
          </a:p>
          <a:p xmlns:a="http://schemas.openxmlformats.org/drawingml/2006/main">
            <a:r>
              <a:t>비교 횟수만 세면 Θ(log n)이지만 각 비교를 위한 합산 비용은 입력 크기에 비례한다.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연산 모형 구분 2점</a:t>
            </a:r>
          </a:p>
          <a:p xmlns:a="http://schemas.openxmlformats.org/drawingml/2006/main">
            <a:r>
              <a:t>- 기하급수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수치 반례 2점, 올바른 순위 2점, E의 의미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[1,2,2,2,5], 피벗 2,k=5이면 L=1,E=3이다. 큰 구간 [5]에서는 1번째를 찾아야 한다.입니다.</a:t>
            </a:r>
          </a:p>
          <a:p xmlns:a="http://schemas.openxmlformats.org/drawingml/2006/main">
            <a:r>
              <a:t>k−L=4는 크기 1인 구간에서 유효하지 않다. 같은 값 E개도 앞선 순위에 포함된다.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수치 반례 2점</a:t>
            </a:r>
          </a:p>
          <a:p xmlns:a="http://schemas.openxmlformats.org/drawingml/2006/main">
            <a:r>
              <a:t>- 올바른 순위 2점</a:t>
            </a:r>
          </a:p>
          <a:p xmlns:a="http://schemas.openxmlformats.org/drawingml/2006/main">
            <a:r>
              <a:t>- E의 의미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나쁜 피벗 실행 2점, 비용 합 1점, 기대·최악 구분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무작위 피벗이 반복해서 극단값이면 후보가 한 개씩만 줄어 이차 시간이 걸린다.입니다.</a:t>
            </a:r>
          </a:p>
          <a:p xmlns:a="http://schemas.openxmlformats.org/drawingml/2006/main">
            <a:r>
              <a:t>기대값은 피벗 선택의 확률을 평균한 비용이다. 최악 보장과 평균 성능은 별도로 표현한다.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나쁜 피벗 실행 2점</a:t>
            </a:r>
          </a:p>
          <a:p xmlns:a="http://schemas.openxmlformats.org/drawingml/2006/main">
            <a:r>
              <a:t>- 비용 합 1점</a:t>
            </a:r>
          </a:p>
          <a:p xmlns:a="http://schemas.openxmlformats.org/drawingml/2006/main">
            <a:r>
              <a:t>- 기대·최악 구분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경계 정의 2점, 차이 계산 1점, 부재 처리 1점, 복잡도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처음 x 이상인 위치 L과 처음 x보다 큰 위치 U를 이진 탐색으로 구해 U−L을 반환한다.입니다.</a:t>
            </a:r>
          </a:p>
          <a:p xmlns:a="http://schemas.openxmlformats.org/drawingml/2006/main">
            <a:r>
              <a:t>x가 없으면 두 경계가 같아 0이다. 경계의 반환 범위는 0부터 n까지이다.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경계 정의 2점</a:t>
            </a:r>
          </a:p>
          <a:p xmlns:a="http://schemas.openxmlformats.org/drawingml/2006/main">
            <a:r>
              <a:t>- 차이 계산 1점</a:t>
            </a:r>
          </a:p>
          <a:p xmlns:a="http://schemas.openxmlformats.org/drawingml/2006/main">
            <a:r>
              <a:t>- 부재 처리 1점</a:t>
            </a:r>
          </a:p>
          <a:p xmlns:a="http://schemas.openxmlformats.org/drawingml/2006/main">
            <a:r>
              <a:t>- 복잡도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단계 비용 2점, 전체 합 2점, 최선 경우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단계에서 새 원소를 삽입하는 비용이 최대 Θ(n)이므로 전체는 Θ(n²)까지 된다.입니다.</a:t>
            </a:r>
          </a:p>
          <a:p xmlns:a="http://schemas.openxmlformats.org/drawingml/2006/main">
            <a:r>
              <a:t>단계 수와 단계당 비용을 곱하거나 합해야 한다. 입력이 이미 정렬되었을 때에만 각 삽입이 상수 시간이다.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단계 비용 2점</a:t>
            </a:r>
          </a:p>
          <a:p xmlns:a="http://schemas.openxmlformats.org/drawingml/2006/main">
            <a:r>
              <a:t>- 전체 합 2점</a:t>
            </a:r>
          </a:p>
          <a:p xmlns:a="http://schemas.openxmlformats.org/drawingml/2006/main">
            <a:r>
              <a:t>- 최선 경우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0 고정점 2점, 기저 반환 2점, 검사 순서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감소할 수 없는 최소 입력에서는 답을 바로 반환해야 한다.입니다.</a:t>
            </a:r>
          </a:p>
          <a:p xmlns:a="http://schemas.openxmlformats.org/drawingml/2006/main">
            <a:r>
              <a:t>예를 들어 n//2는 n=0에서 계속 0이다. 감소식만으로 종료가 보장되지 않으므로 호출 전에 기저 사례를 검사한다.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반환 2점</a:t>
            </a:r>
          </a:p>
          <a:p xmlns:a="http://schemas.openxmlformats.org/drawingml/2006/main">
            <a:r>
              <a:t>- 검사 순서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깊이 2점, 출력 하한 2점, 재사용과 출력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깊이는 k+1=Θ(log N), 출력은 N²개 위치이므로 시간 하한 Ω(N²)이다.입니다.</a:t>
            </a:r>
          </a:p>
          <a:p xmlns:a="http://schemas.openxmlformats.org/drawingml/2006/main">
            <a:r>
              <a:t>하위 패턴을 한 번 재사용하더라도 최종 문자열들을 만드는 작업과 출력 작업은 남는다.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깊이 2점</a:t>
            </a:r>
          </a:p>
          <a:p xmlns:a="http://schemas.openxmlformats.org/drawingml/2006/main">
            <a:r>
              <a:t>- 출력 하한 2점</a:t>
            </a:r>
          </a:p>
          <a:p xmlns:a="http://schemas.openxmlformats.org/drawingml/2006/main">
            <a:r>
              <a:t>- 재사용과 출력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첫 등장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왼쪽부터 검사하고 첫 일치에서 반환한다.입니다.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여기서는 첫 등장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이진 탐색을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끝을 포함한 탐색 구간을 유지하며 중간값 비교 후 구간을 줄인다.입니다.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여기서는 이진 탐색의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하한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반열린 구간 [lo,hi)에서 답의 경계를 좁힌다.입니다.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여기서는 하한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중복값 개수을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x보다 큰 첫 위치에서 x 이상인 첫 위치를 뺀다.입니다.</a:t>
            </a:r>
          </a:p>
          <a:p xmlns:a="http://schemas.openxmlformats.org/drawingml/2006/main">
            <a:r>
              <a:t>시간 O(log(n+1)), 보조 공간 O(1). x+1을 쓰지 않아 최댓값 오버플로를 피한다.</a:t>
            </a:r>
          </a:p>
          <a:p xmlns:a="http://schemas.openxmlformats.org/drawingml/2006/main">
            <a:r>
              <a:t>여기서는 중복값 개수의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O(log(n+1)), 보조 공간 O(1).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O(log(n+1)), 보조 공간 O(1).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유클리드 호제법을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(a,b)를 (b,a mod b)로 바꾸다가 b가 0이면 a를 반환한다.입니다.</a:t>
            </a:r>
          </a:p>
          <a:p xmlns:a="http://schemas.openxmlformats.org/drawingml/2006/main">
            <a:r>
              <a:t>시간 O(log(max(a,b)+2)), 보조 공간 O(1).</a:t>
            </a:r>
          </a:p>
          <a:p xmlns:a="http://schemas.openxmlformats.org/drawingml/2006/main">
            <a:r>
              <a:t>여기서는 유클리드 호제법의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거듭제곱을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지수를 반으로 줄이며 홀수 비트에 해당하는 밑만 답에 곱한다.입니다.</a:t>
            </a:r>
          </a:p>
          <a:p xmlns:a="http://schemas.openxmlformats.org/drawingml/2006/main">
            <a:r>
              <a:t>시간 O(log(n+1)), 보조 공간 O(1). 중간 곱은 10¹⁸ 미만으로 signed long long 범위 안이다.</a:t>
            </a:r>
          </a:p>
          <a:p xmlns:a="http://schemas.openxmlformats.org/drawingml/2006/main">
            <a:r>
              <a:t>여기서는 분할 거듭제곱의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O(log(n+1)), 보조 공간 O(1).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O(log(n+1)), 보조 공간 O(1).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안정적인 삽입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값을 보관한 뒤 그보다 큰 앞 원소만 한 칸씩 민다.입니다.</a:t>
            </a:r>
          </a:p>
          <a:p xmlns:a="http://schemas.openxmlformats.org/drawingml/2006/main">
            <a:r>
              <a:t>최악 시간 O(n²), 정렬된 입력 O(n), 보조 공간 O(1).</a:t>
            </a:r>
          </a:p>
          <a:p xmlns:a="http://schemas.openxmlformats.org/drawingml/2006/main">
            <a:r>
              <a:t>여기서는 안정적인 삽입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O(n), 보조 공간 O(1).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퀵 셀렉트을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피벗 이하를 앞으로 모으고 피벗의 최종 위치와 목표 인덱스를 비교한다.입니다.</a:t>
            </a:r>
          </a:p>
          <a:p xmlns:a="http://schemas.openxmlformats.org/drawingml/2006/main">
            <a:r>
              <a:t>이 고정 피벗 구현의 최악 시간 O(n²), 보조 공간 O(1). 모든 입력에서 선형이라고 주장할 수 없다.</a:t>
            </a:r>
          </a:p>
          <a:p xmlns:a="http://schemas.openxmlformats.org/drawingml/2006/main">
            <a:r>
              <a:t>여기서는 퀵 셀렉트의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O(n²), 보조 공간 O(1).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O(n²), 보조 공간 O(1).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반복 피보나치을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n≥2에서 F(2)부터 F(n)까지만 차례로 계산한다.입니다.</a:t>
            </a:r>
          </a:p>
          <a:p xmlns:a="http://schemas.openxmlformats.org/drawingml/2006/main">
            <a:r>
              <a:t>시간 O(n), 보조 공간 O(1). F(90)=2880067194370816120이다.</a:t>
            </a:r>
          </a:p>
          <a:p xmlns:a="http://schemas.openxmlformats.org/drawingml/2006/main">
            <a:r>
              <a:t>여기서는 반복 피보나치의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O(n), 보조 공간 O(1).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O(n), 보조 공간 O(1).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가벼운 동전 찾기을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합이 원소 수보다 작으면 왼쪽, 같으면 오른쪽으로 범위를 줄인다.입니다.</a:t>
            </a:r>
          </a:p>
          <a:p xmlns:a="http://schemas.openxmlformats.org/drawingml/2006/main">
            <a:r>
              <a:t>배열 합 연산을 포함한 시간 O(n), 보조 공간 O(1). 범위를 줄이는 단계 수만 O(log n)이다.</a:t>
            </a:r>
          </a:p>
          <a:p xmlns:a="http://schemas.openxmlformats.org/drawingml/2006/main">
            <a:r>
              <a:t>여기서는 가벼운 동전 찾기의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O(n), 보조 공간 O(1).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O(n), 보조 공간 O(1).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4cbca5f42843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3e464330f3439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e9ee9bdc98414e" /><Relationship Type="http://schemas.openxmlformats.org/officeDocument/2006/relationships/slideLayout" Target="/ppt/slideLayouts/slideLayout1.xml" Id="R0fe1f536a1604bb5" /><Relationship Type="http://schemas.openxmlformats.org/officeDocument/2006/relationships/slideLayout" Target="/ppt/slideLayouts/slideLayout2.xml" Id="R1f6423b16b8242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e1f536a1604bb5"/>
    <p:sldLayoutId xmlns:r="http://schemas.openxmlformats.org/officeDocument/2006/relationships" id="2147483650" r:id="R1f6423b16b8242d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922c0ed4c491e" /><Relationship Type="http://schemas.openxmlformats.org/officeDocument/2006/relationships/notesSlide" Target="/ppt/notesSlides/notesSlide1.xml" Id="Rc879d160bb6e4c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e7a2efa2f4af5" /><Relationship Type="http://schemas.openxmlformats.org/officeDocument/2006/relationships/notesSlide" Target="/ppt/notesSlides/notesSlide2.xml" Id="R64ad454431d641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ec09261e14116" /><Relationship Type="http://schemas.openxmlformats.org/officeDocument/2006/relationships/notesSlide" Target="/ppt/notesSlides/notesSlide3.xml" Id="R853cf1def5584a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143c497d94732" /><Relationship Type="http://schemas.openxmlformats.org/officeDocument/2006/relationships/notesSlide" Target="/ppt/notesSlides/notesSlide4.xml" Id="Rc5ab4d1cb28a49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e2efb3a4249a9" /><Relationship Type="http://schemas.openxmlformats.org/officeDocument/2006/relationships/notesSlide" Target="/ppt/notesSlides/notesSlide5.xml" Id="R72ac030573c541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7babdafd54269" /><Relationship Type="http://schemas.openxmlformats.org/officeDocument/2006/relationships/notesSlide" Target="/ppt/notesSlides/notesSlide6.xml" Id="Ra704166946d54a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435eeba274e17" /><Relationship Type="http://schemas.openxmlformats.org/officeDocument/2006/relationships/notesSlide" Target="/ppt/notesSlides/notesSlide7.xml" Id="R4a13a1f7564940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d3757f5014967" /><Relationship Type="http://schemas.openxmlformats.org/officeDocument/2006/relationships/notesSlide" Target="/ppt/notesSlides/notesSlide8.xml" Id="Rbacddb0e800841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32bc143394faa" /><Relationship Type="http://schemas.openxmlformats.org/officeDocument/2006/relationships/notesSlide" Target="/ppt/notesSlides/notesSlide9.xml" Id="R7df9448b6b9449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8d9257f8444bd" /><Relationship Type="http://schemas.openxmlformats.org/officeDocument/2006/relationships/notesSlide" Target="/ppt/notesSlides/notesSlide10.xml" Id="Rb03ee66b90ee40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7eccb116a499e" /><Relationship Type="http://schemas.openxmlformats.org/officeDocument/2006/relationships/notesSlide" Target="/ppt/notesSlides/notesSlide11.xml" Id="Re5091d4ca2dc4b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7d2f5b17d4b75" /><Relationship Type="http://schemas.openxmlformats.org/officeDocument/2006/relationships/notesSlide" Target="/ppt/notesSlides/notesSlide12.xml" Id="R37881b7dbce444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38f3c787e4c57" /><Relationship Type="http://schemas.openxmlformats.org/officeDocument/2006/relationships/notesSlide" Target="/ppt/notesSlides/notesSlide13.xml" Id="Re901ec10872b4c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6840d07fc4461" /><Relationship Type="http://schemas.openxmlformats.org/officeDocument/2006/relationships/notesSlide" Target="/ppt/notesSlides/notesSlide14.xml" Id="Re898b068de6040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7c23d2a754b8d" /><Relationship Type="http://schemas.openxmlformats.org/officeDocument/2006/relationships/notesSlide" Target="/ppt/notesSlides/notesSlide15.xml" Id="R52bd25160ac34a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e9bb0d9d5418e" /><Relationship Type="http://schemas.openxmlformats.org/officeDocument/2006/relationships/notesSlide" Target="/ppt/notesSlides/notesSlide16.xml" Id="Rc142f3c168364b5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718fbff7e4739" /><Relationship Type="http://schemas.openxmlformats.org/officeDocument/2006/relationships/notesSlide" Target="/ppt/notesSlides/notesSlide17.xml" Id="Rd311bf64f1b84b7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9d8b24d8944d3" /><Relationship Type="http://schemas.openxmlformats.org/officeDocument/2006/relationships/notesSlide" Target="/ppt/notesSlides/notesSlide18.xml" Id="R596491d250554a4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c293963534426" /><Relationship Type="http://schemas.openxmlformats.org/officeDocument/2006/relationships/notesSlide" Target="/ppt/notesSlides/notesSlide19.xml" Id="Ra65fb78b85d34a3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22c79cd584c09" /><Relationship Type="http://schemas.openxmlformats.org/officeDocument/2006/relationships/notesSlide" Target="/ppt/notesSlides/notesSlide20.xml" Id="R0198744c54b7422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79283f7a24f0f" /><Relationship Type="http://schemas.openxmlformats.org/officeDocument/2006/relationships/notesSlide" Target="/ppt/notesSlides/notesSlide21.xml" Id="R11133757f98a4bd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9952971204f3d" /><Relationship Type="http://schemas.openxmlformats.org/officeDocument/2006/relationships/notesSlide" Target="/ppt/notesSlides/notesSlide22.xml" Id="R5f70f77733744d3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2ac2abb5e4b6b" /><Relationship Type="http://schemas.openxmlformats.org/officeDocument/2006/relationships/notesSlide" Target="/ppt/notesSlides/notesSlide23.xml" Id="Rbfb28e993fa34af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603d969e64eb2" /><Relationship Type="http://schemas.openxmlformats.org/officeDocument/2006/relationships/notesSlide" Target="/ppt/notesSlides/notesSlide24.xml" Id="R860c0360af8a4f0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87c3523a24626" /><Relationship Type="http://schemas.openxmlformats.org/officeDocument/2006/relationships/notesSlide" Target="/ppt/notesSlides/notesSlide25.xml" Id="R4fe3c3605c1a4a7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90e9dd8d44cd5" /><Relationship Type="http://schemas.openxmlformats.org/officeDocument/2006/relationships/notesSlide" Target="/ppt/notesSlides/notesSlide26.xml" Id="Rd778e314b66345c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2c83dc8404f8d" /><Relationship Type="http://schemas.openxmlformats.org/officeDocument/2006/relationships/notesSlide" Target="/ppt/notesSlides/notesSlide27.xml" Id="R1e38d4112c91430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2cfb82d894f72" /><Relationship Type="http://schemas.openxmlformats.org/officeDocument/2006/relationships/notesSlide" Target="/ppt/notesSlides/notesSlide28.xml" Id="R211f3d24fb0b445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8feb6e89b471d" /><Relationship Type="http://schemas.openxmlformats.org/officeDocument/2006/relationships/notesSlide" Target="/ppt/notesSlides/notesSlide29.xml" Id="R0da5f2cb581a430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21d81fb2a451d" /><Relationship Type="http://schemas.openxmlformats.org/officeDocument/2006/relationships/notesSlide" Target="/ppt/notesSlides/notesSlide30.xml" Id="Reea4f993bdf3492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b2b78922a44df" /><Relationship Type="http://schemas.openxmlformats.org/officeDocument/2006/relationships/notesSlide" Target="/ppt/notesSlides/notesSlide31.xml" Id="R95f3cd48e9a247e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f412006cd49de" /><Relationship Type="http://schemas.openxmlformats.org/officeDocument/2006/relationships/notesSlide" Target="/ppt/notesSlides/notesSlide32.xml" Id="Ra258a12659f74d8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18dfb0023496d" /><Relationship Type="http://schemas.openxmlformats.org/officeDocument/2006/relationships/notesSlide" Target="/ppt/notesSlides/notesSlide33.xml" Id="R5839e822fd63490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ff1aedc0f44e3" /><Relationship Type="http://schemas.openxmlformats.org/officeDocument/2006/relationships/notesSlide" Target="/ppt/notesSlides/notesSlide34.xml" Id="Rd4d629444ea3446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ab2e771044a4e" /><Relationship Type="http://schemas.openxmlformats.org/officeDocument/2006/relationships/notesSlide" Target="/ppt/notesSlides/notesSlide35.xml" Id="Rcf81dae7dfcb4b4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056d433ce4667" /><Relationship Type="http://schemas.openxmlformats.org/officeDocument/2006/relationships/notesSlide" Target="/ppt/notesSlides/notesSlide36.xml" Id="Rc935b9fddd4547c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52cd8442b4d2d" /><Relationship Type="http://schemas.openxmlformats.org/officeDocument/2006/relationships/notesSlide" Target="/ppt/notesSlides/notesSlide37.xml" Id="Rc53d5bfc8b104fd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9314d01ab440a" /><Relationship Type="http://schemas.openxmlformats.org/officeDocument/2006/relationships/notesSlide" Target="/ppt/notesSlides/notesSlide38.xml" Id="R75f5f445c40c40c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0eea38e9b4ad8" /><Relationship Type="http://schemas.openxmlformats.org/officeDocument/2006/relationships/notesSlide" Target="/ppt/notesSlides/notesSlide39.xml" Id="Ra18db851667248e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5d8780838464d" /><Relationship Type="http://schemas.openxmlformats.org/officeDocument/2006/relationships/notesSlide" Target="/ppt/notesSlides/notesSlide40.xml" Id="R979bbf9ba2104d6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e6cd84bcd4087" /><Relationship Type="http://schemas.openxmlformats.org/officeDocument/2006/relationships/notesSlide" Target="/ppt/notesSlides/notesSlide41.xml" Id="Rb2f477bb145f4c4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dbd2e8de948b0" /><Relationship Type="http://schemas.openxmlformats.org/officeDocument/2006/relationships/notesSlide" Target="/ppt/notesSlides/notesSlide42.xml" Id="R6964d2c9fa8e4e1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60d84b9c744d6" /><Relationship Type="http://schemas.openxmlformats.org/officeDocument/2006/relationships/notesSlide" Target="/ppt/notesSlides/notesSlide43.xml" Id="Re2d21e9cb3bb49a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2e4d1029d248a9" /><Relationship Type="http://schemas.openxmlformats.org/officeDocument/2006/relationships/notesSlide" Target="/ppt/notesSlides/notesSlide44.xml" Id="R88fdf88575984de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bcd9a58974653" /><Relationship Type="http://schemas.openxmlformats.org/officeDocument/2006/relationships/notesSlide" Target="/ppt/notesSlides/notesSlide45.xml" Id="R37cf3973fc894f7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cde27e62c4d36" /><Relationship Type="http://schemas.openxmlformats.org/officeDocument/2006/relationships/notesSlide" Target="/ppt/notesSlides/notesSlide46.xml" Id="R7d09f2a50cdf43b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942ef7c544c25" /><Relationship Type="http://schemas.openxmlformats.org/officeDocument/2006/relationships/notesSlide" Target="/ppt/notesSlides/notesSlide47.xml" Id="Re2508209474347a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c10bdeff44633" /><Relationship Type="http://schemas.openxmlformats.org/officeDocument/2006/relationships/notesSlide" Target="/ppt/notesSlides/notesSlide48.xml" Id="R1ec8a05693cd484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316a47def4ac8" /><Relationship Type="http://schemas.openxmlformats.org/officeDocument/2006/relationships/notesSlide" Target="/ppt/notesSlides/notesSlide49.xml" Id="R0140434828a24a89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bd323c17d4951" /><Relationship Type="http://schemas.openxmlformats.org/officeDocument/2006/relationships/notesSlide" Target="/ppt/notesSlides/notesSlide50.xml" Id="R2085ca2b228a4be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302a5001d40eb" /><Relationship Type="http://schemas.openxmlformats.org/officeDocument/2006/relationships/notesSlide" Target="/ppt/notesSlides/notesSlide51.xml" Id="Re3042f4db32d4d7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5a496a55b458d" /><Relationship Type="http://schemas.openxmlformats.org/officeDocument/2006/relationships/notesSlide" Target="/ppt/notesSlides/notesSlide52.xml" Id="R76fc258e474d4ee1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362c85c084f11" /><Relationship Type="http://schemas.openxmlformats.org/officeDocument/2006/relationships/notesSlide" Target="/ppt/notesSlides/notesSlide53.xml" Id="R9cda55ff3cd446c4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2b3795852450f" /><Relationship Type="http://schemas.openxmlformats.org/officeDocument/2006/relationships/notesSlide" Target="/ppt/notesSlides/notesSlide54.xml" Id="R8a4a503106f5403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4fe8d079c45bb" /><Relationship Type="http://schemas.openxmlformats.org/officeDocument/2006/relationships/notesSlide" Target="/ppt/notesSlides/notesSlide55.xml" Id="Rc4a399917ac94f2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a366b3db9493c" /><Relationship Type="http://schemas.openxmlformats.org/officeDocument/2006/relationships/notesSlide" Target="/ppt/notesSlides/notesSlide56.xml" Id="R675a4b127ced4751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c797830d64390" /><Relationship Type="http://schemas.openxmlformats.org/officeDocument/2006/relationships/notesSlide" Target="/ppt/notesSlides/notesSlide57.xml" Id="R0d6dc44ebc314364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0b8946c0d4601" /><Relationship Type="http://schemas.openxmlformats.org/officeDocument/2006/relationships/notesSlide" Target="/ppt/notesSlides/notesSlide58.xml" Id="R339fc41091524ef2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55df224ca4ad2" /><Relationship Type="http://schemas.openxmlformats.org/officeDocument/2006/relationships/notesSlide" Target="/ppt/notesSlides/notesSlide59.xml" Id="R861a762e62e74687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83cf2a66e4f10" /><Relationship Type="http://schemas.openxmlformats.org/officeDocument/2006/relationships/notesSlide" Target="/ppt/notesSlides/notesSlide60.xml" Id="Rb64183e942b341bd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2b0968cbc457f" /><Relationship Type="http://schemas.openxmlformats.org/officeDocument/2006/relationships/notesSlide" Target="/ppt/notesSlides/notesSlide61.xml" Id="R89fa693b3bac410b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d22178fbe42f5" /><Relationship Type="http://schemas.openxmlformats.org/officeDocument/2006/relationships/notesSlide" Target="/ppt/notesSlides/notesSlide62.xml" Id="R4340b14b43554cb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20b678440435b" /><Relationship Type="http://schemas.openxmlformats.org/officeDocument/2006/relationships/notesSlide" Target="/ppt/notesSlides/notesSlide63.xml" Id="R336e0a56d86a4db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2f4f1eb904abc" /><Relationship Type="http://schemas.openxmlformats.org/officeDocument/2006/relationships/notesSlide" Target="/ppt/notesSlides/notesSlide64.xml" Id="R6f9b939048d7491f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56b40ea6642f2" /><Relationship Type="http://schemas.openxmlformats.org/officeDocument/2006/relationships/notesSlide" Target="/ppt/notesSlides/notesSlide65.xml" Id="Rc109c889fadf4f82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90e025e6348f1" /><Relationship Type="http://schemas.openxmlformats.org/officeDocument/2006/relationships/notesSlide" Target="/ppt/notesSlides/notesSlide66.xml" Id="R7755123fa6ca44d6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a76ecbe854d4e" /><Relationship Type="http://schemas.openxmlformats.org/officeDocument/2006/relationships/notesSlide" Target="/ppt/notesSlides/notesSlide67.xml" Id="R4977942cce8e41be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da16d9e2a4d6c" /><Relationship Type="http://schemas.openxmlformats.org/officeDocument/2006/relationships/notesSlide" Target="/ppt/notesSlides/notesSlide68.xml" Id="R9cd206eee0f04be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83d9fae2345e0" /><Relationship Type="http://schemas.openxmlformats.org/officeDocument/2006/relationships/notesSlide" Target="/ppt/notesSlides/notesSlide69.xml" Id="Ra9144839a06946c3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0338ea2624e7e" /><Relationship Type="http://schemas.openxmlformats.org/officeDocument/2006/relationships/notesSlide" Target="/ppt/notesSlides/notesSlide70.xml" Id="R72fe815a75ab4284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d7f4e2c1743f2" /><Relationship Type="http://schemas.openxmlformats.org/officeDocument/2006/relationships/notesSlide" Target="/ppt/notesSlides/notesSlide71.xml" Id="R9c26b6bb676a4740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58f4b0e0940ed" /><Relationship Type="http://schemas.openxmlformats.org/officeDocument/2006/relationships/notesSlide" Target="/ppt/notesSlides/notesSlide72.xml" Id="R3443f01f394a4a35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4bc8ecbc440b0" /><Relationship Type="http://schemas.openxmlformats.org/officeDocument/2006/relationships/notesSlide" Target="/ppt/notesSlides/notesSlide73.xml" Id="Rd8365661186c4f1b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f6f1cd6ae4298" /><Relationship Type="http://schemas.openxmlformats.org/officeDocument/2006/relationships/notesSlide" Target="/ppt/notesSlides/notesSlide74.xml" Id="Rbbad7f8a07e44303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d84e2756a428b" /><Relationship Type="http://schemas.openxmlformats.org/officeDocument/2006/relationships/notesSlide" Target="/ppt/notesSlides/notesSlide75.xml" Id="Rec159dfe692a43ca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a44d42b884b71" /><Relationship Type="http://schemas.openxmlformats.org/officeDocument/2006/relationships/notesSlide" Target="/ppt/notesSlides/notesSlide76.xml" Id="R3e6a6b0a0bc748ac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cd5d083ca44a5" /><Relationship Type="http://schemas.openxmlformats.org/officeDocument/2006/relationships/notesSlide" Target="/ppt/notesSlides/notesSlide77.xml" Id="Rf5f1b5982f3740a6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feedc25a9403b" /><Relationship Type="http://schemas.openxmlformats.org/officeDocument/2006/relationships/notesSlide" Target="/ppt/notesSlides/notesSlide78.xml" Id="Rb9c6a8c665ac4fd6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b51db79d14f39" /><Relationship Type="http://schemas.openxmlformats.org/officeDocument/2006/relationships/notesSlide" Target="/ppt/notesSlides/notesSlide79.xml" Id="Ra30b421deb04496f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bf1094182422c" /><Relationship Type="http://schemas.openxmlformats.org/officeDocument/2006/relationships/notesSlide" Target="/ppt/notesSlides/notesSlide80.xml" Id="Ra7ff86ce7c504609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e2bdaea584699" /><Relationship Type="http://schemas.openxmlformats.org/officeDocument/2006/relationships/notesSlide" Target="/ppt/notesSlides/notesSlide81.xml" Id="Rd1c176449a97428f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71b30e98346c2" /><Relationship Type="http://schemas.openxmlformats.org/officeDocument/2006/relationships/notesSlide" Target="/ppt/notesSlides/notesSlide82.xml" Id="R5d5f5d8630f5446b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7ed9d5d704f6e" /><Relationship Type="http://schemas.openxmlformats.org/officeDocument/2006/relationships/notesSlide" Target="/ppt/notesSlides/notesSlide83.xml" Id="R9619b8d4c6e94fba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6d74c82cc4a28" /><Relationship Type="http://schemas.openxmlformats.org/officeDocument/2006/relationships/notesSlide" Target="/ppt/notesSlides/notesSlide84.xml" Id="Rfcdc51172aa44262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6d8fc74ff4b2f" /><Relationship Type="http://schemas.openxmlformats.org/officeDocument/2006/relationships/notesSlide" Target="/ppt/notesSlides/notesSlide85.xml" Id="Ra41ce8c37b3a4e6f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0ce4e5da64fea" /><Relationship Type="http://schemas.openxmlformats.org/officeDocument/2006/relationships/notesSlide" Target="/ppt/notesSlides/notesSlide86.xml" Id="Re8a3db5e2e4f4310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deefb723d34bc0" /><Relationship Type="http://schemas.openxmlformats.org/officeDocument/2006/relationships/notesSlide" Target="/ppt/notesSlides/notesSlide87.xml" Id="Ra684d5aa35724b49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21881baed411f" /><Relationship Type="http://schemas.openxmlformats.org/officeDocument/2006/relationships/notesSlide" Target="/ppt/notesSlides/notesSlide88.xml" Id="R4308bfcee27f487f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ca905bab346dd" /><Relationship Type="http://schemas.openxmlformats.org/officeDocument/2006/relationships/notesSlide" Target="/ppt/notesSlides/notesSlide89.xml" Id="R5b9bf7aff5744179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fbbf7fc824348" /><Relationship Type="http://schemas.openxmlformats.org/officeDocument/2006/relationships/notesSlide" Target="/ppt/notesSlides/notesSlide90.xml" Id="Ra2bf5966997c4a16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717222e2542de" /><Relationship Type="http://schemas.openxmlformats.org/officeDocument/2006/relationships/notesSlide" Target="/ppt/notesSlides/notesSlide91.xml" Id="R1b80cd3e53bd4103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65020a2de4daa" /><Relationship Type="http://schemas.openxmlformats.org/officeDocument/2006/relationships/notesSlide" Target="/ppt/notesSlides/notesSlide92.xml" Id="R51fa9b01b4e24cbc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f01a3386b4ef9" /><Relationship Type="http://schemas.openxmlformats.org/officeDocument/2006/relationships/notesSlide" Target="/ppt/notesSlides/notesSlide93.xml" Id="R1ec31e153e3a4e3d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4779265ec4a5a" /><Relationship Type="http://schemas.openxmlformats.org/officeDocument/2006/relationships/notesSlide" Target="/ppt/notesSlides/notesSlide94.xml" Id="Re0356936c1b84a5f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7a853eaee4b2f" /><Relationship Type="http://schemas.openxmlformats.org/officeDocument/2006/relationships/notesSlide" Target="/ppt/notesSlides/notesSlide95.xml" Id="Ree2fdab7c35245b7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14b1c80ae4463" /><Relationship Type="http://schemas.openxmlformats.org/officeDocument/2006/relationships/notesSlide" Target="/ppt/notesSlides/notesSlide96.xml" Id="R91f13bfc4c114c24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b0efdbf59425f" /><Relationship Type="http://schemas.openxmlformats.org/officeDocument/2006/relationships/notesSlide" Target="/ppt/notesSlides/notesSlide97.xml" Id="Rcc8e31e9804b4049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10b3338a74b3c" /><Relationship Type="http://schemas.openxmlformats.org/officeDocument/2006/relationships/notesSlide" Target="/ppt/notesSlides/notesSlide98.xml" Id="Rf328153364284676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04dbbf91845cf" /><Relationship Type="http://schemas.openxmlformats.org/officeDocument/2006/relationships/notesSlide" Target="/ppt/notesSlides/notesSlide99.xml" Id="Rabf8fd271771417c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0aee691e446bc" /><Relationship Type="http://schemas.openxmlformats.org/officeDocument/2006/relationships/notesSlide" Target="/ppt/notesSlides/notesSlide100.xml" Id="R807da2a1331e4d28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ecfad3642481d" /><Relationship Type="http://schemas.openxmlformats.org/officeDocument/2006/relationships/notesSlide" Target="/ppt/notesSlides/notesSlide101.xml" Id="Rb5132f9541794052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d6c96e2444f1f" /><Relationship Type="http://schemas.openxmlformats.org/officeDocument/2006/relationships/notesSlide" Target="/ppt/notesSlides/notesSlide102.xml" Id="R2836badc2ab64ae6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074d1597944c9" /><Relationship Type="http://schemas.openxmlformats.org/officeDocument/2006/relationships/notesSlide" Target="/ppt/notesSlides/notesSlide103.xml" Id="Rebed13e29bb34e4c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2ab9867c34884" /><Relationship Type="http://schemas.openxmlformats.org/officeDocument/2006/relationships/notesSlide" Target="/ppt/notesSlides/notesSlide104.xml" Id="Ree5c975d643f490c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d961da0984e77" /><Relationship Type="http://schemas.openxmlformats.org/officeDocument/2006/relationships/notesSlide" Target="/ppt/notesSlides/notesSlide105.xml" Id="R3eeeea38419243de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434a592e149d7" /><Relationship Type="http://schemas.openxmlformats.org/officeDocument/2006/relationships/notesSlide" Target="/ppt/notesSlides/notesSlide106.xml" Id="Ra3cdb663b6694108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30d30980f4b19" /><Relationship Type="http://schemas.openxmlformats.org/officeDocument/2006/relationships/notesSlide" Target="/ppt/notesSlides/notesSlide107.xml" Id="R8805abe1be9d49bf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43de2238c4bb1" /><Relationship Type="http://schemas.openxmlformats.org/officeDocument/2006/relationships/notesSlide" Target="/ppt/notesSlides/notesSlide108.xml" Id="R9634f4e4fb4843ef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dd85e13bb48eb" /><Relationship Type="http://schemas.openxmlformats.org/officeDocument/2006/relationships/notesSlide" Target="/ppt/notesSlides/notesSlide109.xml" Id="R4f903828f6714e3f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2cf205a63490a" /><Relationship Type="http://schemas.openxmlformats.org/officeDocument/2006/relationships/notesSlide" Target="/ppt/notesSlides/notesSlide110.xml" Id="R7c3525173e444fc5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2b7dd26714c98" /><Relationship Type="http://schemas.openxmlformats.org/officeDocument/2006/relationships/notesSlide" Target="/ppt/notesSlides/notesSlide111.xml" Id="R75cf3bc6f5234ecb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2852e148f4eb2" /><Relationship Type="http://schemas.openxmlformats.org/officeDocument/2006/relationships/notesSlide" Target="/ppt/notesSlides/notesSlide112.xml" Id="R4498fc0a387f404c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348ef4f62444a" /><Relationship Type="http://schemas.openxmlformats.org/officeDocument/2006/relationships/notesSlide" Target="/ppt/notesSlides/notesSlide113.xml" Id="Rf236ede84ce741a0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cee416c254e34" /><Relationship Type="http://schemas.openxmlformats.org/officeDocument/2006/relationships/notesSlide" Target="/ppt/notesSlides/notesSlide114.xml" Id="R319419e373a9491d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2459755944f3b" /><Relationship Type="http://schemas.openxmlformats.org/officeDocument/2006/relationships/notesSlide" Target="/ppt/notesSlides/notesSlide115.xml" Id="R582ff93443ed45e0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03df17778c4d7d" /><Relationship Type="http://schemas.openxmlformats.org/officeDocument/2006/relationships/notesSlide" Target="/ppt/notesSlides/notesSlide116.xml" Id="R295405baa23a4107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c2d8130864d86" /><Relationship Type="http://schemas.openxmlformats.org/officeDocument/2006/relationships/notesSlide" Target="/ppt/notesSlides/notesSlide117.xml" Id="R4c9a4375eec64e42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13654057e4c71" /><Relationship Type="http://schemas.openxmlformats.org/officeDocument/2006/relationships/notesSlide" Target="/ppt/notesSlides/notesSlide118.xml" Id="Rc8c8e9e4e7194acc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2ee5cb55d44a8" /><Relationship Type="http://schemas.openxmlformats.org/officeDocument/2006/relationships/notesSlide" Target="/ppt/notesSlides/notesSlide119.xml" Id="R5018942dcd2a4acd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fec4337f6410f" /><Relationship Type="http://schemas.openxmlformats.org/officeDocument/2006/relationships/notesSlide" Target="/ppt/notesSlides/notesSlide120.xml" Id="R5fb47dfbebb3456f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aecd6cb1a741d5" /><Relationship Type="http://schemas.openxmlformats.org/officeDocument/2006/relationships/notesSlide" Target="/ppt/notesSlides/notesSlide121.xml" Id="R13a7e25c3bd34b94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d722b18984e79" /><Relationship Type="http://schemas.openxmlformats.org/officeDocument/2006/relationships/notesSlide" Target="/ppt/notesSlides/notesSlide122.xml" Id="R4d6677423c274380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d7bd3405d473d" /><Relationship Type="http://schemas.openxmlformats.org/officeDocument/2006/relationships/notesSlide" Target="/ppt/notesSlides/notesSlide123.xml" Id="Rf8052755bdac4396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933a624be4ef4" /><Relationship Type="http://schemas.openxmlformats.org/officeDocument/2006/relationships/notesSlide" Target="/ppt/notesSlides/notesSlide124.xml" Id="Rbeec1446e1b64bd1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4e9987aec429a" /><Relationship Type="http://schemas.openxmlformats.org/officeDocument/2006/relationships/notesSlide" Target="/ppt/notesSlides/notesSlide125.xml" Id="R94c6736e76d34f55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185b0afbf4c26" /><Relationship Type="http://schemas.openxmlformats.org/officeDocument/2006/relationships/notesSlide" Target="/ppt/notesSlides/notesSlide126.xml" Id="R1736661f674d4118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1571187c949c3" /><Relationship Type="http://schemas.openxmlformats.org/officeDocument/2006/relationships/notesSlide" Target="/ppt/notesSlides/notesSlide127.xml" Id="R42c1fa91e0d841fa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18a9edd6d4c6e" /><Relationship Type="http://schemas.openxmlformats.org/officeDocument/2006/relationships/notesSlide" Target="/ppt/notesSlides/notesSlide128.xml" Id="R39f6a5a4da244381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6e11219e24593" /><Relationship Type="http://schemas.openxmlformats.org/officeDocument/2006/relationships/notesSlide" Target="/ppt/notesSlides/notesSlide129.xml" Id="Reff102b8c24e4cda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f686de7ea1446a" /><Relationship Type="http://schemas.openxmlformats.org/officeDocument/2006/relationships/notesSlide" Target="/ppt/notesSlides/notesSlide130.xml" Id="Rd5c156c95e724334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75a541fae24f49" /><Relationship Type="http://schemas.openxmlformats.org/officeDocument/2006/relationships/notesSlide" Target="/ppt/notesSlides/notesSlide131.xml" Id="R9e9bd4e9d9de43d5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c3a4d089c43bb" /><Relationship Type="http://schemas.openxmlformats.org/officeDocument/2006/relationships/notesSlide" Target="/ppt/notesSlides/notesSlide132.xml" Id="R47e0176a64a54224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dbdee1f60407f" /><Relationship Type="http://schemas.openxmlformats.org/officeDocument/2006/relationships/notesSlide" Target="/ppt/notesSlides/notesSlide133.xml" Id="R8b311b0cf5a74850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b3f3c1ed84b02" /><Relationship Type="http://schemas.openxmlformats.org/officeDocument/2006/relationships/notesSlide" Target="/ppt/notesSlides/notesSlide134.xml" Id="Rb0c380fb839345d2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ae576310d4c7d" /><Relationship Type="http://schemas.openxmlformats.org/officeDocument/2006/relationships/notesSlide" Target="/ppt/notesSlides/notesSlide135.xml" Id="Rc8dff9952b0e4d4b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cccc78afc4312" /><Relationship Type="http://schemas.openxmlformats.org/officeDocument/2006/relationships/notesSlide" Target="/ppt/notesSlides/notesSlide136.xml" Id="Raa8df7570b704e8d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f58ce13584bb0" /><Relationship Type="http://schemas.openxmlformats.org/officeDocument/2006/relationships/notesSlide" Target="/ppt/notesSlides/notesSlide137.xml" Id="R1106316037224521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dc384aa234c47" /><Relationship Type="http://schemas.openxmlformats.org/officeDocument/2006/relationships/notesSlide" Target="/ppt/notesSlides/notesSlide138.xml" Id="Rce6ae25ef9784daf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5b8c90ad84012" /><Relationship Type="http://schemas.openxmlformats.org/officeDocument/2006/relationships/notesSlide" Target="/ppt/notesSlides/notesSlide139.xml" Id="R0932ca8bdd074cb0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45a60fc5f4dc4" /><Relationship Type="http://schemas.openxmlformats.org/officeDocument/2006/relationships/notesSlide" Target="/ppt/notesSlides/notesSlide140.xml" Id="Rdc07e2a04ac34f8f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f62e3b26c447f" /><Relationship Type="http://schemas.openxmlformats.org/officeDocument/2006/relationships/notesSlide" Target="/ppt/notesSlides/notesSlide141.xml" Id="R2a906ef4d8f24aaa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000899ea54e76" /><Relationship Type="http://schemas.openxmlformats.org/officeDocument/2006/relationships/notesSlide" Target="/ppt/notesSlides/notesSlide142.xml" Id="R187c052bb2b7485f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d0c70f6cc4695" /><Relationship Type="http://schemas.openxmlformats.org/officeDocument/2006/relationships/notesSlide" Target="/ppt/notesSlides/notesSlide143.xml" Id="Rb858fd668688422b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cd429b7b84fdb" /><Relationship Type="http://schemas.openxmlformats.org/officeDocument/2006/relationships/notesSlide" Target="/ppt/notesSlides/notesSlide144.xml" Id="Ra6bfe662d60b433d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6f92a4e3d40ec" /><Relationship Type="http://schemas.openxmlformats.org/officeDocument/2006/relationships/notesSlide" Target="/ppt/notesSlides/notesSlide145.xml" Id="R9c76fc6915804f30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dce13cf4b4d3f" /><Relationship Type="http://schemas.openxmlformats.org/officeDocument/2006/relationships/notesSlide" Target="/ppt/notesSlides/notesSlide146.xml" Id="Rb318262c6ac54110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938f78f734880" /><Relationship Type="http://schemas.openxmlformats.org/officeDocument/2006/relationships/notesSlide" Target="/ppt/notesSlides/notesSlide147.xml" Id="Rd5627fe0b5a64e2d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cd0c9a53741b9" /><Relationship Type="http://schemas.openxmlformats.org/officeDocument/2006/relationships/notesSlide" Target="/ppt/notesSlides/notesSlide148.xml" Id="Rf8af8b60d5e24e52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7d4c3bb6f4786" /><Relationship Type="http://schemas.openxmlformats.org/officeDocument/2006/relationships/notesSlide" Target="/ppt/notesSlides/notesSlide149.xml" Id="R35e7bd5faafa4a9b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d1939aa8c459d" /><Relationship Type="http://schemas.openxmlformats.org/officeDocument/2006/relationships/notesSlide" Target="/ppt/notesSlides/notesSlide150.xml" Id="R0359fe38ceb14527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0f6a19f364c40" /><Relationship Type="http://schemas.openxmlformats.org/officeDocument/2006/relationships/notesSlide" Target="/ppt/notesSlides/notesSlide151.xml" Id="R035b45af2898463d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7f5127ca946ba" /><Relationship Type="http://schemas.openxmlformats.org/officeDocument/2006/relationships/notesSlide" Target="/ppt/notesSlides/notesSlide152.xml" Id="R95483e3acad44c5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5c3c8de1a483f" /><Relationship Type="http://schemas.openxmlformats.org/officeDocument/2006/relationships/notesSlide" Target="/ppt/notesSlides/notesSlide153.xml" Id="R8af58953376445d6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91afbe4d847cc" /><Relationship Type="http://schemas.openxmlformats.org/officeDocument/2006/relationships/notesSlide" Target="/ppt/notesSlides/notesSlide154.xml" Id="Rfae102211bd84d99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05ea2be284f50" /><Relationship Type="http://schemas.openxmlformats.org/officeDocument/2006/relationships/notesSlide" Target="/ppt/notesSlides/notesSlide155.xml" Id="R4aed0bd49fdc4f93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020f8afa74e78" /><Relationship Type="http://schemas.openxmlformats.org/officeDocument/2006/relationships/notesSlide" Target="/ppt/notesSlides/notesSlide156.xml" Id="Rc3b005427cb04e2a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43d2da0f24b69" /><Relationship Type="http://schemas.openxmlformats.org/officeDocument/2006/relationships/notesSlide" Target="/ppt/notesSlides/notesSlide157.xml" Id="Rbea7a883f947492b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26218437b46be" /><Relationship Type="http://schemas.openxmlformats.org/officeDocument/2006/relationships/notesSlide" Target="/ppt/notesSlides/notesSlide158.xml" Id="Rd7cf7869e0a74175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e928c1a3a4f2b" /><Relationship Type="http://schemas.openxmlformats.org/officeDocument/2006/relationships/notesSlide" Target="/ppt/notesSlides/notesSlide159.xml" Id="R803c8fca2f7d4388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c79ce3ab64912" /><Relationship Type="http://schemas.openxmlformats.org/officeDocument/2006/relationships/notesSlide" Target="/ppt/notesSlides/notesSlide160.xml" Id="R7dc04915de844973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bf3dfb11b47d7" /><Relationship Type="http://schemas.openxmlformats.org/officeDocument/2006/relationships/notesSlide" Target="/ppt/notesSlides/notesSlide161.xml" Id="R08bacb96afb544c6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a627ba40341b4" /><Relationship Type="http://schemas.openxmlformats.org/officeDocument/2006/relationships/notesSlide" Target="/ppt/notesSlides/notesSlide162.xml" Id="R7c3b92daf3f542cd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63c823e5c42be" /><Relationship Type="http://schemas.openxmlformats.org/officeDocument/2006/relationships/notesSlide" Target="/ppt/notesSlides/notesSlide163.xml" Id="Rd36dc81fe9434b4c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98429ea814341" /><Relationship Type="http://schemas.openxmlformats.org/officeDocument/2006/relationships/notesSlide" Target="/ppt/notesSlides/notesSlide164.xml" Id="R424236e667054496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fb44c04b6468c" /><Relationship Type="http://schemas.openxmlformats.org/officeDocument/2006/relationships/notesSlide" Target="/ppt/notesSlides/notesSlide165.xml" Id="R4d5588ecc9934061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3d4b3d60c4200" /><Relationship Type="http://schemas.openxmlformats.org/officeDocument/2006/relationships/notesSlide" Target="/ppt/notesSlides/notesSlide166.xml" Id="R061f6b2c58994dcf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be4d7cbcb4f13" /><Relationship Type="http://schemas.openxmlformats.org/officeDocument/2006/relationships/notesSlide" Target="/ppt/notesSlides/notesSlide167.xml" Id="Rc7f237f88c164bab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3e39c4a594d64" /><Relationship Type="http://schemas.openxmlformats.org/officeDocument/2006/relationships/notesSlide" Target="/ppt/notesSlides/notesSlide168.xml" Id="R0dcf371a34b5460b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36639290e4060" /><Relationship Type="http://schemas.openxmlformats.org/officeDocument/2006/relationships/notesSlide" Target="/ppt/notesSlides/notesSlide169.xml" Id="Rb2d214607c304f74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c3bb0a3314e24" /><Relationship Type="http://schemas.openxmlformats.org/officeDocument/2006/relationships/notesSlide" Target="/ppt/notesSlides/notesSlide170.xml" Id="R241aa0d1e57849b3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e3bb179d84aa4" /><Relationship Type="http://schemas.openxmlformats.org/officeDocument/2006/relationships/notesSlide" Target="/ppt/notesSlides/notesSlide171.xml" Id="Rc32da637820e42b8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ca6a5f30c47e4" /><Relationship Type="http://schemas.openxmlformats.org/officeDocument/2006/relationships/notesSlide" Target="/ppt/notesSlides/notesSlide172.xml" Id="R01a761a6c8c14a0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e41c5e6ab84eae" /><Relationship Type="http://schemas.openxmlformats.org/officeDocument/2006/relationships/notesSlide" Target="/ppt/notesSlides/notesSlide173.xml" Id="R94dd63db15ae431f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071b6863b406f" /><Relationship Type="http://schemas.openxmlformats.org/officeDocument/2006/relationships/notesSlide" Target="/ppt/notesSlides/notesSlide174.xml" Id="Re5edb5df255e4394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81e510cc8462f" /><Relationship Type="http://schemas.openxmlformats.org/officeDocument/2006/relationships/notesSlide" Target="/ppt/notesSlides/notesSlide175.xml" Id="R1a83490e693d4046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d7b04b39cb4938" /><Relationship Type="http://schemas.openxmlformats.org/officeDocument/2006/relationships/notesSlide" Target="/ppt/notesSlides/notesSlide176.xml" Id="R403e0a4c798d4f75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e7f6405d548f2" /><Relationship Type="http://schemas.openxmlformats.org/officeDocument/2006/relationships/notesSlide" Target="/ppt/notesSlides/notesSlide177.xml" Id="Ra4f6a41c996a4431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401d731b046a0" /><Relationship Type="http://schemas.openxmlformats.org/officeDocument/2006/relationships/notesSlide" Target="/ppt/notesSlides/notesSlide178.xml" Id="R8da4e4eecacc4b8f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8b49b6ee94ecb" /><Relationship Type="http://schemas.openxmlformats.org/officeDocument/2006/relationships/notesSlide" Target="/ppt/notesSlides/notesSlide179.xml" Id="R21d798d2bf5345c8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ff7c070a943df" /><Relationship Type="http://schemas.openxmlformats.org/officeDocument/2006/relationships/notesSlide" Target="/ppt/notesSlides/notesSlide180.xml" Id="Rd9162fdb30294742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3293bed944a55" /><Relationship Type="http://schemas.openxmlformats.org/officeDocument/2006/relationships/notesSlide" Target="/ppt/notesSlides/notesSlide181.xml" Id="Rd14f65c6db614a56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243c58cde486b" /><Relationship Type="http://schemas.openxmlformats.org/officeDocument/2006/relationships/notesSlide" Target="/ppt/notesSlides/notesSlide182.xml" Id="R4ccd4ddbfb8242fc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c3c0d9e1a4530" /><Relationship Type="http://schemas.openxmlformats.org/officeDocument/2006/relationships/notesSlide" Target="/ppt/notesSlides/notesSlide183.xml" Id="R31b1798293e94f5e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070d643f4349da" /><Relationship Type="http://schemas.openxmlformats.org/officeDocument/2006/relationships/notesSlide" Target="/ppt/notesSlides/notesSlide184.xml" Id="Rd18f1a3ce2b2459c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9e5026b0a4465" /><Relationship Type="http://schemas.openxmlformats.org/officeDocument/2006/relationships/notesSlide" Target="/ppt/notesSlides/notesSlide185.xml" Id="R7c737bc3698445aa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1d26e3b6549e2" /><Relationship Type="http://schemas.openxmlformats.org/officeDocument/2006/relationships/notesSlide" Target="/ppt/notesSlides/notesSlide186.xml" Id="R1f9ec668e0ed4ff9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c7ed3aa28425c" /><Relationship Type="http://schemas.openxmlformats.org/officeDocument/2006/relationships/notesSlide" Target="/ppt/notesSlides/notesSlide187.xml" Id="Reab21c9194bc4a64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f15a1cc234d7d" /><Relationship Type="http://schemas.openxmlformats.org/officeDocument/2006/relationships/notesSlide" Target="/ppt/notesSlides/notesSlide188.xml" Id="R2d292b1d86f54a25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8f07a96ad4d66" /><Relationship Type="http://schemas.openxmlformats.org/officeDocument/2006/relationships/notesSlide" Target="/ppt/notesSlides/notesSlide189.xml" Id="R60b27b4c12a64db2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073d1b4d54e19" /><Relationship Type="http://schemas.openxmlformats.org/officeDocument/2006/relationships/notesSlide" Target="/ppt/notesSlides/notesSlide190.xml" Id="Rebbfe6e244934574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e22c91ad742a9" /><Relationship Type="http://schemas.openxmlformats.org/officeDocument/2006/relationships/notesSlide" Target="/ppt/notesSlides/notesSlide191.xml" Id="Rc9fbc4b123374fed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9a1cb53d443e1" /><Relationship Type="http://schemas.openxmlformats.org/officeDocument/2006/relationships/notesSlide" Target="/ppt/notesSlides/notesSlide192.xml" Id="R66439c0d95f54cfd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634d1de8a400b" /><Relationship Type="http://schemas.openxmlformats.org/officeDocument/2006/relationships/notesSlide" Target="/ppt/notesSlides/notesSlide193.xml" Id="Rd2d1974ea8e9490d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83c8ce1954a00" /><Relationship Type="http://schemas.openxmlformats.org/officeDocument/2006/relationships/notesSlide" Target="/ppt/notesSlides/notesSlide194.xml" Id="Rc2d84a4b9a224218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5af686beb489a" /><Relationship Type="http://schemas.openxmlformats.org/officeDocument/2006/relationships/notesSlide" Target="/ppt/notesSlides/notesSlide195.xml" Id="R662d6386d4d04a63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9638c3234475e" /><Relationship Type="http://schemas.openxmlformats.org/officeDocument/2006/relationships/notesSlide" Target="/ppt/notesSlides/notesSlide196.xml" Id="R67bdc44d8ca64c70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2ad1cc9b54d7e" /><Relationship Type="http://schemas.openxmlformats.org/officeDocument/2006/relationships/notesSlide" Target="/ppt/notesSlides/notesSlide197.xml" Id="R0015a862d9c44b1a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6a7022ba0456a" /><Relationship Type="http://schemas.openxmlformats.org/officeDocument/2006/relationships/notesSlide" Target="/ppt/notesSlides/notesSlide198.xml" Id="Rb38c4ec9afbe436e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958ded3e54edb" /><Relationship Type="http://schemas.openxmlformats.org/officeDocument/2006/relationships/notesSlide" Target="/ppt/notesSlides/notesSlide199.xml" Id="R948539071c60444d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81d17786b43b1" /><Relationship Type="http://schemas.openxmlformats.org/officeDocument/2006/relationships/notesSlide" Target="/ppt/notesSlides/notesSlide200.xml" Id="R375e0067932541da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8208c37574269" /><Relationship Type="http://schemas.openxmlformats.org/officeDocument/2006/relationships/notesSlide" Target="/ppt/notesSlides/notesSlide201.xml" Id="R049acfc43c46481a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a4bb894024c9e" /><Relationship Type="http://schemas.openxmlformats.org/officeDocument/2006/relationships/notesSlide" Target="/ppt/notesSlides/notesSlide202.xml" Id="R7a4f79ed3b514f50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88d4f6b7f4824" /><Relationship Type="http://schemas.openxmlformats.org/officeDocument/2006/relationships/notesSlide" Target="/ppt/notesSlides/notesSlide203.xml" Id="Rf007f5a0a0a84e03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4575096834830" /><Relationship Type="http://schemas.openxmlformats.org/officeDocument/2006/relationships/notesSlide" Target="/ppt/notesSlides/notesSlide204.xml" Id="R828ab8e788644741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a9bc389994093" /><Relationship Type="http://schemas.openxmlformats.org/officeDocument/2006/relationships/notesSlide" Target="/ppt/notesSlides/notesSlide205.xml" Id="Ree9beae7f5d64c52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c63428d7e44ae8" /><Relationship Type="http://schemas.openxmlformats.org/officeDocument/2006/relationships/notesSlide" Target="/ppt/notesSlides/notesSlide206.xml" Id="R7b1cad47a1e64173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1e517ba7d4042" /><Relationship Type="http://schemas.openxmlformats.org/officeDocument/2006/relationships/notesSlide" Target="/ppt/notesSlides/notesSlide207.xml" Id="Rfec02da902d747fa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b26c1fa6c4ba7" /><Relationship Type="http://schemas.openxmlformats.org/officeDocument/2006/relationships/notesSlide" Target="/ppt/notesSlides/notesSlide208.xml" Id="Rbf46e17e1db64df3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99c58fe914985" /><Relationship Type="http://schemas.openxmlformats.org/officeDocument/2006/relationships/notesSlide" Target="/ppt/notesSlides/notesSlide209.xml" Id="R410541dcd3734127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8d68189cc4bb8" /><Relationship Type="http://schemas.openxmlformats.org/officeDocument/2006/relationships/notesSlide" Target="/ppt/notesSlides/notesSlide210.xml" Id="Raa780135438e48f6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254076cf640ad" /><Relationship Type="http://schemas.openxmlformats.org/officeDocument/2006/relationships/notesSlide" Target="/ppt/notesSlides/notesSlide211.xml" Id="Red21045bfa184efd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44fa104314520" /><Relationship Type="http://schemas.openxmlformats.org/officeDocument/2006/relationships/notesSlide" Target="/ppt/notesSlides/notesSlide212.xml" Id="Re3d5bf41744c4906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92387772ed4969" /><Relationship Type="http://schemas.openxmlformats.org/officeDocument/2006/relationships/notesSlide" Target="/ppt/notesSlides/notesSlide213.xml" Id="R7e0a6f36403645f4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b697811fa4c66" /><Relationship Type="http://schemas.openxmlformats.org/officeDocument/2006/relationships/notesSlide" Target="/ppt/notesSlides/notesSlide214.xml" Id="R482d8c3971df4b83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8d888414b4a43" /><Relationship Type="http://schemas.openxmlformats.org/officeDocument/2006/relationships/notesSlide" Target="/ppt/notesSlides/notesSlide215.xml" Id="R895e25d306a64760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626ad32704c91" /><Relationship Type="http://schemas.openxmlformats.org/officeDocument/2006/relationships/notesSlide" Target="/ppt/notesSlides/notesSlide216.xml" Id="Re426b27849ab4187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9f4da4f2649f6" /><Relationship Type="http://schemas.openxmlformats.org/officeDocument/2006/relationships/notesSlide" Target="/ppt/notesSlides/notesSlide217.xml" Id="R27fa4b6d30fa4a73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c3df95ffe4ad4" /><Relationship Type="http://schemas.openxmlformats.org/officeDocument/2006/relationships/notesSlide" Target="/ppt/notesSlides/notesSlide218.xml" Id="R9353a5f596f4416a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daddf41da4764" /><Relationship Type="http://schemas.openxmlformats.org/officeDocument/2006/relationships/notesSlide" Target="/ppt/notesSlides/notesSlide219.xml" Id="R0bfe00640f364617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84ec6f9ac4097" /><Relationship Type="http://schemas.openxmlformats.org/officeDocument/2006/relationships/notesSlide" Target="/ppt/notesSlides/notesSlide220.xml" Id="Ra3dd072560364a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A8CF87-522B-45C1-A757-48F2A4E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8F11C-938B-407A-BA7F-4520FD66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22B67-5ECB-469A-98FB-2B7BB467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218AA-DDF4-4136-8E6B-15905A7D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6801E-4671-4F52-9D56-A9840C53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7AAC91-CF87-422B-8732-76B0537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0DE87EC-8552-4F27-A2D4-C86855C9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11040D-D0BF-4AE7-A8A7-848ED71C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B47E80D-AE95-42A4-993B-9BC49539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CF7EAC4-2196-490E-A7A7-CCEFDB9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두 부분 문제를 모두 푼다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EB3EC-31BA-4009-BDC7-31BE3703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017764-591C-41E7-BB0C-D2C37A06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E02F75D-45E4-4437-A76D-4E5F9C3A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중간 결과를 반드시 표에 저장한다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28EEC-C222-477D-88BA-9DB55373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7D3A26B-DBD3-467B-8168-A0FEFACE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EF39067-7D54-488B-967B-9753676E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가능한 모든 완성 답을 생성한다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1B16A-02A5-45DD-9AB8-2A3F30B6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3CC7753-1DB3-46BC-A8EA-B87B3598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970C4AD-2F76-4F92-B541-A94F8152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가장 이익이 큰 선택만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466D7-6EB7-4DA7-B5F5-B05EA46D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E526EE-713E-4A3A-9778-7FFB9021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FE7B3C8-727A-4EE1-8C9A-BFFF0AC2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더 작은 한 부분 문제를 풀고 원래 답을 구성한다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D36619-A28E-4CD6-93BA-9878D909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EB5668-0626-44BC-A3C2-782FF518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1F6488-E1B0-4440-B30D-6E469D75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08231-A098-4B4C-AFF1-98CBC6BC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442F4-2BEA-4A44-9B3E-4F3D25C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28DBA1-B7E1-42E9-BE06-24B499D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A86C42B-6E8F-40E5-B324-1F4EC38F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30BEF1-C797-42D5-B4FE-98569C0D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C8EE0-624B-412C-BF19-F19A8DCC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3F3007-655C-42F5-B5E0-99C3A7A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더 작은 한 부분 문제를 풀고 원래 답을 구성한다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E69BA5-BA3C-4A27-9F46-A1024C50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C0107-A405-4CFE-994B-155FDF6E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2EA3453-3ECA-432D-B3F9-400DDAE9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핵심은 같은 유형의 더 작은 한 문제로 이어지는 구조다. 재귀나 표의 사용 여부만으로 분류하지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672B3A-055F-406C-B919-E34FA4A4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C41341-05B8-45F6-93EC-54A7C1B9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C08D53-A32F-4971-8271-56BF07BF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C6AC8-6045-4C4D-8FDC-5DDA07F0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96435-0660-4C09-B2DC-384672AE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059140-A266-4D15-B808-D1BADD5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45C951-55BA-442E-8D73-50CA46D4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6080F3-CCC8-44E4-9D15-CBAE51E9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27CBB0-D04A-4097-852E-18A9E9BA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FF4F13C-BDBF-46E6-A9D2-A34FD8AD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F13D3-67F3-47CD-8BD4-1BD9E95A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BBEF348-BC45-4EA9-9723-12EEC799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ECE3DC5-EA70-43A2-8961-CAB724AA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61B91-5258-41A0-A46D-C19B5135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F81C27-4DAF-4972-B689-681805F3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847381-D2C5-42CD-BB04-4680048D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D67CC-903D-4123-8F10-7AA8BD15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99219B-A0F9-4AB2-B320-4D60E14A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1388E3A-FA4C-400F-B1E9-CF656A87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B469C-DCCF-45E6-838C-743BDDAA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B80256D-A9ED-4A96-81BD-C6B9C7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C5AB31-A8E5-4091-9058-3E3E5BFD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CC7821-B691-48C6-934A-840A9953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1ADE7B-0375-4A4C-9D77-7ECBC3EA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966C8B-769A-4C19-8EAE-BEF16D04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56E7F-4D7A-4725-9B02-7DF91A5D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18406-5E79-4797-8A93-9C4CA491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9C8B57-D989-42A1-B61F-760353F1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A13853-0B6F-47E0-9912-3A1B17D0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672A3-B063-4C53-82B3-9D7AF1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020F0-B964-4B56-8B63-A0A94767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4CCA63A-B853-4FF8-9E14-89D8EC29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E48E3C-B6BF-4E8A-AAB7-9F616CC0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BB5FE-A0C3-4927-B108-172FA093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B09B2B-A584-4234-8FE7-975906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 작업이 n단계 누적되므로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9B5C02-3363-4A51-AE24-E4A2DEFB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C3EE9D-FAD6-40B2-A0A3-17571295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E8E05E-A55A-48BC-823C-0BA882FE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4A3A4-7CFD-4C28-85A8-5E6D3237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58660-E9AF-47FF-B7A1-DAC81851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9B9D9A-4B1E-4073-9F59-A3ACBB5A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5CF112-FC78-4593-8D19-279EE294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180552-44D8-4470-BD9A-1E664FC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32A6A1-DD66-4C59-8BF8-BA981692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26B073A-5AF2-4A6F-9D6F-8FC13DD9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0C336-DD17-4B7F-84EA-70D12DF3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9C41ACF-FD1C-4E84-BFED-38F3BB41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F1C8-A553-442B-8CDF-93583175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87F04-84B5-46A0-B0FA-8FB746DE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E3ADACA-BDC6-417C-B481-AAA80010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CC6C09-9651-4257-897C-E32E0B7D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807E7-5F29-4CF3-8B3B-77AEC7F6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F3F5C02-D588-49A6-A856-8BDCC74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2E1A6FF-85D0-46E1-ADD0-248A518E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15E84-7FBE-4129-A383-8537419C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034013-C1BF-4D19-B04B-B837C2D8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33FB9B9-EC12-44CA-B4B0-924B4E3F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3AFB57-B5CD-4747-8221-BF325190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5222D0-9FAF-41F5-9B3F-C8D60D8F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D26062-5DB3-41C3-8A3A-F59D81B6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26A0E-0DFA-4B84-9B58-292B2A1D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1FEA3-3D91-4294-9542-A97DDFE0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A21065-8DC0-4922-B0FB-A3502C13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674CA2-AA5A-4984-AE02-37751A29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B64E7CE-F78F-4424-AFB4-51B675CD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E95C3-937B-4AB3-AC97-F2934861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190F45B-786E-4E64-826A-B41D2F53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60BE3E-DB0F-4A20-9844-4FCA8FA1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8751E-FF93-4DD4-8902-EA91FF9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9EEB297-B092-4101-ACFF-C5272B60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수는 로그이지만 비용은 n+n/2+n/4+…이므로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2B7006-F953-4014-A877-B715DE98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10C138-9A33-4DD5-909F-542A3E36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1E003-3CB0-42D6-949E-7252D21D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7D46D-1793-46A3-BA7A-B490CC96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D301A-CE46-44B0-BAD6-01C1EBD8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2125CF-49E7-46B0-988B-879504F6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A29135-50B9-41A0-85FA-16F6E686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36962B-C4C3-4AA0-A4EF-306B50AD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787854E-2F45-4CB9-870D-BF067626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4AF6061-00C7-4DA8-9187-5F8D2C3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있고 자연수 척도가 매 호출마다 엄격히 감소한다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987CCA-C864-4F7D-BD39-6B8FAD8A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01238D2-F04C-453C-9AB8-3847E08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34F7681-8056-4C14-A655-102A788E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호출할 때마다 인수가 증가하면 반드시 종료한다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5237E8-A9F0-4101-8075-8D0C39FF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5C3A726-1004-45A7-B700-0716B0DB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1E623E0-085F-474E-AF16-3FE6820F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입력의 절댓값이 감소하지 않아도 인수 하나가 바뀌면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69E119-F389-4801-86BA-F7AC4F39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B2D29A-734A-47DC-A165-A608BE85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421FF4A-ED82-4BC0-8D3D-0E349449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있으면 그 조건에 도달하지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B5E11-8258-46E1-A18C-87ED3CDC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8E3E31-361F-4D47-B408-E5227226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34B6C7-351C-4582-954D-D6B5839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호출에서 같은 크기의 새 배열을 만들면 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38F99F-E1D9-4830-974B-E65AFF8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28C874-81E8-4D22-9574-EF6A1149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A9788-84E1-404B-A14A-687DDD01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FFAAF-EC42-41D6-8382-80DBF01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3A983-5653-4337-939A-6B445E24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DE49C4-311E-43D5-8AEC-F2EE3D56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5DEE9B3-D784-44E6-9788-5E36DAA1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FDF85F-87AD-448E-8F7C-39636D2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E769F-3A57-4004-9E72-9B5D14CC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F70AFA-967D-45AC-A094-CA891FD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기저 사례가 있고 자연수 척도가 매 호출마다 엄격히 감소한다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B815BB-5279-413A-8BCF-C3C1550D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DB272-4259-41F2-B487-ED62393A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1FAA27-6630-4964-B4A0-905228EA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기저 사례와 그 사례에 도달하는 감소 조건을 함께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02AFC4-C1F3-46BA-B6F8-1B8C8FE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172EA5-FEFC-4889-9CBB-5A749C80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4CD9D9-827B-4FDB-9F61-CD25BF90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386D5-D975-43F3-9451-A25F38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943CD-60D7-4C4E-9971-A5B53B0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981B57-AF66-46E0-962C-72AFBB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956A6-78CF-4281-9D6D-FBF95360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7B68D-9C17-4738-B147-D1D332B4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팩토리얼의 재귀 구현과 반복 구현에 대한 설명으로 옳은 것은? 기본 정수 연산은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O(1)로 센다.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4C97D21-C66C-475A-8FBE-91824E37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9B2F18B-4725-4AEF-84F4-991374F2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재귀만 Θ(log n)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89A7D-3407-41C4-9D6C-01A8AC93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6D079D-EC93-4412-BF54-C1F31CD4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57898F-FD39-451E-953D-970646CA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구현은 반드시 Θ(n) 배열을 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6005E-EE02-4D7B-A1CA-10F96E47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3FB9536-44C0-4804-92B0-13E344CD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204ECB-58A9-4112-A0CF-1223A2EE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스택은 항상 O(1)이다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B5CDC-9756-4769-A12D-32BB910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0BB607C-01AF-48DA-ABE8-AE169E50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CFB9C38-42A5-4A18-98B6-8C122AF0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Θ(n) 시간이지만 보통 재귀는 Θ(n) 호출 스택을 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AD204-E424-4ACF-8D06-4C3402F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7F1DAD-5416-468B-8A6A-DA0BB932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21F7A0B-05CF-4F64-B4B0-5A27180C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구현은 서로 다른 값을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1E50C1-11B8-4168-BD8B-AC70E4B0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CBBC4E-E5CB-4F85-ADB5-3F56E84B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F1BA0B-D4C5-4350-9F58-7A9464D3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FA0AE-240C-4461-A161-274F2B9E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AEE6F-615E-4CAF-935D-2C0751E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B9DB4E-AF15-450C-B1B9-4B084B17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92FF95-0C9B-437B-B9BE-CA2148F9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918C85-27C9-48EB-950B-DB59EB3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팩토리얼의 재귀 구현과 반복 구현에 대한 설명으로 옳은 것은? 기본 정수 연산은 O(1)로 센다.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72201-CED7-4164-B0ED-EC4E2FD3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ACD7C5-60EE-49EF-B784-267A891B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둘 다 Θ(n) 시간이지만 보통 재귀는 Θ(n) 호출 스택을 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610890-592F-433E-9A8A-3DD7573E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F255C-6950-415B-8C53-F04F0DFA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20F77C-2848-4CBC-89BA-9DED1177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구현은 누적값 하나로 충분하고 재귀 구현은 복귀할 호출들을 보관한다.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9DBE38-46F1-479E-9964-1E22EFE4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E7B62D-E8BF-412B-AD0D-DE593415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2B2CED-1B4B-41D4-994E-99641230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A2AF6-C519-4AEB-BEF7-0315807F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2272-FF1B-467C-B8FB-9347B0C1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56D15-4D19-49D6-B679-A576C25E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A6512-2CB1-4C0B-973E-B14ECF95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BE2FA9-67DA-4F96-AC95-C90C5E54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161B932-40C9-48D7-B4FE-5DF358D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2B3FDC7-7854-46BD-8B0F-4A0034D9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인수의 부분 문제를 여러 번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DC399-B65D-4258-A766-035F3CEB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39DFBC-FC0A-4331-A7B9-1B76BCAB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5F6A4A-E405-4F0C-BAD8-1F9CD34E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단계에서 두 값을 더하면 덧셈 횟수와 무관하게 지수 시간이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2A279-CB02-441B-932D-B407BEF7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C4702C3-1200-49AC-ACAC-0B3B4B6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E68526-E7F3-450A-ABD0-246D020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F(n−2)는 F(n−1)의 계산에 포함되지 않으므로 독립이다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1AB40C-1A01-4168-8716-97052AEA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29A60F0-EAE6-48C3-8055-721C3255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67D0514-D1EE-4F28-8715-1954330F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두 개이면 호출 트리 깊이가 항상 2가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F497A-C1AD-4A31-AE5E-9CF551EC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9F6F120-04EB-44A4-8911-F172A2D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19E9360-BD48-408F-B89B-F1BC0CE8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깊이만큼만 덧셈을 하므로 중복이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8423E28-AFEF-4C62-8A61-7C9605FC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1C7E02-237D-4EA2-9DEB-897A34B2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B326CA-BA3F-4BE2-A112-8440788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71DCF-B48A-4C92-B5F3-450DEE4B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7688D-EC2A-4A7B-A8A0-4CB0690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755912-300D-4CDD-85D4-53A1EB8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8C8077-50AA-4642-86A8-DB74071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8D9447-7BB8-4743-8ED0-82B64E89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9345A-96A6-4718-8FFB-0DAFA692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624350F-474E-4492-A9DB-908E5A8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같은 인수의 부분 문제를 여러 번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5AC4AEC-2056-4CA4-B181-931D3B76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BDEB4-7E78-4E86-895D-9F3C3FD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10BD17B-0E53-49B8-B899-E6322B2B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트리에 F(k)가 중복된다. 재귀 자체가 지수 시간을 뜻하지는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D10DD4-14A5-43E3-B3CD-445B462F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F633C9-5CF6-4067-865E-DCF9345E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49F047E-09C5-4DC3-A7FF-7BD04BF3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79C3-8F56-4CE4-9F2C-038F44C3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8AA27-10EF-4F24-BECE-EF113455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A329AE-1852-4843-94C0-35022601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EDBEC3-5944-4B01-90A7-33515D3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5D91FE-C46A-4793-B77D-D3775A21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FE799F-F996-4956-8934-7282C10E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2A13355-625D-4A01-A784-B74D4676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두 항을 건너뛴다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C9A38-4502-4ABE-962E-C345713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C82D3DE-0C59-46F4-94CF-581F294F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4B2A943-8C4A-4327-B92A-55CD4D7E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항상 같은 값이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EAB2F0-44E2-4A41-8613-20B21FAF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D7095AC-1F53-456D-A0D4-5F1CE362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F16081-C5C8-4A65-B3BD-3BEB275B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b만 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58F58-1B2C-4B65-A24D-7299D8A2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6C446E-6CB4-42B8-9CB4-C6B5D928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A5FE56A-85D6-4AF7-B4FC-0A3DAD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a를 먼저 바꾼 뒤 바뀐 a로 b를 계산한다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E2E3D-6BB2-495C-B18E-546B1145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00914E-E281-483D-A3A8-C2B2965D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47CAE48-DA51-4DFA-A05E-34728A6B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오른쪽의 두 식을 갱신 전 a,b로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4DCE68-53E2-4F75-8567-C5C607A3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B7D797-2FA6-4560-838A-D926171C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4B8540-8435-43CA-8206-9E0AD2A1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CA536-C092-4D3E-AF46-6F161EC0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80D9D-C71A-4DEA-A4FF-BEFA441F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6AF79-6339-41C8-B459-02B39237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E5FA99-F121-43B6-919C-D7262C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8AD00D-34A9-465D-B512-87942459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85FE2-63E7-4989-B8F1-F6EBE7D4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8561551-C72C-4371-8439-A84028ED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오른쪽의 두 식을 갱신 전 a,b로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264A89-7B98-404E-B1E8-1889E4C1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0B68B-2B11-4D36-AB93-14D9ACA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AC32F1E-201F-4A30-AFB8-C7D6CCE9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Python의 다중 대입은 오른쪽 값을 먼저 평가한다. C로 옮길 때는 임시 변수가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8AE685-5BDB-40DE-8608-3C13407D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C05190-05D5-4BEC-B4C4-D55ADB3A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1DBCB6-D40D-45D2-A48A-E9DBC72A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38C11-2245-4C31-A0C9-81EED5F8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CCD6-2379-4725-8AE8-13904AD6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268EBE-E1E5-4859-A43B-8C5548DE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181515-AA7B-45A1-B8F0-6DF7A03E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DDC261-CA8D-4E47-B171-7D663B20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글자씩 출력하는 작업 자체의 정확한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5DC87CB-BE2C-4C68-BA33-9E03E82F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CB2EB20-2D6F-4BFA-9FC9-38F93B7A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9F26F-829D-4EFE-9AAC-D4F7E598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E6438A-186D-4EAD-8E2C-09AA9E74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DF62BB-82E2-4482-B05E-489D6EA4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80556-6DEF-4D84-8BF0-21BC0026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9F523AD-BFF0-42B3-A0B2-CABF3D75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499C1F0-CDB4-4F14-B1DE-ACAB9F48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31907-F8F6-4FDC-B8D9-786C241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1A9D05-48AC-4FB8-9679-D3499C0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8E16601-11B8-4F4C-B79A-5BD05D34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B084C-DFA6-4D8C-81F2-29D0CBBC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D6918AB-FAB9-48DA-8C08-AFD13CAD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E6B1CA8-5C1E-4BE8-A5A3-7C8FE4E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E9938E-13DE-47F8-8FAA-00A90BE8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2B1D9B-7F8F-4378-BBA2-A2A8223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18A224-E7B1-4C76-8C57-6FB10274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904A1-6633-4090-94CA-4082D673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42CA-CB34-4135-AF55-15C3B034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6E3D28-0727-41A6-AE56-20F95F75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B8B1CC-32BF-4858-B163-913E9875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CEE98-57C5-41A5-ABF5-35C353A3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 글자씩 출력하는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자체의 정확한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918A5-9409-4E32-A7D4-32C3D60E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AE81C1F-DDC5-4213-9C30-3BF557C7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Θ(N²)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60B1118-C4E0-43AF-88DA-44E73358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9894C-B41B-4A90-A22D-86AA9DE3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EF59C0-8BE6-417B-A665-7150E05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출력 문자 자체가 N²개이므로 깊이가 로그여도 전체 출력 시간은 최소 이차다.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EA793B-B675-4ADA-9142-8CA7D31F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3EE539-7282-45F6-A308-A52A8CCF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B082A45-5209-4E1F-9281-C26A0EBF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6B6EC-37EA-4C09-82A1-05AB3B9F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EA8AF-276A-475F-9B65-6431988F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16DDE8-E1D5-4E3E-BD01-EC6F003E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DBCEFB-E0F4-4143-B75E-5A93218E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D055A4-D6C2-4398-B59E-0454999C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6363FA-6691-4FEA-944E-A67DADC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4E0EB6-8845-480E-A804-E8B1D904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B91FF-A540-4046-85A1-4E11F40B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4D5BC5-CDE9-49A5-BB99-855FC156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200913-5D40-411D-859D-7F50F1A3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BEE20-1706-4DA9-A18D-6E5BC0B4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7FACB3-1C39-4CBB-B3E3-F62B1A2B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9D73FF-0752-444A-AAD3-8CF953B6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3D6FC-5073-4DED-8C4A-B8AD8D92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0EC29B9-0DBC-4B9C-9199-E284A7F9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FBD6C25-BE70-4690-84C5-87BFEF46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6FB6B-B560-482F-BAA9-383D07B5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2309BF-1C24-44D2-A0EA-3825C4A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8A4BEFC-65A6-449E-928B-1D4DA00A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C5384A-A676-486E-B2CB-DDE97C9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30F3BD-7203-4182-A6C0-8678EB60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E3FF28-1102-4FA6-B140-AE02D206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62F16-B3B1-4F6B-B7D6-467ED512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03344-41D4-4E3E-A02F-54111273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808E8D-4623-4C90-B8BC-84780541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12C07-5079-4F8B-A4C3-B02F2972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D1493E-14D6-4F0F-8703-3F06712D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787D8-FE6A-4A3B-8087-BB31EC2D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934762B-AB04-47B3-9A32-412118A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F1640CC-8CEC-4853-BD99-53429CE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2C589-E302-4FE6-B7BB-95C13E1D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9DBD7AE-8A13-45CF-90B0-37EFB3A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찾는 값이 없으면 모든 원소를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5DA86F-8E17-42F9-A386-359B9AB0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62C466-5081-4E42-995D-AA8CE15B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F8D5DA-C979-4ADE-9D65-9277BDC2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FA647-E4A7-4ED9-9DF6-D849F9BD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99226-0998-4863-A695-F0A6B8DF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7CF61E-6B59-4089-8231-90254D6A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F6F99E-2B24-44BC-82E2-3056398B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75E5B6-B438-4E0F-A85C-7B4E5AF9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A7D881C-A0A2-4E7F-BAB7-96E37C1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0F789C-C487-4B93-BE04-97640627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제곱근 간격의 값만 검사하는 탐색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66E37-7CF5-432C-A6DD-B3CBFF1C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56EEA0-7ACC-4462-9339-2548BC02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2C4096E-55AB-4EBC-BDC1-B24ACC41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순차 탐색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B6074-2B41-4A34-9285-82C812F9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85FADB-87EC-467A-B2F1-9B47F242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A778B5D-E628-4D05-840F-85AB730A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중간 원소와 비교하여 한쪽을 버리는 이진 탐색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0B546-D640-4406-8591-BD4A6671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3098EF0-122B-4C04-A6E4-87B382A6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DA08CBB-1EAB-44E3-B789-E63F2B34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끝값 비율로 위치를 추정해 한쪽을 버리는 보간 탐색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ADC84-8CFE-487F-A08D-7D2C2C72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7F41AF2-1CE2-4C43-8280-CC40DE0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291B22-AA41-4890-9959-85BDAE5E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첫 원소보다 작으면 즉시 실패하는 탐색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203D1E-7699-4FDB-BB56-835D592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D7C8B3-0351-4731-81F4-2A811F4B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F0F9B8-0347-425C-AB84-197BC958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352E7-C651-4992-A569-6EE8B595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D5671-8D31-48B5-A527-52CACB2F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8F19B0-A4D5-4280-BB5A-D62A7EC6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A8628E-48FF-4F04-B4DB-142E142D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4477FD-5C36-4C64-859C-EEC12A56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78A8F-3150-459D-ABAB-C065C6A5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02D826-7A9C-42EB-8C0E-64BAB608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순차 탐색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217738D-A900-48C6-B780-398D6E55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11E7F-5A5D-44D9-BA17-0E0E67AD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C2985F7-E05C-488D-8435-F49F4785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순차 탐색은 순서에 의존하지 않고 각 원소를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C87B15-E56B-495A-A330-BA7049E9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F897C5-3F19-4709-891B-5C05BCD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01E715-7CDE-4060-8DD2-F12C3191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B6209-58C4-46DE-906C-222B4243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9E69E-C65B-42AD-B80C-EFC9F77B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3A69A-BE19-45A4-96D0-C0B98A7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9CBADE-4F2F-4B1C-BB74-EF69879D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AED72D-DE5F-4207-B835-3FAC40E5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5AD6A-9743-4BFC-869E-314D5B92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495D6FF-2C88-482A-8E99-4468DFA8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C9B88-3E40-481F-83D8-E594862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EAECA73-39BE-4752-99E0-672BEEF4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2E297B-A8E5-47FA-9695-46FA9DA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1BF58-2BFA-47A4-AAEF-295B4C97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9CB17B-A3D3-4CBD-B6A1-92FA85C3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E1578A-81E8-4B3F-B82A-8DAB8BD4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4107DF-61DB-4B41-8899-CAC2DDBE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81B28DB-F32C-4606-A278-65AC19C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BBACEE0-B107-4BD6-90A5-1E8A21BB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lo=hi+1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E9354C-7722-45F4-A4DF-489A3BA8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CDE5434-91CB-4BC4-B1BC-A2E73EC0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BC4A60-AEB8-40D5-A621-A03C7A6B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lo=mid+1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896B94-74A1-4089-B96F-E55E1DD0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BCC8C9-5D62-4747-B7EF-8FDFB766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DC4D09-7B3F-40C2-A1E5-3C502B1F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F9000-DA36-48CB-9AB9-F1C80815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94FF5-BEA8-4085-9B1F-EB4F1157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7354B0-C5E3-4843-B296-84D8FB5A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5545F8-289D-4F5C-B144-F9FAD75D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0C6562-4707-4116-AD6E-6C903FF5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A0980-5583-4CC4-8C6D-0450983A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1D49546-2055-4795-9528-5D4DF86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lo=mid+1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15C294C-415F-40AC-B563-5C1B3716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83073-5535-4214-9788-0281ABA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E459B4-EC58-4A75-BC23-FB7ADAA6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mid와 그 왼쪽은 모두 x보다 작아 후보에서 제외된다.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80DD2B-54A6-4CEB-BB7E-33E59D6A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879D7-5918-401D-99B3-5B8086F4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81507F-E762-4A11-9AB4-0AE844F6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D8811-6DC0-4102-ACD1-B9A0019F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1021D-8E2F-44DE-A059-4D55B6EB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599465-63CA-45FB-BF7E-CDF3B3C6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4064D-8F35-43CA-A8C0-46744D0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8EA5E40-23B1-404E-A6B4-2128568C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A146C01-A20B-4CFD-9E84-9F6B8284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18F8B3F-A8E1-472F-B297-331B771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a[lo]가 정답이다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70BA3-55EC-4B4A-8A9F-AD4AFE9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CC3E2E8-3C79-4620-934D-225B4CF5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FF46239-789A-403B-B1A2-2756CC60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중간 인덱스를 한 번 더 검사해야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20FF9-83B2-43C8-A4F1-29EBAAFC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770E1D5-1CE5-4990-9432-FDFC3B46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AF4C7B1-27ED-4F99-9FBC-D33AD18A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배열이 비어 있었다는 뜻만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1F6B5-4E6E-49BC-B3BD-A86A7BD8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14DAA8C-FEDF-4D80-9D2A-12167328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5BBCD-D86D-4E45-99C4-78EB34B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찾는 값이 배열에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1FF8E-ABD8-4FA1-82AC-AB47FEF3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008E61D-2365-441C-BF44-B23E6326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4B0ABD6-1C8A-4E3A-8BFF-D6532975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원소가 중복된다는 뜻이다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2B9BBD-7FED-47C7-91A2-AC446247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7E97466-7C3E-4EA4-B06B-A3B4970E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2EB807-9C6C-4F71-A90E-1B59B95B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3EFBD-DE08-4FDA-978A-60356AA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73914-4130-4D93-BFF8-558F2F6F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D7B2FD-CCB2-4C8B-A21A-BF5205CD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DF0511-46A2-4DA8-B818-0762DFAC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BD1C8-4451-4F6D-8D3D-554F78D4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5297D-BF2A-49E5-B233-B95709D8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DD84A1-C799-4466-894B-1682BB3A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찾는 값이 배열에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291FEE-1E86-429C-808D-1E4F8925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79D87-EB84-433E-8994-05B9FFF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8FB12D-655D-4987-A21F-B618962E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유지한 후보 집합이 공집합이므로 실패로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B84C18-F7A2-44B9-AA63-AA75D26F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902F9E-8D49-4934-8960-82C78421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DD853-FE4E-4936-B9EA-4AF6B7F4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E045C-6681-45DD-8F81-B88D9C8B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15533-D8CB-4AE2-ADA5-DAF06465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323287-56AE-4E7F-AFCF-F46ADC14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77BF5E-0CE5-4C24-A88A-10B1231E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FD9FF82-4B6E-46FC-A21F-067F466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424BC4-CA8C-4101-A27F-34910B3B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CBC289-299B-4532-90C8-DBE2E553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인덱스를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45B69-2C2D-4A66-B133-21756C19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88AA1C3-D4C6-4479-8F5E-B0A8612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CAC70C-7326-4FDA-AA8D-3F30D51C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일치값의 개수를 반환한다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4A9FD-810F-4303-93A0-177F0ED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3DBD84-06E2-4B3A-9375-5864E754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D57E5CC-816A-4F93-B434-10F1496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일치하는 인덱스 하나를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EFDCB-E438-43F1-BEFB-27DF8BA2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6B16F3A-F66E-4035-97FE-4E4EE949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9139384-8BF1-48BA-BBD5-67D5EF9F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중복값이 있으면 항상 실패한다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F94EE-DDF1-405D-A826-6513F97F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9A4EAA3-70A1-468C-B717-48096169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4DE76D3-B514-4961-B53F-A8F7E55F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마지막 인덱스를 반환한다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7C6F51C-969D-41C9-A3F0-3F3387D8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D09E29-E5DE-48C6-8CD1-B6B5988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ECC1C2D-67A4-4C48-B08C-665B7EA3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85475-E846-46D6-88FF-B3AB5480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B0EF4-3E90-4084-9336-EBF4D167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F5189-538F-409F-955D-4DE2F8D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C06696-EF96-4D1A-B078-7C2BA94D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4212BE-9298-4BD1-80AB-72BA51D0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1EC96-4501-4F59-B304-60C8EBD4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C30385-15DD-4CEB-AF0F-2F7AC7D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일치하는 인덱스 하나를 반환한다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103C3C-2438-497D-AAB2-58787E7A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43F01-48E6-4513-91F0-96F4EAB6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045E45F-353F-4898-9A3E-2C04BCA0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위치를 원하면 일치 후에도 왼쪽에서 더 찾아야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AE33A4-79A2-4E8D-B659-075A1B7B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39E07D-A023-4F44-BEDC-710C7253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8B0B2F-9E48-48EE-98B5-38C22BD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74A5C-76E7-4C65-889C-D7CFD36E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20A0C-C7B5-4D06-B363-C31D4F82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6A5B10-4D63-41A6-8A3B-87A650DA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738371-735F-4329-BB39-0FCA193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680DE5-D518-4B94-AAA8-3A1BCDD6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174D8A1-C1AF-49F2-A7A8-E6CD329F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31C465E-1D06-41F1-8420-B2D2B8FC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0FC74-7000-498E-8DF5-44C949E0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36D638-CC4A-4812-BEC5-27E05BBA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784EFF-C2C3-447F-BBDC-04625E80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길이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FC38E-5F10-45C7-BE6B-2716E558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2638A01-355D-4DBE-A956-E795270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53D61F-D730-4B4B-B332-BACF2060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14D1F-F731-4290-8E3A-A94E1127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17C484-DFF2-47D6-9D3A-8B8E0D58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FB4873-7935-4177-82C3-B04E0338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5DA82-21E2-49C4-BEAE-C7FF11F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4B6CBA-D00A-4960-9750-D39C942B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F4962D-CF7D-4BF3-94C3-2661925A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52C80D-649E-4F0A-9B29-6749E07E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794503-7FA8-4B16-9279-82553A7F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F99CD1-0081-45A0-B9FB-6D220491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47FC7-E1CA-4342-B8E0-8C17CB36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D6390-9E1E-4317-861D-C1FB6F18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0BA3CD-74AC-46FD-A9C9-590CE089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B65A38-679A-4D76-AC23-2E5D166E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6CB2AC-2F54-4E0E-8F16-167F5A63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1F96A-C69E-48FA-8A54-4CCE41D7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684A6B-EE68-4350-B696-DA19508A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배열 길이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F5FD46-8794-4B33-AAFB-A8572A37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35161-159B-4CB9-B683-AF735F56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E8D4B6-A799-4DB2-AC90-E060B42F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위치는 n까지 허용한다. 이는 검색 실패 표시 −1과 다른 계약이다.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326EF2-DC37-40F2-9247-E252704E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3502D9-0F47-4B09-BD32-CC8CEF07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8A91F18-BA5E-4CB4-A4A6-48F9ADDD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2CB1C-7A73-4D06-89F7-0575BB95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A8352-5253-4882-8C1F-8FD965D0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AA0D23B-E033-49B5-ABC7-FEC51207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6C942D-824B-4EFD-A996-FD53A8CE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2FE4EC-787E-4A88-9F82-E6D4D95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6B925B0-3EC0-4CF1-880A-2530B394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91C84D-A522-4451-B740-3EB077F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(lo−hi)/2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D2E23-51F0-40C4-9689-4B14D5BA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72A86E-EE10-4351-8CA4-D912FB22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2D8EB36-C93B-4C68-B2D8-1BFBF6CC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lo+(hi−lo)/2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D0E39-CDAE-4F3C-BDCE-68849F31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2EB761-D9A0-44E2-9D62-88B3B925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EB6037E-ACCE-4893-8D13-009392DD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(hi−lo)/2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D41BA-ABE7-4E8E-9B5E-98EC6C3B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0CDCB6E-3C6D-4736-8C06-F281372B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6440FC8-59EA-4822-A98A-9E1B18A7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lo*hi/2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15038-0569-4781-8709-47593E3F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80B0823-FE9F-4110-A027-07DCE5B7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249D8E3-850C-42A1-A89F-22952EA4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lo+hi/2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D52F8D-4533-422A-8503-2C440CC8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7A18A7-9D52-4702-96A6-15947E1B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D86C10-B1F3-4ECB-B8A4-E476DE05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385D0-2993-446D-835F-CCB7769D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7AC3E-0CAE-45DC-A768-164E004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7F3322-C6B0-435D-9B66-D6192908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EA3660-89A7-4958-AB9E-EBD1D0C3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B0EDE3-2E97-41BE-B051-6D91960B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0E587-457D-4265-9D6E-ACDA5553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DB9B63-4039-4033-9357-19D56E2F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lo+(hi−lo)/2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E5CA91-0B87-4337-A6EF-BAD7305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1B0B5-3D39-4EA9-865D-123A8B86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D10FA06-BF24-421E-9525-0EBC8BA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차이는 구간 길이 이내이며 중간값은 lo와 hi 사이에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275C4E-09BC-4318-8AF0-79F069FE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49A4F2-8BBF-4CB3-A6A7-9F63FE10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1D0043-B261-4ABF-A454-C97523F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C8324-BE98-4D9F-9676-2C71F415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ECAB4-9A8E-4563-8A38-5B987D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8B88CD-E94D-46AA-82ED-EE45307A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EEFCE3-4945-4129-BFA7-9A9D0F3F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12D21A-5B25-4C0E-8F46-1509C6C3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3318FEC-12EC-4F01-9F10-84426937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084A01E-21AE-454A-A978-1B66555D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여부를 무시한다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7BB2C-5599-488D-8725-7D39C73E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771F751-0A57-45C2-B390-910FFE11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642A421-3D61-4D75-A2A3-734F4DB1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가운데만 확인한다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9713D-3612-44D7-9FC8-2B0E3F4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6178841-3FCF-4F60-A81E-255C6828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7581AEA-F737-4F29-8C33-649F554A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끝점의 값과 목표값을 사용한다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E332A-AAFB-43B2-87CA-D5397290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2421E7E-8BAF-4F7B-A67B-1A96871B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5FA9B3C-6F77-4214-B316-76C23A2F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원소만 확인한다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EFF18-F1B7-4465-90F0-68F119EC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4946E9-C8B2-417D-BDEF-C8EF719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E5426FA-291B-449C-856D-20B1C73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후보의 합을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0F78C1-8627-4988-ADB5-A7E562EB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9CE15BC-28E7-44CA-B96D-BA39DBC2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37395A-B858-4716-B6DD-4686C14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3994B-4B82-431F-85A2-592726F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C69CA-915E-44E4-9B39-7DD291DC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A4D5C1-3462-4952-BDD0-0FD69E0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0B20DC-50C6-4B95-807E-04DF3BE7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8A4947-3199-43F0-8864-1C0C548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1B960-7735-43E6-9EB8-871A1574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8548DB-F947-49BA-AB97-5C73A040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끝점의 값과 목표값을 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6BCA63B-96E0-4BA4-B428-0F187A4B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8C1F7-97F7-407E-B850-F5A4973E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40B4EC2-8DDB-4CA3-8BF3-FD139471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탐색은 값이 퍼진 정도를 이용해 예상 위치를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94B73-72EB-4FCB-91E8-CA696956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A1494E-D6CF-4CF3-A38B-D2C11F42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800C28-0414-4E86-91D3-FCA39288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4E89F-9000-4853-AA1F-CC584998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B61C0-B259-45F0-AF3B-958CF662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72883F-4079-4CB9-AB8B-BD3CF718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80E912-FF97-4F14-A6EC-C8AC09DE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A8B897-D66B-4BB0-BDB1-7F5E0E83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C5FC77-D15D-49EF-8199-2F85DEA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D66E0F2-61D8-4A20-83F1-7FBBB603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실패를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CB87E-8046-4E1E-A1F6-751A2D5D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9AF1DD-EE60-495C-B60E-C6D0E760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E9984B6-7CD7-4FFE-B161-D7836777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분모를 1로 바꿔 기존 위치 공식을 그대로 사용한다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49C39-ACA7-4B50-B4BD-50493D37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2FC460-E21E-4933-B9B9-8D6DB7E3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0BD0B9-04CA-4E00-A198-53694928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lo를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2F7B1-C2EB-419D-94C4-6C7BE40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D129EA-FA5A-4A9B-BBF4-8D99E56A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DC2312D-7596-46B5-9019-22A31A68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구간 길이가 1이 될 때까지 같은 나눗셈 공식을 반복한다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7B521-DB53-40D8-9A28-911F30FE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46D1D8D-4EE4-4F23-8E78-5948BA0E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E83DB4D-0D2F-4B9E-9ECA-6665AA2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비교해 성공 또는 실패로 종료한다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7AF77E-0021-4F89-B408-DC46AABC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0D40CD4-E6FB-4EA0-88CE-EFB121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3E322-5955-4C72-BD15-CEA485E9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044E8-6924-42EA-8782-D768EEBB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1CDAB-88B1-4677-BAEC-3529821F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4A3C31-D568-462D-88FE-E1BD022F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27C3B6-E55C-49E9-B74F-E7B5EE99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DD460-2BDE-445A-A516-7DCF85D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51AAA-45C4-44CB-9642-0A29C5F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448BAD-F314-4CFF-9CE0-B4B45D62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목표값과 비교해 성공 또는 실패로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53CADF-13F2-4977-A5B5-F33AA118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CB597-66F7-478F-AB29-19889351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0A9C43-378A-4CFE-A380-884F8D86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분모가 0이다. 정렬된 구간의 양 끝 값이 같으면 구간 전체 값도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D9223C-709B-4FB1-AB05-6CD7633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21EC1C-80F9-4A58-9703-20A7A286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702215-4043-4493-A776-0F97C303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26044-86EE-499A-9746-0ED9FCC2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A6F2E8-0EE7-4C63-AC7F-07F5465B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847B82-46D5-402E-A631-D149E4F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97DD8E1-1AA2-40EB-A3A0-B38A5C4A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2C310A-9F0D-49DC-B139-284F4940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837F16-7BA5-423E-AE0C-3186FB81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7A20FC-EB6D-4388-98B3-01488114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길이는 크지만 값 순서가 무작위인 배열이다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CEDAB-1A1A-4690-AF9B-5B12BBD1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04636C-E6D8-4667-BB0B-E67AA9E4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48EB459-1687-47BC-9CEB-D957A1F0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있고 값이 비교적 균등하게 분포한다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8CE33-3C57-4751-8E99-F800DBC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08A6E64-9E55-4AC3-B566-1D2BBEA7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B2CB4E2-B7AB-4471-9191-D2C28974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있지만 거의 모든 값이 한쪽 끝에 몰려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CC22F-41C2-40DF-AD4D-5E49C951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3070D1-3CDC-4883-A371-3085A294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03E472-E883-4236-A688-BB0AA6F7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간격은 일정하지만 값의 분포는 고려하지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1AEE3-0253-4B44-A68E-FB636D12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59AB3C4-F61E-4422-9967-DC10F61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B45760-BAD7-43A7-89DD-1CB17626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 길이가 2의 거듭제곱이면 값의 분포와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076FBC-C181-4066-A029-BAFEDE69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4AB8C4-8765-4D9B-8460-EFB8EC7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51CE58-AA3E-4C9B-BAA4-C9F54457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58341-BD85-48F7-B38F-3B9133F9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A99F6-2A7C-4A74-9DE6-1C4663AF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C34CA5-BFB5-4999-AF7C-021F08F7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76E229-2223-4500-862E-0665C3BB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F018F3-C19C-4389-B6AE-F93C1BE5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B8705-FCA4-4851-9E6A-8B9BE3A5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1A8825-3475-4FA3-A2DD-582F0F0D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정렬되어 있고 값이 비교적 균등하게 분포한다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BF0278-1391-460E-9E8D-8C1594BB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8B0-4BA2-4C71-9101-8E2FEC4B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046110C-C3DE-4472-8CAA-4046E58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평균적인 효율은 값 분포 가정에 영향을 받으며 최악 선형 시간 가능성은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86C28A-4A11-4BB7-80E7-F9BC10EF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798B65-ED0F-4A95-834B-58AA5E6C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B3559F-39DC-4C0B-95D2-C0B26D63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B2E9E-C817-42B3-A899-8BF05F6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A5A95-B6B2-4995-8235-1CFECF8E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B1EDDC-1BA8-41D4-8CAF-1860A98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C3A3C2-3C2F-4F51-AAB2-A434DFA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FAEA5E-67BF-4947-8EB0-A531C74A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55F7286-86D4-42B1-8404-A987E779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C2AF031-1145-480C-A677-586CFC31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FA9E5-EBE6-47A5-B7FA-0117992A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A21FE3-D638-40F9-BE32-255EEF9C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C37ADF-AEDC-4B43-9B74-2284C74E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6A7D3-45F2-4AA3-A41D-AA871003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4359890-CA85-4437-B757-C4F8E7D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7B9F004-CE18-4C73-9F5A-0CE3AC93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29CE7-8CB6-4F86-A24F-E5D23253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B692003-FE1F-4B38-9A04-93DE3341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CC86B32-9A6B-4016-A53C-B1BD19DD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6BAA8-7E50-416B-BC51-A700226A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16B881-9513-4435-8BA6-1E9A3C01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6D2BFFE-8F64-498D-A010-0981CB4B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1DB7E0-4D2D-44FC-BEC2-453C9923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B15E42B-D189-4CA9-BAAD-747FB3F4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5BC0A9-0A10-4DCF-AAAB-F4538A45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00635-563C-4280-9EAD-36D757BE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A6EC3-B9E9-4AC9-AE1A-8C917DC1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282501-E115-4269-BEC8-5AAFA6D1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6FAF3-B3AE-4EF2-995D-8F6F80B1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F63E42-4652-4DBF-ABDE-CD52E5EA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94A2-0022-4E5E-AD6C-AB9DD91E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84B046-CCD8-4254-A79E-DDD07884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BF92D4C-1096-4563-8E7B-6F788690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CC538-4CB2-4924-ABB8-9313315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A33FDD-F82F-464A-A901-B35676D3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 분포가 치우치면 조금씩만 후보가 줄어들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C72187-5CEE-40F1-B070-33B43580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3CA311-9372-49B0-B5FA-58CD4C46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4F35A0-FD9C-414C-BB69-93A286C7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700ED-2B3F-47CB-9999-2183F888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EDD8C-61C7-445E-8D66-C06873A8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DBAE48-D887-40B4-95FC-3D05A5C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05BEBE-5FFB-4B24-AAD7-59657C92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0FFC67F-A6A2-4C46-BF4A-72927D5A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2D2EB4-C1BA-4D88-9743-D6E81D4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F95CB7-0340-4240-B247-A836D320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159F4-02FC-4846-A9ED-E3EEC324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26B732D-D71B-4946-AC84-91E9EB75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1C455C-8497-4FFA-8F49-111434C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Θ(m+n)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83983-F661-4DF5-95E5-7FC1B7F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C04600-0E6D-413B-AD71-97D6DEB5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F79676-7FAE-4F8A-8664-98C14613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Θ(nm log n)만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13040-4C98-4806-A826-3FF4B08D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0E60177-5576-4522-9416-00424F5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5E6906-C5CE-405E-94A5-C14804AD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n+m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DBB7C-326A-4747-B2E8-540C87CF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BDF00E2-ACA1-4171-B4C0-B177D75F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ECD9BF-B85B-4C91-BBE6-995BA9F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Θ(log(n+m))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BF1E49D-801A-4564-8EAC-E021AC6E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82F408-1FB3-419C-8C05-DECD3D6D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21A5333-7BF9-4093-A344-ABD40AFE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F5706-A1C2-4FB0-B742-48EFBC01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654F8-0A8C-4EEB-B445-D57F508B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0EA830-1166-43F2-B5F3-667BFDA3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488B2-D963-4ADF-B9A8-ABF6301D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80B309-8765-4F57-BFC1-9463B783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233EF-223F-4FAF-B262-43277678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E3DF70-6728-4CA9-BC0A-6CDED808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 log n+m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E07E1C-95D1-489D-9DEA-4F2E9C3C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62F0A-826F-48DB-BAE3-D968F9A5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69ACE23-6850-41BE-920C-2B6722A3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전처리와 질의 비용을 더한다. 각 질의 때 다시 정렬할 필요가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EE0F742-0CF6-4337-BE9C-FA603AED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1A8AA2-E35E-4BEE-BA43-4DA1E1CF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98F4C-9CF2-45E2-8D41-20062FE8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4C03F-759E-4FA8-B926-FBE5EB2F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9E7F5-DAA8-4A74-9D6E-D258F613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D90854-849C-4EC8-BE37-1CA50340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C2CBBB-84D5-4253-9B06-4DACBA35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E4D08B-C873-459E-A021-29D3A0A9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E56588A-60A7-45F4-82FF-65A7923C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CCFBFC0-5A00-4030-8713-EC65AF30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합이 보존되기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4FAA9-0828-4AFF-941F-86071A06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B306A3-C24F-4EB7-85E4-E6F6CA1B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DE73ACE-C9A9-4EDB-83A0-67CADF7C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쌍의 공약수 집합이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48E40-BA5D-406D-9630-F5EB8C7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0FF2E1D-6723-40B4-A7FD-E5BFDC9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23D260D-4FC8-413F-ABAD-61AD8DA7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나머지는 항상 1이기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6106B-DFD3-4F5F-9702-D9B11107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AEFDE3-BDA7-4D41-B7A6-CFCFFE65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543EC9-318D-4A63-BEB2-3883994D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수가 매번 정확히 절반이 되기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4F41A-D197-454D-9A84-DEFC3D98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DD5ADA6-210B-4C61-B276-8784C42D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520A900-F5D5-45D7-BED5-038274BB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곱이 보존되기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7A1E21-78DD-491C-AE79-644D842C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4B9AA9-24A3-49BF-AC85-8F57E6F8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2B2543-3C6D-4486-B1BA-C93BCF22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38445-19DD-4302-8AE6-EEE9E585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CDD77-EEE5-45C6-8F09-A80CCDA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5D88D7-D227-499B-88CB-74413F3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4B66C-C6F3-428B-A222-7A088A0E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CDDF6AD-4DB6-4308-9680-9E9C41A6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5322F-DF0B-44C1-B3AD-C489B2E1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B7941B5-5917-44A8-8722-8D5CF025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두 쌍의 공약수 집합이 같다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105894-EC33-4B63-86DD-BF06F5E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B7C6E-60AF-4C02-8641-2018F34B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77DBB2-0E95-4D9C-BC97-4E659FF1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a=qb+r 관계를 이용하면 a,b의 공약수와 b,r의 공약수가 서로 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D17E59-EEFD-432E-9E77-BDFAF558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E7A7B-0B26-4FB9-825B-EA60F95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88D4D1-A0D5-4CAC-A467-706F9DF7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E5B46-451E-4270-8537-7B77612F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7387B-41AF-401F-ADF1-3F612A0D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435A4D-F0EF-43EA-873B-4E1646FA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73EE64-07D1-462E-B3ED-AAFFEC9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D9D39E3-45A8-4A36-99FC-1DBCF1E7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6D02E6-A579-4724-AC41-F2156389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E8BAC7B-C10E-47F8-9946-07615FE4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A4B6E-7ACE-4169-AD99-DCB32FBA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667A86-F2D9-4253-9E0E-1ACA31C0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B169CD3-7F0A-4AB3-A71A-DB9608C4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1만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08004-C358-47DB-B23E-2676B7EE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6B2A6E-BB51-4F30-B10F-CA55D5F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CFD1B6-DB04-4E52-B9E1-D5E5E801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정의할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3ABFB-FDC5-4FF8-8D11-10A7866B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CBCDB14-6AA4-40CD-9359-01CF6EF4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065F3C0-A6CE-4517-99E3-BA1196DD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0만 가능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630378-92F7-4716-9DEE-EB855CF0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928067-4128-4865-8D22-4C40A360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C8A4D3-4919-400B-82D4-FAB5A2C8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689BB2-41FE-4F4D-974A-35ED3BDE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3BD416-BD4D-44E4-9A81-BF36B3F4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F3FF0A-B928-4858-9479-2F1E293E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824FD-3B28-4D7D-81A5-48CA4A9C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D0DEC-16CE-4879-B6CD-6C1C5691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9B0385-98BB-40A2-91C6-43975742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49900F-D968-41D5-A688-9AE53A32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6A86C5-117E-4343-8175-7C2455C2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0BBC0-30A8-4AB4-BFEE-D4423DD1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A42B84-F78E-4698-9E17-FD90EBEB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578EB9C-34FE-4815-A4C3-5FD8B8AB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33CFE-A4C4-4B3D-8A22-866B3C6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3E94293-0CC1-4BB5-9221-A1BE1C20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계약에서는 gcd(a,0)=a로 두며 gcd(0,0)=0도 명시적으로 허용할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AF4AE-BCD0-48F7-91E1-C792C136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121F6E-DB79-4F32-9127-6080DAFD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F7BD-ECAC-4DD4-A719-6501C379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A9CCA-63F1-414D-8D38-F2185601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27BF5-6C84-41B6-B99A-D9F9C91F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E3052D-DD26-48BE-8251-D71D7DD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B9A071-3F13-407A-AC29-1902D847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B39AF2-3A7C-4A9B-B3CD-A3E8E7B4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8DE789-B30A-4D96-82FD-2C3646DA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F287FB7-2410-48B2-AD8B-ED7D3DC4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번째 인수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D462AA-2E89-4FBF-AA96-6E0BF4DA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4FA8400-5F64-4AF3-9553-2B2F39CD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CE0DCA-DA91-4A18-B2AF-921D7785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번째 인수 a, 초기 순서와 무관하게 항상 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1D354-DA99-4B41-B653-067A1353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519E5B-C08F-4FB7-88F2-BB71486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3E1E88-8642-42F3-9127-4875B2CC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공약수 개수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E01B5-4D15-4F18-B7EA-7A961902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45DBA69-FDD7-43B0-B1D2-366D407D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6D49B6F-2238-4395-B178-CFF14999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최대공약수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4662A7-74A9-475A-AD17-01D33E8A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FA8B19-7348-4BA4-B273-3534A581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999E6F2-8035-4113-8CED-B256A18F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차 a−b, 항상 음이 아닌 채 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CDEFAB-ED9A-47D3-A87D-9E5B8E57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6F824F-E9CD-4D0F-92D4-1D834AB9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F98B3D8-B7DC-4951-95F7-07383F32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56AF1-15C1-4398-8AAA-FAA1DEA7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EF132-3010-43F9-84D3-391B778A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F6EF5-9A04-4B1A-8E18-EC969577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3E888F-0918-4C17-AD0A-46CF48C7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14040D-3858-44B4-B132-371A7F91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8AB6F-D151-400F-AB0D-6F52753F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A69AB6-262C-4C54-8DAD-F9126B32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두 번째 인수 b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9C9E01-100D-42DF-A9B5-07A0A071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95F88-3D16-41A1-8F6F-4D4C1F22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E26932-06CF-45FA-883A-BED3257E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두 번째 인수는 0 이상 b 미만이다.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10344-3719-4788-879B-88CFBF0A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B61C83-4FC7-448B-8A1C-F9587DBB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517D4A-DE38-4959-B7BF-5408DA02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A672A-47EE-41D5-A42F-3753E41D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DD9C-ED6B-4BD3-A7A0-F8CC22AD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D9A0E4-FB08-458C-86A7-2946C7D0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5CA4C8-B595-4CE8-82D4-9B2EA07E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ED0806-807C-4B03-9CF0-462F6207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B5B71F-60DE-4122-8ACF-6D3E5C95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87D431B-48DB-426E-B564-54F246A0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(C^k)²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0BFA9-D943-418C-9E1A-ABC02C3B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ECD859-96D6-4242-B12B-4F3CFA0C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202BE0A-0BA4-4398-A91F-EE483590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C+(C^k)²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2058E-81F4-4E2C-B46A-D9DA78A2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6CB7800-602B-445B-B0F0-2F3EFA1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C3E4ABE-1477-4289-824F-D230496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C^k+C^k+1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790CE-1142-40D5-88E5-4F7B6576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BA8D78A-A488-4797-A50B-F7FC9AE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22C7FE4-A8D1-4B2C-BC57-1E258B9C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2·C^k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2A358-6AB6-46ED-A6AE-3F53871C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67BCBF5-832A-4D24-885D-13DC2FF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F704EEE-DA3E-4016-BB55-C8DC371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C·(C^k)²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BC0EFC-1E4B-4B24-81F5-1E4763B3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B8D21-9378-4092-BAE8-DD953CD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6A9B3C-71FB-414F-A5BD-4B87A539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874CF-F6B7-480C-8153-7742CE0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7BF65-72D2-4BC6-9DD4-7BC73832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6DCB9D-063A-4F68-B6CC-FB10E25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7F54C9-52E7-43DE-8C0E-744C9381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991A0E-3ED1-4A2E-A77D-7818527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E82FC-66DE-4596-921F-9EA4D2CA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A1A0490-DB23-4E96-AFB2-2FBD9135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C·(C^k)²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344EE3-9C5D-4869-B691-335A8650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AC5B5-52B8-4828-B1F3-92395D34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5B5DAB-BF7A-4B57-A02C-F133EB4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 지수는 제곱 뒤 밑을 한 번 더 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E7705C-1A91-4D0F-89FF-5B7DD3E7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AF0474-7C43-4605-9698-2DC31F9C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AAF19-DA03-4727-B6A8-B0CFABF3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07444-2CB5-442C-8BF8-1D289C93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78D0D-A339-4964-BC85-419CB62D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F74842-2748-4D22-BE43-69D99C4B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5A8A0E-E856-44F9-AD86-CEC10646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76E4DB-D90F-47D6-A40D-6B6AEDA9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차수는? 정수 연산 O(1), n=2^k이다.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AEC00B7-0972-40E1-9790-5A7C062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D5AE4C-F5A7-4476-AFF2-021BE143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A5AC3-6DA4-43C2-B7F3-348F6428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FF7553-8143-497C-8C72-ECC57858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9F6E9DF-C310-4EE0-91CA-E1404A3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Θ(n²), Θ(1)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D33F7-05B2-45D8-B60B-4189372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F82EB5F-EBC8-4CBB-92EC-F2E5EA35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540AF-0006-4524-80C8-0056278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72FF5-4C39-4F42-A9FE-AFDF2544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1988196-C831-431E-B7E8-9080FD94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CB4857A-1B54-4923-A8B0-BDF89D48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Θ(n), 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3D381-D343-4300-ADB5-8580D5EC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513D1AC-D82E-4839-BF55-DA0F78C6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01B8F09-0A7E-4491-AE62-FB2D8A07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Θ(log n), 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C04C5-6BC8-4E9A-A82B-28AE8ABE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694A1A-727A-4D16-B7B4-F24CAE6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DED3BB-7C33-41C5-AF0B-27B558E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229A2-2275-46BC-B0E3-EDD7BA6C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2A39-3E0F-487A-82BE-B4E1C14E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322F5B-1896-40ED-B88D-ECD27D55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420107-0C23-4A69-86A7-EDEF3818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905DD0-C987-471A-80C8-369EF77A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 차수는? 정수 연산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O(1), n=2^k이다.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23847-4D66-4DAF-991E-A0C1981E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CB3F30-3A42-47FF-89AF-4301CFC3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각각 Θ(n), Θ(log 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219F2D7-140A-4502-A7FE-D83CEF1C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1FD2C-CA5B-49EC-8AED-BBBA4D6F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92377D6-9A4F-4DB8-9709-A192B31E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호출이면 T(n)=2T(n/2)+Θ(1), 재사용하면 T(n)=T(n/2)+Θ(1)이다.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886B1E-E8F9-4DA5-B9D6-8A1C3F91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58A207-14BB-4C42-837B-FF2ACD8A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556930-842F-4022-866F-813EFBD7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A348B-F998-4C56-992A-A8CBED57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8B3E9-3CCA-4469-848D-48F2F44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D7C41D-BDEF-4F86-9CD7-1BDAB6F7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EBC263-3A9E-4591-BFF8-32DD1594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B67B7D-A66F-4E16-976C-6DCCF8E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빠른 거듭제곱의 추가 스택 공간은? n≥1, 매번 n//2로 호출한다.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6DD17ED-FBA3-4B11-A7BF-220610E5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CA4631-D123-4F31-8626-EB00742C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43485-1450-4801-80ED-C942E335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E88BDBC-7F4C-42C5-A009-60FB2AF6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092CFF-881A-41B7-AE9A-99C260ED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C1C1E-C546-4CEA-8BFB-A6AAA231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06730EA-6520-4B60-BFC4-6922DA56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85AD204-372C-4AB6-A9E5-7102D7D7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8A500-BC4D-45C1-A68F-23172B59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4A07314-7A4C-4183-8795-36A69C85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224CD77-7DFE-4B43-BD9F-2436C90D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7FE5E6-FD19-44B2-993A-BC5C4A5B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B5A2DA5-BA57-43FF-B4B4-F1A0D6BC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6102A1F-65C2-4A98-8EC2-BA05E399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AA12EB-BBF5-46B3-AA3A-C49527A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C66095-832A-472E-A65E-B8F3B5AD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FBC2FA-FFC6-4EE0-B9F1-8C6156A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A4E2A-405A-490B-8939-77852A82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F49BA-2880-45B7-98B6-996181DD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BE7E1D-4481-4814-91AB-B59DBE0A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1B137C-7EF7-407C-A57F-D33E50F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53573-77E1-4C91-B710-3A11B1B0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빠른 거듭제곱의 추가 스택 공간은? n≥1, 매번 n//2로 호출한다.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3FF06-C470-413A-AB4D-EB773080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E344E26-C285-4F21-AB99-16B37ECC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ECF4A8-79BF-4F3E-A82E-4B98342E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3D887-96EB-41E4-9147-EB155C1E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D608EF-274B-469B-9BA1-C7DE1AB9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0까지 내려가는 호출 깊이에 비례한다.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0B1C86-A430-41A8-B3E6-F54F8771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9CEFFD-566A-4AA4-AB26-C4F09B99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F1EEA-A45E-481A-B5C1-0876503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AAE6D-9CF1-4AF7-A350-F201C3CB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E1695-BE63-439D-B7FE-16E3561B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3EF06-8A54-43D6-9504-E1FA8213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97061B-8A96-4FD9-B805-36F210DA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516B31-C593-4B55-AB10-79897ABF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495092-01FA-42BC-A253-A0E13C5B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F48FA68-0299-45D5-8063-52DDC6C8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a[i:n]가 정렬되어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BA4B1-029E-4B06-979C-94F107CC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EAD5A1C-715F-446F-A9D2-60DEBB54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D06FD0B-3E42-4532-9FDB-A1E21AA0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a[i]가 전체 최솟값이다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56EA7-25A4-4D8F-BC2D-35DE2DB4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2FC0680-3460-4491-BDB5-7FB011C5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607E111-A54A-432C-910F-CA70F2F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a[0:i]가 정렬되어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33FA8-CDBB-426B-B340-602464FC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EBB8170-7D04-46E9-A104-D0853740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C497B91-770D-4569-A3E8-262C5249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앞부분 원소가 모두 같은 값이다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6FD052-BF0D-4D90-B97E-880E53D4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8AF7D2B-64EC-468E-A903-D1EB93A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FED0AD-ADDB-4A11-A823-14F4D960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배열이 정렬되어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569640-90EA-4B7C-B620-56CFB70B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2A2E8E-8C47-4497-BF55-5B529163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6C6765-6376-41AE-812E-FA4BD5D5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860A1-76F3-4526-82C1-D9C6BC9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0413E-58CE-4B97-9364-67B923CD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952CE0-CF19-4312-BEC4-0C92F1EF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E9CFE6-4FC3-4D25-8308-71FACFC3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525039-28C6-4695-9C70-D5BEC2FD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89550-11DD-40F7-A9CB-D2D08C4D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10E4D63-02BE-4A0B-997C-2D92F05E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a[0:i]가 정렬되어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49C7C80-A6C8-4CB7-80B9-BE7DA1E8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7265-7059-4FC0-834A-B64ED73D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4D1E83-D225-46FB-B4FE-6340163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접두 구간에 현재 원소를 삽입하며 길이를 한 칸 늘린다.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AF6FBEF-D648-4018-AF41-C44F1795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6E-9668-4F4C-84A0-336F9E42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E2F30-2551-41AF-A168-ACBFA868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5C6C1-7574-4098-9DF1-4FDBCE72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95CC2-4BC5-4602-A540-5D87536A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FAC1D3-EC5D-4369-AE89-454FEA78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9D9ADC-ACFE-4F31-84E9-B7CFF6A4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8B9E7F-2260-4B96-BC18-AB76E1E7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D003932-E06A-44DA-9804-7CC53B4C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BE5DAC-2F8D-4F13-BC1E-A203D46E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a[j]&gt;=key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B3A73-3899-4986-9A7F-9DC39FA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95E030-71EA-4883-839E-031CB388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4A00BCE-9097-4A13-976D-C284D3D0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a[j]&lt;key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CA6DE-2CCE-4ED5-BC2A-A48223F1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3521C2E-86CF-46DB-9F84-00CB603A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CFB6D75-09CF-4854-AE48-9601227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a[j]!=key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487C9-9FB4-491D-B676-F75FF133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C44001-A31F-49E9-95FD-0C651E9D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B64744-8F9E-4E9B-81A6-429E49C9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a[j]==key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E7D87-EDA1-48D5-B393-BFF31657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30AADE-7BF8-43F5-B935-6AFB4B7B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BADEB3C-8F4A-482F-AE40-14B4056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a[j]&gt;key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4CB987-E8C4-4171-BECC-E7FC8BEE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A0B67-7557-481B-812D-92768DB2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466EBB-8F1D-4169-A8A0-0C20B55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07930-516B-4336-89A8-A31F7453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0B21-415D-476A-B6E7-B4F778A8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BFD5120-1385-4E60-A144-D580563C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4112D3-3856-41A5-ABFE-27349C2D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A9F46-F4BB-4D7A-85C7-EF91DE27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CD2B2-223A-48DA-85F6-E5AAAE14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5990F1-DE70-4E01-B60F-D2755375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a[j]&gt;key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5E21C5-AA9D-4D73-954E-DFB4A0F7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5F90A-85DE-4373-BCCB-336471E4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8597F4-C274-443C-8427-C98F403C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키는 이동시키지 않아 기존의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618FD-3B3D-477C-8AFB-26406277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A49794-823B-40B2-9A93-030A583E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D77FF0-B271-46D0-B4C6-23114714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06ED0-EC63-4613-89EC-EC398FD5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F43BC-DBF5-41DB-96A4-C942100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181604-9D74-482A-B3EC-81FE8FFD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935D54-0035-444B-8545-241D3DD3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379D7B-A68E-402E-8C49-F7A3765A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320E834-AA74-4615-A18B-8CAE48BD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E6026A2-AF50-403E-A736-DB90CCA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C9F16-FA1A-4E9D-9D46-8CAF420E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04786B-9695-40D3-9B07-7CD86D3B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1CC85E-8A19-453C-A8AF-CDF189A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Θ(n²)가 반드시 필요하다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0D975-73DD-4749-BCE9-BD48FCC5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5098B28-E12F-42DF-8080-784CD2B3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72A63AB-36B0-4A3F-83A9-5F181C2F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51E17-9D43-468A-BF24-CF7A0B9F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A26CB-D479-4EAA-A8B8-7C0322C4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40A68C-6614-4928-ABD2-41E4EA81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7DD8BD-BBBA-44D2-94D5-20A23E0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12E9E9C-B048-4EB0-8129-F1F1B8D3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A7F4F77-2F8B-488A-9342-D816ED3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341DB0-D03F-4178-B098-9BFBCA15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E82F67-0692-4D21-880B-E54C3218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0FFAC7-5689-4AC9-B9FE-B07FBE39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07974-B88F-4D47-B477-785D0C70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3A75D-0970-445C-86B2-9A26EDB8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C183FBE-2454-4A5C-B9DC-A283183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AA5EEC-478F-43A3-B88E-65A9B36D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295D06-162B-4612-B94B-CC83D645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8C208-DFEB-497F-BD0B-09B79F2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C95E2B0-0F94-4361-BF37-B633EF71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0614162-5F1B-463A-9494-6A72EE05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44576-7919-454F-924D-7633600F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A8510B-8BA3-41FD-A359-16CDBAC7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한 번 비교하고 이동하지 않는다. 바깥 반복은 n−1번이다.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6A9595-6706-409D-9A47-AB002BB0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8D72E1-0196-4411-9E8B-7DDE3422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DB7B47-5967-436D-9D84-0A98979C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E5F4-8751-445B-A9D8-D37B041B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4D7B7-9E3A-4021-BC79-D218B5BF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9D4BDF-F90F-4DED-92FB-8B55413B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85B2FB-58A1-4FA1-AD54-5E2B8EB2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7B49A8-DC18-4408-9576-6113015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F92B093-A607-4C87-8E13-45BED7FB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F954E4-CC11-4E66-B86D-2909EF8A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DC4EB-382B-410F-8803-185F789C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97D84B0-83C7-468F-A706-50EDAFEF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C23801-4189-4CE3-B220-3BB41C6D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D8E4B-3182-4F56-AB9C-7F1D79A7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F1ADA34-19A8-407F-B63A-BE7960CF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DDEFFC7-59FC-4F31-A4C9-814DF0D1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76FCE-EB3D-4476-93BE-9E2FA07D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BDAA75-6B4D-47A5-B0C6-93059A3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0379038-8D7C-43FF-8BBF-6E6858C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DC210-94CB-4661-970B-8F0EAEDB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7D0E83A-3FBF-43C7-8DEE-3F1D0CA2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3A9819F-054D-4A69-83E6-F5C7559C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25BF9-5B81-4061-BEB8-8FF0A74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7B3DF9-7319-4ABD-B9C5-6A8FAC0F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98E59F-2976-4CEB-A266-3831F874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8FA27-5F89-4F1D-8426-47CA052F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2ADE4-DF21-4F99-94A0-DC1B4856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BD722A-3CB7-4849-8C1D-DF60303C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7940AB-7E5D-4E79-A7D7-22448DD9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2ECDF0-0F26-4BB6-85A1-CB4A1906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1C4F2-7357-459D-B594-40556E3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5A4198-A5D9-4440-ADA2-5CF18FB4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E9001D0-5B09-45CF-B3E2-4949D9C1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A3A6E-ACA2-4F9A-A6E6-7A5DB70E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B712D6F-A774-40E6-B758-D739D3E0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i번째 삽입이 i개를 이동시키므로 1부터 n−1까지 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6F4D37-00F9-471E-8CD2-092A4267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6B1EA1-1781-4103-B398-1A40145B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64E946-01DF-43EA-A7CF-24032E8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FEC06-9134-4729-BFBE-A05875D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D27DB-3AE2-4029-A750-06816DEB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4E70A0-557A-4DB8-BAA5-BB6D2646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1E1BF7-768E-4FD6-A388-BE4F461E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C4286F-2159-4AA6-BA6E-B5C48572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EA6114-16F4-4971-AE13-33483FDE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AF0A6F8-BE41-4BD6-BA7F-61AC62F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왼쪽 더미에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0C38C-AFFD-4198-82AD-FBB07567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62E66B3-F38A-4DDD-A416-6B1F58FE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621A29B-523A-4BC4-A3CE-282AABA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저울에 올리지 않은 후보들 중에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4D0CD-88BB-4723-AE02-3064E40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CDBD0F7-168D-47D7-A19B-7D3547B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E50AB-CC08-4F0B-AB8F-FD1E5854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 정보로 아무것도 줄일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2C31A8-3BF0-42BC-9BF1-46AA3CD4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F1DF5B-F572-4DE2-8D65-D67E1A0A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943EE03-518C-4573-BC6B-74DC2775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두 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72F01B-3EAA-4E5B-8067-FB7E2339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2BE6E8-8699-4945-B142-F8D57DEC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4F9397C-D5D3-4373-8829-8E84F790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오른쪽 더미에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BE1D2E-3C69-47FA-A8FB-5A0DAD1B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CB9DA9-7ED5-4BA1-93A3-0800A1C7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13DF7E-07A5-4A01-9496-237D51C6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827E2-295B-4320-9607-6FF5CAC6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8C4F5-1074-4512-9FD2-9591E1C0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506791-ECA0-4991-AE6E-4E566B39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272F48-3093-4FD6-BD5D-0E83B3FA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854C34-B45F-4998-98A5-5E71C1D1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ACDCF-DEE8-40F7-BA28-3F4219D1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95F74DE-3567-4BC6-8F88-D641A3BA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가짜는 저울에 올리지 않은 후보들 중에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107206C-6A3E-4345-8756-146E2D20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7FDC0-08AD-44B8-BA9D-C01C1D1D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23E7432-FD78-4198-997A-8B0B3679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저울 위에 가짜가 있었다면 두 더미의 무게가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167425-D150-4848-8E58-4BF97C1A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994E4-5033-4EC2-8866-CAA3C7D8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1AED0-0E27-47D2-A13F-CAEADDAD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9FAEE-67FC-47AE-AA38-8641D767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6F1B5-7D58-4FDB-97C6-06F0525C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7E0FA-AB2B-4F87-B866-350113E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3F1E14-84D4-4768-91E8-C4AEF0EA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2C7D2-B598-44F5-9116-D90769A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저울질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C7461F-8052-4D95-A445-04BD8EA4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A654B0-F719-4FA3-9FA0-B66FE446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F8628-0642-4BB5-AF40-29BC1952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2482C3-1D19-4B1C-A335-B9B01EDA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6B0920A-96DA-42BE-A77F-66445B5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F18C2-99BD-416B-93C6-0FF10FEA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CBFA193-E370-471E-90BC-28CC88CD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AE568A5-DEBE-4E0B-B372-95F9F931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28E55-7403-4F15-8454-16168E8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09E1B2-36C9-4945-9D3E-6E178EB5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526F37D-41CD-41E5-8C44-2B1C048A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B01DCA-6076-4532-9619-3BA2977F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F184EA-D197-4024-9491-69D888AC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E2575D7-A444-4DC1-9A3D-780A4C5D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924417-D9A2-4C36-B6BF-11C42353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8129E0-AEC9-420F-871B-289F0A72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BEC2C3-7CA3-4CAA-A625-94EA1E1F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7543C-A5A3-4C99-8FD4-50C07103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DA457-8AA5-4CFB-9317-57ADACB2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C54B51-FE86-47C7-9B77-4BF71A16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3C17E8-DE63-4304-B178-1016A6DA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70CF2D3-C222-45F4-B249-6E47768E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 저울질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6876F-2E49-44C0-87B8-10C1227C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F401DC-BC6C-4B31-BAEC-054BA131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CFD113-9CEC-47E5-89E2-E1A12635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60208-C116-4E81-B5D7-5DCB2AC4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47D73B5-0E7E-4637-B374-71D1BEEA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27→9→3→1로 후보를 줄인다. 각 비교의 세 결과를 활용한다.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5B1A0B-420C-43BF-80B1-65856749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DAB0A7-C684-4F53-969F-CAF18DC0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208D8D-EAC3-44E7-8A83-727D107A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A411F-17D8-4424-83D9-BF09FA7C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2DE96-4799-4412-A2AF-B4CD5B2B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AAFB8C-046B-4575-A330-62ADE8F7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999E39-9C7B-4876-8D2C-FA673164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913C2E-7DC0-498E-B361-A7C8A440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ED12DE-E198-42A7-90CE-AD182BAF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05791BB-AFB1-4D97-A6AB-A0C531ED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깊이가 로그이면 합산 작업을 포함한 시간도 로그다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5D139-11AF-488A-9574-BA275C4B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ABC5FC0-8129-41F4-AC94-D9005650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5D8272C-B3D5-40E4-8F74-0653E11D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합은 크기와 무관하게 항상 상수 시간이다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11EF3-78FB-477B-9720-E97AA22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FE5489-390A-4DEF-9586-DEDA8B20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C3ACBA9-4DA0-41F2-94BC-9762E9FF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실물 저울질도 후보 수만큼 반복하므로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072AA-C730-4874-9783-48328F8C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E581E41-6FA7-4874-91A7-39D74160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BA19CC-3233-46C2-AC3B-7FFB0608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분석 모두 배열의 각 원소를 상수 번만 더한다는 뜻이다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B10F0-EC9D-4B97-B3EB-0FB4D996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95C59E-393D-448A-B585-2073D31C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FC1AFF-E8D4-4224-9652-1E071BCB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세는 기본 연산이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C2B6EB-30A3-496C-9008-E20B3DE1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1E9F0-FA7E-4E2C-80CC-5D96C8D7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547581-85E1-4B8B-8897-29F141AA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32F2F-78D7-403E-BA3F-3C8C06EC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ACEFB-3761-4F00-A70F-9EE8F163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FCED8D-9C83-4A6B-874B-BF09011C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4BFA29-30EB-4917-8CFA-FC0661F2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5B0DC9-C6D4-4C78-B5B6-1731C8AD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DEAF9-E9B7-4715-A59E-5E0461A1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65C40CE-8602-4CE5-8155-D4FBAE90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세는 기본 연산이 다르다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958FB3-325A-4493-B4E7-995F9DE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F60C0-7E31-4DCB-B5BF-3A9929AC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0AE59-BDBF-4CB7-8AA5-CF975AD8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실물 저울의 한 번 비교와 배열 원소를 더하는 작업의 비용 모형을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3F4CC0-1E32-4C0A-B6C6-BE01986F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133B84-B3F2-426E-8BD8-BC7FFC26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AA024-153D-47C6-94A2-32F89207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24FED-2E1C-4422-A61B-01CD5AF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6BB16-1195-4147-923F-B5A07535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BD9E54-9DFC-4DBB-8E76-10758BA6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A10428-8B9D-4E08-A861-DCE5D334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233C30-74FB-41F3-AECE-A2572E4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5FA599F-0D79-4EAA-8061-EA32E489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E9A551-AC58-41D7-B319-C60DD9F8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원소와 피벗 비교하기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A6835-7C4D-4C02-BD86-9B78C7F9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E66DE21-BC10-445E-BF66-782BF133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47638F5-D3C2-4A45-A0D9-7E67E1B4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 기준으로 구분하기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707FD-D526-4125-9EF5-5D91F452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98C617F-8FE2-4726-AC68-FC96C2F1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0B1063-4ACE-4BAE-A938-90B614F4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없는 쪽을 재귀적으로 정렬하기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9E928-5C48-40FF-BEEB-D1A79031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8C08C7D-A3E4-4EDC-9370-4D130AF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C499CB2-860A-4AD2-8B87-F2D11CB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순위에 따라 다음 구간 정하기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635C4-7456-4575-AEEA-BC9C17CA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29EF073-998F-4215-8B47-CD7E4918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2D85DC7-D50C-4961-94A1-7B18A29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 검사하기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52B41-A17C-41D9-B6DC-8754C71D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60F96-DEBD-406D-BDD4-3D94FC87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3C7987-D678-4B79-A4DA-14BF4C2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A7FDC-B217-40F8-9FAB-6929356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C5EEE-329E-48BC-935C-E16BD772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46CC2C-0095-48AB-9CC8-2343F324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E0AE52-9C0A-405E-B759-B024641A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CDCBF2-8E91-4C61-9CC1-134FAE4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B9EC9-F4F2-49F3-8F24-C6FD8F9B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84611D-40EC-4251-96B1-7A644EF1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정답이 없는 쪽을 재귀적으로 정렬하기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DDED30-8235-4BA2-A1F6-8B516A15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5BAB2-AD42-4947-9CC7-8410DCB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FC231A-1255-4DA9-B0DF-3FB2A62B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문제는 한 순위의 값만 필요하므로 한쪽만 계속 처리한다.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7DA2A-6A8B-4284-AD06-25CDB2EA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E28421-919C-4F0C-AECB-AA161C7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AEFCFC-D7FB-4217-AF64-17FC0EED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44B6C3-79F9-4415-B33A-824F9F67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2AEC-AA48-4919-864B-2F2C3B03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4B46CD-C5DE-4AF5-A316-44E1B0EE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B1909B-FFFB-4963-8513-9604597A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68B86B-A578-48E6-BA4C-EB881681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D7802CA-1E33-45D3-9743-90B68A7F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5210FB3-CE07-4D74-9982-675885A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k≥L+E+1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EF5EE-42B1-4381-80BD-06C930DD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BA5C02-D4EC-4426-9DB3-8841AB75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0813A00-43F6-44ED-B821-B5D6C10E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k&gt;L+E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EA729-18B1-4669-A231-7207DB3F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9591BE0-4D8C-40E6-9DA3-C5BD2E68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A30500-BB75-4E23-ADA5-48A8B689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L&lt;k≤L+E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28EEC-287B-4506-B439-19ED548E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2F91CAF-878E-41BA-A806-3BEC0A82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898F888-3E7C-4CB8-892B-9FA4EE1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k=0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1E50C9-0534-486C-98C4-ACEEE081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3268AFB-C7B6-4CEB-B6B3-6846339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E0E436-E105-4C02-9CB7-BCE439D3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k&lt;L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11969F-6BEB-49AD-B88E-1CA80FC1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8C8FA7-93FA-42CC-83CB-96BCA71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914D00-72CF-424C-A1CC-E01A9432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FDA59-0161-47F5-BAE1-0090657A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C6E2B-752A-4AF1-9045-296370D1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E4094B-FCC8-4E64-99E4-BAF8655B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35760C4-47D9-4666-B5D1-F51D0F24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E1DD81-CE4B-4D5F-9F78-8514981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DA9A54-8F1A-4063-9A65-04C7498E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BC7C4-2B72-4590-B31E-F7A54F15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L&lt;k≤L+E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9EC7C7-E053-4D2A-A13D-98834ED5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84347-236D-4A33-AB4D-B2B2AB70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52452D-4C08-4BBC-B4E5-1DD8574E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값들이 정렬 결과의 L+1부터 L+E번째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24AE44-22F8-4E31-8973-E18A6928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F15B94-E62B-4BC6-BE1E-960A0E1A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57D1A0-5AD6-40D2-BAA5-4D937288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8B5-63B6-4AC4-B6A0-60391128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1058C-0BCD-435C-A8B2-B3A1759E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D04DE0-26E1-48DE-AE88-AC658BFA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391334-9F6B-4886-84C3-E5491B5E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4ABD21-A3E5-423B-BAF8-907199F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C5EB47F-08ED-49AC-B59C-2372DBA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1EBEA09-7CA3-40BF-8626-151A393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D4690-A812-4C19-BFC4-671248F8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1912543-32BA-4410-85F8-E2A04685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8D0CAD-2983-4BD8-918F-3FA1B238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k−L−E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6700B-A311-420E-B90F-FE0C73EF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3B0DB1C-5483-4552-97B5-45DFF242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77E8A7E-5D19-4454-A473-5832A433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L+E−k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5BB12-DED2-4344-95AC-6CCA94EB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C8D712-B4CA-400F-86EE-A12BFFED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68D90-25E2-4523-B8E1-CFF08B59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38B46B-068B-49D4-9EAA-CE7C3CE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18D4ACC-4388-49BF-8ACC-C2012E38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F4DE5A3-09EF-461D-8157-9FC71674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k+L+E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51782B-7251-4F35-B87D-8D9BA370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C43A64-157D-4076-A2B6-CA4EA3B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74DB41B-C6DD-4458-BDD2-C0A7D186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5173E-2F35-4708-AF7C-20BDD233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0665C-9EB7-4932-B35C-3EE90006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964DC1-7922-4624-A256-B893ED4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D89FAB-1E62-417D-929F-C9AC35BA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469BA9-AC5C-4AA6-BAF9-8D37A4B3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84791-EC8C-4301-B2C9-E8AA4214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AD0BBB-12D1-447B-BE12-40E6A604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k−L−E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26AFD7-9406-4306-B920-896AA504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B4286-33FD-44D9-AFD5-38E65D7C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1C11D8-CBBA-4AD8-A2FF-56E5191D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버린 작은 값과 같은 값의 개수를 모두 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6773D-AB87-48CD-A2F9-5B7D351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69FF5B-9F81-4E9E-A0B3-6F2F7DFF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1CA3B-0BD7-40B1-879A-D4C48C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7A426-66A7-4C3E-9800-6897305E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E9B18-2D7F-432C-A965-E51B568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DFBB47-C4EC-42EC-988C-46C2CB2B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924586-F932-45D2-96DF-2AA77AA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809B2-EAB8-4C03-A93F-C5A60D4C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99741E7-BA47-4105-9477-4F67A745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5AF4E5-90A3-4F99-9ABE-D0D2FB0E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E8B40-7A87-4A0D-A91F-C9D6B1A3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DAAF7E9-2DC7-4F23-9449-AF20569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0710DE-290E-4662-B89F-7C0C706F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C64D9-CD47-4142-9EA6-AEF59B46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31E703-B92B-480A-9DB3-2B960499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94F5D20-A094-45AF-AC09-B7FEC291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F3FC6-96A8-489F-A436-36E5FD81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C8290A6-24DF-4744-858B-65DC026D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CA1705-A348-4D91-8FF1-ED0760CC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DD2AA-38EE-46D7-938D-E0F94ABF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6B7A5E9-B886-4ACA-B669-0724F668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1DECD8-98E4-4D71-AD7A-5F776818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1982CC-F42F-4409-868A-394D598B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0A3785-385E-4AF1-88B5-5C7FF58E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A92ED7-95A0-4A06-AD20-8A9F8DE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63D64-24B7-46E0-8B99-819BA254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78017-4679-4926-9E9B-6143FCE5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70BD2-2D3D-4D6D-87C9-1488E1DF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174AFD-345D-4586-9F50-8A6663E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D88FB0-69F7-4929-97B1-484517FF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540D2-EAE9-411F-A17F-063F2C94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6DC201-0AFB-4C4F-95AB-86FF723B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34DE3C-C3E3-4ED2-A0AA-AA4F41A3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A9F0-0B73-4957-A35F-DBD627A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88AEDF-E9FB-405F-849F-1A583CC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파티션 비용 n+(n−1)+…이 누적된다.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40E3D9-D99A-4099-BCE1-C6E0D095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804AA1-654B-4397-A4A8-C64C6F9E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67C786-0DCA-4A96-B77A-45593E38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E35B5-98FE-4379-B75C-7EA0495A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8780-916C-46E5-ADF3-2B6EA9E7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43F95-08DF-48E3-8C28-73ADA21A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BA5204-4A58-4E62-84C9-E08E2B88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63152-EC20-41E7-9483-D9338711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3310459-4BD4-457E-9401-117969CB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C22DA3-C258-48B5-857D-F6FAE91F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선형 시간이나 최악 이차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A971A-6170-4BF3-9D3A-C42EA392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7915F-D01B-4DDF-96EF-BF66726F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DA1DEF-CC67-4F1E-BBB2-C0CE1D14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이차이고 최악 시간은 지수다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FA198E-B888-47D2-9F06-F50663E6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239714B-25EC-4348-A5E1-8BAF87A5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2137616-86D4-4A7E-B93F-E6772515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로그이고 최악 시간은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67CC6-EA01-42AD-84B9-A42BA2B9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55A4BD6-2F3C-46BD-8AEF-DB5EE48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5D4C411-B053-435D-ACC6-F856FE3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n log n이다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6107A-350B-40E6-9663-C5392CEB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BBDBE7-D2CB-402A-88B0-7EBEC1A2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5C5C8DB-FA48-4D79-B5B0-1C5DA7E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선형이다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A30DB-8091-487B-AAA9-7F156989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736892-875E-4E0F-BE7A-AF9B57ED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22C9BB-4C21-4898-BF94-6D88D89F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62BF3-9A5D-4165-8ACB-6067B6BD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18B65-E78D-4C55-92C7-C809B20B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8A0802-1515-4AF2-9A0C-2F46129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9E71C9-ED43-45CB-93E3-6C3553A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A498DF-F46F-4AF5-BEAC-9903A25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39718-2CF5-4230-BC99-7A180BF9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AAF221C-5CD2-4656-8E4C-629F9628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기대 선형 시간이나 최악 이차 시간이다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0D37960-1811-41D5-80C6-D2CE632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CB1CA-A07A-4B15-918F-124D52F1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DD867B9-9B61-4634-862D-E8BDFCC8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확률적 기대 성능과 모든 실행에 대한 최악 보장은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A9E79E-419F-44B8-BA64-D847C347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A1EEF4-0993-4914-833F-D4D985D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7E7503B-4ECE-4DB6-B8AC-B28701D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97817-7EB6-4CA4-91C1-BCDC957B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82BEC-A304-4DC8-AAB2-83F54C0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5B48DA-3D9D-4D8E-8048-66F32422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349918-9C89-46DF-BC49-E9B74E18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CABFE3-B7B5-4DF7-90D1-C464DAEC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EB59FEB-65B2-4360-B9F3-FE64567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526218E-A0B4-48B6-A28B-A7EB4958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무작위 피벗 없이도 모든 입력의 최악 선형 시간을 보장한다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8E6A1-95C3-40ED-97E7-0B3DADF2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22951-61E5-4B63-84B4-36ACE312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A2FD8D2-58E0-4D8E-A92A-434C0CE3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값에 대해서도 매번 정확히 반으로 나눈다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0B671-F565-4B8B-8D82-2107AB2C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95AC092-8BCA-403B-8207-86C2AFF3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30F23E-1B34-42A3-A7C4-4AB03DF5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값의 원래 순서를 반드시 안정적으로 정렬한다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5E4A7-4741-4B97-B4E0-A1302F58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4E8153-0867-4C33-AA6B-493DB31C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06CE004-88A9-47AD-8967-43E87DC0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 구간의 순위들을 한 번에 처리한다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538B7-5B3A-4355-A65D-7D0F557E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A93EAEF-15F0-4E8C-828A-2B973D2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5E3435-F8F9-4A21-8690-50BFDBDB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파티션 단계의 원소 비교 수를 항상 상수로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7A5D04-8160-4CC3-B8FF-67E98F32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17B78A-D550-4771-8CB3-502B757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037DEF-A37B-44A4-B82A-A8BDBBDA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966CD-0DB7-4D73-843A-ACAA49EF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8A4C3-C55E-425A-8335-A8FEE032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03CC46-073A-4F42-A32A-6E560A32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EC9204-9836-43F9-B634-ECEBF12D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C598A5-18D8-473B-8C15-0F032C0B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7F26F-B029-4306-81E9-4C33E3EF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54DBC3-4E23-4A78-B834-9E854E18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같은 값 구간의 순위들을 한 번에 처리한다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B8200D-17AE-4CF4-9612-8191A4F5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C8656-D9FC-4D0E-9344-ABED0198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877B62C-3D51-4A67-8EC2-A80A31E6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구간에 k가 있으면 바로 답하고, 아니면 그 구간 전체를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4A551D-19E4-4FE0-BD8A-4DB8AC7A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70A1844-857E-4660-B66E-D5CE18B6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F6BE15-90FD-47BA-B688-EE2A86C2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9911B-8446-4C0C-8797-42E524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D3BE1-B8D3-483F-BA3E-685103F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CD13B9-1D02-41B0-AF34-6187A850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8DCC748-743E-4C75-BB47-5858079A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563839-D751-49D6-BC85-41061BB1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T(n)=T(n/2)+Θ(n)의 전체 비용은?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0992FD6-6C88-4D9D-8F35-E88C0D6B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C73DD9-3052-4E5C-97C5-42B04230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73AC3-4C7B-4BBA-8613-C158550A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A4AAC56-D13D-4EE8-B578-69C8BFE8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E23FFC-A51F-4873-9A70-D00771AB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E0AD0-9D12-42F1-8A5F-C8DE5CE5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FA42E78-7868-43CA-93D6-2945087E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9068DA0-A8E6-46B8-AD69-9DCF5419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83717-3483-4740-A3B1-CAC3AACC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6B70A5C-D2BC-4910-8880-0079A5EA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0C6848-0C1C-419D-94ED-F917CD70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30438-2C9F-4F2B-B5FF-C3E44BEF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86AEB1-D8EF-424E-8099-EB46F931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0193181-962B-469F-9C07-7BC7055E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69E9C4-4505-4DD1-9EA6-6ADD9836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3A4FBC-8E20-421D-85C9-8FE8400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1F34E9-21CF-4B55-9692-11E43CC9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6F491-9D3E-4B28-8812-74BA3E3D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8BC69-E4FF-423A-BB8C-27357AB9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7450E35-86DB-4066-AC8A-627F1D0D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6D587A-34B4-42DE-983C-1B25E506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3A30DD-54BC-499B-A797-34B8C21C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 T(n)=T(n/2)+Θ(n)의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B8B4B-C3E7-4378-A6A4-7D3606E4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A9FF3A-FCF1-4FB8-BAC1-6A676F0C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CBEBA2-175B-4615-80D1-4FA72DFE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146F5-B1B9-4F9C-B597-92F9CE2B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CCF81D3-C362-4228-8DCF-A3891B22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깊이만 세지 말고 복사되는 원소 수의 기하급수를 합해야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D21B66-A778-4129-A31F-E4E62582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805397-5D37-4300-A6B2-E2C8C2A5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43B814-00FA-47F5-9415-BD797CC8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38685-A063-431F-9A24-A0D5AB12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1ED59-CE48-408E-81A0-01DF8978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B280379-9070-4F7D-A0DB-4DA8B81F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A2ECA8-2E99-4EEB-BBA6-BDE4EE47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DF966-B235-4439-A37D-7B45EFD2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 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920DD3F-C6BF-4D4A-8F98-2BD26DB4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F3B20-BBF9-4821-8A99-C2C40FCD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2C6B9-3F78-4E20-B25B-A60FDC9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C8C8AA-174A-42F5-93E3-D10C0F96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43E340-4808-437B-9AA6-9B6C616F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A2D37E-D5B7-4906-A97D-12B91124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734CFB-D97C-4ECF-88CF-DE8074C5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335FA-4161-4166-803B-A0414BC7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12342-C0E7-4B0A-AA84-9A69E541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1AD720-177E-4CD6-950F-CF134EA5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943DCB-1BEF-44A6-8DBC-A5E7C414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F7B87C-2AF5-479E-B402-1EABA2AD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 호출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09B28-AF33-4710-A7BD-499BAC30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5B0B8A-E10C-4E9A-BD59-F121EF75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120, 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10782E-B066-4748-926B-62BB5068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52D1A-AFAC-4F69-AFC4-71117849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A68C344-960C-444F-AE24-3371255F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인수는 5,4,3,2,1,0이다. 곱셈은 5번이고 호출은 기저 사례까지 6번이다.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EFBA8-F877-4351-9E85-F073E920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BC8F77-6050-4543-9C1F-3E5B2C13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FC3D28-96D1-4A0F-B427-87C5DA95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A131-D3FC-4A03-B298-979A21B7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337A4-FBCB-4C5D-ADB8-42A73C10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5F7B09-769F-4041-942B-0875F93B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10746F-C693-4FEA-AF7B-555FDE3A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EC6C23-3275-4EDE-AC4D-C1101881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쌓인 호출 수와 첫 복귀값을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C92C4B1-164A-4105-BB71-5C49F898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EE29B-2F40-439C-8EE4-2681F0C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00E70-9164-44E3-9419-AA8146BF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92DD14-A62C-4BEE-B327-FE3FF4CE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B4CCEA2-39F7-4F55-88D5-D8FA589F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213649-4F0D-4F00-924D-AAFC9EE6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FCAD23-ED9D-48AC-B37D-909A894E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17B34-CDE1-4C91-A5DB-CACBB034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9D843-C706-407B-A9BE-B1B0E131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C0BA85-F6AB-4589-B330-A9F03628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BE5683F-6031-461C-8322-A6CB49B4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981B13-6EB6-4B5B-B688-DA58886E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 쌓인 호출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복귀값을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1C741-C7BA-4D69-921D-D57E0DA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E3EF805-1635-4590-ACE4-7780E254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5개, 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C58E9-AD7F-4119-A115-A290A45C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3C2C2-B68A-4E09-A876-04E9702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CE05D67-403E-4902-9022-E058FD30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fact(4), fact(3), fact(2), fact(1), fact(0)이 쌓이고 기저 사례가 1을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F7436F-C566-46B4-9E35-7D7B101E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E10000-D7C5-49F6-A0E7-A8DFC6F3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C09AFF-1A54-4B3D-B235-01347CCA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5E39D-D67B-44CE-A437-B868AC68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CD872-55D3-4FE0-821E-FEE9D49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873891-C2BA-4BDA-B538-61326E27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79B7DA-5C85-4AAC-AD08-3571E33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3BAAB-FD41-4963-813D-8F881CE9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EA9D742-19D7-462C-86CD-31BEB43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BF81E-A9DC-4E91-AD57-C180CB2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EE349-F3DB-41F4-9981-D6857CE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86D33-AFF9-43A8-8EE1-73A08B32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AC0489-CB8C-4C81-9D4E-4D075C4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8AE048-DF5E-45C7-99DB-A59AD9A7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167351-0FF5-4D0A-8495-72A6DF84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822F8-400D-4CA6-8945-F507D59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31FC5-C355-4EF8-ABB1-8AAD27F0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9906C4-C2EF-4110-B16D-1B13F55B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4A2839-B4D6-41C4-9DAE-626DEEF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2C6BB40-D2F2-4A64-A1AB-C747384C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21D08-C803-41BF-851B-3A546587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186C9A-A51D-4ACA-A187-33AF3090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(8,13)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DD7BDAF-C977-4985-9E58-5A357F05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B8140-806B-4906-A69A-7E326575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C60195E-CFFF-4E91-A0C2-0686CA8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반복 후 (a,b)는 연속된 피보나치 수이다. 6번 뒤 F(6),F(7)이다.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CCB28B-FCA6-41DA-BC00-D786F6FA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440163-1C92-43BB-B525-402B2802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0885B0-C9E4-4519-A90B-5012C525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4689C-204F-4917-9E93-54FF94FE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172C-B80A-40FC-91B5-4381B4C1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EC6927-8961-4A99-B08A-44C1A612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3B10CA-6FC0-4907-9242-31C3F9F7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BF786A-7CC3-441F-BD21-C8ECA526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몇 번 호출되는가?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D7D91C6-D0C0-474D-ACD1-669D7686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9CBD4-DDB5-4DF8-BB62-603C45BF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F34F3-4CBB-4E55-B997-13050033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9777F-90FC-44B0-87A6-7ABA9A28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0DFB8B-67DE-4558-B8A9-47345A2F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8BB27F-040D-4498-AB4C-55C4279C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7EDBBD-047F-4212-B18A-83255BC4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70921-9173-4967-8B63-DEA04BB1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52806-9875-4A52-8701-715184E0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7DD02B-64A9-4924-A3EA-4DCA744F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14D033-EBC8-4BE1-889F-301FA3C9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B13E6-B50E-48A0-A51B-C521DB63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 몇 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053B8-C6BC-408E-8A78-869DD6C9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DC040A4-81B4-43F0-B535-702D587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B86F009-5B57-4BAC-A7D1-9EE9F973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77C12-84E9-4EF4-BB60-0A5F0506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4DD9F0F-0D2A-4883-988C-321B865C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F(4)의 왼쪽 F(3) 안에 한 번, 오른쪽 자식으로 한 번 나온다.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4B5754-63D7-446C-9EEC-EE97D23D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FCF299-5340-42D5-9FDC-1486B805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FC3BEA-D169-4BF8-B66E-347A7F56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C659F-E430-425B-8B79-8B7BE9DC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A3FBA-BBC6-44D1-ACFE-C4BAE5A8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DA7332-69A1-4FBC-8933-98A87158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39478C-89C8-4AE3-ADA5-8AE502E3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14FC2A3-7842-4772-B137-8A7BD7D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함수 호출 수를 기저 사례까지 세시오.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B25A507-F180-4B6D-88BE-8E137EA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F580A-73A7-4EE5-8967-A66D6335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8EB88-EE2A-4E7C-AABD-28A619EB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4FBA6-7F1C-4D3B-9ABD-97F263F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377F619-DB4F-40CE-8C3D-4855AB05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07CCCC-7641-468D-A12D-C21E0B29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01B2CE-037C-440D-B2A3-9BB7846B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C13E-B195-43AE-ACB2-F334FF02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648D4-49A7-4E47-BDB1-BD8CEFEB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E0E620-81E1-49EF-83EA-EF55E655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980FF4D-FC4D-4FEB-ACAB-72DDF910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57D63-EABA-4426-9B39-850DC3BE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 총 함수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수를 기저 사례까지 세시오.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826C09-C74E-400F-9D58-2B625D4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C2AA5E6-9E52-4BD8-A037-02B8F2CA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2779FA2-2116-4143-9469-12B85069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E0236-F616-4CF3-8785-3AEACA5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3A7F703-6119-406E-8966-387B86CD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C(0)=C(1)=1, C(n)=1+C(n−1)+C(n−2)이므로 C(2)=3,C(3)=5,C(4)=9이다.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E2B399-6ED3-434B-94B7-F8C284A1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FC5065-C0D2-4A92-B2DE-56BE8B05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FC74FC-4F4B-4BA8-93EB-2EE0A747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24626-BB61-4C44-AC14-2E4F1922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C04BC-5C72-49EB-AAD9-B8DF246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722FBD-E436-4899-82A6-D3D1B1CF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BDF9F0-FD75-4581-9F1B-E2E7FD49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39E0B9-F3C0-47F2-BDE0-95143BC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인덱스는 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499FAF-2ABE-4F23-A98E-3BAE14CB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53492-EE9C-46F2-B5BA-36E91C2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6F0A0-1440-42D7-BDCA-22A21BFF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59EC8-8905-43FE-814B-A5352B63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114545-54C4-429A-AA81-6996C4CE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5F7AAE-2D83-4F43-AA3D-B231A3FA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C2A829-28B1-4836-BEF9-10D42565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CA472-5A6B-41BE-9580-9116F957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277FB-7C9F-4F46-A169-99A55A01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CA9ED2-FBFF-49EF-9B65-DA73EDAC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C5C3D2-FC2C-44AA-ABBD-48EE5B1E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BCD897-2C0E-4982-8983-5A8D9F72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 횟수는?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98F66-73C3-41F2-BA1F-5C4CE306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55C475D-727F-45C0-9E9E-F7D2EE6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D430F6-0C6A-4EC6-A6E5-202B609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E3306-2368-4D3C-998D-F84F9615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3AE1311-B942-4D18-AD86-1890C886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원소에서 즉시 일치하므로 뒤의 8은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6A75E8-BB87-48A4-8219-44042538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C571A7-3E4C-419F-A878-BCAF11BB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415A0-8471-4B78-85A1-A4102B5B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240B5-857E-4978-ABA5-64AF1F43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162D6-69E2-44B2-9C60-88A7C00C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961B04-4CA6-4F1F-BFDA-01697D40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546C73-5ABF-449C-8DDB-B85555AF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355EE9-26AD-4B2C-A073-A14E9818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1BB850-F671-452A-8AA4-B723E800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0B466-BE00-4872-9635-4FB619E4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8F876-8DE5-47E8-9D59-53AADEC0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0DFC6-69F1-482E-97E2-8F9F5814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D845BB4-ED12-442D-942D-86E71F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E365-83F9-4FF8-8C8B-EABBFBC2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89470F-9AD3-422A-BB54-7E0EE738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86D96-8FB8-425A-8864-309E7FA5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21DE3-FE4A-4281-BD0B-3015E2A0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7073B2A-E90A-418C-8A50-6D1FBB51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537F4-E9A3-475E-BDF1-D905CEB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54A01A-C493-4B50-808B-2B962FD8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75866-F940-4968-81F8-FAFC2D1F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7AB2F5-5901-4621-85DB-0DE06E07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−1,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09EC9F-589D-46CB-8334-C124A0C9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5C5B5-D361-45D6-B1E7-F5F06111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FDEE7F-69B7-41B3-A37F-C869E4C2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원소와 비교한 뒤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D0DD57-B120-42C2-874A-751D51DB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232FF4-DF79-4CFC-BF3E-A05D2B3C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7207F6-67A8-4201-AB09-CE02A942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60818-E3A8-46E8-A578-9EA5B3AF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20969-B041-42A2-90D9-37C0C8C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43F716-90C2-4544-B52D-C86798F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DD4EDB-F967-4274-963D-205218E2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828166-A561-452D-A81B-760B9856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 검사한 mid를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6BCE6D-39FD-4A8F-883D-BAB89BF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DB65E-7651-47E8-A828-F7ABB5F2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E433D-9648-4FD0-8257-2D9A69E6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12954-068C-4BD2-BBF4-12D63A93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4948DB-C61D-495A-8B99-EDBA3D6C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B55443-C739-4CD8-AE28-A88AA77E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E2E8A2-3DE7-4B0B-B8EA-8A3DD035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64AB4-F1DB-4E8C-824B-AF8D7B08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ACEA7-C840-4A98-839D-14F312ED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307D2A-3CE9-4721-A5F3-04A6465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A61508-C107-49E4-AC19-1EDA2A40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B7E06C-F34D-4F26-858B-8A3CC524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 사용한다. 검사한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mid를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2702B-2BD8-41A8-91D9-C10D1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FA5E6EA-826F-409C-9E66-E87DEA86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62A3892-D0AB-4338-A3B5-CA7580CB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32373-D28F-42D3-A72E-C1584F5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2D7E049-518C-41D3-B9DC-C111FC70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mid=3의 11보다 목표가 커서 [4,6]으로 줄고 mid=5에서 찾는다.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9CA25B-58A0-4B44-BD17-0805C5F7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990AF-CC91-413A-9AA1-A885984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073899-70CB-494E-99B6-E2C01171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303AB-23B7-4480-A45F-9340311B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3B607-C434-423A-8A2E-491DCF5A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F41FF8-A50C-4985-AE03-76B83228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465ACDA-961C-4C06-BE5B-CF62E564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316BBB-52EA-432A-A0A6-EE96FBAB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쓴다. 검사 인덱스와 종료 시 (lo,hi)를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80B099C-E370-4F65-B308-87A9864D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065DE-E18B-4FF4-83F0-4FD3B0C2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31C66-7845-4DBB-A3CD-63258A07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5899D-FBCC-4B39-B806-C9620657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D467FC-0FC2-45BA-80ED-59E0566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02DA08-75A1-4FA0-AF79-1409F8EB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2D8125-3C45-466F-BEA4-3C831100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33A0D-9C4A-40A5-B34E-4FFCD7C3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6796E-2AF2-4AB3-BE7C-7A5A01C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E8FE62-5D0A-432F-AD95-7F48C60C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509088-08CD-4692-BE1E-43DF6F9C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526EFD-4FD0-49E1-9F79-3BECE840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 쓴다. 검사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인덱스와 종료 시 (lo,hi)를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76C79-3ABE-488B-AC91-5A6B3411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F74E1C8-8657-4D7D-9BFC-59EB9449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3,1,2; (2,1)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CF3C08-0408-4BC8-8FEA-F29A23A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80A7-3008-45AF-874C-B8611E2F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F0DA4A0-4F9D-4A12-B43C-A8ED666D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11보다 작아 [0,2], 5보다 커서 [2,2], 8보다 작아 hi=1이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AC6905-CB2A-44F7-80F8-D74B5C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90D08B-49A1-4348-ACA7-39E177B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05F95E-6656-4B1D-A9D0-787FF057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392A6-0590-49F3-9C75-69F8F87F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B2572-82E1-44A6-858C-0B13414E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4458D7-CDD2-4992-9A99-CFEF76A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81FC26-0297-41FA-8878-12D030E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94DCAD-AE73-4645-B54F-E1B9E50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구간과 원소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507DC18-6C1C-4537-A71C-2821A8D9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C3D89-A4C8-41BD-B6AA-5E7EA10E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697D4-5CB7-49BF-8C56-1599D03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0310B-F3CE-4517-ABE0-46B9310F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C0600AA-B59F-40F6-93C8-BE32F40A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03E40D-3954-4C68-A252-E8903308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FB3CAD-1788-4340-B026-5E46573E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36A92-0F01-4901-939E-5D978F80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8D359-A886-4C90-A3D1-E6CB5FFF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4B194F-A5EE-445F-B174-6884FCDE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8D860F-3424-48C9-9960-595537F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3DF95-67C7-4317-BE6E-9F24C18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 인덱스 구간과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3D381-13A4-4B4C-8A12-3BEA5E49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67F928-AE7F-4FAA-BC59-8C425ABA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[5,9], 5개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B6A6090-26FF-4FA1-B274-858D54FD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7B2303-6DE5-4859-BF96-BE6432D9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D849821-1ACC-427D-BF4F-AFD82A8C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mid=4이며 mid를 제외한 오른쪽 다섯 원소만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084FB-42BF-4C17-A6D4-890C4282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31A016-2C12-49AB-9159-F24071B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12F3A8-951B-48A3-A361-F9164DB0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6990A-0DDD-4D9F-A4C5-ECE0EE32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5406A-6FDB-483B-B6ED-A251B9E6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D9F513-9FA7-4F7E-8699-185DC1C4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75E36F-F809-4180-AFE6-ABAC848D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FD26C-A8EA-433C-91F9-A1905443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3보다 큰 첫 위치이다.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11F70D-3994-4EB8-8ED3-C6C4913F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3452D-C71C-45F1-BBEF-CB16B0D5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270B6-3100-4D13-AA16-764EF671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A032A-E1AD-4A75-A7C5-BBCFD628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ABD3A44-2F55-4496-931E-FA9ED6E0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4E37F7-BBA8-4801-BF2E-D745FE77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E89CA1-A6A2-473A-ACE9-39E05DF2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7A18E-64BD-43DE-9F12-66CB4345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F0AB9-8DC8-4894-B9AF-277FC8B0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220ABC-F39C-4015-B110-3B5900AD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88101E-6C60-446F-B44A-6EC5C3DA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E963A6-24E2-416C-BCF8-0F7B5613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 3보다 큰 첫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위치이다.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641E1-3A46-4D00-95B5-9C6B86D9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1448B5-B59D-46A3-9882-A6558EB7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1,4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E254890-17D4-4A28-A638-8EDFFF1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456A6-E6BE-4D5E-8320-06CC850B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A0A7163-C99D-4899-8CD5-B79A441A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구간은 인덱스 [1,4)이므로 첫 위치 1, 끝 다음 위치 4이다.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205F85-B4C3-4924-8E7A-AD3C10B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4715D-3468-4F97-A802-E1A9F789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47F03E-512A-4408-B53F-18B9A1E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BDD31-4969-4BBA-9C25-0995A1B5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091A8-4483-4E33-A8B2-AF08F74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33D96E-906C-4EB8-9E9A-85ECC1A5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5FB951-19B1-4B78-BE56-462C6710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86D82-43AC-420D-AD32-B17479BE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91AFAC-5829-454B-A19B-A6D0EAE2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5D5E6-E1E2-4D2D-B61D-16674DD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91BA4-1F35-4B79-AEAC-D70C3AFD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CAD24-557C-4830-A7BF-EBBC6CC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DE70D9-27D9-4DE3-A83A-68FCDEBD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825895-6451-459D-A9B0-015D30AA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F18CD-32D6-40CA-9848-F915427E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BF007-836D-4ED2-9A69-78693B83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8D8C7-61A9-4BAA-A028-5B8AFE93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CAE1CD-2A48-4739-8349-351B1275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BCC7BBE-1269-45CF-AE75-301206D2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9DB7C-F3F5-48A0-89EB-14BC0105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20C17-836E-4664-B011-2DAAC33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AF6A160-1F4D-4A21-9E0D-2395F1DE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641B0D1-907C-4DBD-A5A3-FE7069C7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4B62A-C190-42A9-8360-388A924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B4811E4-4753-48B1-8E8B-F3AC6F9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값이 8보다 작으므로 배열 끝 다음 삽입 위치를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FDF874-664B-409D-B296-BD9270E6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8C2A73-9CA9-4F74-803C-56964650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B8693-363A-4E47-ADDB-95A833EF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78913-1033-4972-AE0A-1913A98A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3314A-0F85-4C56-A1AD-CAA930F1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6BE77B-8351-4928-A904-88AF791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29282E-B563-4FF5-B391-0519955F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BCB25-54A7-4F9D-8D19-5B862D63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D35843-C4E2-432C-B6CF-86CD2389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5690D-529D-41A6-B0EB-A23CC70C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A5131-6E69-4F70-96C4-03D8A71F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6F1CD-D280-4F90-B491-9390113B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1B1158-967F-41F3-BD42-BBA6FC14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FFF5E1-1715-40A5-B1A9-7F2E33A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237AECC-E090-4D54-BBAA-FC99EB3F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02CD5-627A-4266-A5E4-BB3C8C96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F3674-A2B4-4C92-94A4-EB6A0704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F01477-BAF7-4831-9681-7CE69D60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70252E7-3928-407E-9745-FC93FDB8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985920-1380-44A7-B010-AEC6BECD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6E210-1855-4642-AE67-8443680B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3157724-AB7B-4604-AE2D-26E46EB9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53A39F3-BB14-42D1-95A3-DE4F1DE6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6DA12-851E-42D8-BEAF-7DF81F7D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C656301-D741-4D4E-94DE-1B797E92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후보 수 15→7→3→1을 차례로 검사한다. 루프 한 번의 목표값 비교 묶음을 한 회로 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027EA3-E622-4D5C-A356-398080C5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C2A3A0B-9613-4777-A580-E9D2ED78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530DE-530B-4D84-BD46-18B59C8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65C72-3A00-409A-9C64-56A3075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C7994-F10D-4C6B-8E16-3B2995D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EA8E74-6815-41BF-BF94-34D2DF01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7514C7-6D8B-4741-ABDB-861B76BE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072BD47-B50D-455B-A8DD-B8C2698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배열 [10,20,30,40,50]에서 lo=0,hi=4,x=40이다. 보간 위치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lo+(x−a[lo])(hi−lo)//(a[hi]−a[lo])는?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FB3DB18-6DA8-4B26-BE65-A187180B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CA652-02E5-4652-AA8E-81866D57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E9067-1A36-4A24-B851-697D6A23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2400A-AD7C-4DF5-B246-EBCF5989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106BCC-EF41-440C-9085-5C1214FE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088D41-B698-4698-8C07-96C3172B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5F4BA9C-AB27-4F89-B543-130F068C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BE8CC-0720-4549-ACE4-DC12F0AF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5D2BA-0C7E-440C-BE32-63C1AAAF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89CD754-5902-4702-A138-84BA84C0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7E1B96-10E6-4A89-94D2-6A984B2F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2E3527-1994-459D-84EF-6C804A9A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 [10,20,30,40,50]에서 lo=0,hi=4,x=40이다. 보간 위치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lo+(x−a[lo])(hi−lo)//(a[hi]−a[lo])는?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139B1-9F6A-4F36-9BE0-C912D2B3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31C0A07-99E5-4DB2-B2C3-FE1B6A34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B909603-FE59-4E0A-A892-3C6F7E9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D251D-F23A-4E7B-9840-2596271F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94F52C4-AF96-42D0-95BD-D2595A4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0+(40−10)·4//40=3이다.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EBDA856-D3F8-4C16-9072-D372F9FC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57EC01-CCBD-49A1-BB79-DEDCCFD3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49EF69-7422-4F5C-AFF5-13474F41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29471-E92E-4181-843E-ABE6BD5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A803C-187F-4F07-83DA-1D420CC1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50562D-3DC4-4179-9928-A51F8B5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F852D3-4D24-49F3-9B1C-05DE08A6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62C0-15D0-4BAD-A18E-E62588CF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13F760-2795-4CA0-BB8C-F960373B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340C7-A1C4-4223-9D7C-2D555178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EE6D0-4EB6-4C15-859D-9FDE74B9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68197-249A-4020-A31B-FF0098D4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640195-8A3F-4A6D-8311-B71665ED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2AB461-9AD6-445A-B927-9C7304AA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D3B31E-3B86-4FF3-9750-A70A33F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526AB6-63D1-4B14-835B-FC61E553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9D0A3-4673-4D63-8883-A155B71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BC34D2-D3B5-4E5C-8D12-B74A033E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F52C14-0EC4-4AA4-8743-DDCA8F73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BA9634-0D6E-4CB0-8A9D-D8026AB5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578C3-2D07-4B40-A69F-E8F64844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BBFE07-FAD6-4ACA-A7F2-A8D667B5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(30,24)→(24,6)→(6,0)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4595788-D65B-43B4-A952-09C035EF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8A2C0-C46A-4536-B61F-9EB00FEB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F2FE98E-C34B-46ED-8D58-38BD22F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84 mod 30=24, 30 mod 24=6, 24 mod 6=0이다. 최대공약수는 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3DF7-B652-4530-81FC-1D91F25E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775AE9-F8CE-4690-BE36-4F08AD17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AB47EE-BEC7-4A3E-8F6F-387FDE17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7BE91-EC6F-4406-9298-C142972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9B159-49E4-4865-B996-7015AF00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1E45EF-17F0-47D3-BC4E-E412E735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22A6D-9507-4E21-823D-31446E83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D26BCD-16A3-4EC7-8D8F-28BF9FBE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20F2B8F-C368-4BB0-93DA-DBC9FB02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B716A-D58D-47BA-8E98-0AD67DE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43F0E-75A2-4125-8233-0F5E631D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9C249-2649-486B-AB0D-4E66B0AB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A5EB88-9CE1-49F1-A43F-FD6D6BD4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1FAF9-722D-49A0-9432-9EA4EB37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41427-2AE7-4416-96B1-7B2C04B7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64915-D5F5-4858-A687-47FE5889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FD2C8-932B-4EC5-A3B1-1A92B2B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695FE6-EF25-4D70-9F02-E9241C1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DBE29E-25E8-495B-953B-149AE900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A1E17-20D1-4A3A-B5BE-67191B7E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35698-C096-4B9D-B4EA-FD5974A6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6D61C9-3DFE-42E1-8BAC-3BC2F61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(64,35), 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863813-479E-44D1-9C16-BEEAEEDB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7F85A-926D-44B7-A575-D97E0B53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8B9469-6154-42EB-AEA2-93EEB225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a&lt;b여도 a mod b=a이므로 먼저 자리가 바뀐다. 이후 64,35,29,6,5,1,0으로 진행한다.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D88501-6DE6-4288-9922-A8700281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614416-8611-4121-ADB1-7CC3A0B6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13458C8-8919-47D8-9D6D-BB5B49DB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8568-4935-4672-BAE6-42CE69FA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0B7C6-F0A9-471B-9D35-6A8C13D1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65F050B-B698-4CCC-8D4C-AB983FED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44F2F9-2C7C-43A7-A0AF-9026F1E3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6B7DC2-35D6-4344-8AE0-6F930D12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18BE85-5A84-4F4C-80D8-CC9BB6EF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ED6F8-9DA4-437B-8B5B-B7B0881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F4F0E-EB61-4DC3-B742-DAEA6EFF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B1BE6-65B2-4A4D-BF3B-824A7A7B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A59DD8-8D9D-459B-8194-209ED8C3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58D0FA-F8A8-4F02-995B-2D6AEAF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330F9D-8976-4690-983C-36C0EDC6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CFD6E-7686-46C1-8C14-1F18768C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F4D0C-0898-4CE7-B4E4-4E0B4AC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BEDF23-B7C3-4486-95FA-C3796503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C233CDA-95E6-4DA0-ACCB-CA203C8D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4CC25C-82DC-4531-A9CC-49342A72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6466D-5565-414B-9B0E-B0211A28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F1D2662-1A78-49E2-A793-F1D0B203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1회, 18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09F9D5A-D500-48EF-AA91-D0CDAC37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67EC5-7B0B-4FAB-BCBF-17690C40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FD4506F-3653-4FA1-902D-620DBC5C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 갱신하면 (18,0)이므로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11D4A-997A-411D-93C7-AD6FFED4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950A5C-2C4C-44DC-AA15-20EF4ED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E4A8E3-5FE7-409B-BC5D-2A46BF5C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6309A-D9C8-4F3B-9947-79DE94EA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6EF4B-9E8D-4AF0-AEDB-82A53107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40AC0C-9493-4B56-BD4F-E25B781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5CAEEC-C55A-4C6F-90EF-4CE82ADA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AB01DC-DC70-4F2D-BC59-645C1D27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fast(2,13)의 인수 n들을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2940E52-230A-4BF5-B2FF-B5548C4A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97974-74BD-4F25-8779-44DA985D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A8ED3-908B-483D-A83A-08E3AE8A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B0D8B-DAE8-4DB7-A41D-7E132A73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D9B922-34B2-4DA0-8807-0F45F661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A53A1A-982B-48EA-A361-D817CC52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188F6D-9192-4AF9-B0DA-5571BA55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2F33D-ED3D-4F8A-9821-012FB15F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B1BB6-66E3-42A2-A660-05561318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A7D16C-63E8-4544-866A-92C65152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7A9B47-DD77-4C7E-BAEA-0C0537EE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FC5E75-444E-4A5D-9CF2-E7338AA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 fast(2,13)의 인수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n들을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4BEB0-1243-4E61-8B5A-714B927D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EF3AC5E-3F80-44C3-A52A-7E9A57FE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13→6→3→1→0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D1774FF-CEDE-4C4F-91B3-4398B43A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D044D-915D-4FEE-AEF4-C3E755C3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6E0A5F-2662-4830-A31C-FA87790F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매번 정수 나눗셈으로 절반을 취한다. 총 호출은 5회이다.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5939D6-3366-4048-95D1-7258DAF5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62BF10-C9B8-4497-B449-89D0DC72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4B3037-E5AD-42ED-9511-FF197A2C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23D10-D677-4C5B-BAD8-2BE55081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6300A-3146-413A-8E4C-F99E41A1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EC6947-8107-4448-AA90-2A231921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8BE395-E8C6-496A-B200-EEE033B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808A7-A4EC-47E6-9ADF-21C9D456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1회, 홀수이면 곱셈 1회를 추가한다. n=13의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92FCF8F-5045-4771-AD5B-87342AB1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D04A0-67DA-4A8E-99F2-BCE2B6C4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99D6D-C6A8-4921-A22E-426305E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C4CF4-D9C4-4B12-80F7-A9D280EE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1422FB-2657-44C0-B350-FC6A2853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C12707-5FF7-48FE-9BFC-9329524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0A6EFE-8D63-4D9B-8D61-E622FA43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02F80-CA2E-4F9A-99AC-463A6DFF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B98BF-B893-46BF-B55D-11F9EAB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B0714D-D1B8-4446-9F9D-F79936EB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B4315-E3D9-4D31-82B9-3F4A7F19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B0CC7A-5F27-492D-B5BB-40B53919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 제곱 1회,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홀수이면 곱셈 1회를 추가한다. n=13의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3814E-4E96-4625-8ACC-13EBFAF3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B3B9C273-C3E3-4DCB-9D7B-E74A8D22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3FE0D43-FEA4-436D-9FF3-AFCD8A1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E27BE-83DE-41E5-B2FC-B9674BE2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FB5FC4B-645A-40F6-A6E5-8F28ACFE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13,6,3,1의 제곱 4회와 홀수 13,3,1의 추가 곱셈 3회이다.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CD281-C698-40BE-85DB-7025B481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8617EE-99A7-469C-BAE6-F3BD3C1A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016929-1A70-4C17-A7E9-E6C72729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9E9B9-529C-49A1-803D-715A538E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8E1E4-B200-45D6-9382-75081653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CB8ED-8FEB-4379-8C47-766A3A3E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56DC77-9264-4365-8E6B-A4F74B5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E1010B-01AA-4026-A598-955AD518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제곱하고, 홀수이면 C를 한 번 더 곱한다. fast(3,5)의 값과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19D8017-D75D-45E9-8DA4-99A357B2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71E29-78E4-4443-A115-F33F483E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E14D4-EE91-4F9B-A0BD-D1BBFB3B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42EF4-2354-4BFF-B403-50300BC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99113F-AEB1-48D5-94C2-820AB4EA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8D10B1-41A6-473D-9C7E-087B349D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499C82-867B-4342-8CE5-2CDEE000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05223-CDC1-4C81-A365-BEF72E50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F5B9B-800D-40CE-B3E2-CC6851D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EC10DF-00FA-401F-8510-276553C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6E6D94-877A-45E8-887A-92DAF470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B7729-42C8-4100-855D-6B39E283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 제곱하고, 홀수이면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C를 한 번 더 곱한다. fast(3,5)의 값과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35EE1-60CB-4172-9AA3-57888D40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6C34246-5E07-4F6E-B776-EBAA0670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243, 5회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BDE2CE-96AE-47FA-94A4-4335F258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F509F-90BB-480D-9170-47341A42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9B81185-771E-4CDA-A3E7-15A714F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지수 5,2,1에서 제곱 3회, 홀수 두 곳에서 추가 2회이다.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012ED0-5F93-4E3B-A9D6-FEF03FD0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916776-15D9-4CA8-ADB4-8B710DC6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887C4A-7711-4EBC-8670-113C477B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1609B-C557-4383-AAF4-BF9751AF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A49D-231D-4FF5-B3D1-F6E02D75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6FCD0B-39EA-4F40-962F-54E8151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AFD2E5-AB96-43E7-AAEE-03640EF6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6810C-D1F9-4474-82D6-5031CBB5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0D48649-E60C-4E95-B530-7F63DD0E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A6C9B-6F9E-4B64-B23E-18BD1F71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6C135-59F2-49FD-9D6F-460032C7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0784D-63D9-45D5-837D-EBCE307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E04752-44FB-4E19-A02D-18F70888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CB448-737E-49F9-92C5-9A52AD0B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91B4CA-30AA-4972-9AA2-40C49AD4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1EA79-9ADE-4968-AE5E-D0ACF26A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EDB5C-4A42-43F5-9BBF-A7AE30FE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BC1E64-9EFD-4B77-9F3C-5D50B715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C8E0865-9EE1-4355-9521-8915F45C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B6F94-AEFF-4786-8E7D-043D5B29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B5C05-CBAD-4E19-ADFF-15830CA7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12BE5DE-E7F0-4007-BB59-71392EB2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[2,5,4,1], [2,4,5,1]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11F4AC0-3460-4916-8285-ADFEB197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49369-6A2A-49A5-B347-C291CFA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8961BE6-7770-4631-B5C0-47103DEB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2를 5 앞에, 다음 4를 2와 5 사이에 삽입한다.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3386FE-AD85-4984-B990-00D6D545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9F6916-C66E-4497-89BF-86881409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7D3315-8429-4BB5-A19F-B88D7942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4807B-5F61-453E-90ED-108334DA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0AE0B-E8DA-466E-9FAB-CBA0DD4D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0F7517-22BE-4818-B0B0-A00E5055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472B3-35A7-4F28-A850-06FE25A4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FCA017-C0EB-4FC9-AFE6-86C950C2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넣는 대입은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BDD9E0A-A16B-4F06-B05E-79560D6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3A399-4577-47CC-BD22-68525F18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E88D0-F2D8-4655-AB9F-664113B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B91BF-1BCA-4619-A499-E9549166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43DA8-55F9-4C8D-809E-5EBBECE0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B7A850-0904-4C2F-AA60-B85599C5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59268D-A076-4E93-9FF6-B02501A6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FD635-BBB3-4F95-81EF-182EAC9F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F51C5-AF17-4D65-B4E8-44348281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E44C5F2-E6BF-48A8-B1EC-5D021F3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FDEBB2-4C00-42BD-92B6-93EA0FFF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E5AB58-4A9E-48E1-8022-A5FEF493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 넣는 대입은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2245B-BEA5-49E2-840E-13BDDF79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66478E1-B149-4FF4-920B-E35C077A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CE1055D-E2EB-4D44-9A85-0D54028A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687EC-9BAC-4BB4-B4DF-5D97E5B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A928D83-B6DC-4479-9970-61E203AD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1,2,3개를 이동시킨다.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8B339-EE75-437F-8352-D08A8AB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884068-6BFA-42DA-8194-C61C6459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884995-121A-45E6-B809-B04572B6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738BA-F922-42BB-B035-E0BD8582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AA5BF-F392-4C7C-A426-5B75F7F3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213FF-B495-48D2-A2FC-9A7C66A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8D165F-03FE-405D-95E4-2BB340A3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EC3A81-AE67-4C0D-B394-95B58327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7D4E5F4-741B-4935-812E-4E678BE5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2150A-A271-48A2-BB49-457F23E7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A2FF7-CA0F-4FC4-8AAD-30D9E0A7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D98D6-E304-4BEC-AD49-9AEBEEE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27D2F9-94F4-48B7-888F-AF63297F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26FC9C1-E81A-4634-A912-F01B20A9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B7F8DF-DE8C-44F6-A6A3-7021E1EC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4A948-604E-4DBD-AF9B-26E3061B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A7DDE-C1DE-45DC-8B55-EE658A7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C4633E-4908-4CF3-B47E-0E7CFA9A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56961A-9FB4-4B81-96C0-C800DCB6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805C680-4810-45DC-9383-F73FEE67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88-B112-45E6-AFF5-4C110536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722594-8D57-4506-B626-FF07F7D8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[1,2,3A,3B]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990FAA-C45E-4ECF-B214-0BD222D2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DD2D7-C8EB-450B-BEF8-0DA2969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337A37E-E7AA-4BC6-A503-6C22178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동일 키 3A와 3B의 상대 순서는 보존된다.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619A7B-D81B-4766-A884-5C1FE661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C2082-FCB1-4667-9106-E0ABE8F1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909833-D69C-4DC9-8D60-9151DFD7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614F7-D809-4827-8AF4-D9CB24A5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1629D-24B6-4763-A994-4B607D34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C008AC-3F08-46AC-A160-ACD5B660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587966-331A-430B-9564-D4397BDE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33D047-2478-4896-B2C9-8A809220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후보와 남은 최악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ADCDC72-682C-40F5-A7C0-FF76D1D5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A3356-36F2-44E1-9BFC-055CC5AD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BCBE9-F0DC-49B5-8414-1FD9CCF2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C0AA0-BA49-40CF-9030-3E75A738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465943-CC9D-4232-A122-C5F234A3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FEB4B8-4D44-4C2A-9E28-E7253F50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3C1855-42AA-49F2-89E6-F6887911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B7EA7-A9AA-456E-9CD8-49FD94A7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6B79D-3747-4B02-B904-954B3F0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59CD26-D897-41EF-9F5E-DBF9A61D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71007F-71ED-4258-B313-E8680CB7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D1E192-2E2B-45E6-818B-8BB0FF3A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 후보와 남은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4215C-E845-4F9A-9C97-9C8299BE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DEFD693-61F3-4A15-9C11-76B26DBD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7~9번,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C24B28-6361-4E06-A599-35C0F2CD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FFB70-4F22-4E55-B923-2F8A5ED1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44A33D5-20FF-4202-82CD-8D9BD2EC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7번과 8번을 비교하면 가벼운 쪽 또는 균형일 때 9번을 고를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420B2EA-B181-40B7-B53D-8EA8B1B5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771222-9767-40B0-A1F9-8FF1367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AFAD6C-B0EA-4AB1-A2E5-DE12247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5A574-AED2-4326-BB32-48E7E91D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36A74-2F7E-43DA-9A8A-590232B2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CE82DC-594F-4D0E-A9A6-808BDB49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AB165D-34FD-4E75-91D0-7C779A7A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34BCB2-BB8E-43F0-88F2-2008BB27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D75815F-9AEA-4EFA-B6CB-F53FB343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64ED7-3A15-4E3F-8C39-1317C840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1568C-3066-479C-812F-B599EC59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5257D-6DF9-4511-994C-7FC0A308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19BB11-3C98-44A9-9340-E54439D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BCA5BB2-445B-4D76-A633-ADDC9513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AA62B7-4F18-485C-BB1D-3386114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B8EF6-8226-40DD-AEB0-3F894F19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DBFCD-4514-40C4-B653-282BEEF0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E11A6C-F2F6-4377-BA7E-434708B5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22C8C1-9799-4D53-B2BA-BABF0AAC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123AFC-AFB4-48FE-865F-046F83B1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C49F6-9284-4507-89D8-408C0382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9D82DD-68CD-4BAE-815E-7DFC1D0B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6A4089-389C-4D36-9A22-D9C6C64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31910-2F39-4D45-A88D-D4E6A841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EDA1C2-9575-4BB8-AEA2-A15A7BFF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81→27→9이다. 각 단계에서 같은 크기 세 그룹으로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392FB1-9147-4C04-BEF0-15F7E356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59580C-C563-4DBD-B056-B3E669F8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25D15AC-3989-4E1A-AB6D-2D9558C1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F5B69-DF4E-4CAA-8153-E6AB8FD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848B7-7253-4C27-BE00-F3D82B7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E7B205-E455-45EC-9F51-7D1F28EF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E69187-2298-4FB1-B07A-31B6A358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3AED09-85CE-4804-8B56-29E2ADE6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값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060D78-3449-47E9-9E38-9AE0E040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B7CC-9CED-44B0-B6A0-9B712489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92CB8-CA33-4C3C-94CA-641927E1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2B6ED-01F3-402C-A9F6-0B6F6D90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ABB31E-92BC-4660-B5D8-BF9B271D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EB282E-72B5-4DEB-8F4E-40BCE46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FE6066-54E2-4916-A7FF-B241511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232D3-BEE9-49EA-A7C7-60118448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0094E-F0A2-4196-AC6C-490359F7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5D44-44A5-47BB-A668-40B71D24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AE694AB-7255-4912-A67C-F89AC668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7DA15C-F6AF-4084-B7D4-4D120F73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 큰 값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AACE-E9A9-484B-A23A-74A5D5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042E2CF-D86F-4622-BD66-AD9C637C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[2,2], [4], [7,5,9]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66929D8-BCB5-4B63-BBDD-9747721F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CD4BA-4985-46B4-B456-1E2E4734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9515B47-F006-4E9F-9F36-B7B20C33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원소를 4와 비교하여 세 구간에 넣는다.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EAAA-8D32-4C88-A4E1-AF693C25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C1658-32BE-4E70-83CE-978CC029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8C93BE-C555-4B33-9627-A239CEAF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CFE8F-2424-4338-9ECF-B9B356D0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F38E8-E639-481D-B6BA-352DF7A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717D53-9795-4891-A728-0C1FED93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1CCA62-9D57-40ED-B2A5-27C120B4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0CEC5C-50DC-42E7-A403-53CB6102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이동할 때 새 순위와 최종 값을 쓰시오. 순위는 1부터다.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429BB0-84E1-4E43-B2C0-941CCB04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D8A8C-FD79-4FB0-A72C-FBC7261E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FCAD6-3D3E-43A2-B620-6751DD6E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FD5DC-1CB2-491C-9E2D-6F47F94F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D5AFAD-808B-40FE-B58C-23993888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4FD213-8156-4927-9E5A-175070A0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0C2B10D-57FC-49CB-93AB-0F61384E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B3741-724E-4057-8815-FE42E940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3BFEE-0689-4216-8E08-E3B8DF4E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988A1-0919-4B0D-B075-31535281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63D00C8-4FCA-4EB0-958F-89DAE648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697B00-248F-422C-BD86-814A1592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 이동할 때 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순위와 최종 값을 쓰시오. 순위는 1부터다.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4C5DD-9626-4A6A-91F1-B07CDECD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55949A5-5D2D-4A87-A369-09F67B2C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2번째, 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E19EF7-4ADE-46C7-AD26-23287581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29950-F30B-4DA4-AB2D-19154CA7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1CF91CD-DB33-4C72-99AA-5ADEBBE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값 2개와 같은 값 1개를 빼서 k=2가 된다. 큰 값 [7,5,9]의 두 번째 값은 7이다.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FC538-863C-452E-B3D1-ADD1990D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C866E5-F842-40E8-856E-72AE9F84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82CB40-175B-4017-8F17-AEF42721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08A59-8F0A-4F6F-AB17-B67131A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3CD5E-1D83-4741-A11C-0184E06A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D385F2-A0A2-43BF-87DD-C02A19CB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695319-FD3C-47F5-8274-07CBDAFA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6C7628-9206-493C-9047-555EB30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5B8611F-C6D6-4F1E-B31B-6B82B81F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D2C70-98D4-48E6-86F1-BBC26432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3A46C-D9D0-4623-9C10-588E0E5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8CB94-73D8-4193-9743-A397D22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CC8EED-C4B3-406A-B1B4-0459E6A3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1C1793-A931-482E-979C-3ECA389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D79CBF-01CA-4B2D-B097-5DB42DBE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3384B-68C1-424A-A377-0C407862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62A1A-3187-444F-90D1-28B066B7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86FFA7-A413-40DE-9C4B-F6FF6FAD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E21609-57AE-4938-AE0A-277ED484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A7E2AB-22D3-4ED4-81CF-59B9FD86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CAEA8-F57A-47B9-AB62-411517EA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22099CA-6A95-4FE9-8A04-73667A3C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L=2,E=3, 답=4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B02DCD7-2B9E-4F60-B989-3988AA16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D96D0-74AC-4D8D-A39D-6D8454D5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786766-AB32-41DC-AF85-6EE68FE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구간이 3~5번째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DC393-07D8-4A95-864E-9558CAE2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6AD208-FDF3-47F7-8C72-32C6D202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65B0C-961D-446D-8668-5F3C0E36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5A781-7910-453F-88E4-377D7F36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2DD02-9F25-430B-BA59-69F3A6DB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1BC0DF-E1DF-46E6-B832-F547B4C6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49CAF6-A456-4118-A1EF-36BDB4EA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3C4C26-8E8B-4CE8-855C-76E98B91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71C042-26DB-4E3A-9E45-B055BD29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0C1A4-4F8E-48BA-9601-D972A491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61DFE-E297-4A17-95F7-54EFE624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550FB-72C1-471E-8EB3-71E56B8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3128AA-E856-45BC-9AB5-4EE3B1D4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28FA41-320A-4639-A40E-0F9E6E13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C7AA5-B8AC-466A-A24B-128D648E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46183-0E43-4033-B23C-73EE59ED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0DBAF-9315-4F0A-B2DC-684F4E97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F5AEAE2-8A90-40F3-B186-CEF26084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FBB4FD-62F5-4BB0-B368-EA4F3846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CED739-A3D4-4EC2-B163-FEDFF121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936BC-A2F3-4849-BF57-EA90B81F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8D3A73-8857-474D-AB9D-E6ED432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D292EB-71EE-4181-91C5-96EB07FC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3623D-109F-4D6C-9139-B98FCD93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3078EC-30F0-4812-802B-A22CF04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T(8)=8+4+2+1=15이다. 점근적 차수뿐 아니라 기저 비용을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8FF7BC-BC24-4E02-A795-B347EE7B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7E8B13-ADFB-4C41-9ED1-38D26D6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B85516-F984-43EB-80C2-D7C5932A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9C16B-9DEC-4555-A172-1FBE84E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ACE83-23FA-4D28-B622-CB71245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202B9A-B226-4E45-9D37-CB9CCE91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C78BAD8-990D-45C0-8275-1240CF8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54EDD1-8C2E-41A7-BDDF-79CDC011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포함한 호출 깊이와 공백을 포함한 27×27 출력 문자 수는? 줄바꿈은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3B34651-0993-42C1-AD54-8967EAFB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39230-C1B1-417B-B1C3-8A0DE82D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C69A7-9E97-4638-841D-432A89D2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859A0-8AFA-47E4-A9FA-24D4139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D32A4E-BE1B-4403-A648-C5E5E5EE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160490B-D347-4F88-A89E-0436666A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B063A-055F-49EC-9CE4-6E4152B0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8E984-C5C4-43F3-84DE-D2CDEBF4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43B5C-CD23-4397-B023-031A223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5B7070-146A-4678-A007-92D6045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0C58D5-73B1-436E-90DA-30A7F3D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0E2ABA-1913-4E4C-BCCF-35F175BB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 포함한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깊이와 공백을 포함한 27×27 출력 문자 수는? 줄바꿈은 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F76F0-F190-49DC-A221-3A76A31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7E8D84B-F60A-4A59-8992-23C2DFF1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4단계, 729개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FFBCB65-F74E-4443-9520-FAC568C1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DA278-F194-4864-9077-B7A4D88F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3AD50616-2679-4AF0-B07C-0B2B8DDF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27→9→3→1이며 최종 27×27의 모든 위치를 출력한다. 줄바꿈은 문자 수에서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AC6C2F-2D88-4F25-98D1-B2DDE1F2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7E27E1-CE71-4D31-8061-8F79325D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19DC26C-0798-4975-83D9-F0D1017D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9E96C-7E64-4E63-B6E5-F8A12948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02485-3D26-40D7-9300-AFFCF51F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BB209D-C592-4A03-8F0B-32B744C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E7D393-CE3B-4231-889B-7FD54CBA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C57207-136F-48A2-A8D1-280B881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78CC342-32B6-4D68-B49B-5F9145A0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C9612-6FAF-4014-9E96-7C2FEF8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883E5-9A1B-439D-B223-9ACE587C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710CB9-AF38-45BC-968B-BEB6487F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051E0C-FEF9-415C-8643-9AC2974E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87788-AE55-420C-9C34-A11CA1F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012719-CD38-4A6F-B17D-2AA6DE1B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5F2CD-9FC4-49A8-9327-A6319FF4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AB897-2866-4F20-B4FE-81FE5931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5F6DB8-0603-4450-8F13-1F26333F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ECDE71-BD14-4A6F-900E-693B1857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055B37-D9F1-4BAB-9FA8-8A7D417E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35272-D596-42EA-8DC9-1EFD6FFB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14B900-90F4-4DB7-B188-8540A6F6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T(n)=T(n/2)+n은 Θ(n)이다.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B0B45CB-7CA7-4687-9CCC-0B2A483F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B513F-F481-453C-8FEC-CBF0706B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CFCA3-A373-4730-878F-4DFE2144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단계의 작업이 상수가 아니다. n+n/2+…&lt;2n이고 첫 단계만으로도 n이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037466-B2D9-4953-8712-002347B8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B8CFD4-6109-4F7B-8129-91624EC9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5EF4853-DFA9-483D-8150-6F68052C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50604-98C5-46C2-B97F-88A3E7BE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BF429-667B-4FE1-BD58-CA1D6B9A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7277-D4EA-4810-AA77-16F67064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5869D8-118B-45D7-872A-98157C3F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08CF82-1430-4667-BAD3-FD96F0DD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길이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9CB823D-68A5-4701-9C5D-679BFDF2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9D3DD-F931-4E38-8CF5-F154E1AC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4A631-9696-409F-93AA-5B3F4C61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D53D7-F6CE-4A4E-9ABD-8F095E85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1513BD-6693-469F-94D0-ECC21C43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59F2B-63D9-4CA4-8E26-DE14A5D8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F3DF42-83B2-4543-844C-FA012AE4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69DA9-2165-48B4-A841-CA46C6B1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88737-5B64-4002-934D-AB37CD26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0F048B-1A18-4B0D-95D5-50EC0DF0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9A158-5D74-4E8F-8C52-94EDF585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309B86B-BA16-4356-99F6-8727C36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 최소 길이 반례를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20AB2-7F4D-4D89-8AE5-CA290E75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93062FC-1472-406F-BB55-8C04834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a=[1,2], x=2, lo=0,hi=1이면 mid=0이 계속된다.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B05E0833-02C1-4659-AADE-8D90B4C6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270DD8-BE92-4DC1-A939-A2DE219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B40618D-F462-4358-950B-5E8F92C9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lo가 그대로 0에 남는다. 이미 검사한 mid를 제외하는 lo=mid+1로 고쳐야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710526-EB05-41A9-8EA1-795FFA6B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700B3-D27C-4F98-88CC-35B8DC3C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572A2D-81DA-42E5-924B-34C42E36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86833-B17E-4788-8C22-536BFB92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18B8B-831E-4C46-A9AB-A959CE56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64C62C-E4CA-4CE4-A632-4698FA4D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8605A3-F3E1-4535-A999-1383820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1D2F2F-3480-4B63-98B8-58318FEE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286144B-17B8-49CD-9F2C-27D42BE6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8CDF-8DA3-40F2-9966-04D9DFC0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56235-F777-452C-852B-0BF51099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6C641-3C04-4D7F-823B-760A5352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43C0B-0DB4-4223-99B2-8596588C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78925-A100-4466-B7C2-E0E9FDA1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D01ED1-2D7E-46D5-B24A-7D451EE7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E03AC-10D8-4E29-8FC2-23C67DE1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3E750-D4B6-4929-B65A-4CDC0B66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ABEBDD-DA1E-42E4-8B15-DB520C64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B8BE2A-C440-49F1-A856-C4EC7961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B963BD4-6CF4-48B1-A771-FC4076C2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BF807-43F6-4C7D-9E33-984A370C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9DB34C0-5E16-4791-B63E-24E59805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일치한 mid 왼쪽에도 같은 값이 있을 수 있다. 답 후보를 저장하고 hi=mid−1로 계속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찾는다.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141BD658-CB78-4C9F-945E-2D0E2D9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5257B-4171-4FA4-AB77-DE5BD9C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305227DF-9977-4E43-B8F2-6B5AEF2D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[2,2,2]에서 mid=1을 즉시 반환하면 첫 위치 0을 놓친다. lower_bound를 구한 뒤 일치 여부를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확인해도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671C15-8EAD-4AD4-A627-00EE8905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AE822-02CA-42F7-A67A-BB4E21B7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3CC279-6BA8-47C2-8EE9-602D28D4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FCD22-330B-4472-873D-6EDAF4E8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FE9DD-2122-4F41-87AD-A2342625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9273C1-3845-4812-ADDD-645B5D92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657927F-4882-4FD8-9B2C-F67A38D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28895B-7B19-4B02-AE22-5FD209CC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5011622-EB7F-4C38-9335-C9871B1C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3C00C-1673-4961-83B6-1D38A581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8AD8-DCC2-4F4D-ABAA-5D06D7C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0C1B9-8921-4DDB-A289-195F7E83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0D4968-1D33-4D2D-9EDC-EB48545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49CD30-47F7-4B68-A750-A553EF68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A5CF1A-51D4-4A3A-892F-48FA76BE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4752-3729-4BA7-A98F-2133C39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49F5-6D57-440C-B7CF-51E6C65F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4008DC-A51F-4A9E-BB63-84B88D3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4C2588-A0E3-42E4-B739-1F4A3F2E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280607-1817-4605-B4B5-88836B1A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C9D0D-C841-4D32-A100-8D4A9807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0B79145-F739-43E6-9637-EFFC2209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mid=1의 값 1을 보고 왼쪽을 버리면 실제 4도 버린다.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3F3160-88B8-4A02-965B-A8419CC6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B7F20-9DDB-493A-A02A-4DF08B9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C8A7F-C73F-436D-A1F3-A7B331BE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절반을 버리는 근거는 정렬 순서이다. 중간값 비교만으로 무정렬 구간의 나머지 값을 판단할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6CB0D8-D907-43C1-A56A-8495A213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9ACD19-7BD6-47F7-AD65-2284A8F5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358D2C-DEC7-449C-8958-A5F36D2D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637CB-58C6-42DC-A314-622F7458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A5B1D-A243-472F-B1CA-E224FAF9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BA6D19-3640-46B4-B407-6BBA3DD3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91A8F7-CBBE-4E61-AB40-BA873F3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15CCAD-9575-4A07-955D-7650D14C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539B4B5-C97F-4381-9A37-5D3DB260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BD6B7-20F0-4A36-937E-33AC0C14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C6A70-FE5B-40C0-806E-1B75C14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AAE6B-3547-4B3C-9CAD-CC59B3CC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9CDF64-2B4A-4F1A-BD24-CD52D02E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E4BDE9-0573-48F4-B14C-859617B6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9CB8F8-E5E1-4D32-89E5-385F7DF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E01AD-0165-4544-A5EE-F0D31702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98EE0-3CFC-46E5-A3E1-3E7B42D2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81392D-5D23-4617-8CCC-0E7408C2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BE2407-7459-4798-BFE0-882B0E18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D6F4E2-63BA-4077-8602-258F53CA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5250E-ED2D-40B3-B7A3-62951BC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E151AE1-BF39-4B00-A4A0-9EA2B768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 값이 같으면 x=5일 때 성공, 그 외에는 실패로 종료한다.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3C431B-C55F-4019-A0AE-73F5ABF7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39793-BF7B-488B-AFB8-4B94E77C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40B0B59-8FC3-4E41-8CCB-9BD74744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배열에서 양 끝이 같으면 내부도 같다. 분모 0인 추정식은 사용하지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B285FA-E645-419B-BB78-056E0F81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B7FA53-3A74-4E25-ADA1-96AE1CB9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F3D857-814B-4D9E-86D8-425ED04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2D100-0E14-4D46-BD9F-989248B6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6FD47-1A14-418E-86BB-680DF22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A16DA8-03C0-469E-A455-E8ADC74A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ADD60F-2C73-443E-BA83-4524BB21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EA43BA-FAB2-47D8-ADED-9F65E8BC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비용으로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3FDE57-986F-4DA0-AEAE-3460E25B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B324B-AC40-4902-B6ED-0EF6C934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51F01-B3B2-475E-8ED4-4C1DB5D3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5402F-F86A-4C11-BDE6-DEBA772F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D066F2-0289-4AFC-864E-9197D5DF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B38632-746E-4BB1-9435-D42B68DD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9805DD-2721-4B7B-95D0-5ED55955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9F39-19EB-4EC2-BF07-5F158700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DAEA4-AA1B-4EFA-A96D-6D8D230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D96CCCF-2164-4F16-B7B5-BF395BD9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5B52D1-C91E-4D2E-96B4-94FAF493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E36B43-63F8-4DDB-A800-BAAE0D48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 비용으로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EC5D2-4D4A-4136-91B2-9E4C31F4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D3294DA-B7F2-4948-814E-088A16DC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순차 탐색 m번은 최악 Θ(mn), 한 번 정렬 후 이진 탐색은 Θ(n log n+m log 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24F9C31-43AD-4E13-AEA6-826CA51D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42148-6936-4BD5-8C01-047300F5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9FED5B-4566-4F89-B368-B6B9809B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비용을 여러 질의에 나누어 부담한다. 질의 수가 적으면 전처리 없는 탐색이 나을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7F05FF-2272-4418-9414-F56BCD9A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39D1FF-438A-40E8-83A8-DF7D80ED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B16495-470B-40CE-8D1C-6002FAA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48B76-A2B2-4ACD-946E-2E2A1006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86CAB-C646-455F-96F1-D85226D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00DD14-224A-40A5-B5EC-BC357146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2BC649-0233-4632-BDE0-CB49034F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FF80D4-AA49-4A9F-8BA9-98FCF37A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알고리즘의 공약수 보존을 a=qb+r를 이용해 양방향으로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7B95F3-126A-4E78-8B33-62ADBF2F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D165E-DA03-45DA-85AD-883E46C2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D342F-2CFD-41F4-BCFF-455E2CEC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8CA5B-1084-47CC-AEC4-17CD642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D3CB80-19B5-491E-B96A-5EF1642E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82F33A-E813-4B62-BE56-E4CA24E8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D4D-4C15-48AF-8FE3-C68A64B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1520E-959E-4A17-98B5-03E8EE65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E03F7-A28B-4549-B2BE-3A65C600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645AD0-74AB-4ED3-980A-D72C6087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CF6C5-9139-4557-A240-49A6A082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7A7F18-DD5F-4BC6-8705-97CE45DD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알고리즘의 공약수 보존을 a=qb+r를 이용해 양방향으로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58314-1F65-404D-BC45-3F578A4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B20E02-E098-4182-A711-8CE22A0F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d가 a,b를 나누면 r=a−qb도 나눈다. d가 b,r을 나누면 a=qb+r도 나눈다.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EBCAD39-424D-4EE7-8FF8-0720DA18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C70BB-6DAD-46A8-8400-A2D3EB8E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72D799-ECEC-45A9-8243-1957BAF5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공약수 집합이 같으므로 가장 큰 공약수도 같다. r&lt;b는 종료를 보장한다.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0240CB-E111-46B9-916D-292B60A6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5B01D4-5D3A-420C-80CB-45825CAF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5A866C-E1AD-42A1-9B9B-D66F7E8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9EBF-518A-40F0-8AAC-6D55BEB2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15D6D-1622-4BD7-8BE5-545B437A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B18D0E-059C-4F69-8608-9C21A2E8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D5C733-0861-4A78-80B6-7021BD2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E2C693-175D-4014-9CEC-4AD8FF1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AD06BA-E71F-4A22-81C7-C8CE3401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D4E3F-0342-4952-AAE5-45FEAA83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CF4A1-38F2-4AFF-B2E5-D0E224A4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F8ED7-A3A7-4984-847E-D01169F7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6C8863-E0B3-4E09-9E3A-634E2356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00C6E7-111F-4D5F-9267-874D16FB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5B0A94-C3CB-447F-8F3F-3ABB275F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D4A9A-C9FA-4399-BA33-4A23072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9AEB6-974B-4EC1-90E1-22A841ED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5214E9-D141-43F4-A473-A72F62C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994AD1-09FC-4DD6-9CAA-A669BCE9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B786F4-DAF1-4F5C-BD58-6CA8513C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 문제인가?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38FBD-5097-4E5A-9890-9DE2CC3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9ED10B-E6EF-439F-9B71-7695864B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C^(n//2)를 중복 계산하여 호출 수가 늘어난다.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FCC3F13-B765-45BB-BF7D-3C365D31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C1637-2A04-4FCA-B3D6-BFA381E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EF6CC2-DBAF-4EA2-BD63-3EEFF412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번만 계산하면 Θ(log n), 두 번 계산하면 n=2^k에서 Θ(n)이다. 결과를 저장한 뒤 제곱해야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text-28-64">
            <a:extLst>
              <a:ext uri="{FF2B5EF4-FFF2-40B4-BE49-F238E27FC236}">
                <ns2:creationId id="{539B03F4-2C0B-4BF9-88A8-A4DFD8EB62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F8EE3E41-17FD-41ED-ACA5-EF27B5AFCF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156310CD-27E0-4CAA-A828-FC345AF71ED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>
              <a:ext uri="{FF2B5EF4-FFF2-40B4-BE49-F238E27FC236}">
                <ns2:creationId id="{35F97555-F3F6-4BCA-8C2E-C4F5B738BC6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70783E85-F522-4514-9465-7D956FA00E9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E33BC2B0-7248-4E97-98CB-428ECE55A80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DBB6B1AE-BB28-4A2E-8260-520BACDCC0C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08F502D5-4FFD-48D6-9DA5-170EC75C1855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3295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다음 C 코드는 피보나치 수열의 다음 두 항을 계산하려는 코드이다.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갱신 전 a는 현재 항, b는 다음 항이다. 갱신 후에는 각각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기존 b와 기존 a + b가 되어야 한다.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a + b;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① 갱신 전 a = 2, b = 3일 때, 위 코드 실행 후 a와 b의 값을 쓰시오.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의도한 결과와 달라지는 이유를 설명하고, 임시 변수를 사용하여 수정하시오.</a:t>
            </a:r>
          </a:p>
        </p:txBody>
      </p:sp>
      <p:sp>
        <p:nvSpPr>
          <p:cNvPr id="9" name="text-405-64">
            <a:extLst>
              <a:ext uri="{FF2B5EF4-FFF2-40B4-BE49-F238E27FC236}">
                <ns2:creationId id="{3ADB94A4-8B5C-4A3F-9DD8-F7B5AF20955D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배점: 실행 결과 2점 · 오류 원인 3점 · 수정안 5점. C 코드로 수정안을 쓰시오.</a:t>
            </a:r>
          </a:p>
        </p:txBody>
      </p:sp>
      <p:sp>
        <p:nvSpPr>
          <p:cNvPr id="10" name="">
            <a:extLst>
              <a:ext uri="{FF2B5EF4-FFF2-40B4-BE49-F238E27FC236}">
                <ns2:creationId id="{C5C847BD-6D5B-4545-B5DF-460599A66E24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2CA297E0-CB1F-414F-9FF9-D23EC01676C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">
            <a:extLst>
              <a:ext uri="{FF2B5EF4-FFF2-40B4-BE49-F238E27FC236}">
                <ns2:creationId id="{A7918E3C-C4FA-4B0E-8001-2EE82D24A75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ns3:creationId val="462685519"/>
      </p:ext>
    </p:extLst>
  </p:cSld>
</p:sld>
</file>

<file path=ppt/slides/slide15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text-28-64">
            <a:extLst>
              <a:ext uri="{FF2B5EF4-FFF2-40B4-BE49-F238E27FC236}">
                <ns2:creationId id="{D3A8C46E-3167-46AD-AF51-A768F6FAE00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93E00D85-BBC0-473E-BFE4-22A21FE2C5D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3D3EB6EF-4FF0-487F-8B67-59D000AACE1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>
              <a:ext uri="{FF2B5EF4-FFF2-40B4-BE49-F238E27FC236}">
                <ns2:creationId id="{F75EA706-EF5A-46AE-AC56-3400EE6FC7A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4BC3A738-C129-448B-BCB6-2EC63E19C9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CF14CBCE-6FCB-4D0D-A4BD-EDA5CDF7B8A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78022B65-003C-47A1-B915-0228868BB30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4B1C598B-DC82-4812-BEF1-2489A6A3FD3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2, b = 3에서 순차 대입의 결과를 확인하고 수정한다.</a:t>
            </a:r>
          </a:p>
        </p:txBody>
      </p:sp>
      <p:sp>
        <p:nvSpPr>
          <p:cNvPr id="9" name="">
            <a:extLst>
              <a:ext uri="{FF2B5EF4-FFF2-40B4-BE49-F238E27FC236}">
                <ns2:creationId id="{2399FC36-FF3D-458A-B002-C97FF5CCB37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ns2:creationId id="{CB82FF44-5953-422E-B92C-8A5BC80CC837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04394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① 실제 결과: a = 3, b = 6    /    의도한 결과: a = 3, b = 5</a:t>
            </a:r>
          </a:p>
        </p:txBody>
      </p:sp>
      <p:sp>
        <p:nvSpPr>
          <p:cNvPr id="11" name="text-324.4-64">
            <a:extLst>
              <a:ext uri="{FF2B5EF4-FFF2-40B4-BE49-F238E27FC236}">
                <ns2:creationId id="{2D01AB26-B534-4D1A-A4CA-13AF1EDA285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>
              <a:ext uri="{FF2B5EF4-FFF2-40B4-BE49-F238E27FC236}">
                <ns2:creationId id="{EB3067C4-432E-49B9-9410-7965F1195DF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ns2:creationId id="{0E8AB619-D76A-4EDF-9903-1FF53A9F217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2533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a = b;를 실행하면 기존 a의 값 2가 사라진다.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따라서 b = a + b;는 2 + 3이 아니라 3 + 3을 계산한다.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int t = a +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t;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덮어쓰기 전에 합 5를 t에 저장하므로, 갱신 후 a = 3, b = 5가 된다.</a:t>
            </a:r>
          </a:p>
        </p:txBody>
      </p:sp>
    </p:spTree>
    <p:extLst>
      <p:ext uri="{BB962C8B-B14F-4D97-AF65-F5344CB8AC3E}">
        <ns3:creationId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90184B-FC55-4428-BC5B-15BD172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A1589A-8BE6-44A1-90ED-332D2CC8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F672D0-A73A-4F20-BFE1-739A8BB8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4736C-0C42-4FB9-9AEA-867B379B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AA9A6-1B79-4EE6-9BC4-2182799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2F3266-3D22-471D-A3BD-181BDC4D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0BEF90-666A-4EED-A0AB-FB11D3D3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21EAEF9-ACA4-45DA-85A2-53097886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5FE96E-7ECD-4450-9775-924FA06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51023-680B-4653-8908-511AB9B6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18A3D-F6C8-4F17-B0D0-C402D3AC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B951-653F-48A1-A4B4-BC28DC4F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BBCC55-A492-420C-AFD4-B8126AEB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318C46-F8D7-453B-A87D-C61A73F1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1E3E1F4-5662-4217-8CC5-C6695EEC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56807-E9DB-41E3-8EF6-EFA6929B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7EB91-9859-48F9-B3E0-1EECB226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851858-5591-446B-A10A-F1073CE7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FFB0F7-8B58-4DC5-B4B7-48C76431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861B28-706F-4C76-B9DF-5356FD9B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149F7-6AAA-4B83-8D1F-5C84AAA4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2307B0-FD51-42D2-940B-277FEC6A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키는 오른쪽으로 이동하지 않으므로 새 key는 기존 같은 키 뒤에 놓인다.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8DD9FA6-083A-4D2F-AA79-1D0F9230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44EE6-7B1B-4E09-8D10-2C3273C1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804F92-99A4-4251-99C3-38CF7415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비교를 &gt;=로 바꾸면 앞서 나온 같은 키를 넘어갈 수 있어 상대 순서가 뒤집힌다.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2C7960-3453-4834-9A4F-D683D968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F9310-21A0-4006-99D5-D7B185A3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8A3B7D-75D9-4AB8-9E1A-AF784C78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D7218-1C55-44BC-B482-F4D7159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171E1-FE38-4207-9DF2-BDEA47CC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C7CD8-B78B-4DA3-BF62-427D4AEF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574DD9-CF38-46C7-9CC7-0F01D33F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323732-9AAE-44A0-93DA-76AF16C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C8CFCBC-E014-4EBE-9A59-11638E8B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F66F6-0357-4F3E-B458-572AE9E7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32E2E-2F86-4AA7-BAE0-13869C1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104AC-7C62-4FC2-87E4-1AC2E9F9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A2FCD8-2474-428E-8A1D-2B9A0604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A68C81-0485-49F1-966E-50E4D1C9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5DD03D-7F8D-4EEA-9A60-BD84E4D9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7F4A6-39A0-49B6-A35E-FD53441E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D42F9-21C3-44E6-AA82-BD236F7B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2835FF3-E062-4ED0-A81E-738DA6EA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F89A3-6E92-4C3D-9E27-12B54C52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39ABE-CF22-4478-A095-315C286A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60E47-DE7C-4430-82A7-71E63BC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F957E5-ECE7-4DC0-8FFD-DA0BA504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정렬 입력은 이동 0회이고 각 단계 비교 후 끝난다. 역순 입력은 1+…+(n−1)회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이동한다.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2DDD1157-05B1-4511-9D10-B64EFB4B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B2AB4-A5E6-4EF5-9C8E-1CBA4FB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653104E8-5418-4A0E-BE55-D435D094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바깥 반복 횟수는 같아도 내부 반복 길이가 달라 최선 Θ(n), 최악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BEBC5E-51AF-4C4F-A019-7249F335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121246-1341-4C31-AA23-630D325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E8667E-1306-44B6-B19D-5B5B1563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9477F-A661-4DBB-8AE8-8773435E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D1074-9F4C-40CF-8833-E6A764E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2452F4-6042-4B7E-9A9C-C0D9CD96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6A07B7-D217-4ECA-9312-E3AA535D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AE22E3-0026-46A0-943A-4C1B632E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635470-7565-4713-BB1B-9D9A9B8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944AB-133A-44D8-A11F-DE21E58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DC4AB-9E21-4686-B9B4-E5C8996A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090E7-D81A-4FB7-847C-9CA9FD99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748ACB-02BD-42E5-B436-AEBCE55B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900F97-2CFF-4C52-95D6-55AFF65B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1E11BA-17C0-4B31-8DE9-5187057F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35D4A-CF64-4159-B4DB-A74BF16C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DAA45-0908-44FB-AA2D-C25E99F3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082A9-367D-449B-8A87-A1976E92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DF94F0-6DAC-4272-9F48-676C8875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BB8F30-265E-4C10-B63F-38B75919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4903C-B082-4010-98DE-EEFD6B0F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CB6F3F-1240-4DB7-B632-D7439FEF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기울었을 때 가벼운 쪽의 가벼운 가짜인지 무거운 쪽의 무거운 가짜인지 구분할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없다.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FD3B8FF6-B1B9-4EA2-ADEC-A1B4B150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6460E-9D5E-4118-B346-4CFA8E98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485C3D03-764B-46E2-990D-0D6FAD6F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전략은 가벼운 쪽만 후보로 남긴다. 가짜 무게 방향이 미지이면 후보 상태에 방향도 포함해야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8E0697-CD05-41E5-BBB8-22F6CC8B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CCF54E6-1B01-4EA4-AF4B-F9E468F0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7C5BA9B-FB31-40D4-B90F-CED38E1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81805-4647-4C2A-813B-828ACFF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6B8C6-1BEA-496B-8BC6-B5D33D67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912E9E-18B9-4245-8FB8-73686A4A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D16453-A424-478F-BE35-B88C7BF5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5F7BC3-1D59-4F22-B1D7-F85F6AC3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 그룹 동전 탐색에서 후보가 3^k개라면 k회가 충분하면서 정보 관점에서도 필요한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57A476-E783-44E4-83F5-9197C3A1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3D0F6-E19F-42AA-8707-60CA6247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2D82-F0DE-4DC1-BE18-5963A919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C0711-A5A3-41F5-BF9C-B9A805F0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7D7F7A-9289-409E-8AAC-40BBE46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132F1-C76C-4147-9F6B-D9C63C9D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422F21-786F-46FC-941E-E952F37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F2190-8865-4CA2-B724-FF14702D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5CACB-5754-4D12-B476-B110BED0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6A6E0C-8683-41FD-A806-3E4DE6AF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5F5C8F-9347-4F48-87A2-1C47084A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255451-A7D3-4D02-808C-5EE411F0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세 그룹 동전 탐색에서 후보가 3^k개라면 k회가 충분하면서 정보 관점에서도 필요한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1D61F-89FA-4199-A7C1-0B747489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DE129C6-48C7-4AA5-8F18-7D0051B9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후보가 1/3로 줄어 k회면 1개이다. k회 비교의 결과열은 최대 3^k개이다.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54E3578-C8A4-497F-8690-38FB84DD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8226D-DBD9-49A0-A035-C2F2BDE0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C9E5EC-5D9E-4913-99E6-5D2598C4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하나의 결과열로 서로 다른 가짜 위치를 구분해야 한다. 더 적은 비교로는 모든 위치를 구분할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08D9E0-3355-4850-A856-9D8577C9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13146D-6ED1-4E1F-A595-2AD6B6E1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C26DC9-6ECC-41B7-BF03-93CCD0B2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82804-11E1-4F74-849E-7F788F05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08F9A-DC27-43B6-9609-3EB19E1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E0B2F5-638B-4A82-A871-59E5271C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02D585-5C9E-4579-A2A3-584B2579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7A3D59-22A0-40C3-AC3D-6435546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비용 합으로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EEB9A20-7F7B-40EF-A15A-B7E476FC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C87BC-D042-4330-A594-6375F280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F639D-FC15-4BDE-8190-A581DB5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16E5E-B4E7-4B39-A8C1-A18A89D8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67ADF3-9308-4DC7-AA4A-DF4B8987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9C1F64-6305-468E-8D74-25B2D3F6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E4957C-6545-49FD-A244-C7BCD5E6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FE236-6B9B-49C8-A815-49524337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E5AC1-464E-45BD-A10E-98F5677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14EF9-DC09-4A55-8A88-37C3D0B8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7FB4805-9D46-4991-A096-D76E1DE8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E8353F-3737-4A4C-9103-6625787C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 이유를 비용 합으로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9C4FE-AE2F-43C0-A37D-F783EF66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46C7F0F-C5C7-4EC3-B6AF-C27C82FE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합산 원소 수가 n+n/2+n/4+…이므로 Θ(n)이다.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D96920E1-382E-42A3-A9FF-3A5B249B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04992-8745-4148-A0B9-CFCF08DB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25F4836-AED9-4E33-906A-1424E7B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 횟수만 세면 Θ(log n)이지만 각 비교를 위한 합산 비용은 입력 크기에 비례한다.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89F320-3472-4CEA-91CE-D517E71F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B049E-4C16-437C-825A-8BBB04B1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ACD9F73-36D4-4A10-90F7-BEC34500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CCDFB-40B4-49DC-B74D-51826CF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8A72F-41BA-4633-9183-4BA9EA64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8C05873-99A1-4705-8651-3069BA35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2BCDE0-AD4F-44F0-B44B-4A028B37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3409AD-A8E3-49A4-A585-B41E92D1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5031DA-3C9C-4E1F-962C-3D02EB2A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72651-9E80-4CB3-AB0F-AB719413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F1FFB-5E2A-40B2-937B-0646C02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F4363-BFD8-4231-ADE2-D48779E5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07FF6D-5397-40FD-B851-6898624E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D47A0-0F15-4E29-81A5-E157803D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E39BBC-9748-4EF8-9206-6863C8AD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7DD93-059D-417B-ADAA-189AC111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06E63-28D4-4ED5-939E-878F4143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9E156-0368-48D6-BECF-1133B90E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29EDFE-3950-4C21-A932-08121EC0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AADE26-B3BB-40F4-B9AB-82CECAB6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 반례로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513DC-1F2A-4CB7-BAC5-729E1ADF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1A77E3C-3A8A-4663-B629-8A6A85DB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[1,2,2,2,5], 피벗 2,k=5이면 L=1,E=3이다. 큰 구간 [5]에서는 1번째를 찾아야 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9E82496-E59F-4923-A694-84C684C1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7850B-AABA-407B-8436-76C7E8C6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04A9676-C7FA-4369-8E7C-90EE92F7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k−L=4는 크기 1인 구간에서 유효하지 않다. 같은 값 E개도 앞선 순위에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F86FB4-B643-4140-8DC9-C0004F9A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11FD7D-E63F-4902-AF9E-EDCD4087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D3EE6D-6217-41B4-AEE4-3E2B4F62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86517-C7CC-4F7F-ACBE-CA186B8A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4656E-0B11-456F-89F8-521E2D8B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B02CC7-BB84-4195-B0CD-F34E2D23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81B63D-6D18-4B75-9721-0A90A0E3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65C2E2-DF22-447A-8374-60C0D026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4EB05C0-78D1-4EF6-9A2D-3E2A1DF8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A8727-6732-4862-A7AF-10666EE2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18FC8-D03D-46EF-9D4B-EF8D38D4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65864-2D3B-4161-88E4-93A8F2B1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EC4D7-5CA0-48DA-9365-59B0A902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049658C-0F7C-422A-A4E9-04883C2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67BB3B-B43F-460C-8F89-351C7ED0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4C0AB-1162-418A-9EC1-63632819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4799D-B7D7-4EA4-85AB-5C252033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D6DB3-3EC8-4301-AEDE-DD3FEFF6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83076-93B1-453A-9209-95EC37A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EDD2D-B9E7-4438-A604-879EF0DA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EDDFF-C4EB-430D-B7D4-E99ECCF0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0F4BCAF-0609-446B-B53D-76D4E859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무작위 피벗이 반복해서 극단값이면 후보가 한 개씩만 줄어 이차 시간이 걸린다.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E56E7B-C163-4AC4-B134-987F949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E4E5E-3E57-48B0-BA49-371CB9BD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E55F18-32C6-4653-8B55-783DF725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기대값은 피벗 선택의 확률을 평균한 비용이다. 최악 보장과 평균 성능은 별도로 표현한다.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BFCF0C-2200-4FE5-B757-2357F493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764322-A57C-4B35-8DE5-E652DC1D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BB2E0-09C7-407B-9DC5-DB516802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D8905-8E5B-488A-B469-F7B79773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DA5A5-8131-4CF7-A821-A6979125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3D28B-EAB4-42EA-8FE3-FC2A23E7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EB49E6-296B-4207-A829-010B7ACF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0814BC-EAAA-411C-A31F-477B2E2B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3D121-8380-4A5C-90EA-48436FD5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F5511-6DCA-426D-922E-B469F360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F9087-0100-472E-BF0C-B81226E8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CC733-BA46-4EE2-9C9B-63026D18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F5E19BE-88FE-406B-B111-3C7C1C7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7DB676-2821-4191-86F7-57D8EA78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A340C0-C52B-445C-901C-226754FD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DD18B-4C6E-4B3D-B506-27B9730C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5F262-C705-4048-8CEC-E2DCA3B3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D679FD-A715-40F2-94F6-0E9A4993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D2706D-5F69-42CE-9CEF-2951B722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85049-543F-4C37-9333-EA9365C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A574A-B9B3-421E-B796-DBB91B6E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3BA4814-454C-4AA9-923E-A056FD05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처음 x 이상인 위치 L과 처음 x보다 큰 위치 U를 이진 탐색으로 구해 U−L을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B5A38A-5274-45F7-8761-12CF34C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D7217-9856-4BF3-8443-6BAB089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60B069-1978-4C19-A728-E49881EB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x가 없으면 두 경계가 같아 0이다. 경계의 반환 범위는 0부터 n까지이다.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277CA5-54A1-49DC-9377-DC5BAD5C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3C91CB-6A9B-42A9-9207-DB0BFB9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FADB92-CD58-4457-8526-574FCB1C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1F685-36B7-4F03-AF1B-6375691E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AF19B-DF6C-4209-9DB9-FA24ECC1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75345-DBE0-490F-B855-EBCE73F3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6CB40-7667-4BD6-B7C6-1B73BE03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E90BCA-1BBE-47A5-A862-4ED1BE45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B0E5729-575A-477E-A230-CA8E54BC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F5DE5-018F-4C39-8614-B51247DE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04045-A703-4FE7-AB78-4BFC12A9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D2112-AC81-48C3-A14F-6522E506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BEF29E-A37A-4D86-80AC-E412C538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608FF1-09E3-42DC-9E6B-24E4FAFE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B60470D-8BFA-4624-92C8-12D28A65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5F96B-7F84-4E6F-A9F4-B4BA7E59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3AD11-957D-4E0C-954D-A94FA27F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1605A3-E8ED-4C2A-97B3-B71206AA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EE4EA0-ACDE-4F15-88B6-71075D2F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1E6667-D468-4CCA-931C-18A3C912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88EFE-D2B9-49B0-BBFA-ADCCF0A0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1A12F5B-43D8-4757-BC92-63B93C05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단계에서 새 원소를 삽입하는 비용이 최대 Θ(n)이므로 전체는 Θ(n²)까지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736D59-3742-4076-BE92-1A9918FC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3E3B9-BEE4-4F90-884F-52E939EF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AA2C693-D13B-45D6-A1E5-B5433622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수와 단계당 비용을 곱하거나 합해야 한다. 입력이 이미 정렬되었을 때에만 각 삽입이 상수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9791C-D754-40ED-A7F3-8ED44F5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AD45-CAE3-4529-B8FE-831577F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BC97-B071-4764-BC48-7CB9516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29428-256E-47B3-9B6B-035CEE5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0D854-A289-4D0F-A1FD-273083A2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C87480-4AA0-4D13-98D9-18DAC69D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DD64C4-992E-4009-845B-2A29EBC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E3853F-3017-4CFE-A156-5A5C4140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필요한가?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522DBD5-D1F9-40AF-BFC2-DBA529FE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8D1C1-E595-4F62-8406-4AB5C002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DD853-8D74-4C8A-8161-03610B0F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1843D-0D96-4447-9B41-92682CAB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4AB714-90E3-4657-A83E-EB1C441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2F28B8-0F67-4FCA-B8B2-8E79AB0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6FF60B-43B4-4997-A953-049568E3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599EC-8B85-4CDC-A27B-92E13F2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83E43-F6C1-4C0A-BB20-4D827876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F804E2-0245-4275-A82E-B49F0D8A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099B7-6B30-44DA-9D28-73BD5F80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F1751E-112D-422F-8B47-5F742091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 필요한가?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689EC-BE4F-4D9C-A425-3A2B4EE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00B1F2D-CEAF-4778-919C-8BA53FC3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감소할 수 없는 최소 입력에서는 답을 바로 반환해야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3FB500C-BA9E-4484-B654-A5500BF0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36B02-8D35-4795-A81D-2894FAD6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8E71D-54CF-4003-8608-0BB78B53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예를 들어 n//2는 n=0에서 계속 0이다. 감소식만으로 종료가 보장되지 않으므로 호출 전에 기저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사례를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54415E-9C1B-432C-8558-9DF94594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CC2883-0784-4195-A729-58BB350F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A821C6-4BB0-4596-95D0-5492333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F52CE-C9AC-4508-92EC-54D83CB3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EB9FF-1E2B-45D0-8294-1B42B03B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A82871-6990-41A0-92E1-F2266717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D8CA0D-299F-48E9-8181-28F1D924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4B22FB-6E9F-45A4-A3F4-0F5ACA94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E991635-DA7E-4628-AD81-9E43BB85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4B5E1-21AC-4B7D-B8E2-336CFD50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70568-111A-428E-8442-7611CBBE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D8B96-B086-43E5-BB03-B939AD2C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7829B3-E92D-46B2-AC20-41DBADDE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F33727-AC27-40AE-BA87-A93B4A8E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133A2A-4889-4942-BD71-D000E114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6C200-46AC-43C0-BBE3-7B6DBD5D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3C762-202A-47D3-A0C4-3F42E69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ED1DFF-22C8-4ED9-AC95-235232A7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0FEF44-A649-453A-9922-830666EE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C244A9-13C4-4CA4-9D82-4CAA522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3BE14-FAC0-4FB6-8E71-7BA5F2F3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74A69A-D0D6-41BA-89CD-45E3364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깊이는 k+1=Θ(log N), 출력은 N²개 위치이므로 시간 하한 Ω(N²)이다.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3CC45F5-1148-4459-8A65-EE4E23A4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DE321-E256-4CF3-9BFF-019D71B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33DD3DB-DDB2-4823-BD40-96C0E59E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하위 패턴을 한 번 재사용하더라도 최종 문자열들을 만드는 작업과 출력 작업은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320EEE-CFD6-40F4-8EBE-BFE91669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6D24A1-EF6F-4145-9925-D0A615C7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B58F-F967-43D3-B957-42F5FD41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8BA10-B3FC-4759-A65A-9708AFF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E6729-B5DF-4876-A225-C79B1488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D13F11-3CE4-410F-9CBD-8FC4AD04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D3A7B4-C62E-4D4F-8F97-EF048FE0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B4E9AA-E801-4CE7-8AB8-29FE3BAB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a에서 x가 처음 등장하는 0 기반 인덱스를 반환한다. 없으면 −1이다.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함수 이름은 first_index다.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B0C8662-D1FB-46EA-A437-DC52F050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C47FE-8964-4000-A0C2-68AC34E8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6DEC5-082D-4D6B-B485-41DCC33D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BF02E-689C-47FE-9798-C7BE3234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34F792-0883-4C94-8B62-F44B653E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86E002-ECEA-4F66-BBB9-2BB0217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A9C1C-0C3B-4736-8EF3-17AC431B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D0358-6116-436A-B0F8-8087960A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562CF-BF0D-468A-9DDA-C0E89953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3A6AB-2D68-4E66-8CBB-E520A3F6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336B88-0315-404F-AE26-66BBD473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09CBFF-E0E0-450C-BB3B-FF89F24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93A64-63E2-45CA-B914-E577205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2C0D78-3F92-4528-941E-560932DF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왼쪽부터 검사하고 첫 일치에서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141D2D-71A7-49B6-B808-63B10B47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129D7E-EDCE-41FD-B7B9-8D5915A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A8B2DA-FCDA-4352-9E32-06DA5B49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C0F782E-3F85-4D43-94CD-793B938B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709467-D3DE-4746-9A0D-C37AA2C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95E5E2-3F2A-4E7C-B06E-5B9C3472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0F82C-E9AA-4E46-9C99-88B467F0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9B36-A763-4F96-BDC7-EE718C11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41E65B-2AA9-41FA-8E0F-E3F0D6B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63AF0-50A0-42A0-9CD7-CF108DBC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2DF307-979B-40CC-951F-DB566452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50D6C-DBD0-4E24-A27F-57E160CF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A7BAA6-93C6-4192-A65E-E0D587C6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9FE319-C944-45F6-8149-130F8AEB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first_index(a,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84B8E2-4478-475A-B4C8-041A68D4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DBF1F6E-AAA4-4E0B-832B-A470658B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i, value in enumerate(a):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D59F25-9781-4949-B30A-C07DD50B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765E98D-654A-46D8-8611-CC4C7980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value == x: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E547B5FD-10E7-4E62-B47B-28CDD05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C01A1A-296C-45C3-B5C7-AF82655D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i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D7BCCBA-27F3-4ACF-8384-E6143AF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42700C3-00C0-4396-9994-DF9D6D8F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C512BB7-AE11-4570-ADF4-8E3876F2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4E5B8A-B8F8-4963-B93A-94293437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1115A-99EC-4046-AF83-F73FF10E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8C03FF-480A-4FED-A6EE-3697605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EFD36-1525-45E3-B303-6A5BD457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60660-067B-464C-A177-A839B091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571525-AFFC-441A-891B-2961F0D0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3F83C8-4469-4777-AA69-86A1C5D4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110C633-A338-40BA-8285-B5EB9F19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51CF-8C0C-46F3-8CCA-A983477D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600369-B8C8-4536-A3B6-DCD98EBC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6BE16BD-1213-41EB-A0EF-158DE246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first_index(const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935C9D-40CD-47AD-955A-DEC72DBE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329EC73-F4DE-49AC-BAE5-D89901A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n; ++i)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D07F288-7EDA-4ABD-BC7F-ADEB3EC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CA12AC-8558-4356-BAEB-09DA8BB8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 == x) return i;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7AF3AE4-8654-4887-B8A7-069ED538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E7C43A1-6056-46D7-8292-D7815A16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6D40B87-931D-4B7F-811E-C8591A25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9A647E5-7221-4E56-9A71-F4F8FFC7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9B12FA8-40D9-401B-BDF0-B65FA1D4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D7A4F-23BF-469B-B4D7-C1A52BD1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9888C-8BBC-4B5B-B3AE-965438C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AAAAB-A480-4C91-98D7-83DDA423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A00D2-EB6A-481B-B9C4-36B73A23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1AD20-9674-4794-82FB-58FF32E8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0BED4A-9319-4D79-8642-8B31F831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DF5C2C-2D84-47F2-8701-BDF7EAE5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3B9C99-D37C-4220-B8FC-706460E9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정수가 오름차순인 배열 a에서 x의 0 기반 인덱스를 반환한다. 없으면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−1이다. 0≤n≤1000. binary_search를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44F5F9-EA44-42E2-ADD0-0E37E702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B48B2-3454-4FD3-B26F-959DEB7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0248E-0D1E-4533-9327-FC03593C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8B6EA-FF5B-4410-B34C-3E8838E0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50C2F-C484-41A1-8FF7-D3C4203C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4A9B81-E9F2-4F9F-96D8-8BE649A9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19072E-512C-4290-AF74-80C64036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6CC67-E5CF-4919-AA10-28A85DA2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4FDEE-AF16-488C-B8ED-0F898A3C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257BD6-7A99-425E-94C8-BCE4BE3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53BFA94-BECB-4CB5-BE1E-6AF6A39A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53B952-13F9-4164-9870-A32730C8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A460A-5ADA-4BDC-BB01-037BD766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56FE5D2-3465-4C97-8CD7-7BDE5481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끝을 포함한 탐색 구간을 유지하며 중간값 비교 후 구간을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040D0F-8D1A-4828-BC47-E2EFDD32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4C7CC-4695-4443-9FFC-ACEDF0A4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DAA2477-954C-4E66-9E13-9BD26FD1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D7C7D6-FB4B-43AA-8934-CA489B7C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A6957-25F7-48EA-9878-6F856C7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430203-D8C2-4EB6-A416-E6A2FB2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AE8C3-F07B-4EBA-9EDA-61D0009D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F22A8-7FCC-48DA-B94D-8BCADBAC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36486A-9084-4BE9-90B4-AB2FAA0B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347EB8-F636-4020-AE0B-F702A675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381F3DE-9CF0-4AD5-8558-7C2A0C4F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88B2B-F2BF-41F6-8AC4-A21BFFFB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C73B3B-5815-4804-A4B7-8E3F04F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3307E55-77EB-4F3B-BA03-CBF9F787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binary_search(a,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51C4442-B727-4D31-850F-6205E9FE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28A142C-EB9C-43EF-B587-CF82365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2AF37F6-4EAE-4CBF-AEF5-9BE340E6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B03C0C1-D7CF-4263-B63D-2ADF7D9C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E91B19A-1769-4F57-8F6C-BFF4006F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85FB31-5B53-4EA0-BCB5-CE228E1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lo + (hi - lo)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071DB6C-4230-449C-8CFD-E7DC27C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DF2A1A-0F8F-49C1-AE77-8AB468D5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==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4421F15-A285-467D-B921-EF6263AA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DC86486-CB50-4851-A539-064268B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mid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E82649A-4C3D-4280-A33F-A8B1AC9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06F2234-B4C7-4261-879D-58090B3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29CEC8A-5D72-4E39-85C9-6BD0E0C8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F558927-6888-4ED0-8428-55E7E667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AAD6F4-2000-4D16-A780-D6DFA396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5CFA954-03D9-40A0-ADCE-5DE90B1C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AC54847-137E-4C1F-BAE6-740F92E3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1DECEB5-5317-467F-B5A7-4224FBF4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 - 1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0B04F96-1ADD-4634-A969-6F31A67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06F241B-2CC2-4B7D-A68C-5DB6E58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B9D561-4899-4275-8427-469FE195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C9FE73-8EEE-4784-88AA-1A4DBA0B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91350E-23A7-46BA-B826-EC38BEE2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94B8D3-AF93-4FFD-9F38-0E5EA807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DC2D7-AEEE-45DF-BBEC-EA0FC370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1FF6A-33E8-4D23-A9E2-637CE96A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725F2F-CF3A-42B5-A741-B3F70660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5567D4-2FF5-4BA1-8222-6EC32463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0431F19-4D8C-4540-9AEB-118649AC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7B673-AEA3-4F2E-AF73-3E17E361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4530EB-ABB0-40DB-8433-F4E6B134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0250BFA-F282-42F3-9973-2DACDFEB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binary_search(const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BE967FF-FAF2-4BB9-89AA-3092E035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23189AF-F2F2-4912-B421-026E8AE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 - 1;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6511A18-FC0E-4A28-8A8C-F208B948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7B651C7-73AD-4B6B-8FB5-AF2EBFC3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A144DE1-77E5-4C7F-9D00-E69F1896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8E6A3CB-4111-40C2-B845-8252D097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AFB439B-B199-437E-803C-0AD0B6F7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1D6F367-D0E1-4EF5-A50B-98036859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== x) return mid;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982149E-F8E5-4332-AC83-F1DC92E6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2CC5644-7E35-47B6-B01F-AE407C35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64EF755-56D3-4B99-9BC6-98C16C00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A9DAADE-B67A-4F14-9949-D4BE4A7F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 - 1;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A149610-6A39-4AAC-B7D8-11EB9062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50530BE-2866-44ED-BA15-47B7EED5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F9A950C-10F1-438F-A9E9-00808A25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164C708E-06D9-4F70-91B7-35F034D5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14DFBE8-7CE2-46BF-A61A-A3265373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27C5E4A-DFEC-4F3E-84B6-7E3D406F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D47FD07-ADBA-4236-B214-5AFAF372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6F983E-BC07-4BC2-97AB-6C78C802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58778-05B9-4167-B9BB-3089804E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C6B8FF-9DC4-465E-916D-C70D3808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8D871-C80C-4114-ABF3-E9211F96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553B0-4442-4E70-8A25-FF6ED9C0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865C5B-4B63-49D7-A4D2-3982F2A3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CE027C-0095-43EF-96DC-D2D618BA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51EDDB-9FE9-4106-96F4-1A39A195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a[i]≥x인 첫 인덱스를 반환한다. 없으면 n이다. 중복을 허용하고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0≤n≤1000이다. lower_bound를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3C8519-DE47-4FE8-B844-97AABC03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FE5E8-5BF2-4BBE-9D29-E49C5F8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777F0-FB16-42C7-AA2C-264EE606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48C5C-5E81-41A7-B51F-FA1C9AC8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A81DA5-5B49-4068-8D25-8413B5D1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67A762-064D-4C04-8F66-B7B8601A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916893-4382-47C4-AA68-2F571FC8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29DA4-C964-4E2F-8C6C-8872F96A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DAF8C-B93F-4743-BD4D-FFA89A4D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A0397C-B9B8-404A-A345-D8095E6C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33A0A9-DC9A-4F55-85F0-0977137F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9DE094-A530-438D-BCA9-BCD7C277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530AF-95EE-489F-94AF-AB33891A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A4BC2A-BFBB-4BDD-B6A8-ECBBB6E5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반열린 구간 [lo,hi)에서 답의 경계를 좁힌다.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D86A48-0900-4C4B-A54D-7B0D54E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39674-D773-4D16-9B3E-477906C4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FFB1035-84F4-41AB-BE0E-FED7240A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E70756-1157-4127-A442-D28CD5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120BDE-9296-431B-8588-62A4094D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F6128A1-989E-44CB-88B2-7680F45C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D5DA6-4967-4212-AE10-0476A2E1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CFC1D-D901-40F0-AA57-8645FC07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4F1B76-E74E-4EB1-AB71-EFE73C5A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136038-8FD8-4FE2-8D76-BFADD3A9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9767016-AA78-4A43-ADE8-3AA96232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5D523-EB86-4034-9F8A-68B1C5FF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6781AF8-0C1B-4667-A74A-5E286D5B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307E381-D8AA-4408-BC2D-24DFBC2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lower_bound(a,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68C63A1-222E-4CC6-928C-F426F2B7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50A26B1-1FB6-4428-892A-A744236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0887C29-7C5A-458B-A0D0-FA12593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773050C-533F-4174-B775-8F6419EE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3711B2F-AAA5-40A0-883B-5C564D43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914A683-0E89-4C14-9DA3-93C27FA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F21C7E7-EACE-4A94-972B-789A4D1A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6C634B8-3BC1-41A9-B25A-6272CD25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7D486ED-E8D9-4106-8AF8-7EC90B32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D79BC7-992F-43F9-83CB-B8A66529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B9D1C98-F015-4C02-8B0A-F15A1942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9420CB4-AA6B-4F5D-8956-F7E6E6CB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6B52B61-125D-4339-858F-DFB486E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CC15BC-CF69-4571-A23E-D8F57DAF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B0AB1-4F02-4560-8F20-8EBDB03F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EDB67D2-C071-4EE6-96A9-13EAACB7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93F7470-E5C4-4C10-9C5D-34516A04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E18CC-99AA-4B20-8F54-25B7460D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5307B-4FE2-468B-936E-F0879B07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176A8F-9A15-4161-84CC-888344D3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0CBDE-B610-4237-BBC1-5E43CA46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9773B-5E34-4FE2-A551-B08AF850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2032FC-8E32-413A-893A-576DDCBD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8803D-676B-4708-9CBF-776E106F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0B456CC-90D6-488C-B1B0-ED1D17D8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BE8C2-4BBA-45DC-8660-99CE276F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37D478B-275A-434F-9954-38B06DC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8DCCA67-1A81-4F6C-9135-39A75738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lower_bound(const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66975E-7AB9-4D51-89F8-F63E74A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C966EC3-FBFD-45ED-B654-DDD90AAF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A856347-D9B7-488B-96B4-1BB89790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668FF1-1DF4-4C80-BD20-EFBB2194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F9F8065-2DE0-464A-9DC4-136A2568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5282400-7B48-44EF-8587-83EA787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A3F9F8-3D65-475B-9D4D-238A42EB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48D6F76-7B15-4CBD-B407-019E3AD7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326CA37-1A98-4860-92B5-10180C0E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8D127F4-B9A5-4680-A2BC-4211BD77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C9838A7-B9BA-4933-B147-87CF0868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D482C5B-B64F-493F-B53D-D909E71B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164B616-6846-4EF7-B3D5-C985ADF6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68F350E-75CD-4B4F-B76D-CA3C541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0DBC6D-A463-49A2-B2E7-98385BE1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6442F99-3F30-46A5-8BA2-833A6E96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31B6AB7-6D2E-4C21-8736-4B9595AD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16BF80-3653-4BC4-AAAD-91E63E9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CC9C29-62A6-41E1-A56C-DF38E005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DD3F69-12E0-4B96-AE29-28943099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A1418-3ACA-43A1-B342-030C48C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72872-AE3B-4A45-93E6-95993891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5C99F8A-23BE-4517-900F-EC25B1DF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6DD0B3-AEB9-43BB-8A9A-08CA8E43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BE2BA0-73BA-44C7-B7D2-0012B979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x의 등장 횟수를 로그 시간에 반환하는 count_equal을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x 이상인 첫 위치(없으면 n)를 주는 lower_bound가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AACB9B-B6B2-447D-9121-B83A7D66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9D40C-3258-4D72-B083-376556A4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FF132-4BE8-415A-BB9D-EB4233E7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33F65-A245-4840-96B5-D7243B3A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F727C4-0466-4156-A09D-044004ED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44B5F4-FABF-4984-A924-A2934E26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D3F565-C294-43EF-A6F7-4178B949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1FD5B-60FD-4502-9BEC-680B6A67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35939-EDE1-4641-B730-784067F1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317D1-3220-44FB-9688-C462E01E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21C2B9-0E6E-4724-B460-6EBF0CC0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48049-AA48-41AD-A6C5-A2469BC6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82511-A37F-4168-8058-DCF4CA0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1FB21F-30B6-4E82-8DF2-613E3B36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x보다 큰 첫 위치에서 x 이상인 첫 위치를 뺀다.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1F1A2DD-1A6F-44F6-8D86-D4FDAC83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97A55-9FC7-40B4-BADD-46AC3F3C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063EBE-E2BD-427B-A557-101ABEE0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AE73C3-891E-41DC-B0ED-84237AEB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5B02AE-98D2-48DD-B9E6-DB02E2F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726A58-C890-4924-90B7-C982FA27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3C36F-3B26-4F2E-914A-EADBB510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FFF63-2D71-42A1-B8BE-45542C9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1ED51A-B473-4E3A-810C-5A7DDD2D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90ECD1-8C4E-45F1-995F-E12EBB3B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D89DA4-4130-4D55-9531-421F4BF4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097CD-F9D3-43FE-A140-644F2DE3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AF3B9E0-5C39-4314-82DA-A9C2B122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78ED3E-A931-4941-8015-200F36F6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count_equal(a,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254AD35-040F-4594-B9F7-5D7A8975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362AB32-D369-48B4-9131-DD6794B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E8E20A-620B-4D1D-9C6D-F0ECC723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A99D450-CD60-41B6-BE7A-065639B2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51B3BD1-4B3B-47AD-AFEF-A7C7B819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63DCB8B-D1A9-40DC-9B99-50DC50DF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49225EB-E96C-4465-A77D-ACB85D5F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4EE2C31-708E-49C2-A5BB-8E57E3FE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1762ADB-9A9D-4A8C-83A5-99EAD0D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CB2BFD0-C5C7-485C-A24D-98D5B07B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38CC62D-94BD-4EF1-B36C-AB1FD0AD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70AD018-113C-4225-ADCA-D6C78111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2801607-C517-4534-82CC-C6B37198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90A6F7F-36FA-4C74-A5E9-740BF8F2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475B554-1A00-4FE3-A8DA-3ACE927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66AAE25-1C66-4E43-BFE9-444D069D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x)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D4A2352-8647-4D68-82AD-208B5F6A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A5A441-FF47-4E00-B6F9-68B74A9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3BABEF-A3A1-4EE6-881A-D274948D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045898-3DA5-46D3-B7BC-73B18AA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C29BB-CD13-4FB4-8398-206EC3F6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6F784-ADFC-4233-9485-52AEB607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182658-53C0-4600-A9AD-0BD90E8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77CF6D-41F4-4491-8D80-EAA50F42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B5A0AB5-1B84-432B-873D-020FDFAE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F926D-2766-4825-9AA2-84810DB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D26A879-EA2F-45A6-889E-571411FC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1F23007-51F9-4FDC-BF3A-84B76C4D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lower_bound(a, n, x) is provided.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58F4907-273E-4BF8-A45A-9F11F64C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4FD7878-4054-4824-B177-FB049A69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count_equal(const int a[], int n, int x)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74C93EE-6407-491E-B4D7-EDA9B9ED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99B243-4B4C-4546-88FF-06F1944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400A35D-8A1F-4310-8833-B5E56378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2AD6AD9-B953-4BF8-A7EC-E25AA0B6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8F1994D-2F95-4E54-9E47-EAB5CE13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58AEF70-8CF1-49E2-A8C3-CC8A1521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B989965-C8C1-4B82-BF87-0B92CF37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9633AF2-31CC-4417-913A-D7DE899A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&lt;=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D7557F0-2D45-4E32-987A-AD43C3E7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24DC35D-EAE3-4B3F-88A2-61423D4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3CAB04D-5675-4ABB-B247-6BF85146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35388B3-C27F-4C00-94AC-1F0E6971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8DE745CC-AA1B-4395-9972-182C7B2C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9B6A0A61-FC90-4F9B-9211-E18C14C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n, x);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90F1EEE5-C79B-445B-9E7E-918EEB3B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A3B82A7-A1EC-469A-9911-3336CB69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ADB80BF-175F-4500-8665-25782140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26D9D7-B440-4D83-9362-B4A106A9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C62BDE-4264-41CA-96A0-2CC43538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797795-2A5B-4236-8B3C-99D7A6E3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1487E-8C24-4416-A66D-113E5211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C0FCA-F8CF-45FB-A54F-72E4F92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F9AED1-44FD-4C7A-B293-22017306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CF831A-10B2-46DC-B343-7A1F5325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609DD0-B201-4497-BC28-4B1A8828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0≤a,b≤10⁹이며 둘 다 0인 경우도 허용한다. gcd_value(a,b)를 반복문으로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작성한다. gcd(0,0)은 0으로 정의한다.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C1CFE57-7409-42D3-AACE-6984902F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AE4E5-3A8A-45D4-82F6-67CD76B1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EB4F1-A875-4848-B715-965F3325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FF6E8-E148-41C1-BDA1-0118B1DD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4E3737-5507-4109-A966-1B525B53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E186EA-C7B6-4007-82C1-2C5A362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D1D41E-8C51-44FB-9744-9CCF7846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404A7-6C5A-4B23-AA39-FC565F12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C7537-A30C-4BE2-9925-BB7413E3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CCF2BE-9D74-430F-8D37-5BF3D283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75617-5440-40C5-A039-EE19AC48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D54DA4-9A30-4242-B71C-5986DDEC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43096-DD1D-46A3-9284-DCD4C628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F6FA5-9443-46B5-9432-236CF481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(a,b)를 (b,a mod b)로 바꾸다가 b가 0이면 a를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7343DE-6CC5-4D31-8B86-61C0F5D4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D9060-F92A-411C-A2CC-D5A689EE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F770A4-7998-4281-8E44-2D9FEF22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DDC2EF-FD68-4075-8CD2-EDAC341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15E575-8E0B-42A3-B339-3DCDAF39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5B136C-3B83-4D27-A9F2-DE11EB5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718CC-EE5B-43B9-87E1-D834761C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93451-9F82-4A56-9DE8-F9A3E657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C22965-6654-42E3-B807-2F9B335F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CC1134-3E62-4DED-A75C-A1216CFC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A3300B8-6565-47A4-8331-A8C83FF6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F6DC0-38F6-4137-B829-B582EC10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6A5DDC-6847-40CF-9731-FE16FCC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A65515-497C-405C-9906-D83313AB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gcd_value(a,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89ADD090-30AE-49F4-8089-CF6074E1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B6D832-E417-4B0D-814F-80A3D256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b != 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6896543-A602-4809-B4D2-531331F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381269E-3340-4BB7-AA2D-9791AB88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% b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EB60610-A081-4FD3-B898-63E7496D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FD037D1-FF4D-4EFE-AAEE-63F7B8D4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0FAE23-7492-4B1B-A35F-C25787F1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715C93-F73E-4954-8079-063D3900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9E278D-51C0-4F62-9731-288530EF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CDD5D0-E8CD-4EEC-B5AE-70F3FB41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5221E-1CD3-4618-B41D-411090D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49B18-F888-43C6-8450-D29F722B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B90023-AB2F-4D10-A433-1097BA90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3F82AA-BE9C-4C6B-9BAB-CA1B476F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19B9924-CFD3-463C-ADFC-BEC0B45A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39195-6C41-468C-8145-1A68C9F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FB36CF9-9A08-4E4B-895B-F4BD39A5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26643DA-2E0E-4EF5-BE3D-0E5A71A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gcd_value(int a, int b)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31F9AF-BA02-4B70-BC14-25152DAA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097DD7-5EDE-4521-8787-FAE2F30F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(b != 0)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81E085-8651-40D6-A939-D8B7A76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58DB037-520C-4EC4-8702-C450738A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 = a % b;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E847A49-7BCD-44C1-83E2-8F104541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99DC151-4AAA-4561-B253-8CE31893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b;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1CB41B-8838-4F92-B45E-EE136959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C17381-6C3F-48EC-98A7-682814BA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b = r;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68A60-64AE-4D00-865D-871C3C7D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A1FD0F4-7FCC-4FF6-AA2C-590C4650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E57DF6-0099-4708-8259-BABA3E19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3692751-149E-40B1-B4E5-F3CBDC73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A4603F9-55CA-4CF6-A98B-8CA6C7DD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79AB74-3EF8-4201-99BB-FCE3810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0CBB284-583C-4A9F-890E-F8C6C744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48FBF6-76BA-4709-815B-68C7423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25DECB-B997-4ABA-AAE0-B7B1531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57994B-0C5E-4AEF-B569-C183B16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4FA8C-18B8-4E81-875E-712F41E0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2932D-A31F-46BD-8463-E5E5429A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9E965A-C730-465B-99FD-28E3C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EFB903B-7489-4D7E-9EF7-F012A970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5924F1-DABF-4B60-9EEB-A64A3A4F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power_mod(a,n,m)은 aⁿ mod m을 반환한다. 0≤a≤10⁹, 0≤n≤10⁹, 1≤m≤10⁹.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n=0이면 1 mod m이다. C는 long long을 사용한다.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89000C-8843-4407-B184-E5D563FE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7FE7C-B29C-4E2F-9246-56A6540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F9AA1-1DF8-4A07-AA4B-D88C261A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F7F1E-B34A-4C6D-A95E-E549B86D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B461A6-04B9-445E-95DD-BBADCECD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9FA0BA-DAA6-41EC-AF72-6F232596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7229D3-9E2D-4FC8-AF06-473D711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2B576-E22F-4BEE-8916-1958968A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FF66B-AFD8-41BA-9525-C9651047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F8E566-CDE8-404E-B87C-BEA1BD54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3146D4C-7B62-41A1-B56D-6358F4CB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989A1B-046E-4E2A-8C09-6934EC54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CE921-013A-4368-96ED-85DD6053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E80BCC5-BB68-4B64-8ADB-3C020882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지수를 반으로 줄이며 홀수 비트에 해당하는 밑만 답에 곱한다.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E0D48F8-803D-4FA2-8EF4-D49ABD72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08573-3B91-47EA-B1CB-53AD20A3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995789-0AF2-46C9-B8B8-C78032EC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4EEB7E-F6F0-4FBD-A81D-34081BE5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FA11CC-418F-4C1B-9FF4-336CFF1B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3DB834-5DCA-43F9-A8F4-D7696E4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71DC7-3F14-4694-9720-20DB171D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3A1F-961C-4853-A9DC-2D7066C5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BDFCFA-00B8-43C5-87EA-A9965E69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950F2F-D1D8-4267-A0B6-7EBFBD63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416E32C-D541-4425-AB8D-226D76B2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4D050-55B1-4BB4-BD2F-3C3C66C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A51D24D-4331-42C2-911A-9AD295B5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435BC9-1D91-4507-BE66-05D37FBA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power_mod(a, n, m):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A55B125-41BF-435A-8A01-7C28A92F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A9E144-E2AB-4825-AE31-E8980560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result = 1 % m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3450702-5885-4CF4-82F3-8319FD35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A3B4F97-E558-4AD3-9D17-B83E047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6F87A61-337D-4419-A6EC-60F7E81E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92F1A1B-D52D-4DC7-90BA-90665412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n &gt; 0: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A27C2FE-231B-48E5-9F06-9607765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A85817-63C5-4455-AD2F-A500CF2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 % 2: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4344FB8-78D4-4846-A0EC-3D1C9279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42AF3B5-90E0-4318-AB0D-9ECE8192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result = result * a % m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F59DED-333F-441B-A7FB-3A960EA6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CFD690-6F2B-4DE3-826F-DA07CCE1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F164CC5-0967-434E-9556-C11B6BD7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A405BDF-6CBC-4281-8BFB-DBEC770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//= 2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87C03E6-D163-4CBC-A6A5-0E7FCF5F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2BF95A5-646E-4FF3-AB3D-FB2FF39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111BBDF-4042-4343-9A82-1253ABC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1A5103-F790-4E39-85DD-62BF554D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DA2B49-2BE3-498C-872D-FCEBF071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5B771-6E87-47D6-B29C-5C4389F0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18A82-714A-40C4-AD77-59A385D3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C3672-2E1F-4426-A2BC-EFF1C6E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8B30C5-9C28-4E97-BE8E-8A857A5E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6383611-FB7D-4B2E-A599-54FC4F0E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0E79DA4-F6F2-41CA-981D-C32B948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DF474-233A-4030-AEA9-4B579D60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736CBC-DBAB-4AD2-8FB7-F7BD8AEE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01C663D-026E-4240-9F5B-D9576419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power_mod(long long a, long long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F822F44-CA1B-48DA-BFCA-DFCC684C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04C365A-9ADB-431F-A77A-371E2A4C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long long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DE9E3A62-77C0-44F9-9694-F707B850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7D0F03CE-0081-416B-AE5C-DF0C2CA1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result = 1 % m;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8E31023-34CA-4975-82CE-6EEF22E6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639D907-08D6-410E-A618-0AF00115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8EFBD50-989C-4EA6-B6B3-111B8954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A63C4A8-A79B-4F3C-B541-BCE919C0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(n &gt; 0)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341520C-BD63-4BF0-A3B2-F18A156B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4EFBA0A-8CC4-4038-A22B-40034920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(n % 2) result = result * a % m;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034462C-C100-484C-89AC-C162912E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00B30D4-D925-4D57-9BE7-13AF8769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E9D0B7B-E193-4C8E-9B5B-C0BA4CCA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17BA068-EDE5-4111-BE52-E20ED087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/= 2;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75FE12C-9DAE-4866-9FCF-6ABB2F64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4050276-05D3-49B8-A3F9-2AEA483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92EACFD-BF2E-4A58-8274-ABC1B8A8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FEAE79E-FBEF-4572-A8A1-EAAEDA34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06BD099-E040-45D9-A397-2BB0C70E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62281AD-554C-438F-8B18-94BFB027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3DF5E63-FF04-41D7-ADD9-4A07D1CF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O(log(n+1)), 보조 공간 O(1).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C52C60-1934-4658-9937-55AFAB86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6D1100-84A0-4B8B-9B3F-73E07AAB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AC89FC-1C3E-4B6E-93CE-904B16E2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742C0-A8B6-4C75-9B67-809D41A4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0F9E4-B502-4769-954D-9121526D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424848-77B5-4F4B-8DDF-B7604CD4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8B3BD16-D84B-4E2D-A3A8-68AB3BCB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ACEF92-5F61-4F1E-A650-1FA4168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a를 제자리 오름차순으로 정렬하는 insertion_sort를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같은 값은 앞에 있던 원소를 뒤로 밀지 않는다.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B31DA-F02C-42E1-99C7-FE2E80BE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22CF0-6019-4389-BB7E-2179CA1D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CF5EF-0A69-472C-BE4E-5F787EA1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4A44A-212E-4247-B8A5-274CC70D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0EB56E-D024-4EB8-8AED-9BE8AA0D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05E3FA-DDA7-4F78-8C33-952A694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F9B3F-1AA0-48D9-9573-B425C03C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D9B21-DF9F-459F-9C6A-E6C29F5D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EE52B-1662-4E61-A155-C7AABDEF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AA39AF-372A-44C6-8180-4BD60DA5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6EC371-F209-4E7D-993B-6EE698B9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FA6CD-39ED-4348-80F5-D84910F0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44413-8D29-4FC9-A23E-1E34A9FA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7DB824-8F6C-41B0-B6E1-0D81C5BB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값을 보관한 뒤 그보다 큰 앞 원소만 한 칸씩 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76B9562-951D-4269-A0AB-C908D2B8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17C5D-9014-4FB5-9293-F1B63B7F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784F220-1D04-42DE-A153-493A6839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CC4E7-0CF6-4946-AAA8-C7FF8F14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3F5CE9-E286-44BF-BF16-77D4CCBD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141E6D-4BAB-47C1-8298-97219401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44142-5174-4F6E-A9AA-16C49CE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FE726-7282-47EF-BC3C-728A5EBA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048307-2E08-4639-8BC8-B4699A48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D6D21B-D21D-482E-A8CE-41EA99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880C354-6AF4-4313-B71F-479F29EE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EBF50-9B92-449A-A7F2-6354713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59CA1E5-FB0B-414C-B6F4-8942C5A2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0F39BCA-A626-4E38-8B49-9B1EB783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insertion_sort(a):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53A66E-D100-4DA7-A49D-7E656679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12F81F0-B7D2-480C-83AD-08EE613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range(1, len(a)):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E59A878-9B08-4FCB-B6FF-D2159342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373D9A0-1ABA-4E58-83B5-0EE7B789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key = a[i]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A8DA337-A77D-413C-BC09-AAED5996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7C6E16-DAF6-4938-9548-4C24F82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j = i - 1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7B478BD-8EEC-4849-9FAD-F2E70E35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85A3305F-7F2F-41BA-AD63-DAF77DF6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j &gt;= 0 and a[j] &gt; key: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04F99-A951-45AD-9131-A369F71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649EA25-D346-4E31-B198-4FFB015B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151000D-A507-415B-A1C7-82FB066D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C370DA1-09C4-4B96-AC71-9EFA3365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-=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F0FCCDE-18B4-43A0-ACF3-A0FF03E5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78CE054-C8B4-497B-8AC4-FC7EF03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48D5D98-08C9-4282-AAF4-FC416E22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6A654DA5-D6F7-4793-BE99-17A8FF37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5F44F6-D3CB-4EC1-9E39-8F5AE503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8EB53-5FA2-4EBD-92C5-AD863304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F97E1-143F-4DF3-968A-913522B9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BCDD3-6635-4A58-990B-B6AF1334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9BDACB-F642-46A6-A16F-D29B747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4286C7-34E9-47BB-BFAA-E72E88DB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3694D93-E28E-4981-93A7-59E03ABA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AEC33-87DE-4D3A-93B2-8A5DFA3C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542A6-4288-45D1-AF3E-DB2140A9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DA8FBEF-4349-4B60-8F2C-15A13D54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insertion_sort(int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1185535-C689-48F6-B0DE-EDB00085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1A8F27-B64D-4A93-93F2-E5D73ADA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1; i &lt; n; ++i)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9A6166F-50B3-49CD-B809-976933B6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478DF-97D4-452B-BD35-F556271E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key = a[i], j = i - 1;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CBB851C-5A3A-46AF-9A58-A9BE42AA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B23323-697A-402F-88C6-5085FCAA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(j &gt;= 0 &amp;&amp; a[j] &gt; key)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EFFAA44-F881-4F23-83FD-27C30C3B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02E81A7-4A93-4A9E-90F1-BB1D079D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4E7E9B3-9AED-45E8-8AC3-62820E0F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64553CB-949E-4B58-9089-F5E34C5B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--j;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85EC61-6640-4374-9564-DBE4EADF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9B46CA-E90A-4EB3-933F-56185D4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4A33EB2-1BB3-46A4-90C1-04C1940F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47B18F2-5F71-4B01-A0BD-7597995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8B0A52C-CBA2-4BF1-8B24-F162C45C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58B5685-C999-4607-A87B-4C64EE22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9C52B2B-59EA-4CB0-A8B5-E2B34B5F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3B015D-8C97-4B38-A93F-45DDF463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1D46067-33F5-42A5-81DE-E1E08025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O(n), 보조 공간 O(1).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840D6D-5BA7-4019-AA44-DD4282E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38B1FE-3A02-424E-9CF0-6031628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8A3FDE-973B-487A-82BB-A428810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F2AAC-3DAC-404F-9A94-899BDFC5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D225-1EB1-4883-8AF0-6699BA67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2589AE-2666-411C-BE59-EC62B850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238AAE-6ACC-474A-BCB5-E717FC99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5CBB0C-3981-4044-9256-3BC85AA1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배열에서 중복도 각각 세어 k번째 작은 값을 반환한다. k는 1부터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n까지다. quick_select를 작성하며 배열 변경을 허용한다.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62B64FE-15A2-4916-A322-73B79697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56528-3B66-48EF-B0DC-A6AD19F9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EC116-B440-4910-AEFF-5E1D099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0C35F-7411-4428-9105-CD93742B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45E9F8-6641-460F-919A-87F25198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880810-881A-435D-A39B-CFEAD3FA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2C29AE-6A0A-406E-B1C5-CD899AB7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091F3-5F29-49A1-860E-5FBF0794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B51FF-0BD8-4663-AD1B-E6F83BEB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203C69-7E56-475D-8C15-CD80BF14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EF66D-C0C3-435F-8AE7-2043AA01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DD8A5E-BB24-4C92-A0CB-6C72629B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28E8F-2D20-4975-B732-458F0FD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7AD763-4803-48E5-BF72-2B2AAEF7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피벗 이하를 앞으로 모으고 피벗의 최종 위치와 목표 인덱스를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4FA828-DC43-4968-A0A1-FD05B921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A64D6-6B49-4C8D-A13E-5862CBDB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18B628-C3D9-4EBA-9284-A74B2AC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O(n²), 보조 공간 O(1).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470AFB-CDC9-427B-ABC8-DCBEDF5A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B5A21B-47E8-4B36-A0EA-D8771D0A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9E5D03-A968-4CDF-B58B-5487CF7D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E39B9-F596-4F9D-81D6-3BD1B7EC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C79B0-91EF-4506-B150-DE864A3D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E06E20-3917-44D7-B631-5A7B299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B2D94F-112A-4C3C-9E46-1B920018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56C511A-E44D-4A21-B15B-F3DBA8E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D8513-C5FB-4B83-9106-32443AC4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09ED562-7E5A-4031-AD4D-DCC86386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37D73B4-ABE9-4B44-B805-826E0661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quick_select(a, k):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5AF498C-646D-450A-8B5A-77C63E88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E3151E3-C582-42C6-8347-A2722E48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hi, target = 0, len(a) - 1, k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11BC8CF-C0AC-4B47-8C49-B020364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4997C3D-65BA-42A5-B854-9197A26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D2C6CE-FAD7-4AD5-878F-02D985B3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96FED5F-E4BD-4DEC-846E-44C7740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pivot, p = a[hi], lo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10DE3FE-B9A9-42AB-A007-2349C020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DF11487-0F54-4CC3-8B76-2C09FDA2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range(lo, hi):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5114FB7-EC86-48E9-A38A-EFAE134F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CE21906-63C3-419C-A802-2B25C164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a[j] &lt;= pivot: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49E05A-84DE-4660-9110-6AA75AA5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A8A3204-381B-4CAC-91D1-F462035E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a[p], a[j] = a[j], a[p]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EDE79766-12C7-40DE-9D7B-071D1373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B78F5D4-8BCE-4763-90F0-B93AEEA0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p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29EF6DE-757F-4FC0-BFE7-ED6E46FB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56F0839-066E-44FD-8512-45142A3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a[p], a[hi] = a[hi], a[p]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3DE5445-4321-40EB-BA91-93C82916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F63DC8C-988D-4F28-A5B7-6FE6E5F7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== target: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3FFDB0C-66D5-4C1D-AF04-3E97024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8FF021BB-B729-4069-84A0-CAA3687D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a[p]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F5AC861-519F-4022-AEFE-E01ACB51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8079350-165A-4650-AE2B-839B0192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&lt; target: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E21FE21-1638-4CF5-B63F-2FE04245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EFF9C261-107A-4BFA-9A34-A21C5839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p + 1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F64A6900-80A5-4493-B0F5-6BFA2D1C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F9719648-BF7C-410B-97D7-870596B2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CBF7235A-0327-47FC-BE44-DFDBA04A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FE8E8BAB-8F0A-423A-99AB-AF93BC8F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p - 1</a:t>
            </a:r>
          </a:p>
        </p:txBody>
      </p:sp>
      <p:sp>
        <p:nvSpPr>
          <p:cNvPr id="4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931C340-7DE2-41C7-AA6E-9907E9D6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O(n²), 보조 공간 O(1).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F98EE8-2390-4D29-B64E-15F5DE18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A36D6E-3C1F-4DC3-8C42-B870F0D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0063FF-B7FF-40F1-82D2-1A83311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5A63D-A33F-46C5-A601-EF3D2646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0850F-0649-4596-B5D7-09D3E724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D5F0FD-10AF-436C-B9E4-B65626DB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8AD149-91C6-48B0-B262-72E83504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9962DF3-FFD3-481A-A2C0-F9E3CF1C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EA3AD-5E7D-408F-8AB6-C57C9698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5DD7EA-26A6-45B4-BDD8-99B23C72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82C7A2-DA52-40E0-9CCD-E0924B52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quick_select(int a[], int n, int k)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78558D0-B057-4A9A-B66E-DC1F0339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BD06663-EE1D-4B89-A1FA-BCEBC5D3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hi=n-1, target=k-1;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2ED79B1-20E4-4C23-9E01-45000227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10C4BC0-1661-469F-86D6-7029B9DD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954B0EE-E32D-4B65-9D9D-BEE24F3C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73BE4F9-2755-40E0-9578-33576327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pivot=a[hi], p=lo;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89FC4FA-4E63-4E1D-A131-A2AD3EEB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9EF2643-59E8-4228-8536-BE4BB144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j=lo; j&lt;hi; ++j)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5A4E4A5-0F1B-4403-BC1B-2D661510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5456202-12C7-4F5D-9603-1BDAE0AB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(a[j] &lt;= pivot)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F110222-D565-4BAA-B563-F36C68BF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DACECC-5E2B-4A74-ADD8-7303C968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t=a[p]; a[p++]=a[j]; a[j]=t;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7248833-2519-4666-8944-6C9D92E7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05BD74B-DEA4-4870-AC50-4D7FE23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A731C9C-5E6D-4556-A22F-5D4AE050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1EB62C9-A4B6-4849-9813-0C7EC1C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438FF7B-2CDD-4BEF-98EE-3F7732FD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809807A-1688-442C-AC48-794E3979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t=a[p]; a[p]=a[hi]; a[hi]=t;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ED5CB75-9D2D-40FD-889E-63A4EE27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B8F1A10F-8E68-4465-BB9F-317A9775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== target) return a[p];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F7F148E-9D4B-4209-9DF7-771E733E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64C101C1-2A8A-4F6F-A10F-2629582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&lt; target) lo=p+1;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40390DAF-40E4-4AC1-9952-F50FA3F1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2B9B690F-EC4C-4181-A4B6-8E05019C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hi=p-1;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0AD783E9-EA88-4119-8BB6-0D38C008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ADBEBF80-1CE9-40A9-9E89-4E1FF3C3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BC3C0044-1FD0-49E2-9D57-47965768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3768DE12-24BE-47D0-BA4C-3ECE72D3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 /* unreachable for valid k */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A2A15C13-5291-4C44-BDF4-BE8A1920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25F75447-AF42-48EF-96EA-7D2AB5B3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6DF6F87-C7EB-4342-9848-03407EB2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O(n²), 보조 공간 O(1).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8B1E68-EA23-46F1-9D71-10151FD8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504E75-B9BF-45B8-B1C3-A9A2A985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5BC11A-02F3-42B5-9281-7889FC05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D277B-6679-44A8-A041-6F3ACA45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9E364-CB1D-408B-B9D4-759EB5C1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D79B8D-42D0-4229-92C9-3294C369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9DB1F-7B8C-4002-8354-082FBAFC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E09D9BC-76ED-4895-9F1B-7CD4BA0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F(0)=0,F(1)=1이다. 0≤n≤90에서 fibonacci(n)을 반복문으로 작성한다. C의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반환형은 long long이며 다음 항을 불필요하게 계산하지 않는다.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F06F57D-2B1C-4509-804B-8FD5A4F1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34F26-8D41-434D-BF1F-360EF384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32E03-2EA7-4461-A243-919D662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790D5-1975-4B1E-BA90-6ADF5465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2E4BE9-D180-4AA8-8F10-83151DD1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FF2711-60FD-401B-BBE0-01935DFC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EFD888-ABD7-4018-ABBE-800B3A1E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E103F-B835-49EA-9266-5FA0EA1E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A9036-D963-43E1-A713-2C27E03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28B94C-D316-45B3-B338-C8472AD3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ECA032-596F-46FB-B0EE-3692AF5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DFF127-89EE-4806-93C3-0914144C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31E20-B266-47D2-96A3-46C68C62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08361D-6D96-483A-891A-6AA33A77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n≥2에서 F(2)부터 F(n)까지만 차례로 계산한다.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9C1937-EDD2-4BA3-823F-DD87C5CF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8E9E4-3791-4327-B092-89224618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58E28E4-48D7-4EEC-A46B-ED9C66B7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03C424-4E41-4497-A961-2EFC914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F5B38-5A12-47A2-AFB7-38AFC09B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24AA1C-5AAF-4435-9620-CB684335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00983-517D-43ED-BF88-47D1DB21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E46B0-0D63-4E5F-96E9-D61C7D73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FE8EEA-8062-4ACC-A002-902266F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FA0700-5098-4EA1-8A4D-4663F225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65DB5A-A7A4-4EDF-8836-591022BC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4A8B9-67E6-4150-AA6D-5AF6F0E4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F2DD5CE-2DA9-4CF3-AA61-B0388C8F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5CC4641-25F8-4C56-A4BA-20C8E1C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fibonacci(n):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375C094-26C6-4AE0-B500-C4889349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4AE5900-9487-4DFD-A783-3D1ADFE4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n &lt; 2: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AB86436-4FE9-426E-B506-24B0FCC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6F3211E-72A1-433B-B923-028A3B3C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B8F15BA-477C-4A97-83BC-4FE57A68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34508A0-50AD-4F5D-BD1D-73A56E22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0,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E746CC3-2395-49E7-BA0B-CE5E4A10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E7381C-E140-4207-B159-28A3094F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range(2, n + 1):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3DD211-24A6-4FA1-9FDE-47F2FCAB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95ECACE-F88A-470F-8AD3-308A84CE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+ b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8B353AB-BE89-4EBA-9388-84EF0A7F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13F3CC4-93DE-4F66-9924-E21F5298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F9E4038-3336-4DFE-8E2F-75CCAF29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FA4FFE-0486-4661-876B-12DC438C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73B5F3-D66D-4D88-9D8C-761C15D2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A27FE1-4910-4DA1-B0B2-3B5555EC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A5CE9-7438-4052-83EF-07CEECC8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3FEE7-A2A3-4A3D-A8FC-7F978FC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6794D7-B83D-4323-862D-A4FC7FB3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3A6CA3-6B14-4BE8-8D1A-AB9D9AF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3A218AD-FCF0-4143-A770-E81E492B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373F3-AE74-480C-8A09-4CE7B485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9BE3BDE-EE37-4213-BD23-BD8092C9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3B4FD4F-9420-4A9F-BAA1-706BDA8C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fibonacci(int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901A014-33F1-4C7F-8EC2-C311AAF6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249ACD6-F7BE-4124-9E79-0C3B806D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&lt; 2) return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CD41C32-824C-47BD-95D2-73DD2CEA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41E0EA-58C7-4156-A8D2-A657EE1F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a=0, b=1;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3004DE7-8EE9-400E-AE9B-2DBA44C1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9D577B-31B2-4806-9414-8A8F99E6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i=2; i&lt;=n;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CFEC75F-257C-4D0A-BB16-38AAA644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3BCFD2E-47E3-4083-A2FC-383DBC0E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next=a+b;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C20994B-8327-4FCC-AE18-2E0E2F6D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52E60A2-A66C-49CA-A501-AF7C6929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a=b; b=next;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207E18-4582-4621-95A9-07F87241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E1C0C7D-D97A-4C4D-9A29-44C6D6BA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BF7DA8-339D-4A19-9605-DB2430C0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FF1EAF6-2E78-411F-8D1E-4F2F007B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725FB2F-540F-47D5-8C9E-A86367E9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A663828-E039-4C3C-A721-E9BBF4E6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5FF183C-2BD5-47E6-A0C1-8CF8892B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O(n), 보조 공간 O(1).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149835-3372-409E-A72C-AD1FB6FD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73BFD1-414E-411D-BC1C-4564596B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D50AFD-CE54-4C8E-B3CD-7CDDBA07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2F36D-C60E-4345-BD7E-5E4064BD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1E088-9AAE-4284-B1FB-5CCBB643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3DB198-2388-4F96-920F-404FC11B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8C1A8-B358-430B-8A68-0E3FE685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D1C34F9-63CF-433C-8AEC-F9689C6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n=2ᵏ(1≤n≤1024)인 weights에 0이 정확히 하나 있고 나머지는 1이다. 왼쪽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절반 합을 조사하며 0의 인덱스를 찾는 light_coin을 작성한다.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1F0525-6390-464E-A82B-9F7359AD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시간·공간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E47FB-F8D5-4B84-9F80-A777A88F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889E4-952C-4997-B02E-31A6AC4B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536E7-01B9-4A94-B45C-BBA0A7B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8527A-276A-4B4A-A2F7-DCB78899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082C4A-05D5-497A-82B5-FFACC1B1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7F3D9D-31F6-4E75-B5C8-11A2BCD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E0BB5-46DF-4FBA-92E4-517AB297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9F7AD-2382-446A-B47C-0C08102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357C4F-EB8F-467F-A9B5-07B3ADBA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859F6-D04C-4595-9C8D-5500104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AAD9EC-4EC8-4502-91DA-137B0A6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F29D3-518D-47EA-8DF5-45CA486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ED83ED-F1B9-4801-A074-DD559E38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합이 원소 수보다 작으면 왼쪽, 같으면 오른쪽으로 범위를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F6CF97-369E-4BF0-8CC3-022DFD1F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60907-DF6C-4DE2-832B-1CAB69F9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D736F7-772A-434E-A8E6-2D6F2DB0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O(n), 보조 공간 O(1).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B5FEE8-AFAA-4A8A-AB8F-CB3C97CD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29FE-7BD8-4DA9-BD49-D01F8B50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9CFB25-7AF0-446F-BBF7-864A0CE4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AECB0-F7F4-4103-B75C-40C667F1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133AC-F5C2-41A6-8FCD-29B25B6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C33000-8375-4EB3-B362-334768E2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2AD50A-F1C1-462D-AC7C-6CA40FC0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CC5D3D-5D36-494B-B589-C50344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7BA7E-8825-4C6C-8953-45A669D3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97F53D-B83C-4D07-8366-9CA291DE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59BB75-31BF-4EA7-BB57-AF0F758A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light_coin(weights):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A7E3869-B1B1-4F12-AF52-0B906DC5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FA30A5D-2912-47F6-B601-163C2E76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len(weights)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69D307F-29B4-4606-AE04-1F5C7403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6D0962A-7A22-4492-8534-15B852D4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hi - lo &gt; 1: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5685DB9-A5D9-4C1F-ADD5-4B992D3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2AA8FC1-69A7-4579-897F-5A7FD0EA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D833BBD-0824-446E-AA45-6DBC23E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BF4B430-D620-411E-9EA7-6A304947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= sum(weights[i] for i in range(lo, mid))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69D6D6C-814C-47AF-8592-1465BA9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74473D4-D5DE-45BA-9CD6-391845A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total &lt; mid - lo: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C78F00D-9E67-4775-9D8E-4281FD57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89BE08E-43CC-45E9-9D40-72292C16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843BA46-9E2A-483C-900B-310727F3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DACCDDF-B3FB-47A7-BC3E-4A8A67B3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58A70EE-61BB-4B18-B7EE-7C85E0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A2ABB20-EF10-464A-8D80-A213D35A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A4AB7FF-C0F4-4678-AAD6-C3F923F1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D5AD205-28AE-40C8-9F49-4A689F5B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77FE9CE-E357-4264-B739-1E7E08B4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O(n), 보조 공간 O(1).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869390-CE9B-4284-8416-CE9D8006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738B112-7223-4439-989C-34B13364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D7C024-17C9-4A5A-8125-87FA56E7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5ECC3-D1C6-488E-8F01-CD9B1698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112FF-FAF2-44A1-A3A5-80206ED3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ED1470-9C2A-439D-8D31-182CB4DB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782A92-6885-4CFF-A215-6B00D0D8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2CC8417-E2D0-4C75-B5E1-56559C7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299E3-7876-46AD-94CE-892FDA83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36EF9F-114E-497C-A2C0-321A95C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A2A8CBA-F637-493F-9738-B6060615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light_coin(const int weights[],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5C69DC-8659-4DD6-B3EC-A01D85F9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FAE4CA2-F80D-4909-950A-97DBCE6A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F4E37AD-0000-4A7A-B767-7AC89A53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00B7D20-CB42-4AB2-BDB4-C783F8D4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(hi-lo &gt; 1)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B1DFE2-BE9C-4D0E-9E53-DF5CB82B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92CD87F-BE13-4716-9DAC-5B25B5D7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mid=(lo+hi)/2, total=0;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8FE960D-6F8A-46C5-A8C3-9595178D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A3743CB-D4DE-4475-9E16-47714200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i=lo; i&lt;mid; ++i) total+=weights[i];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EC5E5BD-674C-458B-978D-52A652C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24EA9B4-9C5C-4B07-817F-B573A9EC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(total &lt; mid-lo) hi=mid;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9FB7403-4803-4D13-B141-32A53DC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683E2AD-A084-420F-A9EE-4A6397DC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lo=mid;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89E1BC8-CB3E-4836-A6B8-2330F6C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2B6A2EF-4E7E-4958-8FDC-3C7207DF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DF07A9B-E6A8-4BEF-B7C9-1A1975A9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30A059E-494A-40C7-B893-6B81607C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5D3D5F8-87D2-4FA4-BE0C-1BDCD835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7332BD66-6FBB-40E8-8636-D040559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2C90F2E-249C-4E49-A442-E4A60E8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O(n), 보조 공간 O(1).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2026-09-19T14:52:36.0860000Z</dcterms:created>
  <dcterms:modified xsi:type="dcterms:W3CDTF">2026-09-19T14:52:36.0860000Z</dcterms:modified>
</coreProperties>
</file>