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3ed55d38444133" /><Relationship Type="http://schemas.openxmlformats.org/officeDocument/2006/relationships/extended-properties" Target="/docProps/app.xml" Id="R3cf2989617944400" /><Relationship Type="http://schemas.openxmlformats.org/officeDocument/2006/relationships/officeDocument" Target="/ppt/presentation.xml" Id="R67a52d427f5b47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7a98979c554b35"/>
  </p:sldMasterIdLst>
  <p:notesMasterIdLst>
    <p:notesMasterId xmlns:r="http://schemas.openxmlformats.org/officeDocument/2006/relationships" r:id="Rf509b15dd4204317"/>
  </p:notesMasterIdLst>
  <p:sldIdLst>
    <p:sldId xmlns:r="http://schemas.openxmlformats.org/officeDocument/2006/relationships" id="256" r:id="R50267d161d734406"/>
    <p:sldId xmlns:r="http://schemas.openxmlformats.org/officeDocument/2006/relationships" id="257" r:id="R7d32192a04844134"/>
    <p:sldId xmlns:r="http://schemas.openxmlformats.org/officeDocument/2006/relationships" id="258" r:id="R28d3ad72b1ca4d41"/>
    <p:sldId xmlns:r="http://schemas.openxmlformats.org/officeDocument/2006/relationships" id="259" r:id="Rf4357495ada540a4"/>
    <p:sldId xmlns:r="http://schemas.openxmlformats.org/officeDocument/2006/relationships" id="260" r:id="R95984ae64ddc4f83"/>
    <p:sldId xmlns:r="http://schemas.openxmlformats.org/officeDocument/2006/relationships" id="261" r:id="R5b0d010c1ac94f8c"/>
    <p:sldId xmlns:r="http://schemas.openxmlformats.org/officeDocument/2006/relationships" id="262" r:id="R17c034711b434c2a"/>
    <p:sldId xmlns:r="http://schemas.openxmlformats.org/officeDocument/2006/relationships" id="263" r:id="R3cb9260cf6344e22"/>
    <p:sldId xmlns:r="http://schemas.openxmlformats.org/officeDocument/2006/relationships" id="264" r:id="Rf07cde811ede4cfd"/>
    <p:sldId xmlns:r="http://schemas.openxmlformats.org/officeDocument/2006/relationships" id="265" r:id="Rbb5ba435fc624afa"/>
    <p:sldId xmlns:r="http://schemas.openxmlformats.org/officeDocument/2006/relationships" id="266" r:id="Rd44c2f0b2b564d7e"/>
    <p:sldId xmlns:r="http://schemas.openxmlformats.org/officeDocument/2006/relationships" id="267" r:id="R1c44f10cc6aa4f2c"/>
    <p:sldId xmlns:r="http://schemas.openxmlformats.org/officeDocument/2006/relationships" id="268" r:id="R493fc1d0c7e14dde"/>
    <p:sldId xmlns:r="http://schemas.openxmlformats.org/officeDocument/2006/relationships" id="269" r:id="Rb25a6ff2869047f3"/>
    <p:sldId xmlns:r="http://schemas.openxmlformats.org/officeDocument/2006/relationships" id="270" r:id="R389b58c3cac9490c"/>
    <p:sldId xmlns:r="http://schemas.openxmlformats.org/officeDocument/2006/relationships" id="271" r:id="R3445fc258b224a0f"/>
    <p:sldId xmlns:r="http://schemas.openxmlformats.org/officeDocument/2006/relationships" id="272" r:id="R523ac1d732b94fc1"/>
    <p:sldId xmlns:r="http://schemas.openxmlformats.org/officeDocument/2006/relationships" id="273" r:id="R810777f85ac04ec1"/>
    <p:sldId xmlns:r="http://schemas.openxmlformats.org/officeDocument/2006/relationships" id="274" r:id="Rbea3a6c4df984793"/>
    <p:sldId xmlns:r="http://schemas.openxmlformats.org/officeDocument/2006/relationships" id="275" r:id="Re65a9771526f469f"/>
    <p:sldId xmlns:r="http://schemas.openxmlformats.org/officeDocument/2006/relationships" id="276" r:id="Rc1365e4613df4181"/>
    <p:sldId xmlns:r="http://schemas.openxmlformats.org/officeDocument/2006/relationships" id="277" r:id="Raac5ff358f064eec"/>
    <p:sldId xmlns:r="http://schemas.openxmlformats.org/officeDocument/2006/relationships" id="278" r:id="Re548f97b0fa848ea"/>
    <p:sldId xmlns:r="http://schemas.openxmlformats.org/officeDocument/2006/relationships" id="279" r:id="R98b579ac231d4672"/>
    <p:sldId xmlns:r="http://schemas.openxmlformats.org/officeDocument/2006/relationships" id="280" r:id="Race9a2b049f94ff6"/>
    <p:sldId xmlns:r="http://schemas.openxmlformats.org/officeDocument/2006/relationships" id="281" r:id="Rc45763cb66e141a4"/>
    <p:sldId xmlns:r="http://schemas.openxmlformats.org/officeDocument/2006/relationships" id="282" r:id="R6301498a22d94528"/>
    <p:sldId xmlns:r="http://schemas.openxmlformats.org/officeDocument/2006/relationships" id="283" r:id="R6ba13e851cad48f4"/>
    <p:sldId xmlns:r="http://schemas.openxmlformats.org/officeDocument/2006/relationships" id="284" r:id="Raba43fbdf64b499c"/>
    <p:sldId xmlns:r="http://schemas.openxmlformats.org/officeDocument/2006/relationships" id="285" r:id="Rb4861b72a9d244b8"/>
    <p:sldId xmlns:r="http://schemas.openxmlformats.org/officeDocument/2006/relationships" id="286" r:id="R27f6a69aa61c44da"/>
    <p:sldId xmlns:r="http://schemas.openxmlformats.org/officeDocument/2006/relationships" id="287" r:id="Re1777ea6c93145ca"/>
    <p:sldId xmlns:r="http://schemas.openxmlformats.org/officeDocument/2006/relationships" id="288" r:id="Rc2d3b2bcb7be46d7"/>
    <p:sldId xmlns:r="http://schemas.openxmlformats.org/officeDocument/2006/relationships" id="289" r:id="R3f8c2ac0f65b4156"/>
    <p:sldId xmlns:r="http://schemas.openxmlformats.org/officeDocument/2006/relationships" id="290" r:id="Ra7bf24d2b0c7467f"/>
    <p:sldId xmlns:r="http://schemas.openxmlformats.org/officeDocument/2006/relationships" id="291" r:id="R772fb9ddadc842ba"/>
    <p:sldId xmlns:r="http://schemas.openxmlformats.org/officeDocument/2006/relationships" id="292" r:id="Rb41c8ea84dd14e7c"/>
    <p:sldId xmlns:r="http://schemas.openxmlformats.org/officeDocument/2006/relationships" id="293" r:id="Re1ae795cd23e4965"/>
    <p:sldId xmlns:r="http://schemas.openxmlformats.org/officeDocument/2006/relationships" id="294" r:id="Rb87470807b3047fb"/>
    <p:sldId xmlns:r="http://schemas.openxmlformats.org/officeDocument/2006/relationships" id="295" r:id="R6cd7ba8b51f544ed"/>
    <p:sldId xmlns:r="http://schemas.openxmlformats.org/officeDocument/2006/relationships" id="296" r:id="R88340234a7164101"/>
    <p:sldId xmlns:r="http://schemas.openxmlformats.org/officeDocument/2006/relationships" id="297" r:id="Rf58b318c06244f27"/>
    <p:sldId xmlns:r="http://schemas.openxmlformats.org/officeDocument/2006/relationships" id="298" r:id="Rc94d44bc2d87411c"/>
    <p:sldId xmlns:r="http://schemas.openxmlformats.org/officeDocument/2006/relationships" id="299" r:id="Rff459f1c90f74dd9"/>
    <p:sldId xmlns:r="http://schemas.openxmlformats.org/officeDocument/2006/relationships" id="300" r:id="R59e4d77357ea4a2b"/>
    <p:sldId xmlns:r="http://schemas.openxmlformats.org/officeDocument/2006/relationships" id="301" r:id="R870b583c2c4e436d"/>
    <p:sldId xmlns:r="http://schemas.openxmlformats.org/officeDocument/2006/relationships" id="302" r:id="Re20db71eb224439b"/>
    <p:sldId xmlns:r="http://schemas.openxmlformats.org/officeDocument/2006/relationships" id="303" r:id="R9d67531174aa4400"/>
    <p:sldId xmlns:r="http://schemas.openxmlformats.org/officeDocument/2006/relationships" id="304" r:id="R403d1bc7d4d746a5"/>
    <p:sldId xmlns:r="http://schemas.openxmlformats.org/officeDocument/2006/relationships" id="305" r:id="R9e770a4cc2e14acb"/>
    <p:sldId xmlns:r="http://schemas.openxmlformats.org/officeDocument/2006/relationships" id="306" r:id="Rd625b66b4cd949fc"/>
    <p:sldId xmlns:r="http://schemas.openxmlformats.org/officeDocument/2006/relationships" id="307" r:id="R4b9fd3d9af8848b5"/>
    <p:sldId xmlns:r="http://schemas.openxmlformats.org/officeDocument/2006/relationships" id="308" r:id="R77be60aa25614693"/>
    <p:sldId xmlns:r="http://schemas.openxmlformats.org/officeDocument/2006/relationships" id="309" r:id="R225635d4b5584c17"/>
    <p:sldId xmlns:r="http://schemas.openxmlformats.org/officeDocument/2006/relationships" id="310" r:id="Ra456005c4a2e4abe"/>
    <p:sldId xmlns:r="http://schemas.openxmlformats.org/officeDocument/2006/relationships" id="311" r:id="R52a600dbf2d84292"/>
    <p:sldId xmlns:r="http://schemas.openxmlformats.org/officeDocument/2006/relationships" id="312" r:id="R00d41ce360ef4bdf"/>
    <p:sldId xmlns:r="http://schemas.openxmlformats.org/officeDocument/2006/relationships" id="313" r:id="R0e5d8b9c3d5746c5"/>
    <p:sldId xmlns:r="http://schemas.openxmlformats.org/officeDocument/2006/relationships" id="314" r:id="R5f9129a5987740f7"/>
    <p:sldId xmlns:r="http://schemas.openxmlformats.org/officeDocument/2006/relationships" id="315" r:id="Rca299a29c15143d7"/>
    <p:sldId xmlns:r="http://schemas.openxmlformats.org/officeDocument/2006/relationships" id="316" r:id="Rb03b3ababc2b4d86"/>
    <p:sldId xmlns:r="http://schemas.openxmlformats.org/officeDocument/2006/relationships" id="317" r:id="R964a1011a12840f6"/>
    <p:sldId xmlns:r="http://schemas.openxmlformats.org/officeDocument/2006/relationships" id="318" r:id="Ra33b871e6ee44e02"/>
    <p:sldId xmlns:r="http://schemas.openxmlformats.org/officeDocument/2006/relationships" id="319" r:id="R258ddc59e65445c3"/>
    <p:sldId xmlns:r="http://schemas.openxmlformats.org/officeDocument/2006/relationships" id="320" r:id="R6d740f78026f4c6f"/>
    <p:sldId xmlns:r="http://schemas.openxmlformats.org/officeDocument/2006/relationships" id="321" r:id="Ref82a254faaa48b0"/>
    <p:sldId xmlns:r="http://schemas.openxmlformats.org/officeDocument/2006/relationships" id="322" r:id="R13b40570ab9542e2"/>
    <p:sldId xmlns:r="http://schemas.openxmlformats.org/officeDocument/2006/relationships" id="323" r:id="R9c121e3cd4244697"/>
    <p:sldId xmlns:r="http://schemas.openxmlformats.org/officeDocument/2006/relationships" id="324" r:id="R1d20855a49f44c6d"/>
    <p:sldId xmlns:r="http://schemas.openxmlformats.org/officeDocument/2006/relationships" id="325" r:id="Rcc1a36ee894940be"/>
    <p:sldId xmlns:r="http://schemas.openxmlformats.org/officeDocument/2006/relationships" id="326" r:id="Rbb717ab1e4ac4d7b"/>
    <p:sldId xmlns:r="http://schemas.openxmlformats.org/officeDocument/2006/relationships" id="327" r:id="R0ad62a6f366c48af"/>
    <p:sldId xmlns:r="http://schemas.openxmlformats.org/officeDocument/2006/relationships" id="328" r:id="R4c3b3eac4b824220"/>
    <p:sldId xmlns:r="http://schemas.openxmlformats.org/officeDocument/2006/relationships" id="329" r:id="Re5cf8fde2a12403d"/>
    <p:sldId xmlns:r="http://schemas.openxmlformats.org/officeDocument/2006/relationships" id="330" r:id="Rbca11aed9adc45a5"/>
    <p:sldId xmlns:r="http://schemas.openxmlformats.org/officeDocument/2006/relationships" id="331" r:id="Rc5356cc1049b485b"/>
    <p:sldId xmlns:r="http://schemas.openxmlformats.org/officeDocument/2006/relationships" id="332" r:id="Ra266873f2c854cda"/>
    <p:sldId xmlns:r="http://schemas.openxmlformats.org/officeDocument/2006/relationships" id="333" r:id="Rb0df9012af364e35"/>
    <p:sldId xmlns:r="http://schemas.openxmlformats.org/officeDocument/2006/relationships" id="334" r:id="R40f935b808cc4305"/>
    <p:sldId xmlns:r="http://schemas.openxmlformats.org/officeDocument/2006/relationships" id="335" r:id="Rc6608e0e8bfb496c"/>
    <p:sldId xmlns:r="http://schemas.openxmlformats.org/officeDocument/2006/relationships" id="336" r:id="Rc93dd4d94b8042f9"/>
    <p:sldId xmlns:r="http://schemas.openxmlformats.org/officeDocument/2006/relationships" id="337" r:id="R53f65e37bf0d4494"/>
    <p:sldId xmlns:r="http://schemas.openxmlformats.org/officeDocument/2006/relationships" id="338" r:id="Rd822ae52f0da4185"/>
    <p:sldId xmlns:r="http://schemas.openxmlformats.org/officeDocument/2006/relationships" id="339" r:id="R0f53814716644ca6"/>
    <p:sldId xmlns:r="http://schemas.openxmlformats.org/officeDocument/2006/relationships" id="340" r:id="Re965f22361c44ebe"/>
    <p:sldId xmlns:r="http://schemas.openxmlformats.org/officeDocument/2006/relationships" id="341" r:id="R485ac329c7964537"/>
    <p:sldId xmlns:r="http://schemas.openxmlformats.org/officeDocument/2006/relationships" id="342" r:id="R0e8f8ff08dae459c"/>
    <p:sldId xmlns:r="http://schemas.openxmlformats.org/officeDocument/2006/relationships" id="343" r:id="Rff9e1670f422452a"/>
    <p:sldId xmlns:r="http://schemas.openxmlformats.org/officeDocument/2006/relationships" id="344" r:id="Rfb070ecfee7044a0"/>
    <p:sldId xmlns:r="http://schemas.openxmlformats.org/officeDocument/2006/relationships" id="345" r:id="R2b02c9506a6e454f"/>
    <p:sldId xmlns:r="http://schemas.openxmlformats.org/officeDocument/2006/relationships" id="346" r:id="Rf19dd655638148cd"/>
    <p:sldId xmlns:r="http://schemas.openxmlformats.org/officeDocument/2006/relationships" id="347" r:id="Rd260a51c45f24044"/>
    <p:sldId xmlns:r="http://schemas.openxmlformats.org/officeDocument/2006/relationships" id="348" r:id="R01e3cd653d5a4899"/>
    <p:sldId xmlns:r="http://schemas.openxmlformats.org/officeDocument/2006/relationships" id="349" r:id="R135ce47030444902"/>
    <p:sldId xmlns:r="http://schemas.openxmlformats.org/officeDocument/2006/relationships" id="350" r:id="R1ad39a9fb9b44437"/>
    <p:sldId xmlns:r="http://schemas.openxmlformats.org/officeDocument/2006/relationships" id="351" r:id="Rb9d0cbd585da4806"/>
    <p:sldId xmlns:r="http://schemas.openxmlformats.org/officeDocument/2006/relationships" id="352" r:id="R772a2d54401d4410"/>
    <p:sldId xmlns:r="http://schemas.openxmlformats.org/officeDocument/2006/relationships" id="353" r:id="R53956455ab9746d2"/>
    <p:sldId xmlns:r="http://schemas.openxmlformats.org/officeDocument/2006/relationships" id="354" r:id="R63327393fe9c4aae"/>
    <p:sldId xmlns:r="http://schemas.openxmlformats.org/officeDocument/2006/relationships" id="355" r:id="Rbc5215e0dc314ac3"/>
    <p:sldId xmlns:r="http://schemas.openxmlformats.org/officeDocument/2006/relationships" id="356" r:id="R799746688a22497d"/>
    <p:sldId xmlns:r="http://schemas.openxmlformats.org/officeDocument/2006/relationships" id="357" r:id="Rd5659e87a4794606"/>
    <p:sldId xmlns:r="http://schemas.openxmlformats.org/officeDocument/2006/relationships" id="358" r:id="R4e9e817f4d1541b0"/>
    <p:sldId xmlns:r="http://schemas.openxmlformats.org/officeDocument/2006/relationships" id="359" r:id="R1b99333dc5e043ce"/>
    <p:sldId xmlns:r="http://schemas.openxmlformats.org/officeDocument/2006/relationships" id="360" r:id="Rd7f22766c8624b6b"/>
    <p:sldId xmlns:r="http://schemas.openxmlformats.org/officeDocument/2006/relationships" id="361" r:id="R132b2789f45b44b5"/>
    <p:sldId xmlns:r="http://schemas.openxmlformats.org/officeDocument/2006/relationships" id="362" r:id="R94986246128c4f45"/>
    <p:sldId xmlns:r="http://schemas.openxmlformats.org/officeDocument/2006/relationships" id="363" r:id="Rcd664b61d3544bca"/>
    <p:sldId xmlns:r="http://schemas.openxmlformats.org/officeDocument/2006/relationships" id="364" r:id="Rc6e2f83112d4409d"/>
    <p:sldId xmlns:r="http://schemas.openxmlformats.org/officeDocument/2006/relationships" id="365" r:id="Re853ab15070e4bd8"/>
    <p:sldId xmlns:r="http://schemas.openxmlformats.org/officeDocument/2006/relationships" id="366" r:id="Re9c103156a0b4550"/>
    <p:sldId xmlns:r="http://schemas.openxmlformats.org/officeDocument/2006/relationships" id="367" r:id="R1c30354c4f024753"/>
    <p:sldId xmlns:r="http://schemas.openxmlformats.org/officeDocument/2006/relationships" id="368" r:id="R2aab8de48b7f4109"/>
    <p:sldId xmlns:r="http://schemas.openxmlformats.org/officeDocument/2006/relationships" id="369" r:id="R74ee3d1d35dd40a5"/>
    <p:sldId xmlns:r="http://schemas.openxmlformats.org/officeDocument/2006/relationships" id="370" r:id="R8a60f5771d8f40eb"/>
    <p:sldId xmlns:r="http://schemas.openxmlformats.org/officeDocument/2006/relationships" id="371" r:id="Rf31a01ce63ed4111"/>
    <p:sldId xmlns:r="http://schemas.openxmlformats.org/officeDocument/2006/relationships" id="372" r:id="R541dc3d664b048d1"/>
    <p:sldId xmlns:r="http://schemas.openxmlformats.org/officeDocument/2006/relationships" id="373" r:id="R01d0711965414a52"/>
    <p:sldId xmlns:r="http://schemas.openxmlformats.org/officeDocument/2006/relationships" id="374" r:id="Ra5d2740a28314c3a"/>
    <p:sldId xmlns:r="http://schemas.openxmlformats.org/officeDocument/2006/relationships" id="375" r:id="Ref82c4d7ddfd4c2d"/>
    <p:sldId xmlns:r="http://schemas.openxmlformats.org/officeDocument/2006/relationships" id="376" r:id="R30686e9d7aa0445f"/>
    <p:sldId xmlns:r="http://schemas.openxmlformats.org/officeDocument/2006/relationships" id="377" r:id="Rb19cc2388e234bb5"/>
    <p:sldId xmlns:r="http://schemas.openxmlformats.org/officeDocument/2006/relationships" id="378" r:id="Rb008884aa8144e44"/>
    <p:sldId xmlns:r="http://schemas.openxmlformats.org/officeDocument/2006/relationships" id="379" r:id="R6269c6c1cfbd46d4"/>
    <p:sldId xmlns:r="http://schemas.openxmlformats.org/officeDocument/2006/relationships" id="380" r:id="R89e6b2af275b4530"/>
    <p:sldId xmlns:r="http://schemas.openxmlformats.org/officeDocument/2006/relationships" id="381" r:id="R4fd94b6e858f4e05"/>
    <p:sldId xmlns:r="http://schemas.openxmlformats.org/officeDocument/2006/relationships" id="382" r:id="Rf5ad98cb755b4a65"/>
    <p:sldId xmlns:r="http://schemas.openxmlformats.org/officeDocument/2006/relationships" id="383" r:id="R13e516c7a89a4009"/>
    <p:sldId xmlns:r="http://schemas.openxmlformats.org/officeDocument/2006/relationships" id="384" r:id="R9a4d0f0cbdf847e2"/>
    <p:sldId xmlns:r="http://schemas.openxmlformats.org/officeDocument/2006/relationships" id="385" r:id="R7679bac7ce6f42b4"/>
    <p:sldId xmlns:r="http://schemas.openxmlformats.org/officeDocument/2006/relationships" id="386" r:id="R5c00f2d37f7a450f"/>
    <p:sldId xmlns:r="http://schemas.openxmlformats.org/officeDocument/2006/relationships" id="387" r:id="R08da616c70a44a25"/>
    <p:sldId xmlns:r="http://schemas.openxmlformats.org/officeDocument/2006/relationships" id="388" r:id="R2cb5bd57e5fd42ee"/>
    <p:sldId xmlns:r="http://schemas.openxmlformats.org/officeDocument/2006/relationships" id="389" r:id="Rf72494ad9fc94288"/>
    <p:sldId xmlns:r="http://schemas.openxmlformats.org/officeDocument/2006/relationships" id="390" r:id="R07978556b4d74d38"/>
    <p:sldId xmlns:r="http://schemas.openxmlformats.org/officeDocument/2006/relationships" id="391" r:id="R31429dc9265442e2"/>
    <p:sldId xmlns:r="http://schemas.openxmlformats.org/officeDocument/2006/relationships" id="392" r:id="Rf01a75faf0194a9f"/>
    <p:sldId xmlns:r="http://schemas.openxmlformats.org/officeDocument/2006/relationships" id="393" r:id="R837c6e413ca84a21"/>
    <p:sldId xmlns:r="http://schemas.openxmlformats.org/officeDocument/2006/relationships" id="394" r:id="R8d6cab05e94a4525"/>
    <p:sldId xmlns:r="http://schemas.openxmlformats.org/officeDocument/2006/relationships" id="395" r:id="Ra853433124ec4e53"/>
    <p:sldId xmlns:r="http://schemas.openxmlformats.org/officeDocument/2006/relationships" id="396" r:id="Rbfdf07eecbbc46c1"/>
    <p:sldId xmlns:r="http://schemas.openxmlformats.org/officeDocument/2006/relationships" id="397" r:id="Rb0bdb5f5346347e7"/>
    <p:sldId xmlns:r="http://schemas.openxmlformats.org/officeDocument/2006/relationships" id="398" r:id="Rc491268823f947e3"/>
    <p:sldId xmlns:r="http://schemas.openxmlformats.org/officeDocument/2006/relationships" id="399" r:id="R1dcb94e8e3d94f1a"/>
    <p:sldId xmlns:r="http://schemas.openxmlformats.org/officeDocument/2006/relationships" id="400" r:id="Rc3cefe0c96e144ae"/>
    <p:sldId xmlns:r="http://schemas.openxmlformats.org/officeDocument/2006/relationships" id="401" r:id="Reb5863d6ddaa48b1"/>
    <p:sldId xmlns:r="http://schemas.openxmlformats.org/officeDocument/2006/relationships" id="402" r:id="R045ce03fda614d11"/>
    <p:sldId xmlns:r="http://schemas.openxmlformats.org/officeDocument/2006/relationships" id="403" r:id="R33f4de6e1e984a42"/>
    <p:sldId xmlns:r="http://schemas.openxmlformats.org/officeDocument/2006/relationships" id="404" r:id="Rffca929ce3ee4d81"/>
    <p:sldId xmlns:r="http://schemas.openxmlformats.org/officeDocument/2006/relationships" id="405" r:id="Rfa745fc01d7f49fb"/>
    <p:sldId xmlns:r="http://schemas.openxmlformats.org/officeDocument/2006/relationships" id="406" r:id="R21c6556a341948b5"/>
    <p:sldId xmlns:r="http://schemas.openxmlformats.org/officeDocument/2006/relationships" id="407" r:id="R368c32b4c63a41e8"/>
    <p:sldId xmlns:r="http://schemas.openxmlformats.org/officeDocument/2006/relationships" id="408" r:id="R0a799572ff1b4db4"/>
    <p:sldId xmlns:r="http://schemas.openxmlformats.org/officeDocument/2006/relationships" id="409" r:id="Rb270261b94da4848"/>
    <p:sldId xmlns:r="http://schemas.openxmlformats.org/officeDocument/2006/relationships" id="410" r:id="R8ff2f1caf7d5421f"/>
    <p:sldId xmlns:r="http://schemas.openxmlformats.org/officeDocument/2006/relationships" id="411" r:id="Rac6cd8a4eeca48a0"/>
    <p:sldId xmlns:r="http://schemas.openxmlformats.org/officeDocument/2006/relationships" id="412" r:id="R91f8599b0226493f"/>
    <p:sldId xmlns:r="http://schemas.openxmlformats.org/officeDocument/2006/relationships" id="413" r:id="Rf95ea06237b84c2d"/>
    <p:sldId xmlns:r="http://schemas.openxmlformats.org/officeDocument/2006/relationships" id="414" r:id="R777015368ac24903"/>
    <p:sldId xmlns:r="http://schemas.openxmlformats.org/officeDocument/2006/relationships" id="415" r:id="R5a1b52f664754c69"/>
    <p:sldId xmlns:r="http://schemas.openxmlformats.org/officeDocument/2006/relationships" id="416" r:id="R8203c12a6f454981"/>
    <p:sldId xmlns:r="http://schemas.openxmlformats.org/officeDocument/2006/relationships" id="417" r:id="R0467a2b743c347b2"/>
    <p:sldId xmlns:r="http://schemas.openxmlformats.org/officeDocument/2006/relationships" id="418" r:id="Red25e8e2ddbb4c3d"/>
    <p:sldId xmlns:r="http://schemas.openxmlformats.org/officeDocument/2006/relationships" id="419" r:id="R9af8fdd654024135"/>
    <p:sldId xmlns:r="http://schemas.openxmlformats.org/officeDocument/2006/relationships" id="420" r:id="Ra6c20b3a57ae44db"/>
    <p:sldId xmlns:r="http://schemas.openxmlformats.org/officeDocument/2006/relationships" id="421" r:id="R65022c91f9204188"/>
    <p:sldId xmlns:r="http://schemas.openxmlformats.org/officeDocument/2006/relationships" id="422" r:id="R7355ef7f063a4d1a"/>
    <p:sldId xmlns:r="http://schemas.openxmlformats.org/officeDocument/2006/relationships" id="423" r:id="R77b7fc6aefc747c6"/>
    <p:sldId xmlns:r="http://schemas.openxmlformats.org/officeDocument/2006/relationships" id="424" r:id="R81e74caac0a84b56"/>
    <p:sldId xmlns:r="http://schemas.openxmlformats.org/officeDocument/2006/relationships" id="425" r:id="R48de108d2784431e"/>
    <p:sldId xmlns:r="http://schemas.openxmlformats.org/officeDocument/2006/relationships" id="426" r:id="Rd0af8043694d4957"/>
    <p:sldId xmlns:r="http://schemas.openxmlformats.org/officeDocument/2006/relationships" id="427" r:id="Rb3c0caebc0334c08"/>
    <p:sldId xmlns:r="http://schemas.openxmlformats.org/officeDocument/2006/relationships" id="428" r:id="Ra0366f12a3af486a"/>
    <p:sldId xmlns:r="http://schemas.openxmlformats.org/officeDocument/2006/relationships" id="429" r:id="Rd520e8d5bfc84829"/>
    <p:sldId xmlns:r="http://schemas.openxmlformats.org/officeDocument/2006/relationships" id="430" r:id="Re18ea1dc2b234917"/>
    <p:sldId xmlns:r="http://schemas.openxmlformats.org/officeDocument/2006/relationships" id="431" r:id="R5a5050f6910040a2"/>
    <p:sldId xmlns:r="http://schemas.openxmlformats.org/officeDocument/2006/relationships" id="432" r:id="R0428953d25604a63"/>
    <p:sldId xmlns:r="http://schemas.openxmlformats.org/officeDocument/2006/relationships" id="433" r:id="R7569c34a6c974b85"/>
    <p:sldId xmlns:r="http://schemas.openxmlformats.org/officeDocument/2006/relationships" id="434" r:id="R0f8e3f44b3ea4990"/>
    <p:sldId xmlns:r="http://schemas.openxmlformats.org/officeDocument/2006/relationships" id="435" r:id="R4d842145244b4b21"/>
    <p:sldId xmlns:r="http://schemas.openxmlformats.org/officeDocument/2006/relationships" id="436" r:id="R9855621300cc4966"/>
    <p:sldId xmlns:r="http://schemas.openxmlformats.org/officeDocument/2006/relationships" id="437" r:id="Ra5867b0cf5b64ca6"/>
    <p:sldId xmlns:r="http://schemas.openxmlformats.org/officeDocument/2006/relationships" id="438" r:id="R09d9c0c64f214f6f"/>
    <p:sldId xmlns:r="http://schemas.openxmlformats.org/officeDocument/2006/relationships" id="439" r:id="Rc9979556f0a4493a"/>
    <p:sldId xmlns:r="http://schemas.openxmlformats.org/officeDocument/2006/relationships" id="440" r:id="Rf84f2a5c0f1b417e"/>
    <p:sldId xmlns:r="http://schemas.openxmlformats.org/officeDocument/2006/relationships" id="441" r:id="R115cb47905b04163"/>
    <p:sldId xmlns:r="http://schemas.openxmlformats.org/officeDocument/2006/relationships" id="442" r:id="R478750aae7ce4a33"/>
    <p:sldId xmlns:r="http://schemas.openxmlformats.org/officeDocument/2006/relationships" id="443" r:id="R60ecfa8a144d46fa"/>
    <p:sldId xmlns:r="http://schemas.openxmlformats.org/officeDocument/2006/relationships" id="444" r:id="R739df1f9602d44a2"/>
    <p:sldId xmlns:r="http://schemas.openxmlformats.org/officeDocument/2006/relationships" id="445" r:id="R43621da1bc6247bb"/>
    <p:sldId xmlns:r="http://schemas.openxmlformats.org/officeDocument/2006/relationships" id="446" r:id="Rfe04c944d0fd46d0"/>
    <p:sldId xmlns:r="http://schemas.openxmlformats.org/officeDocument/2006/relationships" id="447" r:id="Redc11f48d4c546ab"/>
    <p:sldId xmlns:r="http://schemas.openxmlformats.org/officeDocument/2006/relationships" id="448" r:id="R48d9b6eb007d42d7"/>
    <p:sldId xmlns:r="http://schemas.openxmlformats.org/officeDocument/2006/relationships" id="449" r:id="R5c9808ff540f45b4"/>
    <p:sldId xmlns:r="http://schemas.openxmlformats.org/officeDocument/2006/relationships" id="450" r:id="R885f5dea24134bf7"/>
    <p:sldId xmlns:r="http://schemas.openxmlformats.org/officeDocument/2006/relationships" id="451" r:id="R4b2a4285369e47d8"/>
    <p:sldId xmlns:r="http://schemas.openxmlformats.org/officeDocument/2006/relationships" id="452" r:id="Rfc2b9c8dd5b6403f"/>
    <p:sldId xmlns:r="http://schemas.openxmlformats.org/officeDocument/2006/relationships" id="453" r:id="R6f6476b3b2b94e37"/>
    <p:sldId xmlns:r="http://schemas.openxmlformats.org/officeDocument/2006/relationships" id="454" r:id="Rf9d4bab40fba419d"/>
    <p:sldId xmlns:r="http://schemas.openxmlformats.org/officeDocument/2006/relationships" id="455" r:id="R1080c19347fb47ba"/>
    <p:sldId xmlns:r="http://schemas.openxmlformats.org/officeDocument/2006/relationships" id="456" r:id="R7fdcbfd349c64d4b"/>
    <p:sldId xmlns:r="http://schemas.openxmlformats.org/officeDocument/2006/relationships" id="457" r:id="R7075dd3bce404dc0"/>
    <p:sldId xmlns:r="http://schemas.openxmlformats.org/officeDocument/2006/relationships" id="458" r:id="R10975b8adfb94cb3"/>
    <p:sldId xmlns:r="http://schemas.openxmlformats.org/officeDocument/2006/relationships" id="459" r:id="R05abdbd5e07c493d"/>
    <p:sldId xmlns:r="http://schemas.openxmlformats.org/officeDocument/2006/relationships" id="460" r:id="R027ec7523c6446d4"/>
    <p:sldId xmlns:r="http://schemas.openxmlformats.org/officeDocument/2006/relationships" id="461" r:id="Ra741492cc8fd409a"/>
    <p:sldId xmlns:r="http://schemas.openxmlformats.org/officeDocument/2006/relationships" id="462" r:id="Rb6cac3cfbd8c45a5"/>
    <p:sldId xmlns:r="http://schemas.openxmlformats.org/officeDocument/2006/relationships" id="463" r:id="R7a541044f1f24cfb"/>
    <p:sldId xmlns:r="http://schemas.openxmlformats.org/officeDocument/2006/relationships" id="464" r:id="Reeab60ef5277471b"/>
    <p:sldId xmlns:r="http://schemas.openxmlformats.org/officeDocument/2006/relationships" id="465" r:id="Ra0a763f6af9440f0"/>
    <p:sldId xmlns:r="http://schemas.openxmlformats.org/officeDocument/2006/relationships" id="466" r:id="Rdc85f654bc524321"/>
    <p:sldId xmlns:r="http://schemas.openxmlformats.org/officeDocument/2006/relationships" id="467" r:id="Re32535f705774f30"/>
    <p:sldId xmlns:r="http://schemas.openxmlformats.org/officeDocument/2006/relationships" id="468" r:id="R6be6614b5dc24575"/>
    <p:sldId xmlns:r="http://schemas.openxmlformats.org/officeDocument/2006/relationships" id="469" r:id="R084abc2ae6fd45bc"/>
    <p:sldId xmlns:r="http://schemas.openxmlformats.org/officeDocument/2006/relationships" id="470" r:id="Rc59f94d8018d4dd0"/>
    <p:sldId xmlns:r="http://schemas.openxmlformats.org/officeDocument/2006/relationships" id="471" r:id="R96595ffe11a54944"/>
    <p:sldId xmlns:r="http://schemas.openxmlformats.org/officeDocument/2006/relationships" id="472" r:id="Rd446c8a9f6ca4ae3"/>
    <p:sldId xmlns:r="http://schemas.openxmlformats.org/officeDocument/2006/relationships" id="473" r:id="R7e570aa7543747b1"/>
    <p:sldId xmlns:r="http://schemas.openxmlformats.org/officeDocument/2006/relationships" id="474" r:id="Rac1559c3e2bf4ac7"/>
    <p:sldId xmlns:r="http://schemas.openxmlformats.org/officeDocument/2006/relationships" id="475" r:id="Rf213b7039a1741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c3f0f67c5b44b3" /><Relationship Type="http://schemas.openxmlformats.org/officeDocument/2006/relationships/slideMaster" Target="/ppt/slideMasters/slideMaster1.xml" Id="Rc07a98979c554b35" /><Relationship Type="http://schemas.openxmlformats.org/officeDocument/2006/relationships/notesMaster" Target="/ppt/notesMasters/notesMaster1.xml" Id="Rf509b15dd4204317" /><Relationship Type="http://schemas.openxmlformats.org/officeDocument/2006/relationships/presProps" Target="/ppt/presProps.xml" Id="R2183eb8a598b4e17" /><Relationship Type="http://schemas.openxmlformats.org/officeDocument/2006/relationships/viewProps" Target="/ppt/viewProps.xml" Id="R0885e55fd85c4f06" /><Relationship Type="http://schemas.openxmlformats.org/officeDocument/2006/relationships/tableStyles" Target="/ppt/tableStyles.xml" Id="Rbe7bd7659f1849da" /><Relationship Type="http://schemas.openxmlformats.org/officeDocument/2006/relationships/slide" Target="/ppt/slides/slide1.xml" Id="R50267d161d734406" /><Relationship Type="http://schemas.openxmlformats.org/officeDocument/2006/relationships/slide" Target="/ppt/slides/slide2.xml" Id="R7d32192a04844134" /><Relationship Type="http://schemas.openxmlformats.org/officeDocument/2006/relationships/slide" Target="/ppt/slides/slide3.xml" Id="R28d3ad72b1ca4d41" /><Relationship Type="http://schemas.openxmlformats.org/officeDocument/2006/relationships/slide" Target="/ppt/slides/slide4.xml" Id="Rf4357495ada540a4" /><Relationship Type="http://schemas.openxmlformats.org/officeDocument/2006/relationships/slide" Target="/ppt/slides/slide5.xml" Id="R95984ae64ddc4f83" /><Relationship Type="http://schemas.openxmlformats.org/officeDocument/2006/relationships/slide" Target="/ppt/slides/slide6.xml" Id="R5b0d010c1ac94f8c" /><Relationship Type="http://schemas.openxmlformats.org/officeDocument/2006/relationships/slide" Target="/ppt/slides/slide7.xml" Id="R17c034711b434c2a" /><Relationship Type="http://schemas.openxmlformats.org/officeDocument/2006/relationships/slide" Target="/ppt/slides/slide8.xml" Id="R3cb9260cf6344e22" /><Relationship Type="http://schemas.openxmlformats.org/officeDocument/2006/relationships/slide" Target="/ppt/slides/slide9.xml" Id="Rf07cde811ede4cfd" /><Relationship Type="http://schemas.openxmlformats.org/officeDocument/2006/relationships/slide" Target="/ppt/slides/slide10.xml" Id="Rbb5ba435fc624afa" /><Relationship Type="http://schemas.openxmlformats.org/officeDocument/2006/relationships/slide" Target="/ppt/slides/slide11.xml" Id="Rd44c2f0b2b564d7e" /><Relationship Type="http://schemas.openxmlformats.org/officeDocument/2006/relationships/slide" Target="/ppt/slides/slide12.xml" Id="R1c44f10cc6aa4f2c" /><Relationship Type="http://schemas.openxmlformats.org/officeDocument/2006/relationships/slide" Target="/ppt/slides/slide13.xml" Id="R493fc1d0c7e14dde" /><Relationship Type="http://schemas.openxmlformats.org/officeDocument/2006/relationships/slide" Target="/ppt/slides/slide14.xml" Id="Rb25a6ff2869047f3" /><Relationship Type="http://schemas.openxmlformats.org/officeDocument/2006/relationships/slide" Target="/ppt/slides/slide15.xml" Id="R389b58c3cac9490c" /><Relationship Type="http://schemas.openxmlformats.org/officeDocument/2006/relationships/slide" Target="/ppt/slides/slide16.xml" Id="R3445fc258b224a0f" /><Relationship Type="http://schemas.openxmlformats.org/officeDocument/2006/relationships/slide" Target="/ppt/slides/slide17.xml" Id="R523ac1d732b94fc1" /><Relationship Type="http://schemas.openxmlformats.org/officeDocument/2006/relationships/slide" Target="/ppt/slides/slide18.xml" Id="R810777f85ac04ec1" /><Relationship Type="http://schemas.openxmlformats.org/officeDocument/2006/relationships/slide" Target="/ppt/slides/slide19.xml" Id="Rbea3a6c4df984793" /><Relationship Type="http://schemas.openxmlformats.org/officeDocument/2006/relationships/slide" Target="/ppt/slides/slide20.xml" Id="Re65a9771526f469f" /><Relationship Type="http://schemas.openxmlformats.org/officeDocument/2006/relationships/slide" Target="/ppt/slides/slide21.xml" Id="Rc1365e4613df4181" /><Relationship Type="http://schemas.openxmlformats.org/officeDocument/2006/relationships/slide" Target="/ppt/slides/slide22.xml" Id="Raac5ff358f064eec" /><Relationship Type="http://schemas.openxmlformats.org/officeDocument/2006/relationships/slide" Target="/ppt/slides/slide23.xml" Id="Re548f97b0fa848ea" /><Relationship Type="http://schemas.openxmlformats.org/officeDocument/2006/relationships/slide" Target="/ppt/slides/slide24.xml" Id="R98b579ac231d4672" /><Relationship Type="http://schemas.openxmlformats.org/officeDocument/2006/relationships/slide" Target="/ppt/slides/slide25.xml" Id="Race9a2b049f94ff6" /><Relationship Type="http://schemas.openxmlformats.org/officeDocument/2006/relationships/slide" Target="/ppt/slides/slide26.xml" Id="Rc45763cb66e141a4" /><Relationship Type="http://schemas.openxmlformats.org/officeDocument/2006/relationships/slide" Target="/ppt/slides/slide27.xml" Id="R6301498a22d94528" /><Relationship Type="http://schemas.openxmlformats.org/officeDocument/2006/relationships/slide" Target="/ppt/slides/slide28.xml" Id="R6ba13e851cad48f4" /><Relationship Type="http://schemas.openxmlformats.org/officeDocument/2006/relationships/slide" Target="/ppt/slides/slide29.xml" Id="Raba43fbdf64b499c" /><Relationship Type="http://schemas.openxmlformats.org/officeDocument/2006/relationships/slide" Target="/ppt/slides/slide30.xml" Id="Rb4861b72a9d244b8" /><Relationship Type="http://schemas.openxmlformats.org/officeDocument/2006/relationships/slide" Target="/ppt/slides/slide31.xml" Id="R27f6a69aa61c44da" /><Relationship Type="http://schemas.openxmlformats.org/officeDocument/2006/relationships/slide" Target="/ppt/slides/slide32.xml" Id="Re1777ea6c93145ca" /><Relationship Type="http://schemas.openxmlformats.org/officeDocument/2006/relationships/slide" Target="/ppt/slides/slide33.xml" Id="Rc2d3b2bcb7be46d7" /><Relationship Type="http://schemas.openxmlformats.org/officeDocument/2006/relationships/slide" Target="/ppt/slides/slide34.xml" Id="R3f8c2ac0f65b4156" /><Relationship Type="http://schemas.openxmlformats.org/officeDocument/2006/relationships/slide" Target="/ppt/slides/slide35.xml" Id="Ra7bf24d2b0c7467f" /><Relationship Type="http://schemas.openxmlformats.org/officeDocument/2006/relationships/slide" Target="/ppt/slides/slide36.xml" Id="R772fb9ddadc842ba" /><Relationship Type="http://schemas.openxmlformats.org/officeDocument/2006/relationships/slide" Target="/ppt/slides/slide37.xml" Id="Rb41c8ea84dd14e7c" /><Relationship Type="http://schemas.openxmlformats.org/officeDocument/2006/relationships/slide" Target="/ppt/slides/slide38.xml" Id="Re1ae795cd23e4965" /><Relationship Type="http://schemas.openxmlformats.org/officeDocument/2006/relationships/slide" Target="/ppt/slides/slide39.xml" Id="Rb87470807b3047fb" /><Relationship Type="http://schemas.openxmlformats.org/officeDocument/2006/relationships/slide" Target="/ppt/slides/slide40.xml" Id="R6cd7ba8b51f544ed" /><Relationship Type="http://schemas.openxmlformats.org/officeDocument/2006/relationships/slide" Target="/ppt/slides/slide41.xml" Id="R88340234a7164101" /><Relationship Type="http://schemas.openxmlformats.org/officeDocument/2006/relationships/slide" Target="/ppt/slides/slide42.xml" Id="Rf58b318c06244f27" /><Relationship Type="http://schemas.openxmlformats.org/officeDocument/2006/relationships/slide" Target="/ppt/slides/slide43.xml" Id="Rc94d44bc2d87411c" /><Relationship Type="http://schemas.openxmlformats.org/officeDocument/2006/relationships/slide" Target="/ppt/slides/slide44.xml" Id="Rff459f1c90f74dd9" /><Relationship Type="http://schemas.openxmlformats.org/officeDocument/2006/relationships/slide" Target="/ppt/slides/slide45.xml" Id="R59e4d77357ea4a2b" /><Relationship Type="http://schemas.openxmlformats.org/officeDocument/2006/relationships/slide" Target="/ppt/slides/slide46.xml" Id="R870b583c2c4e436d" /><Relationship Type="http://schemas.openxmlformats.org/officeDocument/2006/relationships/slide" Target="/ppt/slides/slide47.xml" Id="Re20db71eb224439b" /><Relationship Type="http://schemas.openxmlformats.org/officeDocument/2006/relationships/slide" Target="/ppt/slides/slide48.xml" Id="R9d67531174aa4400" /><Relationship Type="http://schemas.openxmlformats.org/officeDocument/2006/relationships/slide" Target="/ppt/slides/slide49.xml" Id="R403d1bc7d4d746a5" /><Relationship Type="http://schemas.openxmlformats.org/officeDocument/2006/relationships/slide" Target="/ppt/slides/slide50.xml" Id="R9e770a4cc2e14acb" /><Relationship Type="http://schemas.openxmlformats.org/officeDocument/2006/relationships/slide" Target="/ppt/slides/slide51.xml" Id="Rd625b66b4cd949fc" /><Relationship Type="http://schemas.openxmlformats.org/officeDocument/2006/relationships/slide" Target="/ppt/slides/slide52.xml" Id="R4b9fd3d9af8848b5" /><Relationship Type="http://schemas.openxmlformats.org/officeDocument/2006/relationships/slide" Target="/ppt/slides/slide53.xml" Id="R77be60aa25614693" /><Relationship Type="http://schemas.openxmlformats.org/officeDocument/2006/relationships/slide" Target="/ppt/slides/slide54.xml" Id="R225635d4b5584c17" /><Relationship Type="http://schemas.openxmlformats.org/officeDocument/2006/relationships/slide" Target="/ppt/slides/slide55.xml" Id="Ra456005c4a2e4abe" /><Relationship Type="http://schemas.openxmlformats.org/officeDocument/2006/relationships/slide" Target="/ppt/slides/slide56.xml" Id="R52a600dbf2d84292" /><Relationship Type="http://schemas.openxmlformats.org/officeDocument/2006/relationships/slide" Target="/ppt/slides/slide57.xml" Id="R00d41ce360ef4bdf" /><Relationship Type="http://schemas.openxmlformats.org/officeDocument/2006/relationships/slide" Target="/ppt/slides/slide58.xml" Id="R0e5d8b9c3d5746c5" /><Relationship Type="http://schemas.openxmlformats.org/officeDocument/2006/relationships/slide" Target="/ppt/slides/slide59.xml" Id="R5f9129a5987740f7" /><Relationship Type="http://schemas.openxmlformats.org/officeDocument/2006/relationships/slide" Target="/ppt/slides/slide60.xml" Id="Rca299a29c15143d7" /><Relationship Type="http://schemas.openxmlformats.org/officeDocument/2006/relationships/slide" Target="/ppt/slides/slide61.xml" Id="Rb03b3ababc2b4d86" /><Relationship Type="http://schemas.openxmlformats.org/officeDocument/2006/relationships/slide" Target="/ppt/slides/slide62.xml" Id="R964a1011a12840f6" /><Relationship Type="http://schemas.openxmlformats.org/officeDocument/2006/relationships/slide" Target="/ppt/slides/slide63.xml" Id="Ra33b871e6ee44e02" /><Relationship Type="http://schemas.openxmlformats.org/officeDocument/2006/relationships/slide" Target="/ppt/slides/slide64.xml" Id="R258ddc59e65445c3" /><Relationship Type="http://schemas.openxmlformats.org/officeDocument/2006/relationships/slide" Target="/ppt/slides/slide65.xml" Id="R6d740f78026f4c6f" /><Relationship Type="http://schemas.openxmlformats.org/officeDocument/2006/relationships/slide" Target="/ppt/slides/slide66.xml" Id="Ref82a254faaa48b0" /><Relationship Type="http://schemas.openxmlformats.org/officeDocument/2006/relationships/slide" Target="/ppt/slides/slide67.xml" Id="R13b40570ab9542e2" /><Relationship Type="http://schemas.openxmlformats.org/officeDocument/2006/relationships/slide" Target="/ppt/slides/slide68.xml" Id="R9c121e3cd4244697" /><Relationship Type="http://schemas.openxmlformats.org/officeDocument/2006/relationships/slide" Target="/ppt/slides/slide69.xml" Id="R1d20855a49f44c6d" /><Relationship Type="http://schemas.openxmlformats.org/officeDocument/2006/relationships/slide" Target="/ppt/slides/slide70.xml" Id="Rcc1a36ee894940be" /><Relationship Type="http://schemas.openxmlformats.org/officeDocument/2006/relationships/slide" Target="/ppt/slides/slide71.xml" Id="Rbb717ab1e4ac4d7b" /><Relationship Type="http://schemas.openxmlformats.org/officeDocument/2006/relationships/slide" Target="/ppt/slides/slide72.xml" Id="R0ad62a6f366c48af" /><Relationship Type="http://schemas.openxmlformats.org/officeDocument/2006/relationships/slide" Target="/ppt/slides/slide73.xml" Id="R4c3b3eac4b824220" /><Relationship Type="http://schemas.openxmlformats.org/officeDocument/2006/relationships/slide" Target="/ppt/slides/slide74.xml" Id="Re5cf8fde2a12403d" /><Relationship Type="http://schemas.openxmlformats.org/officeDocument/2006/relationships/slide" Target="/ppt/slides/slide75.xml" Id="Rbca11aed9adc45a5" /><Relationship Type="http://schemas.openxmlformats.org/officeDocument/2006/relationships/slide" Target="/ppt/slides/slide76.xml" Id="Rc5356cc1049b485b" /><Relationship Type="http://schemas.openxmlformats.org/officeDocument/2006/relationships/slide" Target="/ppt/slides/slide77.xml" Id="Ra266873f2c854cda" /><Relationship Type="http://schemas.openxmlformats.org/officeDocument/2006/relationships/slide" Target="/ppt/slides/slide78.xml" Id="Rb0df9012af364e35" /><Relationship Type="http://schemas.openxmlformats.org/officeDocument/2006/relationships/slide" Target="/ppt/slides/slide79.xml" Id="R40f935b808cc4305" /><Relationship Type="http://schemas.openxmlformats.org/officeDocument/2006/relationships/slide" Target="/ppt/slides/slide80.xml" Id="Rc6608e0e8bfb496c" /><Relationship Type="http://schemas.openxmlformats.org/officeDocument/2006/relationships/slide" Target="/ppt/slides/slide81.xml" Id="Rc93dd4d94b8042f9" /><Relationship Type="http://schemas.openxmlformats.org/officeDocument/2006/relationships/slide" Target="/ppt/slides/slide82.xml" Id="R53f65e37bf0d4494" /><Relationship Type="http://schemas.openxmlformats.org/officeDocument/2006/relationships/slide" Target="/ppt/slides/slide83.xml" Id="Rd822ae52f0da4185" /><Relationship Type="http://schemas.openxmlformats.org/officeDocument/2006/relationships/slide" Target="/ppt/slides/slide84.xml" Id="R0f53814716644ca6" /><Relationship Type="http://schemas.openxmlformats.org/officeDocument/2006/relationships/slide" Target="/ppt/slides/slide85.xml" Id="Re965f22361c44ebe" /><Relationship Type="http://schemas.openxmlformats.org/officeDocument/2006/relationships/slide" Target="/ppt/slides/slide86.xml" Id="R485ac329c7964537" /><Relationship Type="http://schemas.openxmlformats.org/officeDocument/2006/relationships/slide" Target="/ppt/slides/slide87.xml" Id="R0e8f8ff08dae459c" /><Relationship Type="http://schemas.openxmlformats.org/officeDocument/2006/relationships/slide" Target="/ppt/slides/slide88.xml" Id="Rff9e1670f422452a" /><Relationship Type="http://schemas.openxmlformats.org/officeDocument/2006/relationships/slide" Target="/ppt/slides/slide89.xml" Id="Rfb070ecfee7044a0" /><Relationship Type="http://schemas.openxmlformats.org/officeDocument/2006/relationships/slide" Target="/ppt/slides/slide90.xml" Id="R2b02c9506a6e454f" /><Relationship Type="http://schemas.openxmlformats.org/officeDocument/2006/relationships/slide" Target="/ppt/slides/slide91.xml" Id="Rf19dd655638148cd" /><Relationship Type="http://schemas.openxmlformats.org/officeDocument/2006/relationships/slide" Target="/ppt/slides/slide92.xml" Id="Rd260a51c45f24044" /><Relationship Type="http://schemas.openxmlformats.org/officeDocument/2006/relationships/slide" Target="/ppt/slides/slide93.xml" Id="R01e3cd653d5a4899" /><Relationship Type="http://schemas.openxmlformats.org/officeDocument/2006/relationships/slide" Target="/ppt/slides/slide94.xml" Id="R135ce47030444902" /><Relationship Type="http://schemas.openxmlformats.org/officeDocument/2006/relationships/slide" Target="/ppt/slides/slide95.xml" Id="R1ad39a9fb9b44437" /><Relationship Type="http://schemas.openxmlformats.org/officeDocument/2006/relationships/slide" Target="/ppt/slides/slide96.xml" Id="Rb9d0cbd585da4806" /><Relationship Type="http://schemas.openxmlformats.org/officeDocument/2006/relationships/slide" Target="/ppt/slides/slide97.xml" Id="R772a2d54401d4410" /><Relationship Type="http://schemas.openxmlformats.org/officeDocument/2006/relationships/slide" Target="/ppt/slides/slide98.xml" Id="R53956455ab9746d2" /><Relationship Type="http://schemas.openxmlformats.org/officeDocument/2006/relationships/slide" Target="/ppt/slides/slide99.xml" Id="R63327393fe9c4aae" /><Relationship Type="http://schemas.openxmlformats.org/officeDocument/2006/relationships/slide" Target="/ppt/slides/slide100.xml" Id="Rbc5215e0dc314ac3" /><Relationship Type="http://schemas.openxmlformats.org/officeDocument/2006/relationships/slide" Target="/ppt/slides/slide101.xml" Id="R799746688a22497d" /><Relationship Type="http://schemas.openxmlformats.org/officeDocument/2006/relationships/slide" Target="/ppt/slides/slide102.xml" Id="Rd5659e87a4794606" /><Relationship Type="http://schemas.openxmlformats.org/officeDocument/2006/relationships/slide" Target="/ppt/slides/slide103.xml" Id="R4e9e817f4d1541b0" /><Relationship Type="http://schemas.openxmlformats.org/officeDocument/2006/relationships/slide" Target="/ppt/slides/slide104.xml" Id="R1b99333dc5e043ce" /><Relationship Type="http://schemas.openxmlformats.org/officeDocument/2006/relationships/slide" Target="/ppt/slides/slide105.xml" Id="Rd7f22766c8624b6b" /><Relationship Type="http://schemas.openxmlformats.org/officeDocument/2006/relationships/slide" Target="/ppt/slides/slide106.xml" Id="R132b2789f45b44b5" /><Relationship Type="http://schemas.openxmlformats.org/officeDocument/2006/relationships/slide" Target="/ppt/slides/slide107.xml" Id="R94986246128c4f45" /><Relationship Type="http://schemas.openxmlformats.org/officeDocument/2006/relationships/slide" Target="/ppt/slides/slide108.xml" Id="Rcd664b61d3544bca" /><Relationship Type="http://schemas.openxmlformats.org/officeDocument/2006/relationships/slide" Target="/ppt/slides/slide109.xml" Id="Rc6e2f83112d4409d" /><Relationship Type="http://schemas.openxmlformats.org/officeDocument/2006/relationships/slide" Target="/ppt/slides/slide110.xml" Id="Re853ab15070e4bd8" /><Relationship Type="http://schemas.openxmlformats.org/officeDocument/2006/relationships/slide" Target="/ppt/slides/slide111.xml" Id="Re9c103156a0b4550" /><Relationship Type="http://schemas.openxmlformats.org/officeDocument/2006/relationships/slide" Target="/ppt/slides/slide112.xml" Id="R1c30354c4f024753" /><Relationship Type="http://schemas.openxmlformats.org/officeDocument/2006/relationships/slide" Target="/ppt/slides/slide113.xml" Id="R2aab8de48b7f4109" /><Relationship Type="http://schemas.openxmlformats.org/officeDocument/2006/relationships/slide" Target="/ppt/slides/slide114.xml" Id="R74ee3d1d35dd40a5" /><Relationship Type="http://schemas.openxmlformats.org/officeDocument/2006/relationships/slide" Target="/ppt/slides/slide115.xml" Id="R8a60f5771d8f40eb" /><Relationship Type="http://schemas.openxmlformats.org/officeDocument/2006/relationships/slide" Target="/ppt/slides/slide116.xml" Id="Rf31a01ce63ed4111" /><Relationship Type="http://schemas.openxmlformats.org/officeDocument/2006/relationships/slide" Target="/ppt/slides/slide117.xml" Id="R541dc3d664b048d1" /><Relationship Type="http://schemas.openxmlformats.org/officeDocument/2006/relationships/slide" Target="/ppt/slides/slide118.xml" Id="R01d0711965414a52" /><Relationship Type="http://schemas.openxmlformats.org/officeDocument/2006/relationships/slide" Target="/ppt/slides/slide119.xml" Id="Ra5d2740a28314c3a" /><Relationship Type="http://schemas.openxmlformats.org/officeDocument/2006/relationships/slide" Target="/ppt/slides/slide120.xml" Id="Ref82c4d7ddfd4c2d" /><Relationship Type="http://schemas.openxmlformats.org/officeDocument/2006/relationships/slide" Target="/ppt/slides/slide121.xml" Id="R30686e9d7aa0445f" /><Relationship Type="http://schemas.openxmlformats.org/officeDocument/2006/relationships/slide" Target="/ppt/slides/slide122.xml" Id="Rb19cc2388e234bb5" /><Relationship Type="http://schemas.openxmlformats.org/officeDocument/2006/relationships/slide" Target="/ppt/slides/slide123.xml" Id="Rb008884aa8144e44" /><Relationship Type="http://schemas.openxmlformats.org/officeDocument/2006/relationships/slide" Target="/ppt/slides/slide124.xml" Id="R6269c6c1cfbd46d4" /><Relationship Type="http://schemas.openxmlformats.org/officeDocument/2006/relationships/slide" Target="/ppt/slides/slide125.xml" Id="R89e6b2af275b4530" /><Relationship Type="http://schemas.openxmlformats.org/officeDocument/2006/relationships/slide" Target="/ppt/slides/slide126.xml" Id="R4fd94b6e858f4e05" /><Relationship Type="http://schemas.openxmlformats.org/officeDocument/2006/relationships/slide" Target="/ppt/slides/slide127.xml" Id="Rf5ad98cb755b4a65" /><Relationship Type="http://schemas.openxmlformats.org/officeDocument/2006/relationships/slide" Target="/ppt/slides/slide128.xml" Id="R13e516c7a89a4009" /><Relationship Type="http://schemas.openxmlformats.org/officeDocument/2006/relationships/slide" Target="/ppt/slides/slide129.xml" Id="R9a4d0f0cbdf847e2" /><Relationship Type="http://schemas.openxmlformats.org/officeDocument/2006/relationships/slide" Target="/ppt/slides/slide130.xml" Id="R7679bac7ce6f42b4" /><Relationship Type="http://schemas.openxmlformats.org/officeDocument/2006/relationships/slide" Target="/ppt/slides/slide131.xml" Id="R5c00f2d37f7a450f" /><Relationship Type="http://schemas.openxmlformats.org/officeDocument/2006/relationships/slide" Target="/ppt/slides/slide132.xml" Id="R08da616c70a44a25" /><Relationship Type="http://schemas.openxmlformats.org/officeDocument/2006/relationships/slide" Target="/ppt/slides/slide133.xml" Id="R2cb5bd57e5fd42ee" /><Relationship Type="http://schemas.openxmlformats.org/officeDocument/2006/relationships/slide" Target="/ppt/slides/slide134.xml" Id="Rf72494ad9fc94288" /><Relationship Type="http://schemas.openxmlformats.org/officeDocument/2006/relationships/slide" Target="/ppt/slides/slide135.xml" Id="R07978556b4d74d38" /><Relationship Type="http://schemas.openxmlformats.org/officeDocument/2006/relationships/slide" Target="/ppt/slides/slide136.xml" Id="R31429dc9265442e2" /><Relationship Type="http://schemas.openxmlformats.org/officeDocument/2006/relationships/slide" Target="/ppt/slides/slide137.xml" Id="Rf01a75faf0194a9f" /><Relationship Type="http://schemas.openxmlformats.org/officeDocument/2006/relationships/slide" Target="/ppt/slides/slide138.xml" Id="R837c6e413ca84a21" /><Relationship Type="http://schemas.openxmlformats.org/officeDocument/2006/relationships/slide" Target="/ppt/slides/slide139.xml" Id="R8d6cab05e94a4525" /><Relationship Type="http://schemas.openxmlformats.org/officeDocument/2006/relationships/slide" Target="/ppt/slides/slide140.xml" Id="Ra853433124ec4e53" /><Relationship Type="http://schemas.openxmlformats.org/officeDocument/2006/relationships/slide" Target="/ppt/slides/slide141.xml" Id="Rbfdf07eecbbc46c1" /><Relationship Type="http://schemas.openxmlformats.org/officeDocument/2006/relationships/slide" Target="/ppt/slides/slide142.xml" Id="Rb0bdb5f5346347e7" /><Relationship Type="http://schemas.openxmlformats.org/officeDocument/2006/relationships/slide" Target="/ppt/slides/slide143.xml" Id="Rc491268823f947e3" /><Relationship Type="http://schemas.openxmlformats.org/officeDocument/2006/relationships/slide" Target="/ppt/slides/slide144.xml" Id="R1dcb94e8e3d94f1a" /><Relationship Type="http://schemas.openxmlformats.org/officeDocument/2006/relationships/slide" Target="/ppt/slides/slide145.xml" Id="Rc3cefe0c96e144ae" /><Relationship Type="http://schemas.openxmlformats.org/officeDocument/2006/relationships/slide" Target="/ppt/slides/slide146.xml" Id="Reb5863d6ddaa48b1" /><Relationship Type="http://schemas.openxmlformats.org/officeDocument/2006/relationships/slide" Target="/ppt/slides/slide147.xml" Id="R045ce03fda614d11" /><Relationship Type="http://schemas.openxmlformats.org/officeDocument/2006/relationships/slide" Target="/ppt/slides/slide148.xml" Id="R33f4de6e1e984a42" /><Relationship Type="http://schemas.openxmlformats.org/officeDocument/2006/relationships/slide" Target="/ppt/slides/slide149.xml" Id="Rffca929ce3ee4d81" /><Relationship Type="http://schemas.openxmlformats.org/officeDocument/2006/relationships/slide" Target="/ppt/slides/slide150.xml" Id="Rfa745fc01d7f49fb" /><Relationship Type="http://schemas.openxmlformats.org/officeDocument/2006/relationships/slide" Target="/ppt/slides/slide151.xml" Id="R21c6556a341948b5" /><Relationship Type="http://schemas.openxmlformats.org/officeDocument/2006/relationships/slide" Target="/ppt/slides/slide152.xml" Id="R368c32b4c63a41e8" /><Relationship Type="http://schemas.openxmlformats.org/officeDocument/2006/relationships/slide" Target="/ppt/slides/slide153.xml" Id="R0a799572ff1b4db4" /><Relationship Type="http://schemas.openxmlformats.org/officeDocument/2006/relationships/slide" Target="/ppt/slides/slide154.xml" Id="Rb270261b94da4848" /><Relationship Type="http://schemas.openxmlformats.org/officeDocument/2006/relationships/slide" Target="/ppt/slides/slide155.xml" Id="R8ff2f1caf7d5421f" /><Relationship Type="http://schemas.openxmlformats.org/officeDocument/2006/relationships/slide" Target="/ppt/slides/slide156.xml" Id="Rac6cd8a4eeca48a0" /><Relationship Type="http://schemas.openxmlformats.org/officeDocument/2006/relationships/slide" Target="/ppt/slides/slide157.xml" Id="R91f8599b0226493f" /><Relationship Type="http://schemas.openxmlformats.org/officeDocument/2006/relationships/slide" Target="/ppt/slides/slide158.xml" Id="Rf95ea06237b84c2d" /><Relationship Type="http://schemas.openxmlformats.org/officeDocument/2006/relationships/slide" Target="/ppt/slides/slide159.xml" Id="R777015368ac24903" /><Relationship Type="http://schemas.openxmlformats.org/officeDocument/2006/relationships/slide" Target="/ppt/slides/slide160.xml" Id="R5a1b52f664754c69" /><Relationship Type="http://schemas.openxmlformats.org/officeDocument/2006/relationships/slide" Target="/ppt/slides/slide161.xml" Id="R8203c12a6f454981" /><Relationship Type="http://schemas.openxmlformats.org/officeDocument/2006/relationships/slide" Target="/ppt/slides/slide162.xml" Id="R0467a2b743c347b2" /><Relationship Type="http://schemas.openxmlformats.org/officeDocument/2006/relationships/slide" Target="/ppt/slides/slide163.xml" Id="Red25e8e2ddbb4c3d" /><Relationship Type="http://schemas.openxmlformats.org/officeDocument/2006/relationships/slide" Target="/ppt/slides/slide164.xml" Id="R9af8fdd654024135" /><Relationship Type="http://schemas.openxmlformats.org/officeDocument/2006/relationships/slide" Target="/ppt/slides/slide165.xml" Id="Ra6c20b3a57ae44db" /><Relationship Type="http://schemas.openxmlformats.org/officeDocument/2006/relationships/slide" Target="/ppt/slides/slide166.xml" Id="R65022c91f9204188" /><Relationship Type="http://schemas.openxmlformats.org/officeDocument/2006/relationships/slide" Target="/ppt/slides/slide167.xml" Id="R7355ef7f063a4d1a" /><Relationship Type="http://schemas.openxmlformats.org/officeDocument/2006/relationships/slide" Target="/ppt/slides/slide168.xml" Id="R77b7fc6aefc747c6" /><Relationship Type="http://schemas.openxmlformats.org/officeDocument/2006/relationships/slide" Target="/ppt/slides/slide169.xml" Id="R81e74caac0a84b56" /><Relationship Type="http://schemas.openxmlformats.org/officeDocument/2006/relationships/slide" Target="/ppt/slides/slide170.xml" Id="R48de108d2784431e" /><Relationship Type="http://schemas.openxmlformats.org/officeDocument/2006/relationships/slide" Target="/ppt/slides/slide171.xml" Id="Rd0af8043694d4957" /><Relationship Type="http://schemas.openxmlformats.org/officeDocument/2006/relationships/slide" Target="/ppt/slides/slide172.xml" Id="Rb3c0caebc0334c08" /><Relationship Type="http://schemas.openxmlformats.org/officeDocument/2006/relationships/slide" Target="/ppt/slides/slide173.xml" Id="Ra0366f12a3af486a" /><Relationship Type="http://schemas.openxmlformats.org/officeDocument/2006/relationships/slide" Target="/ppt/slides/slide174.xml" Id="Rd520e8d5bfc84829" /><Relationship Type="http://schemas.openxmlformats.org/officeDocument/2006/relationships/slide" Target="/ppt/slides/slide175.xml" Id="Re18ea1dc2b234917" /><Relationship Type="http://schemas.openxmlformats.org/officeDocument/2006/relationships/slide" Target="/ppt/slides/slide176.xml" Id="R5a5050f6910040a2" /><Relationship Type="http://schemas.openxmlformats.org/officeDocument/2006/relationships/slide" Target="/ppt/slides/slide177.xml" Id="R0428953d25604a63" /><Relationship Type="http://schemas.openxmlformats.org/officeDocument/2006/relationships/slide" Target="/ppt/slides/slide178.xml" Id="R7569c34a6c974b85" /><Relationship Type="http://schemas.openxmlformats.org/officeDocument/2006/relationships/slide" Target="/ppt/slides/slide179.xml" Id="R0f8e3f44b3ea4990" /><Relationship Type="http://schemas.openxmlformats.org/officeDocument/2006/relationships/slide" Target="/ppt/slides/slide180.xml" Id="R4d842145244b4b21" /><Relationship Type="http://schemas.openxmlformats.org/officeDocument/2006/relationships/slide" Target="/ppt/slides/slide181.xml" Id="R9855621300cc4966" /><Relationship Type="http://schemas.openxmlformats.org/officeDocument/2006/relationships/slide" Target="/ppt/slides/slide182.xml" Id="Ra5867b0cf5b64ca6" /><Relationship Type="http://schemas.openxmlformats.org/officeDocument/2006/relationships/slide" Target="/ppt/slides/slide183.xml" Id="R09d9c0c64f214f6f" /><Relationship Type="http://schemas.openxmlformats.org/officeDocument/2006/relationships/slide" Target="/ppt/slides/slide184.xml" Id="Rc9979556f0a4493a" /><Relationship Type="http://schemas.openxmlformats.org/officeDocument/2006/relationships/slide" Target="/ppt/slides/slide185.xml" Id="Rf84f2a5c0f1b417e" /><Relationship Type="http://schemas.openxmlformats.org/officeDocument/2006/relationships/slide" Target="/ppt/slides/slide186.xml" Id="R115cb47905b04163" /><Relationship Type="http://schemas.openxmlformats.org/officeDocument/2006/relationships/slide" Target="/ppt/slides/slide187.xml" Id="R478750aae7ce4a33" /><Relationship Type="http://schemas.openxmlformats.org/officeDocument/2006/relationships/slide" Target="/ppt/slides/slide188.xml" Id="R60ecfa8a144d46fa" /><Relationship Type="http://schemas.openxmlformats.org/officeDocument/2006/relationships/slide" Target="/ppt/slides/slide189.xml" Id="R739df1f9602d44a2" /><Relationship Type="http://schemas.openxmlformats.org/officeDocument/2006/relationships/slide" Target="/ppt/slides/slide190.xml" Id="R43621da1bc6247bb" /><Relationship Type="http://schemas.openxmlformats.org/officeDocument/2006/relationships/slide" Target="/ppt/slides/slide191.xml" Id="Rfe04c944d0fd46d0" /><Relationship Type="http://schemas.openxmlformats.org/officeDocument/2006/relationships/slide" Target="/ppt/slides/slide192.xml" Id="Redc11f48d4c546ab" /><Relationship Type="http://schemas.openxmlformats.org/officeDocument/2006/relationships/slide" Target="/ppt/slides/slide193.xml" Id="R48d9b6eb007d42d7" /><Relationship Type="http://schemas.openxmlformats.org/officeDocument/2006/relationships/slide" Target="/ppt/slides/slide194.xml" Id="R5c9808ff540f45b4" /><Relationship Type="http://schemas.openxmlformats.org/officeDocument/2006/relationships/slide" Target="/ppt/slides/slide195.xml" Id="R885f5dea24134bf7" /><Relationship Type="http://schemas.openxmlformats.org/officeDocument/2006/relationships/slide" Target="/ppt/slides/slide196.xml" Id="R4b2a4285369e47d8" /><Relationship Type="http://schemas.openxmlformats.org/officeDocument/2006/relationships/slide" Target="/ppt/slides/slide197.xml" Id="Rfc2b9c8dd5b6403f" /><Relationship Type="http://schemas.openxmlformats.org/officeDocument/2006/relationships/slide" Target="/ppt/slides/slide198.xml" Id="R6f6476b3b2b94e37" /><Relationship Type="http://schemas.openxmlformats.org/officeDocument/2006/relationships/slide" Target="/ppt/slides/slide199.xml" Id="Rf9d4bab40fba419d" /><Relationship Type="http://schemas.openxmlformats.org/officeDocument/2006/relationships/slide" Target="/ppt/slides/slide200.xml" Id="R1080c19347fb47ba" /><Relationship Type="http://schemas.openxmlformats.org/officeDocument/2006/relationships/slide" Target="/ppt/slides/slide201.xml" Id="R7fdcbfd349c64d4b" /><Relationship Type="http://schemas.openxmlformats.org/officeDocument/2006/relationships/slide" Target="/ppt/slides/slide202.xml" Id="R7075dd3bce404dc0" /><Relationship Type="http://schemas.openxmlformats.org/officeDocument/2006/relationships/slide" Target="/ppt/slides/slide203.xml" Id="R10975b8adfb94cb3" /><Relationship Type="http://schemas.openxmlformats.org/officeDocument/2006/relationships/slide" Target="/ppt/slides/slide204.xml" Id="R05abdbd5e07c493d" /><Relationship Type="http://schemas.openxmlformats.org/officeDocument/2006/relationships/slide" Target="/ppt/slides/slide205.xml" Id="R027ec7523c6446d4" /><Relationship Type="http://schemas.openxmlformats.org/officeDocument/2006/relationships/slide" Target="/ppt/slides/slide206.xml" Id="Ra741492cc8fd409a" /><Relationship Type="http://schemas.openxmlformats.org/officeDocument/2006/relationships/slide" Target="/ppt/slides/slide207.xml" Id="Rb6cac3cfbd8c45a5" /><Relationship Type="http://schemas.openxmlformats.org/officeDocument/2006/relationships/slide" Target="/ppt/slides/slide208.xml" Id="R7a541044f1f24cfb" /><Relationship Type="http://schemas.openxmlformats.org/officeDocument/2006/relationships/slide" Target="/ppt/slides/slide209.xml" Id="Reeab60ef5277471b" /><Relationship Type="http://schemas.openxmlformats.org/officeDocument/2006/relationships/slide" Target="/ppt/slides/slide210.xml" Id="Ra0a763f6af9440f0" /><Relationship Type="http://schemas.openxmlformats.org/officeDocument/2006/relationships/slide" Target="/ppt/slides/slide211.xml" Id="Rdc85f654bc524321" /><Relationship Type="http://schemas.openxmlformats.org/officeDocument/2006/relationships/slide" Target="/ppt/slides/slide212.xml" Id="Re32535f705774f30" /><Relationship Type="http://schemas.openxmlformats.org/officeDocument/2006/relationships/slide" Target="/ppt/slides/slide213.xml" Id="R6be6614b5dc24575" /><Relationship Type="http://schemas.openxmlformats.org/officeDocument/2006/relationships/slide" Target="/ppt/slides/slide214.xml" Id="R084abc2ae6fd45bc" /><Relationship Type="http://schemas.openxmlformats.org/officeDocument/2006/relationships/slide" Target="/ppt/slides/slide215.xml" Id="Rc59f94d8018d4dd0" /><Relationship Type="http://schemas.openxmlformats.org/officeDocument/2006/relationships/slide" Target="/ppt/slides/slide216.xml" Id="R96595ffe11a54944" /><Relationship Type="http://schemas.openxmlformats.org/officeDocument/2006/relationships/slide" Target="/ppt/slides/slide217.xml" Id="Rd446c8a9f6ca4ae3" /><Relationship Type="http://schemas.openxmlformats.org/officeDocument/2006/relationships/slide" Target="/ppt/slides/slide218.xml" Id="R7e570aa7543747b1" /><Relationship Type="http://schemas.openxmlformats.org/officeDocument/2006/relationships/slide" Target="/ppt/slides/slide219.xml" Id="Rac1559c3e2bf4ac7" /><Relationship Type="http://schemas.openxmlformats.org/officeDocument/2006/relationships/slide" Target="/ppt/slides/slide220.xml" Id="Rf213b7039a1741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1b6e5f4d9744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0dcff41b914691" /><Relationship Type="http://schemas.openxmlformats.org/officeDocument/2006/relationships/notesMaster" Target="/ppt/notesMasters/notesMaster1.xml" Id="R58068817c0c443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d82ecdca3d47d8" /><Relationship Type="http://schemas.openxmlformats.org/officeDocument/2006/relationships/notesMaster" Target="/ppt/notesMasters/notesMaster1.xml" Id="R5c7bbfcf54b34f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471cf8e9324c4d" /><Relationship Type="http://schemas.openxmlformats.org/officeDocument/2006/relationships/notesMaster" Target="/ppt/notesMasters/notesMaster1.xml" Id="Rc721e69c57ef44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b418dc54494c02" /><Relationship Type="http://schemas.openxmlformats.org/officeDocument/2006/relationships/notesMaster" Target="/ppt/notesMasters/notesMaster1.xml" Id="R8c7b6f34473a4c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bc324f51f2484b" /><Relationship Type="http://schemas.openxmlformats.org/officeDocument/2006/relationships/notesMaster" Target="/ppt/notesMasters/notesMaster1.xml" Id="Rc7d3d42fb99749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75431288ed423e" /><Relationship Type="http://schemas.openxmlformats.org/officeDocument/2006/relationships/notesMaster" Target="/ppt/notesMasters/notesMaster1.xml" Id="R99ce0b4150044e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c074afa78b451f" /><Relationship Type="http://schemas.openxmlformats.org/officeDocument/2006/relationships/notesMaster" Target="/ppt/notesMasters/notesMaster1.xml" Id="Rbe289e05201644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67048914624864" /><Relationship Type="http://schemas.openxmlformats.org/officeDocument/2006/relationships/notesMaster" Target="/ppt/notesMasters/notesMaster1.xml" Id="Re4bf982a49a440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f60f01b199426a" /><Relationship Type="http://schemas.openxmlformats.org/officeDocument/2006/relationships/notesMaster" Target="/ppt/notesMasters/notesMaster1.xml" Id="R46115b1d2d7149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64913fea184378" /><Relationship Type="http://schemas.openxmlformats.org/officeDocument/2006/relationships/notesMaster" Target="/ppt/notesMasters/notesMaster1.xml" Id="R7d53a64ba3ea4a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d36259ab824a03" /><Relationship Type="http://schemas.openxmlformats.org/officeDocument/2006/relationships/notesMaster" Target="/ppt/notesMasters/notesMaster1.xml" Id="Ra4b283573b154f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1454db05114aae" /><Relationship Type="http://schemas.openxmlformats.org/officeDocument/2006/relationships/notesMaster" Target="/ppt/notesMasters/notesMaster1.xml" Id="R173b1c6f727f4b2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16c3e8412074f32" /><Relationship Type="http://schemas.openxmlformats.org/officeDocument/2006/relationships/notesMaster" Target="/ppt/notesMasters/notesMaster1.xml" Id="Rbb6551def0c647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ad212733a8490a" /><Relationship Type="http://schemas.openxmlformats.org/officeDocument/2006/relationships/notesMaster" Target="/ppt/notesMasters/notesMaster1.xml" Id="R8cf59e33163c4e9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d59ecc0dee4384" /><Relationship Type="http://schemas.openxmlformats.org/officeDocument/2006/relationships/notesMaster" Target="/ppt/notesMasters/notesMaster1.xml" Id="Rfcefff53e81e441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31fb800b10b41ab" /><Relationship Type="http://schemas.openxmlformats.org/officeDocument/2006/relationships/notesMaster" Target="/ppt/notesMasters/notesMaster1.xml" Id="Rdf345422fc2d488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29fe060638245c8" /><Relationship Type="http://schemas.openxmlformats.org/officeDocument/2006/relationships/notesMaster" Target="/ppt/notesMasters/notesMaster1.xml" Id="R0d09e447aa364bb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226ec60e1394ca7" /><Relationship Type="http://schemas.openxmlformats.org/officeDocument/2006/relationships/notesMaster" Target="/ppt/notesMasters/notesMaster1.xml" Id="Rbdc58ff3c25248c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8d8eea9073e4172" /><Relationship Type="http://schemas.openxmlformats.org/officeDocument/2006/relationships/notesMaster" Target="/ppt/notesMasters/notesMaster1.xml" Id="R36e4191c948948e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0e06ceaafa94db4" /><Relationship Type="http://schemas.openxmlformats.org/officeDocument/2006/relationships/notesMaster" Target="/ppt/notesMasters/notesMaster1.xml" Id="R56dafff2375241c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fb62b35301a47f6" /><Relationship Type="http://schemas.openxmlformats.org/officeDocument/2006/relationships/notesMaster" Target="/ppt/notesMasters/notesMaster1.xml" Id="Rbf92f589aa9647d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0d90267a2e64f27" /><Relationship Type="http://schemas.openxmlformats.org/officeDocument/2006/relationships/notesMaster" Target="/ppt/notesMasters/notesMaster1.xml" Id="R249b7e49d3ef4cc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f9d10a870fd451c" /><Relationship Type="http://schemas.openxmlformats.org/officeDocument/2006/relationships/notesMaster" Target="/ppt/notesMasters/notesMaster1.xml" Id="R1863fdc6e4564e3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b7cad352a114c03" /><Relationship Type="http://schemas.openxmlformats.org/officeDocument/2006/relationships/notesMaster" Target="/ppt/notesMasters/notesMaster1.xml" Id="R80de3f77f54541f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b34a92a821e4fd0" /><Relationship Type="http://schemas.openxmlformats.org/officeDocument/2006/relationships/notesMaster" Target="/ppt/notesMasters/notesMaster1.xml" Id="Rbf458156ec76440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bb7cfca84ec4fae" /><Relationship Type="http://schemas.openxmlformats.org/officeDocument/2006/relationships/notesMaster" Target="/ppt/notesMasters/notesMaster1.xml" Id="R94d5a0c3f437452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a01d2a500e843c8" /><Relationship Type="http://schemas.openxmlformats.org/officeDocument/2006/relationships/notesMaster" Target="/ppt/notesMasters/notesMaster1.xml" Id="R96aa540c4516425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8969d4a3d344c87" /><Relationship Type="http://schemas.openxmlformats.org/officeDocument/2006/relationships/notesMaster" Target="/ppt/notesMasters/notesMaster1.xml" Id="R81cb2eab635c408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0e1e62bff514b07" /><Relationship Type="http://schemas.openxmlformats.org/officeDocument/2006/relationships/notesMaster" Target="/ppt/notesMasters/notesMaster1.xml" Id="R176de559d16f467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eac8dfe61824b7b" /><Relationship Type="http://schemas.openxmlformats.org/officeDocument/2006/relationships/notesMaster" Target="/ppt/notesMasters/notesMaster1.xml" Id="R79f4b6041aee421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1c5f6d385f04106" /><Relationship Type="http://schemas.openxmlformats.org/officeDocument/2006/relationships/notesMaster" Target="/ppt/notesMasters/notesMaster1.xml" Id="R80250fe2d682466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d912f7976c5479b" /><Relationship Type="http://schemas.openxmlformats.org/officeDocument/2006/relationships/notesMaster" Target="/ppt/notesMasters/notesMaster1.xml" Id="R9151d823d7914f4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47b342f0f0a4ed2" /><Relationship Type="http://schemas.openxmlformats.org/officeDocument/2006/relationships/notesMaster" Target="/ppt/notesMasters/notesMaster1.xml" Id="Rf793d22cc8f341b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1465d758c674e89" /><Relationship Type="http://schemas.openxmlformats.org/officeDocument/2006/relationships/notesMaster" Target="/ppt/notesMasters/notesMaster1.xml" Id="R64bf5de9bac64c8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2f273c0523945fd" /><Relationship Type="http://schemas.openxmlformats.org/officeDocument/2006/relationships/notesMaster" Target="/ppt/notesMasters/notesMaster1.xml" Id="Rda60488a34824ce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515d63f698d4d96" /><Relationship Type="http://schemas.openxmlformats.org/officeDocument/2006/relationships/notesMaster" Target="/ppt/notesMasters/notesMaster1.xml" Id="R987a288e0ce3405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6e2d087329b4eb1" /><Relationship Type="http://schemas.openxmlformats.org/officeDocument/2006/relationships/notesMaster" Target="/ppt/notesMasters/notesMaster1.xml" Id="R09692f5009c44cf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03cc518591543df" /><Relationship Type="http://schemas.openxmlformats.org/officeDocument/2006/relationships/notesMaster" Target="/ppt/notesMasters/notesMaster1.xml" Id="Rda278291e764408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b7a1bd72761443f" /><Relationship Type="http://schemas.openxmlformats.org/officeDocument/2006/relationships/notesMaster" Target="/ppt/notesMasters/notesMaster1.xml" Id="R7f8ac251c1f747c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7576ff2071b48fc" /><Relationship Type="http://schemas.openxmlformats.org/officeDocument/2006/relationships/notesMaster" Target="/ppt/notesMasters/notesMaster1.xml" Id="Rd434106f1ab24e5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5ddbd8edbce42f7" /><Relationship Type="http://schemas.openxmlformats.org/officeDocument/2006/relationships/notesMaster" Target="/ppt/notesMasters/notesMaster1.xml" Id="R9516362fb196404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d8f4d69d4514e71" /><Relationship Type="http://schemas.openxmlformats.org/officeDocument/2006/relationships/notesMaster" Target="/ppt/notesMasters/notesMaster1.xml" Id="R999f6bdbbfbe4c3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6fc6c303f5f4534" /><Relationship Type="http://schemas.openxmlformats.org/officeDocument/2006/relationships/notesMaster" Target="/ppt/notesMasters/notesMaster1.xml" Id="R4afd45002fc241e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9d0b7a7f5cc403c" /><Relationship Type="http://schemas.openxmlformats.org/officeDocument/2006/relationships/notesMaster" Target="/ppt/notesMasters/notesMaster1.xml" Id="Rb4dd67834579420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b9e35c67205477f" /><Relationship Type="http://schemas.openxmlformats.org/officeDocument/2006/relationships/notesMaster" Target="/ppt/notesMasters/notesMaster1.xml" Id="R7c4248dd88fa408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4fe8d9bd8a04732" /><Relationship Type="http://schemas.openxmlformats.org/officeDocument/2006/relationships/notesMaster" Target="/ppt/notesMasters/notesMaster1.xml" Id="R7e19fec6368d49f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b2a68786d4c492b" /><Relationship Type="http://schemas.openxmlformats.org/officeDocument/2006/relationships/notesMaster" Target="/ppt/notesMasters/notesMaster1.xml" Id="Rc6f7050e46b5400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5c59e0a008b4ae3" /><Relationship Type="http://schemas.openxmlformats.org/officeDocument/2006/relationships/notesMaster" Target="/ppt/notesMasters/notesMaster1.xml" Id="R5ddc2150267f46b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ee28acdc22a4d9b" /><Relationship Type="http://schemas.openxmlformats.org/officeDocument/2006/relationships/notesMaster" Target="/ppt/notesMasters/notesMaster1.xml" Id="Rdeccc4e83acd4331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8f064b47eac4da2" /><Relationship Type="http://schemas.openxmlformats.org/officeDocument/2006/relationships/notesMaster" Target="/ppt/notesMasters/notesMaster1.xml" Id="R6316a2d0e8cd4d3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98dd463e7704958" /><Relationship Type="http://schemas.openxmlformats.org/officeDocument/2006/relationships/notesMaster" Target="/ppt/notesMasters/notesMaster1.xml" Id="R3dbef35f73b84cfe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2177158efad4507" /><Relationship Type="http://schemas.openxmlformats.org/officeDocument/2006/relationships/notesMaster" Target="/ppt/notesMasters/notesMaster1.xml" Id="R13c08baa8f04401a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d89a63daa6614013" /><Relationship Type="http://schemas.openxmlformats.org/officeDocument/2006/relationships/notesMaster" Target="/ppt/notesMasters/notesMaster1.xml" Id="R1d9898855c694a9e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f587cdd658c47c7" /><Relationship Type="http://schemas.openxmlformats.org/officeDocument/2006/relationships/notesMaster" Target="/ppt/notesMasters/notesMaster1.xml" Id="R4957b211c4844fd2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b512544e6ee349fb" /><Relationship Type="http://schemas.openxmlformats.org/officeDocument/2006/relationships/notesMaster" Target="/ppt/notesMasters/notesMaster1.xml" Id="R9837bbe5666d48c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ab171df6a0d4d5a" /><Relationship Type="http://schemas.openxmlformats.org/officeDocument/2006/relationships/notesMaster" Target="/ppt/notesMasters/notesMaster1.xml" Id="Rbe16fa07951c4d2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9e35497166534c49" /><Relationship Type="http://schemas.openxmlformats.org/officeDocument/2006/relationships/notesMaster" Target="/ppt/notesMasters/notesMaster1.xml" Id="R3e58f887e0714a24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118dc05abdbf4ad2" /><Relationship Type="http://schemas.openxmlformats.org/officeDocument/2006/relationships/notesMaster" Target="/ppt/notesMasters/notesMaster1.xml" Id="Rdc682877d12a441b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73ac74a2a3d4921" /><Relationship Type="http://schemas.openxmlformats.org/officeDocument/2006/relationships/notesMaster" Target="/ppt/notesMasters/notesMaster1.xml" Id="R3bd51c27c1df442c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297312fa50e1423d" /><Relationship Type="http://schemas.openxmlformats.org/officeDocument/2006/relationships/notesMaster" Target="/ppt/notesMasters/notesMaster1.xml" Id="R385823d17db24ee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458a628edbe9438f" /><Relationship Type="http://schemas.openxmlformats.org/officeDocument/2006/relationships/notesMaster" Target="/ppt/notesMasters/notesMaster1.xml" Id="R62c531bfa07d458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ffe3ef7b133647cc" /><Relationship Type="http://schemas.openxmlformats.org/officeDocument/2006/relationships/notesMaster" Target="/ppt/notesMasters/notesMaster1.xml" Id="R4e303103d2b8459c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351c46f4f3b64fdd" /><Relationship Type="http://schemas.openxmlformats.org/officeDocument/2006/relationships/notesMaster" Target="/ppt/notesMasters/notesMaster1.xml" Id="R88ce4c2ac2024b3d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c8ea733d2124669" /><Relationship Type="http://schemas.openxmlformats.org/officeDocument/2006/relationships/notesMaster" Target="/ppt/notesMasters/notesMaster1.xml" Id="R03f24d57f1704363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8509981eeb104e35" /><Relationship Type="http://schemas.openxmlformats.org/officeDocument/2006/relationships/notesMaster" Target="/ppt/notesMasters/notesMaster1.xml" Id="Rfb861b7644c04ede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397889d399dc4232" /><Relationship Type="http://schemas.openxmlformats.org/officeDocument/2006/relationships/notesMaster" Target="/ppt/notesMasters/notesMaster1.xml" Id="R76daca3fb73a46e0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8f69ce63d7844cea" /><Relationship Type="http://schemas.openxmlformats.org/officeDocument/2006/relationships/notesMaster" Target="/ppt/notesMasters/notesMaster1.xml" Id="R25a42dd94e2f4cc2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7ba19aab4a7c49ba" /><Relationship Type="http://schemas.openxmlformats.org/officeDocument/2006/relationships/notesMaster" Target="/ppt/notesMasters/notesMaster1.xml" Id="R6698633f1cbf4c1c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573f49ad06fc4368" /><Relationship Type="http://schemas.openxmlformats.org/officeDocument/2006/relationships/notesMaster" Target="/ppt/notesMasters/notesMaster1.xml" Id="Rafc887184726460d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2f0b0344ecc04c7e" /><Relationship Type="http://schemas.openxmlformats.org/officeDocument/2006/relationships/notesMaster" Target="/ppt/notesMasters/notesMaster1.xml" Id="R15d1dc31e2484029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8536bfe0ab3e4c23" /><Relationship Type="http://schemas.openxmlformats.org/officeDocument/2006/relationships/notesMaster" Target="/ppt/notesMasters/notesMaster1.xml" Id="Rf3da564b3eda4c0a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a80da9be62fc43ad" /><Relationship Type="http://schemas.openxmlformats.org/officeDocument/2006/relationships/notesMaster" Target="/ppt/notesMasters/notesMaster1.xml" Id="Rbdacdee605254c94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ef8b874a01cb4b53" /><Relationship Type="http://schemas.openxmlformats.org/officeDocument/2006/relationships/notesMaster" Target="/ppt/notesMasters/notesMaster1.xml" Id="R034a4194362d481b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f1614555a6a54220" /><Relationship Type="http://schemas.openxmlformats.org/officeDocument/2006/relationships/notesMaster" Target="/ppt/notesMasters/notesMaster1.xml" Id="R1d347f406ac54929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3acc0587f9024500" /><Relationship Type="http://schemas.openxmlformats.org/officeDocument/2006/relationships/notesMaster" Target="/ppt/notesMasters/notesMaster1.xml" Id="R600c546459db4682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79d114e34faa48a3" /><Relationship Type="http://schemas.openxmlformats.org/officeDocument/2006/relationships/notesMaster" Target="/ppt/notesMasters/notesMaster1.xml" Id="Rff73ebb50362490c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98ee4e339fae42d2" /><Relationship Type="http://schemas.openxmlformats.org/officeDocument/2006/relationships/notesMaster" Target="/ppt/notesMasters/notesMaster1.xml" Id="R75bf8d971a364906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9e327e1aa37d49d9" /><Relationship Type="http://schemas.openxmlformats.org/officeDocument/2006/relationships/notesMaster" Target="/ppt/notesMasters/notesMaster1.xml" Id="Rd4e4e67e7a7b4285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bfa85b6cd8e94f4f" /><Relationship Type="http://schemas.openxmlformats.org/officeDocument/2006/relationships/notesMaster" Target="/ppt/notesMasters/notesMaster1.xml" Id="Rae3a1a631d6e4df5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4efd8a6365bc45f9" /><Relationship Type="http://schemas.openxmlformats.org/officeDocument/2006/relationships/notesMaster" Target="/ppt/notesMasters/notesMaster1.xml" Id="R35e65c7916bf413b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6018b2c682f84e1f" /><Relationship Type="http://schemas.openxmlformats.org/officeDocument/2006/relationships/notesMaster" Target="/ppt/notesMasters/notesMaster1.xml" Id="Rcf4136a5c9db4ff5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c8d75a82ac724041" /><Relationship Type="http://schemas.openxmlformats.org/officeDocument/2006/relationships/notesMaster" Target="/ppt/notesMasters/notesMaster1.xml" Id="Rb89e8ce86dfa42be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1ea9500eaf5d4913" /><Relationship Type="http://schemas.openxmlformats.org/officeDocument/2006/relationships/notesMaster" Target="/ppt/notesMasters/notesMaster1.xml" Id="R47f5e0e340374f4d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237338cbfe3845da" /><Relationship Type="http://schemas.openxmlformats.org/officeDocument/2006/relationships/notesMaster" Target="/ppt/notesMasters/notesMaster1.xml" Id="R026a51d830f04b58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1e024e1954cf42a9" /><Relationship Type="http://schemas.openxmlformats.org/officeDocument/2006/relationships/notesMaster" Target="/ppt/notesMasters/notesMaster1.xml" Id="R0193ceafcce94b45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c40dccd5dd994951" /><Relationship Type="http://schemas.openxmlformats.org/officeDocument/2006/relationships/notesMaster" Target="/ppt/notesMasters/notesMaster1.xml" Id="Rc1c83a8ec604446c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2b75f07d98dd4678" /><Relationship Type="http://schemas.openxmlformats.org/officeDocument/2006/relationships/notesMaster" Target="/ppt/notesMasters/notesMaster1.xml" Id="R80c3b3fe9397426f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af90582abd1e4793" /><Relationship Type="http://schemas.openxmlformats.org/officeDocument/2006/relationships/notesMaster" Target="/ppt/notesMasters/notesMaster1.xml" Id="R15f0e6d8913a44c5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5a5ce5fb6b9242f4" /><Relationship Type="http://schemas.openxmlformats.org/officeDocument/2006/relationships/notesMaster" Target="/ppt/notesMasters/notesMaster1.xml" Id="R08b2fdacfa024257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aec04cedc8874724" /><Relationship Type="http://schemas.openxmlformats.org/officeDocument/2006/relationships/notesMaster" Target="/ppt/notesMasters/notesMaster1.xml" Id="Rd2dabf6286b24ca5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2137647831124192" /><Relationship Type="http://schemas.openxmlformats.org/officeDocument/2006/relationships/notesMaster" Target="/ppt/notesMasters/notesMaster1.xml" Id="Rbdf335157cd04564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ccb5131431554b70" /><Relationship Type="http://schemas.openxmlformats.org/officeDocument/2006/relationships/notesMaster" Target="/ppt/notesMasters/notesMaster1.xml" Id="R49d1d0ad831542b3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0bd75b00037948ab" /><Relationship Type="http://schemas.openxmlformats.org/officeDocument/2006/relationships/notesMaster" Target="/ppt/notesMasters/notesMaster1.xml" Id="R1907ff07b61a4672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7467f8cc0a464cb6" /><Relationship Type="http://schemas.openxmlformats.org/officeDocument/2006/relationships/notesMaster" Target="/ppt/notesMasters/notesMaster1.xml" Id="R6760c7d627754a32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56b306015ee64dbd" /><Relationship Type="http://schemas.openxmlformats.org/officeDocument/2006/relationships/notesMaster" Target="/ppt/notesMasters/notesMaster1.xml" Id="R8c660358fc2443f4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6bfc4ef079fe4da5" /><Relationship Type="http://schemas.openxmlformats.org/officeDocument/2006/relationships/notesMaster" Target="/ppt/notesMasters/notesMaster1.xml" Id="R943b3ca8ee724b92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11f97124e7784e96" /><Relationship Type="http://schemas.openxmlformats.org/officeDocument/2006/relationships/notesMaster" Target="/ppt/notesMasters/notesMaster1.xml" Id="Rbb1c8078054b4413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a0138b34171c43ed" /><Relationship Type="http://schemas.openxmlformats.org/officeDocument/2006/relationships/notesMaster" Target="/ppt/notesMasters/notesMaster1.xml" Id="R6182e40ac95844c9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9ff1c396910d421b" /><Relationship Type="http://schemas.openxmlformats.org/officeDocument/2006/relationships/notesMaster" Target="/ppt/notesMasters/notesMaster1.xml" Id="R2aa7ea454c4342af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eb83762ab9cb4f47" /><Relationship Type="http://schemas.openxmlformats.org/officeDocument/2006/relationships/notesMaster" Target="/ppt/notesMasters/notesMaster1.xml" Id="R4c9f585859ae4665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3f1af2b023834385" /><Relationship Type="http://schemas.openxmlformats.org/officeDocument/2006/relationships/notesMaster" Target="/ppt/notesMasters/notesMaster1.xml" Id="R987e4621ed5f4dcc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ff3b903dce6442fb" /><Relationship Type="http://schemas.openxmlformats.org/officeDocument/2006/relationships/notesMaster" Target="/ppt/notesMasters/notesMaster1.xml" Id="R455280c29931424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573a14a36e4f4b54" /><Relationship Type="http://schemas.openxmlformats.org/officeDocument/2006/relationships/notesMaster" Target="/ppt/notesMasters/notesMaster1.xml" Id="R06ae89e3b8134db6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2030e3c50f57470e" /><Relationship Type="http://schemas.openxmlformats.org/officeDocument/2006/relationships/notesMaster" Target="/ppt/notesMasters/notesMaster1.xml" Id="Raa0d7c93d2d04678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619344f3ecc84a16" /><Relationship Type="http://schemas.openxmlformats.org/officeDocument/2006/relationships/notesMaster" Target="/ppt/notesMasters/notesMaster1.xml" Id="Rc90b430db35e4d94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7a2077b59dd34531" /><Relationship Type="http://schemas.openxmlformats.org/officeDocument/2006/relationships/notesMaster" Target="/ppt/notesMasters/notesMaster1.xml" Id="R8b78325d05b1442e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7727725755624c1d" /><Relationship Type="http://schemas.openxmlformats.org/officeDocument/2006/relationships/notesMaster" Target="/ppt/notesMasters/notesMaster1.xml" Id="R04476fcf4fd64ed3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98e23036e43144e8" /><Relationship Type="http://schemas.openxmlformats.org/officeDocument/2006/relationships/notesMaster" Target="/ppt/notesMasters/notesMaster1.xml" Id="R8eb9b024150348b4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793b698a427147f0" /><Relationship Type="http://schemas.openxmlformats.org/officeDocument/2006/relationships/notesMaster" Target="/ppt/notesMasters/notesMaster1.xml" Id="R188b190308a54bf2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82fad8807b1d4f5c" /><Relationship Type="http://schemas.openxmlformats.org/officeDocument/2006/relationships/notesMaster" Target="/ppt/notesMasters/notesMaster1.xml" Id="R541be62a5118408e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e3435ff40ba340aa" /><Relationship Type="http://schemas.openxmlformats.org/officeDocument/2006/relationships/notesMaster" Target="/ppt/notesMasters/notesMaster1.xml" Id="R44cb0a2d6d094f4b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7984b18a59e34f70" /><Relationship Type="http://schemas.openxmlformats.org/officeDocument/2006/relationships/notesMaster" Target="/ppt/notesMasters/notesMaster1.xml" Id="Rc53f7836d53f4318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3580f0acfde54cdd" /><Relationship Type="http://schemas.openxmlformats.org/officeDocument/2006/relationships/notesMaster" Target="/ppt/notesMasters/notesMaster1.xml" Id="Rc7ca5c14001944c1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8282028daf4e48c6" /><Relationship Type="http://schemas.openxmlformats.org/officeDocument/2006/relationships/notesMaster" Target="/ppt/notesMasters/notesMaster1.xml" Id="R6a8cef9271ce4474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246535e8efdd478e" /><Relationship Type="http://schemas.openxmlformats.org/officeDocument/2006/relationships/notesMaster" Target="/ppt/notesMasters/notesMaster1.xml" Id="R330d95a3ebfd4912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eca6e4a1c02f4b32" /><Relationship Type="http://schemas.openxmlformats.org/officeDocument/2006/relationships/notesMaster" Target="/ppt/notesMasters/notesMaster1.xml" Id="R62b5634582854f86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49544be1b44a465c" /><Relationship Type="http://schemas.openxmlformats.org/officeDocument/2006/relationships/notesMaster" Target="/ppt/notesMasters/notesMaster1.xml" Id="R758362582c224ae4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5493a4d0bcf4814" /><Relationship Type="http://schemas.openxmlformats.org/officeDocument/2006/relationships/notesMaster" Target="/ppt/notesMasters/notesMaster1.xml" Id="Rfa6778cd02ff48a2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af5f954eb53241e9" /><Relationship Type="http://schemas.openxmlformats.org/officeDocument/2006/relationships/notesMaster" Target="/ppt/notesMasters/notesMaster1.xml" Id="R9f2461e55e9a4352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daaa6b02c94848a4" /><Relationship Type="http://schemas.openxmlformats.org/officeDocument/2006/relationships/notesMaster" Target="/ppt/notesMasters/notesMaster1.xml" Id="Rcc00aa2caf64435f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093e25aca21d4d1f" /><Relationship Type="http://schemas.openxmlformats.org/officeDocument/2006/relationships/notesMaster" Target="/ppt/notesMasters/notesMaster1.xml" Id="R3305093b8bf54295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0e3a549a90c24853" /><Relationship Type="http://schemas.openxmlformats.org/officeDocument/2006/relationships/notesMaster" Target="/ppt/notesMasters/notesMaster1.xml" Id="R3574260485904abc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8da01e231bbb41f8" /><Relationship Type="http://schemas.openxmlformats.org/officeDocument/2006/relationships/notesMaster" Target="/ppt/notesMasters/notesMaster1.xml" Id="Rd7816ad122c24199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340ebabf7905479e" /><Relationship Type="http://schemas.openxmlformats.org/officeDocument/2006/relationships/notesMaster" Target="/ppt/notesMasters/notesMaster1.xml" Id="R44de932d40a84d6a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11940b111a5848e6" /><Relationship Type="http://schemas.openxmlformats.org/officeDocument/2006/relationships/notesMaster" Target="/ppt/notesMasters/notesMaster1.xml" Id="Rf2326b1bdce746c0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4ba2688c59ce45e5" /><Relationship Type="http://schemas.openxmlformats.org/officeDocument/2006/relationships/notesMaster" Target="/ppt/notesMasters/notesMaster1.xml" Id="R04b4f5e8466b404f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3404a5b96ad749f5" /><Relationship Type="http://schemas.openxmlformats.org/officeDocument/2006/relationships/notesMaster" Target="/ppt/notesMasters/notesMaster1.xml" Id="R1538f97b15bc476d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c3bcee0126d54130" /><Relationship Type="http://schemas.openxmlformats.org/officeDocument/2006/relationships/notesMaster" Target="/ppt/notesMasters/notesMaster1.xml" Id="R73d96f7f87a34c34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6d959f98bfa543c7" /><Relationship Type="http://schemas.openxmlformats.org/officeDocument/2006/relationships/notesMaster" Target="/ppt/notesMasters/notesMaster1.xml" Id="R3f0cef720ac54e4a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57e82f9ef91c4870" /><Relationship Type="http://schemas.openxmlformats.org/officeDocument/2006/relationships/notesMaster" Target="/ppt/notesMasters/notesMaster1.xml" Id="R276524a09a914f00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2258e1a369724c0b" /><Relationship Type="http://schemas.openxmlformats.org/officeDocument/2006/relationships/notesMaster" Target="/ppt/notesMasters/notesMaster1.xml" Id="Rd3d8e46d67504690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5e2481f4e03d49d9" /><Relationship Type="http://schemas.openxmlformats.org/officeDocument/2006/relationships/notesMaster" Target="/ppt/notesMasters/notesMaster1.xml" Id="R8fe2acb766a24a91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8c709a93ac524a4f" /><Relationship Type="http://schemas.openxmlformats.org/officeDocument/2006/relationships/notesMaster" Target="/ppt/notesMasters/notesMaster1.xml" Id="R347f9888dbca4fe7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9f3d1781e8e84952" /><Relationship Type="http://schemas.openxmlformats.org/officeDocument/2006/relationships/notesMaster" Target="/ppt/notesMasters/notesMaster1.xml" Id="Rc10381c9f4794989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031978e30bc6413c" /><Relationship Type="http://schemas.openxmlformats.org/officeDocument/2006/relationships/notesMaster" Target="/ppt/notesMasters/notesMaster1.xml" Id="R98ccad231e2e49c0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f3eb7646468a4fd6" /><Relationship Type="http://schemas.openxmlformats.org/officeDocument/2006/relationships/notesMaster" Target="/ppt/notesMasters/notesMaster1.xml" Id="R188449d5f5d942a1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1e6e97eacf1c4314" /><Relationship Type="http://schemas.openxmlformats.org/officeDocument/2006/relationships/notesMaster" Target="/ppt/notesMasters/notesMaster1.xml" Id="R2ce44aa01a854e7c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4094c0d9f2c44855" /><Relationship Type="http://schemas.openxmlformats.org/officeDocument/2006/relationships/notesMaster" Target="/ppt/notesMasters/notesMaster1.xml" Id="R1130eb15640341ab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b87b830201204b95" /><Relationship Type="http://schemas.openxmlformats.org/officeDocument/2006/relationships/notesMaster" Target="/ppt/notesMasters/notesMaster1.xml" Id="R9e5d746301fb40f1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9ae8a6a16ace40b2" /><Relationship Type="http://schemas.openxmlformats.org/officeDocument/2006/relationships/notesMaster" Target="/ppt/notesMasters/notesMaster1.xml" Id="Rdd26a86e150a4417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0cf80eca15b54517" /><Relationship Type="http://schemas.openxmlformats.org/officeDocument/2006/relationships/notesMaster" Target="/ppt/notesMasters/notesMaster1.xml" Id="R2563524a8eda4dcf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da7bf0ffbcaa4305" /><Relationship Type="http://schemas.openxmlformats.org/officeDocument/2006/relationships/notesMaster" Target="/ppt/notesMasters/notesMaster1.xml" Id="R1bb66fd926c44acb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620945c1b3c3493e" /><Relationship Type="http://schemas.openxmlformats.org/officeDocument/2006/relationships/notesMaster" Target="/ppt/notesMasters/notesMaster1.xml" Id="Rd6c3f88a279b4df0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bac59e259d6240a2" /><Relationship Type="http://schemas.openxmlformats.org/officeDocument/2006/relationships/notesMaster" Target="/ppt/notesMasters/notesMaster1.xml" Id="Rccfdd8c4574d43a8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fbe86949b88a43f5" /><Relationship Type="http://schemas.openxmlformats.org/officeDocument/2006/relationships/notesMaster" Target="/ppt/notesMasters/notesMaster1.xml" Id="Rbd0803190e634054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3db1f6afb2ca428f" /><Relationship Type="http://schemas.openxmlformats.org/officeDocument/2006/relationships/notesMaster" Target="/ppt/notesMasters/notesMaster1.xml" Id="R2ad55a9b19884882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7007175a68c84194" /><Relationship Type="http://schemas.openxmlformats.org/officeDocument/2006/relationships/notesMaster" Target="/ppt/notesMasters/notesMaster1.xml" Id="R476c4f0a21e34859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208505dd907a42b0" /><Relationship Type="http://schemas.openxmlformats.org/officeDocument/2006/relationships/notesMaster" Target="/ppt/notesMasters/notesMaster1.xml" Id="R447a984ede604fe2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af3306b787014da7" /><Relationship Type="http://schemas.openxmlformats.org/officeDocument/2006/relationships/notesMaster" Target="/ppt/notesMasters/notesMaster1.xml" Id="R37c3ab5bc9d1475d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14c24257185c451d" /><Relationship Type="http://schemas.openxmlformats.org/officeDocument/2006/relationships/notesMaster" Target="/ppt/notesMasters/notesMaster1.xml" Id="Ra873421268204dc8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3c6f8d34be1b4790" /><Relationship Type="http://schemas.openxmlformats.org/officeDocument/2006/relationships/notesMaster" Target="/ppt/notesMasters/notesMaster1.xml" Id="R63a0f22f7bbd4729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fe024f5a545c45b4" /><Relationship Type="http://schemas.openxmlformats.org/officeDocument/2006/relationships/notesMaster" Target="/ppt/notesMasters/notesMaster1.xml" Id="Ra77636ac399a4cb1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3926690d5c67425b" /><Relationship Type="http://schemas.openxmlformats.org/officeDocument/2006/relationships/notesMaster" Target="/ppt/notesMasters/notesMaster1.xml" Id="R3ef43616ce2141fd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e6dd492b5e444490" /><Relationship Type="http://schemas.openxmlformats.org/officeDocument/2006/relationships/notesMaster" Target="/ppt/notesMasters/notesMaster1.xml" Id="R4ac193f8b74b4d12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a9a9dbf6c132429a" /><Relationship Type="http://schemas.openxmlformats.org/officeDocument/2006/relationships/notesMaster" Target="/ppt/notesMasters/notesMaster1.xml" Id="Rbf8510ff4a964e04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079043715bf34bd7" /><Relationship Type="http://schemas.openxmlformats.org/officeDocument/2006/relationships/notesMaster" Target="/ppt/notesMasters/notesMaster1.xml" Id="R04bacecd5466435b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590d51196eeb4093" /><Relationship Type="http://schemas.openxmlformats.org/officeDocument/2006/relationships/notesMaster" Target="/ppt/notesMasters/notesMaster1.xml" Id="Rd74186536ba843d3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3a7d43c4f03349ed" /><Relationship Type="http://schemas.openxmlformats.org/officeDocument/2006/relationships/notesMaster" Target="/ppt/notesMasters/notesMaster1.xml" Id="Rb5f56e090b99430d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7ec078668edb4813" /><Relationship Type="http://schemas.openxmlformats.org/officeDocument/2006/relationships/notesMaster" Target="/ppt/notesMasters/notesMaster1.xml" Id="Rabf333c4fc46415e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770f8e7f7cfa4eea" /><Relationship Type="http://schemas.openxmlformats.org/officeDocument/2006/relationships/notesMaster" Target="/ppt/notesMasters/notesMaster1.xml" Id="Rb43218834c4b4c36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74ef993308a44f4e" /><Relationship Type="http://schemas.openxmlformats.org/officeDocument/2006/relationships/notesMaster" Target="/ppt/notesMasters/notesMaster1.xml" Id="R3040ea49e59b4c4b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7161bab144a14644" /><Relationship Type="http://schemas.openxmlformats.org/officeDocument/2006/relationships/notesMaster" Target="/ppt/notesMasters/notesMaster1.xml" Id="R1a5f3def01ec445b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59f487bc25cd4a78" /><Relationship Type="http://schemas.openxmlformats.org/officeDocument/2006/relationships/notesMaster" Target="/ppt/notesMasters/notesMaster1.xml" Id="Rc3cae8aae5db462a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71ad533a979b4a90" /><Relationship Type="http://schemas.openxmlformats.org/officeDocument/2006/relationships/notesMaster" Target="/ppt/notesMasters/notesMaster1.xml" Id="R78023eaeb43c4c99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1028d60f103b43e8" /><Relationship Type="http://schemas.openxmlformats.org/officeDocument/2006/relationships/notesMaster" Target="/ppt/notesMasters/notesMaster1.xml" Id="Rc85f0808ab054c70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7e1a11c63fdd475b" /><Relationship Type="http://schemas.openxmlformats.org/officeDocument/2006/relationships/notesMaster" Target="/ppt/notesMasters/notesMaster1.xml" Id="Rc6aa59f22d694963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22867b7b70ec4f0b" /><Relationship Type="http://schemas.openxmlformats.org/officeDocument/2006/relationships/notesMaster" Target="/ppt/notesMasters/notesMaster1.xml" Id="R624dee9713f84dde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a80c276d8c0748cc" /><Relationship Type="http://schemas.openxmlformats.org/officeDocument/2006/relationships/notesMaster" Target="/ppt/notesMasters/notesMaster1.xml" Id="R5ec14e898e1646ea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7421d034df214edb" /><Relationship Type="http://schemas.openxmlformats.org/officeDocument/2006/relationships/notesMaster" Target="/ppt/notesMasters/notesMaster1.xml" Id="Raae499e4e8044f39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1a5bf5094db14dd5" /><Relationship Type="http://schemas.openxmlformats.org/officeDocument/2006/relationships/notesMaster" Target="/ppt/notesMasters/notesMaster1.xml" Id="Re873543351d8484d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8c51793afd5f4e19" /><Relationship Type="http://schemas.openxmlformats.org/officeDocument/2006/relationships/notesMaster" Target="/ppt/notesMasters/notesMaster1.xml" Id="R84a6566373e344e2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4e48665231724367" /><Relationship Type="http://schemas.openxmlformats.org/officeDocument/2006/relationships/notesMaster" Target="/ppt/notesMasters/notesMaster1.xml" Id="R57c4d491f9a543c0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3a3c8917532842fd" /><Relationship Type="http://schemas.openxmlformats.org/officeDocument/2006/relationships/notesMaster" Target="/ppt/notesMasters/notesMaster1.xml" Id="R8bfed0c3e3ed434a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914006ccc8524104" /><Relationship Type="http://schemas.openxmlformats.org/officeDocument/2006/relationships/notesMaster" Target="/ppt/notesMasters/notesMaster1.xml" Id="R342766bb2dd246db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9653e8cffc7c44f5" /><Relationship Type="http://schemas.openxmlformats.org/officeDocument/2006/relationships/notesMaster" Target="/ppt/notesMasters/notesMaster1.xml" Id="R09510cb91aad40af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b04de7979f904c99" /><Relationship Type="http://schemas.openxmlformats.org/officeDocument/2006/relationships/notesMaster" Target="/ppt/notesMasters/notesMaster1.xml" Id="R455641fe2334415e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d37eb718c8a1430a" /><Relationship Type="http://schemas.openxmlformats.org/officeDocument/2006/relationships/notesMaster" Target="/ppt/notesMasters/notesMaster1.xml" Id="R39fedd8767ae4732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5ca6a9dec0124953" /><Relationship Type="http://schemas.openxmlformats.org/officeDocument/2006/relationships/notesMaster" Target="/ppt/notesMasters/notesMaster1.xml" Id="R97ac697fcea34095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9507dac14c854fa1" /><Relationship Type="http://schemas.openxmlformats.org/officeDocument/2006/relationships/notesMaster" Target="/ppt/notesMasters/notesMaster1.xml" Id="Rd053c8e2e4224c2c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053ed7b887134681" /><Relationship Type="http://schemas.openxmlformats.org/officeDocument/2006/relationships/notesMaster" Target="/ppt/notesMasters/notesMaster1.xml" Id="Rcbc8aa82609544b1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1583ffcdc35442d0" /><Relationship Type="http://schemas.openxmlformats.org/officeDocument/2006/relationships/notesMaster" Target="/ppt/notesMasters/notesMaster1.xml" Id="R09152e35c7c44821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016c7510ee2c4d49" /><Relationship Type="http://schemas.openxmlformats.org/officeDocument/2006/relationships/notesMaster" Target="/ppt/notesMasters/notesMaster1.xml" Id="R02521e3ea95c4867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90b775907cfd443e" /><Relationship Type="http://schemas.openxmlformats.org/officeDocument/2006/relationships/notesMaster" Target="/ppt/notesMasters/notesMaster1.xml" Id="R27cf86f418b64bc1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1c8f5ecce1ef40ac" /><Relationship Type="http://schemas.openxmlformats.org/officeDocument/2006/relationships/notesMaster" Target="/ppt/notesMasters/notesMaster1.xml" Id="Re709ce061f104010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ac17efb97c064589" /><Relationship Type="http://schemas.openxmlformats.org/officeDocument/2006/relationships/notesMaster" Target="/ppt/notesMasters/notesMaster1.xml" Id="R8c3a90b451ae478f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84bb984d5c734a55" /><Relationship Type="http://schemas.openxmlformats.org/officeDocument/2006/relationships/notesMaster" Target="/ppt/notesMasters/notesMaster1.xml" Id="R22aa2b8fe4514175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95ac4f7cf1514bf7" /><Relationship Type="http://schemas.openxmlformats.org/officeDocument/2006/relationships/notesMaster" Target="/ppt/notesMasters/notesMaster1.xml" Id="R351d9ec77cb6480c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d54c008392a542df" /><Relationship Type="http://schemas.openxmlformats.org/officeDocument/2006/relationships/notesMaster" Target="/ppt/notesMasters/notesMaster1.xml" Id="Rebf0c560fdc145ad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f8ac4f26c4f44965" /><Relationship Type="http://schemas.openxmlformats.org/officeDocument/2006/relationships/notesMaster" Target="/ppt/notesMasters/notesMaster1.xml" Id="R05a614d7dcbb45ab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e93c6ff7ceeb4e26" /><Relationship Type="http://schemas.openxmlformats.org/officeDocument/2006/relationships/notesMaster" Target="/ppt/notesMasters/notesMaster1.xml" Id="R6e71f29d8e5e4c24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e6bd7262b6604762" /><Relationship Type="http://schemas.openxmlformats.org/officeDocument/2006/relationships/notesMaster" Target="/ppt/notesMasters/notesMaster1.xml" Id="Rf259d95716a14f93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4a234cefba534c06" /><Relationship Type="http://schemas.openxmlformats.org/officeDocument/2006/relationships/notesMaster" Target="/ppt/notesMasters/notesMaster1.xml" Id="Rff364facef614a35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974e41ef54144193" /><Relationship Type="http://schemas.openxmlformats.org/officeDocument/2006/relationships/notesMaster" Target="/ppt/notesMasters/notesMaster1.xml" Id="R8128d7343f744a10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d0142a1a12044907" /><Relationship Type="http://schemas.openxmlformats.org/officeDocument/2006/relationships/notesMaster" Target="/ppt/notesMasters/notesMaster1.xml" Id="R2c6520463e5b4494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a7e94318ca9346af" /><Relationship Type="http://schemas.openxmlformats.org/officeDocument/2006/relationships/notesMaster" Target="/ppt/notesMasters/notesMaster1.xml" Id="R4fa47ed6b0e144b2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12aee5fe285641c1" /><Relationship Type="http://schemas.openxmlformats.org/officeDocument/2006/relationships/notesMaster" Target="/ppt/notesMasters/notesMaster1.xml" Id="R33ea6803f30a4ab1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f4c9bd2e1524474d" /><Relationship Type="http://schemas.openxmlformats.org/officeDocument/2006/relationships/notesMaster" Target="/ppt/notesMasters/notesMaster1.xml" Id="R2ec198dda2754983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1c3e5947abac4a51" /><Relationship Type="http://schemas.openxmlformats.org/officeDocument/2006/relationships/notesMaster" Target="/ppt/notesMasters/notesMaster1.xml" Id="R8de82651c15d40e6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84597c1bf90a4641" /><Relationship Type="http://schemas.openxmlformats.org/officeDocument/2006/relationships/notesMaster" Target="/ppt/notesMasters/notesMaster1.xml" Id="R7066ece1fc8245e8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3ed790b092094ede" /><Relationship Type="http://schemas.openxmlformats.org/officeDocument/2006/relationships/notesMaster" Target="/ppt/notesMasters/notesMaster1.xml" Id="Rbf5192655ce143ae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9bd22f60881c4894" /><Relationship Type="http://schemas.openxmlformats.org/officeDocument/2006/relationships/notesMaster" Target="/ppt/notesMasters/notesMaster1.xml" Id="Raddb34bbaa9946dd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843e1eb92e714e81" /><Relationship Type="http://schemas.openxmlformats.org/officeDocument/2006/relationships/notesMaster" Target="/ppt/notesMasters/notesMaster1.xml" Id="R4b657d6dc2b7460f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b4fe8d5b152c4961" /><Relationship Type="http://schemas.openxmlformats.org/officeDocument/2006/relationships/notesMaster" Target="/ppt/notesMasters/notesMaster1.xml" Id="Rcb3b6c0c845448bf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1c0306cd97cd4288" /><Relationship Type="http://schemas.openxmlformats.org/officeDocument/2006/relationships/notesMaster" Target="/ppt/notesMasters/notesMaster1.xml" Id="Rc7fdcf0013c24c4f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5aea192db43644ea" /><Relationship Type="http://schemas.openxmlformats.org/officeDocument/2006/relationships/notesMaster" Target="/ppt/notesMasters/notesMaster1.xml" Id="Rcde25f7722064b5a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2d423cf8c40d45eb" /><Relationship Type="http://schemas.openxmlformats.org/officeDocument/2006/relationships/notesMaster" Target="/ppt/notesMasters/notesMaster1.xml" Id="R5df80dcf2cea40f6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510bd506fb8e490c" /><Relationship Type="http://schemas.openxmlformats.org/officeDocument/2006/relationships/notesMaster" Target="/ppt/notesMasters/notesMaster1.xml" Id="Rb9d0a17ff3e84f65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58767b8db5e44452" /><Relationship Type="http://schemas.openxmlformats.org/officeDocument/2006/relationships/notesMaster" Target="/ppt/notesMasters/notesMaster1.xml" Id="Rf2e50c220b0743d8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5e6d5e58d3914a21" /><Relationship Type="http://schemas.openxmlformats.org/officeDocument/2006/relationships/notesMaster" Target="/ppt/notesMasters/notesMaster1.xml" Id="R800756f1c25b42fb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923349202e6443a3" /><Relationship Type="http://schemas.openxmlformats.org/officeDocument/2006/relationships/notesMaster" Target="/ppt/notesMasters/notesMaster1.xml" Id="Rf554cd06915248fd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02030701efdb4bd7" /><Relationship Type="http://schemas.openxmlformats.org/officeDocument/2006/relationships/notesMaster" Target="/ppt/notesMasters/notesMaster1.xml" Id="Rff73f098b46a4d5e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35af47f892c44fc2" /><Relationship Type="http://schemas.openxmlformats.org/officeDocument/2006/relationships/notesMaster" Target="/ppt/notesMasters/notesMaster1.xml" Id="Rf8dad3d090744009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3e4b85105bc6419e" /><Relationship Type="http://schemas.openxmlformats.org/officeDocument/2006/relationships/notesMaster" Target="/ppt/notesMasters/notesMaster1.xml" Id="R05015fdb65154def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f232a69b2a4c4008" /><Relationship Type="http://schemas.openxmlformats.org/officeDocument/2006/relationships/notesMaster" Target="/ppt/notesMasters/notesMaster1.xml" Id="R37002c275ecd49a0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9d50868df8794f36" /><Relationship Type="http://schemas.openxmlformats.org/officeDocument/2006/relationships/notesMaster" Target="/ppt/notesMasters/notesMaster1.xml" Id="R4492a01aeaf34432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3e7e65cd8a6844e9" /><Relationship Type="http://schemas.openxmlformats.org/officeDocument/2006/relationships/notesMaster" Target="/ppt/notesMasters/notesMaster1.xml" Id="R972f0be0f3ae42dd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2951691d570243af" /><Relationship Type="http://schemas.openxmlformats.org/officeDocument/2006/relationships/notesMaster" Target="/ppt/notesMasters/notesMaster1.xml" Id="Rabd98c772dcc4a21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fc529fde72364760" /><Relationship Type="http://schemas.openxmlformats.org/officeDocument/2006/relationships/notesMaster" Target="/ppt/notesMasters/notesMaster1.xml" Id="R8b3dbaea424a4e49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0c37ad077c9b43dd" /><Relationship Type="http://schemas.openxmlformats.org/officeDocument/2006/relationships/notesMaster" Target="/ppt/notesMasters/notesMaster1.xml" Id="R067acc755b52435b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92f1e64fa3b84dde" /><Relationship Type="http://schemas.openxmlformats.org/officeDocument/2006/relationships/notesMaster" Target="/ppt/notesMasters/notesMaster1.xml" Id="R27134963d5e446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분할→부분 문제 해결→결합입니다.</a:t>
            </a:r>
          </a:p>
          <a:p xmlns:a="http://schemas.openxmlformats.org/drawingml/2006/main">
            <a:r>
              <a:t>작은 문제를 해결한 결과를 이용해 원래 문제의 답을 구성한다.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두 부분을 각각 정렬한 뒤 병합한다입니다.</a:t>
            </a:r>
          </a:p>
          <a:p xmlns:a="http://schemas.openxmlformats.org/drawingml/2006/main">
            <a:r>
              <a:t>병합은 정렬된 두 배열을 입력으로 받는다. 중복과 홀수 길이도 처리할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p+q−1입니다.</a:t>
            </a:r>
          </a:p>
          <a:p xmlns:a="http://schemas.openxmlformats.org/drawingml/2006/main">
            <a:r>
              <a:t>한쪽이 먼저 소진되면 남은 원소는 비교 없이 복사한다. 마지막 하나를 남길 때까지 비교할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왼쪽 부분의 원소입니다.</a:t>
            </a:r>
          </a:p>
          <a:p xmlns:a="http://schemas.openxmlformats.org/drawingml/2006/main">
            <a:r>
              <a:t>원래 배열에서 왼쪽 부분이 앞에 있으므로 동등 키의 상대 순서를 보존한다.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T(n)=2T(n/2)+Θ(n)입니다.</a:t>
            </a:r>
          </a:p>
          <a:p xmlns:a="http://schemas.openxmlformats.org/drawingml/2006/main">
            <a:r>
              <a:t>두 부분을 모두 재귀적으로 정렬하고 전체 길이에 비례해 병합한다.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 log n)입니다.</a:t>
            </a:r>
          </a:p>
          <a:p xmlns:a="http://schemas.openxmlformats.org/drawingml/2006/main">
            <a:r>
              <a:t>모든 재귀 단계에서 각 원소를 병합하므로 최선 입력에서도 같은 점근적 비용이다.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Θ(n)입니다.</a:t>
            </a:r>
          </a:p>
          <a:p xmlns:a="http://schemas.openxmlformats.org/drawingml/2006/main">
            <a:r>
              <a:t>한 번의 비교마다 원소 하나가 확정된다. 최악 n−1번 비교하므로 Θ(n)이다.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이미 정렬되어 있고 더 나눌 필요가 없다입니다.</a:t>
            </a:r>
          </a:p>
          <a:p xmlns:a="http://schemas.openxmlformats.org/drawingml/2006/main">
            <a:r>
              <a:t>빈 배열도 정렬된 배열로 취급하면 경계 처리가 자연스럽다.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가장 큰 원소 하나입니다.</a:t>
            </a:r>
          </a:p>
          <a:p xmlns:a="http://schemas.openxmlformats.org/drawingml/2006/main">
            <a:r>
              <a:t>빈 구간을 허용하지 않으므로 0으로 초기화하면 잘못된 답이 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왼쪽 내부·오른쪽 내부·경계를 가로지르는 구간입니다.</a:t>
            </a:r>
          </a:p>
          <a:p xmlns:a="http://schemas.openxmlformats.org/drawingml/2006/main">
            <a:r>
              <a:t>모든 연속 구간은 이 세 경우 중 하나에 속한다.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왼쪽 최대 접미 합+오른쪽 최대 접두 합입니다.</a:t>
            </a:r>
          </a:p>
          <a:p xmlns:a="http://schemas.openxmlformats.org/drawingml/2006/main">
            <a:r>
              <a:t>경계를 반드시 포함해야 하므로 왼쪽 끝부분과 오른쪽 앞부분이 이어져야 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mid와 mid+1입니다.</a:t>
            </a:r>
          </a:p>
          <a:p xmlns:a="http://schemas.openxmlformats.org/drawingml/2006/main">
            <a:r>
              <a:t>왼쪽 부분은 mid를 포함하고 오른쪽 부분은 mid+1에서 시작한다.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Θ(n log n)입니다.</a:t>
            </a:r>
          </a:p>
          <a:p xmlns:a="http://schemas.openxmlformats.org/drawingml/2006/main">
            <a:r>
              <a:t>두 절반의 답과 선형 결합으로 T(n)=2T(n/2)+Θ(n)이다.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선택한 인덱스가 연속이어야 한다입니다.</a:t>
            </a:r>
          </a:p>
          <a:p xmlns:a="http://schemas.openxmlformats.org/drawingml/2006/main">
            <a:r>
              <a:t>중간 음수도 구간의 일부로 포함해야 한다. 양수만 골라 더하는 문제와 다르다.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n(n−1)/2입니다.</a:t>
            </a:r>
          </a:p>
          <a:p xmlns:a="http://schemas.openxmlformats.org/drawingml/2006/main">
            <a:r>
              <a:t>순서 없는 두 점 조합을 한 번씩 비교한다.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띠 밖 점을 포함한 교차 쌍은 거리가 d보다 작을 수 없다입니다.</a:t>
            </a:r>
          </a:p>
          <a:p xmlns:a="http://schemas.openxmlformats.org/drawingml/2006/main">
            <a:r>
              <a:t>교차 쌍의 수평 거리만으로도 d 이상이 되면 개선할 수 없다.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세로 거리가 d 이상인 후보를 제외한다입니다.</a:t>
            </a:r>
          </a:p>
          <a:p xmlns:a="http://schemas.openxmlformats.org/drawingml/2006/main">
            <a:r>
              <a:t>y 차이가 이미 d 이상이면 유클리드 거리도 d 이상이다.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 log² n)입니다.</a:t>
            </a:r>
          </a:p>
          <a:p xmlns:a="http://schemas.openxmlformats.org/drawingml/2006/main">
            <a:r>
              <a:t>T(n)=2T(n/2)+Θ(n log n)을 층별로 합하면 로그 인수가 하나 더 생긴다.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y 정렬 순서를 재사용하여 결합을 선형으로 한다입니다.</a:t>
            </a:r>
          </a:p>
          <a:p xmlns:a="http://schemas.openxmlformats.org/drawingml/2006/main">
            <a:r>
              <a:t>초기 정렬 뒤 정렬 순서를 재귀 분할과 병합으로 유지하면 각 층 비용이 선형이다.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0입니다.</a:t>
            </a:r>
          </a:p>
          <a:p xmlns:a="http://schemas.openxmlformats.org/drawingml/2006/main">
            <a:r>
              <a:t>같은 좌표의 두 점도 서로 다른 점 항목이면 거리가 0이다.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비음수에서 제곱근이 엄격히 증가한다입니다.</a:t>
            </a:r>
          </a:p>
          <a:p xmlns:a="http://schemas.openxmlformats.org/drawingml/2006/main">
            <a:r>
              <a:t>거리 순위는 제곱거리 순위와 같으므로 비교마다 제곱근을 구하지 않아도 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그 색 하나를 기록하고 종료한다입니다.</a:t>
            </a:r>
          </a:p>
          <a:p xmlns:a="http://schemas.openxmlformats.org/drawingml/2006/main">
            <a:r>
              <a:t>균일 영역을 리프 하나로 표현하는 것이 압축의 핵심이다.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4입니다.</a:t>
            </a:r>
          </a:p>
          <a:p xmlns:a="http://schemas.openxmlformats.org/drawingml/2006/main">
            <a:r>
              <a:t>좌상·우상·좌하·우하의 네 사분면으로 나눈다.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각 부분의 공간 위치를 복원해야 하기 때문이다입니다.</a:t>
            </a:r>
          </a:p>
          <a:p xmlns:a="http://schemas.openxmlformats.org/drawingml/2006/main">
            <a:r>
              <a:t>색 목록만 같아도 자식 순서가 달라지면 복원 영상이 달라진다.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전체가 한 색인 영상입니다.</a:t>
            </a:r>
          </a:p>
          <a:p xmlns:a="http://schemas.openxmlformats.org/drawingml/2006/main">
            <a:r>
              <a:t>전체 한 색이면 크기와 무관하게 색 기호 하나로 표현할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경계를 걸친 객체와 이웃 영역을 누락하지 않는다입니다.</a:t>
            </a:r>
          </a:p>
          <a:p xmlns:a="http://schemas.openxmlformats.org/drawingml/2006/main">
            <a:r>
              <a:t>공간 분할은 후보를 줄이는 장치다. 실제 영역이 겹치는 객체는 경계 양쪽에도 있을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재귀 부분 문제의 개수입니다.</a:t>
            </a:r>
          </a:p>
          <a:p xmlns:a="http://schemas.openxmlformats.org/drawingml/2006/main">
            <a:r>
              <a:t>b는 크기 축소 비율, f(n)은 재귀 호출 외 작업 비용이다.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Θ(n²)입니다.</a:t>
            </a:r>
          </a:p>
          <a:p xmlns:a="http://schemas.openxmlformats.org/drawingml/2006/main">
            <a:r>
              <a:t>기준 지수 log₂4=2이고 결합 비용은 그보다 다항식 차이로 작다.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Θ(n²)입니다.</a:t>
            </a:r>
          </a:p>
          <a:p xmlns:a="http://schemas.openxmlformats.org/drawingml/2006/main">
            <a:r>
              <a:t>각 아래 층의 전체 비용이 절반으로 줄어 최상위 층이 지배한다.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Θ(n^(log₂3))입니다.</a:t>
            </a:r>
          </a:p>
          <a:p xmlns:a="http://schemas.openxmlformats.org/drawingml/2006/main">
            <a:r>
              <a:t>기준 지수 log₂3≈1.585가 결합 비용의 지수 1보다 크다.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부분 문제 크기가 n/b 꼴의 고정 비율이 아니다입니다.</a:t>
            </a:r>
          </a:p>
          <a:p xmlns:a="http://schemas.openxmlformats.org/drawingml/2006/main">
            <a:r>
              <a:t>한 칸 감소 점화식은 대입이나 합으로 분석한다.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충분히 큰 모든 n에서 a·f(n/b)≤c·f(n), 어떤 0&lt;c&lt;1입니다.</a:t>
            </a:r>
          </a:p>
          <a:p xmlns:a="http://schemas.openxmlformats.org/drawingml/2006/main">
            <a:r>
              <a:t>정규성 조건은 결합 비용이 아래 층으로 갈 때 적절히 감소하도록 보장한다.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(x₁+x₀)(y₁+y₀)−x₁y₁−x₀y₀입니다.</a:t>
            </a:r>
          </a:p>
          <a:p xmlns:a="http://schemas.openxmlformats.org/drawingml/2006/main">
            <a:r>
              <a:t>합의 곱에서 양 끝 곱을 빼면 x₁y₀+x₀y₁이 남는다.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4번에서 3번입니다.</a:t>
            </a:r>
          </a:p>
          <a:p xmlns:a="http://schemas.openxmlformats.org/drawingml/2006/main">
            <a:r>
              <a:t>대수적 항등식으로 교차항 둘을 하나의 곱으로 계산한다.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x//10^m, x mod 10^m입니다.</a:t>
            </a:r>
          </a:p>
          <a:p xmlns:a="http://schemas.openxmlformats.org/drawingml/2006/main">
            <a:r>
              <a:t>몫이 높은 자리, 나머지가 낮은 자리이다.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n³입니다.</a:t>
            </a:r>
          </a:p>
          <a:p xmlns:a="http://schemas.openxmlformats.org/drawingml/2006/main">
            <a:r>
              <a:t>결과 n²칸마다 길이 n인 내적을 계산한다.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8번에서 7번입니다.</a:t>
            </a:r>
          </a:p>
          <a:p xmlns:a="http://schemas.openxmlformats.org/drawingml/2006/main">
            <a:r>
              <a:t>추가 덧셈과 뺄셈을 사용해 한 번의 블록 곱셈을 줄인다.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Θ(n^(log₂7))입니다.</a:t>
            </a:r>
          </a:p>
          <a:p xmlns:a="http://schemas.openxmlformats.org/drawingml/2006/main">
            <a:r>
              <a:t>log₂7≈2.807이다. 결합의 이차 비용보다 재귀 곱셈의 지수가 크다.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0으로 채워 다음 2의 거듭제곱 크기로 확장한다입니다.</a:t>
            </a:r>
          </a:p>
          <a:p xmlns:a="http://schemas.openxmlformats.org/drawingml/2006/main">
            <a:r>
              <a:t>0 패딩 후 원래 크기 결과만 취하면 원래 곱을 보존한다.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추가 연산과 호출 비용의 상수가 크기 때문이다입니다.</a:t>
            </a:r>
          </a:p>
          <a:p xmlns:a="http://schemas.openxmlformats.org/drawingml/2006/main">
            <a:r>
              <a:t>점근적 성장률과 특정 크기·환경의 실제 실행 시간은 구분해야 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[1,2,3,4,7,8], 5회입니다.</a:t>
            </a:r>
          </a:p>
          <a:p xmlns:a="http://schemas.openxmlformats.org/drawingml/2006/main">
            <a:r>
              <a:t>1:2,4:2,4:3,4:8,7:8을 비교한 뒤 남은 8을 복사한다.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2회입니다.</a:t>
            </a:r>
          </a:p>
          <a:p xmlns:a="http://schemas.openxmlformats.org/drawingml/2006/main">
            <a:r>
              <a:t>1과 3,2와 3을 비교한 뒤 오른쪽 나머지를 복사한다.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[3,8], [1,6]; [1,3,6,8]입니다.</a:t>
            </a:r>
          </a:p>
          <a:p xmlns:a="http://schemas.openxmlformats.org/drawingml/2006/main">
            <a:r>
              <a:t>각 두 원소를 먼저 정렬한 뒤 두 정렬 배열을 병합한다.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8개, 7회입니다.</a:t>
            </a:r>
          </a:p>
          <a:p xmlns:a="http://schemas.openxmlformats.org/drawingml/2006/main">
            <a:r>
              <a:t>리프 8개인 완전 이진 재귀 트리의 내부 노드는 7개이다.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24입니다.</a:t>
            </a:r>
          </a:p>
          <a:p xmlns:a="http://schemas.openxmlformats.org/drawingml/2006/main">
            <a:r>
              <a:t>각 병합 층 비용이 8이고 병합 층이 3개이다.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10, [1,3]입니다.</a:t>
            </a:r>
          </a:p>
          <a:p xmlns:a="http://schemas.openxmlformats.org/drawingml/2006/main">
            <a:r>
              <a:t>7−2+5=10이며 양옆의 −4나 −9를 포함하면 줄어든다.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−3, [1,1]입니다.</a:t>
            </a:r>
          </a:p>
          <a:p xmlns:a="http://schemas.openxmlformats.org/drawingml/2006/main">
            <a:r>
              <a:t>가장 덜 작은 원소 하나를 고른다. 빈 구간 0은 허용되지 않는다.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3,5,8입니다.</a:t>
            </a:r>
          </a:p>
          <a:p xmlns:a="http://schemas.openxmlformats.org/drawingml/2006/main">
            <a:r>
              <a:t>왼쪽은 [3]이 3, 오른쪽은 [5]가 5로 최대이다. 경계 연결 구간은 [3,5]이다.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11,6입니다.</a:t>
            </a:r>
          </a:p>
          <a:p xmlns:a="http://schemas.openxmlformats.org/drawingml/2006/main">
            <a:r>
              <a:t>5와 6을 함께 포함하려면 −100도 포함해야 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21개입니다.</a:t>
            </a:r>
          </a:p>
          <a:p xmlns:a="http://schemas.openxmlformats.org/drawingml/2006/main">
            <a:r>
              <a:t>길이별 6+5+4+3+2+1=n(n+1)/2이다.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2,3,2,3입니다.</a:t>
            </a:r>
          </a:p>
          <a:p xmlns:a="http://schemas.openxmlformats.org/drawingml/2006/main">
            <a:r>
              <a:t>접두 최대는 처음 3개, 접미 최대는 전체, 연속 최대는 인덱스 0~2이다.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A–C,9입니다.</a:t>
            </a:r>
          </a:p>
          <a:p xmlns:a="http://schemas.openxmlformats.org/drawingml/2006/main">
            <a:r>
              <a:t>A–C는 3, B–C는 4이고 다른 쌍들은 더 멀다.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25,5입니다.</a:t>
            </a:r>
          </a:p>
          <a:p xmlns:a="http://schemas.openxmlformats.org/drawingml/2006/main">
            <a:r>
              <a:t>좌표 차가 3과 4이므로 3²+4²=25이다.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d=4, 6&lt;x&lt;14입니다.</a:t>
            </a:r>
          </a:p>
          <a:p xmlns:a="http://schemas.openxmlformats.org/drawingml/2006/main">
            <a:r>
              <a:t>기존 거리 4보다 엄격히 작은 쌍만 찾으려면 수평 거리도 4보다 작아야 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66회입니다.</a:t>
            </a:r>
          </a:p>
          <a:p xmlns:a="http://schemas.openxmlformats.org/drawingml/2006/main">
            <a:r>
              <a:t>12×11/2=66이다.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(0110)입니다.</a:t>
            </a:r>
          </a:p>
          <a:p xmlns:a="http://schemas.openxmlformats.org/drawingml/2006/main">
            <a:r>
              <a:t>네 칸이 각각 0,1,1,0이므로 그 순서로 적는다.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(0110)입니다.</a:t>
            </a:r>
          </a:p>
          <a:p xmlns:a="http://schemas.openxmlformats.org/drawingml/2006/main">
            <a:r>
              <a:t>네 사분면이 각각 한 색이므로 각 사분면을 한 기호로 기록한다.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1, 1개입니다.</a:t>
            </a:r>
          </a:p>
          <a:p xmlns:a="http://schemas.openxmlformats.org/drawingml/2006/main">
            <a:r>
              <a:t>루트에서 균일하므로 자식을 만들지 않는다.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1개,4개입니다.</a:t>
            </a:r>
          </a:p>
          <a:p xmlns:a="http://schemas.openxmlformats.org/drawingml/2006/main">
            <a:r>
              <a:t>혼합 루트 하나와 네 단위 칸 리프가 있다.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깊이 3,64개입니다.</a:t>
            </a:r>
          </a:p>
          <a:p xmlns:a="http://schemas.openxmlformats.org/drawingml/2006/main">
            <a:r>
              <a:t>변 길이 8→4→2→1이며 마지막 칸은 8²개이다.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9,3,2입니다.</a:t>
            </a:r>
          </a:p>
          <a:p xmlns:a="http://schemas.openxmlformats.org/drawingml/2006/main">
            <a:r>
              <a:t>부분 문제 9개가 각각 n/3 크기이고 3²=9이다.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Θ(n³)입니다.</a:t>
            </a:r>
          </a:p>
          <a:p xmlns:a="http://schemas.openxmlformats.org/drawingml/2006/main">
            <a:r>
              <a:t>기준 지수 3이 결합 지수 2보다 크므로 재귀 하위 층이 지배한다.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Θ(n² log n)입니다.</a:t>
            </a:r>
          </a:p>
          <a:p xmlns:a="http://schemas.openxmlformats.org/drawingml/2006/main">
            <a:r>
              <a:t>각 층 비용이 Θ(n²)이고 층 수가 Θ(log n)이다.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Θ(n log² n)입니다.</a:t>
            </a:r>
          </a:p>
          <a:p xmlns:a="http://schemas.openxmlformats.org/drawingml/2006/main">
            <a:r>
              <a:t>층 비용은 n log n,n(log n−1),…이고 로그 길이 등차수열을 합한다.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M1=3,M2=8,M3=21입니다.</a:t>
            </a:r>
          </a:p>
          <a:p xmlns:a="http://schemas.openxmlformats.org/drawingml/2006/main">
            <a:r>
              <a:t>x₁=1,x₀=2,y₁=3,y₀=4이다. 합의 곱은 3×7=21이다.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10,408입니다.</a:t>
            </a:r>
          </a:p>
          <a:p xmlns:a="http://schemas.openxmlformats.org/drawingml/2006/main">
            <a:r>
              <a:t>교차항 21−3−8=10, 결과 3×100+10×10+8=408이다.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123,45입니다.</a:t>
            </a:r>
          </a:p>
          <a:p xmlns:a="http://schemas.openxmlformats.org/drawingml/2006/main">
            <a:r>
              <a:t>12345=123×100+45이다. 두 부분 길이가 꼭 같을 필요는 없다.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[[4,4],[10,8]]입니다.</a:t>
            </a:r>
          </a:p>
          <a:p xmlns:a="http://schemas.openxmlformats.org/drawingml/2006/main">
            <a:r>
              <a:t>각 결과 칸은 A의 행과 B의 열의 내적이다.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8회,7회입니다.</a:t>
            </a:r>
          </a:p>
          <a:p xmlns:a="http://schemas.openxmlformats.org/drawingml/2006/main">
            <a:r>
              <a:t>표준은 결과 4칸에 곱셈 2회씩, 슈트라센은 7개 중간 곱을 재사용한다.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343개입니다.</a:t>
            </a:r>
          </a:p>
          <a:p xmlns:a="http://schemas.openxmlformats.org/drawingml/2006/main">
            <a:r>
              <a:t>분할 깊이가 3이고 각 내부 노드에 7개 곱셈 자식이 있어 7³=343이다.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두 입력 정렬 전제 1점, 전체 최소 근거 3점, 반복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입력이 정렬되어 있어 현재 원소가 그 입력의 남은 최솟값이다.입니다.</a:t>
            </a:r>
          </a:p>
          <a:p xmlns:a="http://schemas.openxmlformats.org/drawingml/2006/main">
            <a:r>
              <a:t>두 최솟값 중 작은 값은 전체 남은 원소의 최솟값이다. 이를 반복하면 정렬 결과가 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입력 정렬 전제 1점</a:t>
            </a:r>
          </a:p>
          <a:p xmlns:a="http://schemas.openxmlformats.org/drawingml/2006/main">
            <a:r>
              <a:t>- 전체 최소 근거 3점</a:t>
            </a:r>
          </a:p>
          <a:p xmlns:a="http://schemas.openxmlformats.org/drawingml/2006/main">
            <a:r>
              <a:t>- 반복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반례 2점, 원래 순서 비교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 [2A], 오른쪽 [2B]이면 결과가 [2B,2A]가 된다.입니다.</a:t>
            </a:r>
          </a:p>
          <a:p xmlns:a="http://schemas.openxmlformats.org/drawingml/2006/main">
            <a:r>
              <a:t>원래 앞에 있던 A가 뒤로 이동했다. 왼쪽을 우선하면 같은 키의 상대 순서가 유지된다.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원래 순서 비교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길이·기저 2점, 두 분할 구간 2점, 무누락 설명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길이가 hi−lo이고 hi−lo≤1이면 종료한다. 분할은 [lo,mid),[mid,hi)이다.입니다.</a:t>
            </a:r>
          </a:p>
          <a:p xmlns:a="http://schemas.openxmlformats.org/drawingml/2006/main">
            <a:r>
              <a:t>원소가 중복되거나 빠지지 않고 빈 구간도 길이 0으로 표현된다.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길이·기저 2점</a:t>
            </a:r>
          </a:p>
          <a:p xmlns:a="http://schemas.openxmlformats.org/drawingml/2006/main">
            <a:r>
              <a:t>- 두 분할 구간 2점</a:t>
            </a:r>
          </a:p>
          <a:p xmlns:a="http://schemas.openxmlformats.org/drawingml/2006/main">
            <a:r>
              <a:t>- 무누락 설명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반례 2점, 실제 답 1점, 누락 경우와 수정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[2,3]을 둘로 나누면 각 답은 2,3이나 전체 답은 5이다.입니다.</a:t>
            </a:r>
          </a:p>
          <a:p xmlns:a="http://schemas.openxmlformats.org/drawingml/2006/main">
            <a:r>
              <a:t>경계를 가로지르는 구간을 빼먹었다. 왼쪽 최대 접미와 오른쪽 최대 접두를 더한 후보가 필요하다.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실제 답 1점</a:t>
            </a:r>
          </a:p>
          <a:p xmlns:a="http://schemas.openxmlformats.org/drawingml/2006/main">
            <a:r>
              <a:t>- 누락 경우와 수정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반례 2점, 초기화 수정 2점, 비어 있지 않음 연결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[−5,−2]에서 잘못된 0이 남는다. 첫 유효 합이나 음의 무한대로 초기화한다.입니다.</a:t>
            </a:r>
          </a:p>
          <a:p xmlns:a="http://schemas.openxmlformats.org/drawingml/2006/main">
            <a:r>
              <a:t>빈 구간을 허용하지 않는 계약을 초기값과 기저 사례에도 반영해야 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초기화 수정 2점</a:t>
            </a:r>
          </a:p>
          <a:p xmlns:a="http://schemas.openxmlformats.org/drawingml/2006/main">
            <a:r>
              <a:t>- 비어 있지 않음 연결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경계 두 위치 포함 2점, 접미·접두 도출 2점, 독립 최대화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경계를 지나는 연속 구간은 반드시 mid와 mid+1을 포함한다.입니다.</a:t>
            </a:r>
          </a:p>
          <a:p xmlns:a="http://schemas.openxmlformats.org/drawingml/2006/main">
            <a:r>
              <a:t>따라서 왼쪽 선택은 mid에서 끝나고 오른쪽 선택은 mid+1에서 시작한다. 두 쪽을 각각 최대화해 합한다.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경계 두 위치 포함 2점</a:t>
            </a:r>
          </a:p>
          <a:p xmlns:a="http://schemas.openxmlformats.org/drawingml/2006/main">
            <a:r>
              <a:t>- 접미·접두 도출 2점</a:t>
            </a:r>
          </a:p>
          <a:p xmlns:a="http://schemas.openxmlformats.org/drawingml/2006/main">
            <a:r>
              <a:t>- 독립 최대화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많은 점 배치 2점, 전체 수와 점당 수 구분 3점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분할선 주변에 세로로 길게 많은 점이 있을 수 있어 띠에는 Θ(n)개가 들어갈 수 있다.입니다.</a:t>
            </a:r>
          </a:p>
          <a:p xmlns:a="http://schemas.openxmlformats.org/drawingml/2006/main">
            <a:r>
              <a:t>상수는 각 점에 대해 검사해야 하는 인접 후보 수이다. 띠 전체가 7개 이하라는 뜻이 아니다.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많은 점 배치 2점</a:t>
            </a:r>
          </a:p>
          <a:p xmlns:a="http://schemas.openxmlformats.org/drawingml/2006/main">
            <a:r>
              <a:t>- 전체 수와 점당 수 구분 3점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추가 정렬 비용 2점, 총 차수 2점, 개선 방향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결합 비용이 O(n)이 아니라 O(n log n)이 되어 전체 O(n log² n)이 된다.입니다.</a:t>
            </a:r>
          </a:p>
          <a:p xmlns:a="http://schemas.openxmlformats.org/drawingml/2006/main">
            <a:r>
              <a:t>정렬된 y 순서를 분할·병합으로 재사용해야 층별 선형 비용을 얻는다.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추가 정렬 비용 2점</a:t>
            </a:r>
          </a:p>
          <a:p xmlns:a="http://schemas.openxmlformats.org/drawingml/2006/main">
            <a:r>
              <a:t>- 총 차수 2점</a:t>
            </a:r>
          </a:p>
          <a:p xmlns:a="http://schemas.openxmlformats.org/drawingml/2006/main">
            <a:r>
              <a:t>- 개선 방향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0 쌍 손실 2점, 인덱스 구분 2점, 대안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서로 다른 항목의 거리 0인 최적 쌍을 삭제할 수 있다.입니다.</a:t>
            </a:r>
          </a:p>
          <a:p xmlns:a="http://schemas.openxmlformats.org/drawingml/2006/main">
            <a:r>
              <a:t>문제의 점은 입력 인덱스로 구분한다. 중복 좌표를 허용하는 계약이면 그대로 처리하거나 즉시 0을 반환한다.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쌍 손실 2점</a:t>
            </a:r>
          </a:p>
          <a:p xmlns:a="http://schemas.openxmlformats.org/drawingml/2006/main">
            <a:r>
              <a:t>- 인덱스 구분 2점</a:t>
            </a:r>
          </a:p>
          <a:p xmlns:a="http://schemas.openxmlformats.org/drawingml/2006/main">
            <a:r>
              <a:t>- 대안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위치·크기 2점, 색으로 복원 2점, 혼합 영역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영역의 위치와 크기를 알고 있으므로 색 하나로 모든 칸을 채울 수 있다.입니다.</a:t>
            </a:r>
          </a:p>
          <a:p xmlns:a="http://schemas.openxmlformats.org/drawingml/2006/main">
            <a:r>
              <a:t>혼합 영역만 정해진 순서의 네 자식을 읽는다. 리프의 색과 재귀 위치가 함께 정보를 보존한다.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위치·크기 2점</a:t>
            </a:r>
          </a:p>
          <a:p xmlns:a="http://schemas.openxmlformats.org/drawingml/2006/main">
            <a:r>
              <a:t>- 색으로 복원 2점</a:t>
            </a:r>
          </a:p>
          <a:p xmlns:a="http://schemas.openxmlformats.org/drawingml/2006/main">
            <a:r>
              <a:t>- 혼합 영역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혼합성 2점, 리프 수 2점, 출력 차수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작은 영역에도 색이 섞여 결국 1×1까지 내려가야 한다.입니다.</a:t>
            </a:r>
          </a:p>
          <a:p xmlns:a="http://schemas.openxmlformats.org/drawingml/2006/main">
            <a:r>
              <a:t>N²개 리프 기호와 내부 구조 기호가 필요하므로 균일 영상과 달리 출력 크기가 Θ(N²)이다.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혼합성 2점</a:t>
            </a:r>
          </a:p>
          <a:p xmlns:a="http://schemas.openxmlformats.org/drawingml/2006/main">
            <a:r>
              <a:t>- 리프 수 2점</a:t>
            </a:r>
          </a:p>
          <a:p xmlns:a="http://schemas.openxmlformats.org/drawingml/2006/main">
            <a:r>
              <a:t>- 출력 차수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경계 반례 2점, 객체 크기 고려 1점, 수정 방향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경계 양쪽에 있는 두 큰 객체의 영역이 경계를 넘어 겹칠 수 있다.입니다.</a:t>
            </a:r>
          </a:p>
          <a:p xmlns:a="http://schemas.openxmlformats.org/drawingml/2006/main">
            <a:r>
              <a:t>서로 다른 리프에 등록됐더라도 경계·이웃 영역을 조회하거나 객체의 전체 경계 상자를 이용해야 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경계 반례 2점</a:t>
            </a:r>
          </a:p>
          <a:p xmlns:a="http://schemas.openxmlformats.org/drawingml/2006/main">
            <a:r>
              <a:t>- 객체 크기 고려 1점</a:t>
            </a:r>
          </a:p>
          <a:p xmlns:a="http://schemas.openxmlformats.org/drawingml/2006/main">
            <a:r>
              <a:t>- 수정 방향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조건 불일치 2점, 올바른 분석 2점, 차수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 log n은 Θ(n)이 아니므로 그 경우의 조건을 만족하지 않는다.입니다.</a:t>
            </a:r>
          </a:p>
          <a:p xmlns:a="http://schemas.openxmlformats.org/drawingml/2006/main">
            <a:r>
              <a:t>층별 비용 n(log n−i)을 합하거나 확장 정리를 사용하면 Θ(n log² n)이다.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조건 불일치 2점</a:t>
            </a:r>
          </a:p>
          <a:p xmlns:a="http://schemas.openxmlformats.org/drawingml/2006/main">
            <a:r>
              <a:t>- 올바른 분석 2점</a:t>
            </a:r>
          </a:p>
          <a:p xmlns:a="http://schemas.openxmlformats.org/drawingml/2006/main">
            <a:r>
              <a:t>- 차수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전개 2점, 합 계산 2점, 적용 범위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n+(n−1)+…+1=Θ(n²)이다.입니다.</a:t>
            </a:r>
          </a:p>
          <a:p xmlns:a="http://schemas.openxmlformats.org/drawingml/2006/main">
            <a:r>
              <a:t>부분 문제 크기가 고정 비율 감소가 아니므로 기본 마스터 정리를 억지로 적용하지 않는다.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전개 2점</a:t>
            </a:r>
          </a:p>
          <a:p xmlns:a="http://schemas.openxmlformats.org/drawingml/2006/main">
            <a:r>
              <a:t>- 합 계산 2점</a:t>
            </a:r>
          </a:p>
          <a:p xmlns:a="http://schemas.openxmlformats.org/drawingml/2006/main">
            <a:r>
              <a:t>- 적용 범위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분배법칙 전개 2점, 두 항 소거 1점, 자리 결합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(x₁+x₀)(y₁+y₀)−x₁y₁−x₀y₀=x₁y₀+x₀y₁이다.입니다.</a:t>
            </a:r>
          </a:p>
          <a:p xmlns:a="http://schemas.openxmlformats.org/drawingml/2006/main">
            <a:r>
              <a:t>이 값을 B배하고 높은 곱에 B²를 곱해 더하면 원래 자리값을 복원한다.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분배법칙 전개 2점</a:t>
            </a:r>
          </a:p>
          <a:p xmlns:a="http://schemas.openxmlformats.org/drawingml/2006/main">
            <a:r>
              <a:t>- 두 항 소거 1점</a:t>
            </a:r>
          </a:p>
          <a:p xmlns:a="http://schemas.openxmlformats.org/drawingml/2006/main">
            <a:r>
              <a:t>- 자리 결합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자릿수 절반 2점, 값과 구분 2점, 연산 비용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한 번 분할할 때 높은 자리와 낮은 자리로 나누므로 자릿수가 대략 절반이 된다.입니다.</a:t>
            </a:r>
          </a:p>
          <a:p xmlns:a="http://schemas.openxmlformats.org/drawingml/2006/main">
            <a:r>
              <a:t>값은 일정 비율로 줄지 않는다. 덧셈과 자리 이동 비용도 자릿수에 따라 분석한다.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자릿수 절반 2점</a:t>
            </a:r>
          </a:p>
          <a:p xmlns:a="http://schemas.openxmlformats.org/drawingml/2006/main">
            <a:r>
              <a:t>- 값과 구분 2점</a:t>
            </a:r>
          </a:p>
          <a:p xmlns:a="http://schemas.openxmlformats.org/drawingml/2006/main">
            <a:r>
              <a:t>- 연산 비용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성장률 의미 2점, 구체적 추가 비용 2점, 모순 아님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점근적 차수는 충분히 큰 입력의 성장률이며 상수와 구현 오버헤드를 생략한다.입니다.</a:t>
            </a:r>
          </a:p>
          <a:p xmlns:a="http://schemas.openxmlformats.org/drawingml/2006/main">
            <a:r>
              <a:t>작은 입력에서는 추가 덧셈·분할·호출 비용이 절감한 곱셈 비용보다 클 수 있다.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성장률 의미 2점</a:t>
            </a:r>
          </a:p>
          <a:p xmlns:a="http://schemas.openxmlformats.org/drawingml/2006/main">
            <a:r>
              <a:t>- 구체적 추가 비용 2점</a:t>
            </a:r>
          </a:p>
          <a:p xmlns:a="http://schemas.openxmlformats.org/drawingml/2006/main">
            <a:r>
              <a:t>- 모순 아님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0 항 설명 3점, 결과 자르기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추가된 성분은 0이므로 기존 행과 열의 내적에 추가되는 항은 모두 0이다.입니다.</a:t>
            </a:r>
          </a:p>
          <a:p xmlns:a="http://schemas.openxmlformats.org/drawingml/2006/main">
            <a:r>
              <a:t>확장 행렬의 곱에서 원래 행·열 범위만 잘라내면 원래 곱과 같다.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항 설명 3점</a:t>
            </a:r>
          </a:p>
          <a:p xmlns:a="http://schemas.openxmlformats.org/drawingml/2006/main">
            <a:r>
              <a:t>- 결과 자르기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블록 원소 수 2점, 점화식 계수 1점, 전체 차수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크기 n/2 블록들의 덧셈·뺄셈은 원소별로 하므로 Θ(n²)이다. 전체 Θ(n^(log₂7))이다.입니다.</a:t>
            </a:r>
          </a:p>
          <a:p xmlns:a="http://schemas.openxmlformats.org/drawingml/2006/main">
            <a:r>
              <a:t>재귀 곱셈 7개와 이차 결합 비용을 비교하면 기준 지수 log₂7이 2보다 크다.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블록 원소 수 2점</a:t>
            </a:r>
          </a:p>
          <a:p xmlns:a="http://schemas.openxmlformats.org/drawingml/2006/main">
            <a:r>
              <a:t>- 점화식 계수 1점</a:t>
            </a:r>
          </a:p>
          <a:p xmlns:a="http://schemas.openxmlformats.org/drawingml/2006/main">
            <a:r>
              <a:t>- 전체 차수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0 고정점 2점, 기저 수정 1점, 문제별 계약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n=0을 계속 둘로 나눠도 0이어서 종료하지 않을 수 있다. n≤1을 기저로 처리한다.입니다.</a:t>
            </a:r>
          </a:p>
          <a:p xmlns:a="http://schemas.openxmlformats.org/drawingml/2006/main">
            <a:r>
              <a:t>빈 입력의 반환값은 문제마다 다르다. 정렬은 빈 배열을 반환하지만 비어 있지 않은 최대 연속합은 빈 입력을 금지할 수 있다.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고정점 2점</a:t>
            </a:r>
          </a:p>
          <a:p xmlns:a="http://schemas.openxmlformats.org/drawingml/2006/main">
            <a:r>
              <a:t>- 기저 수정 1점</a:t>
            </a:r>
          </a:p>
          <a:p xmlns:a="http://schemas.openxmlformats.org/drawingml/2006/main">
            <a:r>
              <a:t>- 문제별 계약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정렬 배열 병합을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두 배열의 맨 앞 미처리 원소를 비교하고 작은 쪽을 출력한다.입니다.</a:t>
            </a:r>
          </a:p>
          <a:p xmlns:a="http://schemas.openxmlformats.org/drawingml/2006/main">
            <a:r>
              <a:t>시간 O(n+m)..</a:t>
            </a:r>
          </a:p>
          <a:p xmlns:a="http://schemas.openxmlformats.org/drawingml/2006/main">
            <a:r>
              <a:t>여기서는 정렬 배열 병합의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[[1,4,7],[2,3,8],[1,2,3,4,7,8]]</a:t>
            </a:r>
          </a:p>
          <a:p xmlns:a="http://schemas.openxmlformats.org/drawingml/2006/main">
            <a:r>
              <a:t>[[],[],[]]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정렬 배열 병합의 한 가지 정답 예시입니다.</a:t>
            </a:r>
          </a:p>
          <a:p xmlns:a="http://schemas.openxmlformats.org/drawingml/2006/main">
            <a:r>
              <a:t>두 배열의 맨 앞 미처리 원소를 비교하고 작은 쪽을 출력한다.</a:t>
            </a:r>
          </a:p>
          <a:p xmlns:a="http://schemas.openxmlformats.org/drawingml/2006/main">
            <a:r>
              <a:t>시간 O(n+m)..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[[1,4,7],[2,3,8],[1,2,3,4,7,8]]</a:t>
            </a:r>
          </a:p>
          <a:p xmlns:a="http://schemas.openxmlformats.org/drawingml/2006/main">
            <a:r>
              <a:t>[[],[],[]]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정렬 배열 병합의 한 가지 정답 예시입니다.</a:t>
            </a:r>
          </a:p>
          <a:p xmlns:a="http://schemas.openxmlformats.org/drawingml/2006/main">
            <a:r>
              <a:t>두 배열의 맨 앞 미처리 원소를 비교하고 작은 쪽을 출력한다.</a:t>
            </a:r>
          </a:p>
          <a:p xmlns:a="http://schemas.openxmlformats.org/drawingml/2006/main">
            <a:r>
              <a:t>시간 O(n+m)..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[[1,4,7],[2,3,8],[1,2,3,4,7,8]]</a:t>
            </a:r>
          </a:p>
          <a:p xmlns:a="http://schemas.openxmlformats.org/drawingml/2006/main">
            <a:r>
              <a:t>[[],[],[]]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병합 정렬을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 1 이하에서 멈추고 양쪽 정렬 결과를 안정적으로 병합한다.입니다.</a:t>
            </a:r>
          </a:p>
          <a:p xmlns:a="http://schemas.openxmlformats.org/drawingml/2006/main">
            <a:r>
              <a:t>시간 O(n log(n+1)). Python은 앞 문항 merge_arrays를 사용한다.</a:t>
            </a:r>
          </a:p>
          <a:p xmlns:a="http://schemas.openxmlformats.org/drawingml/2006/main">
            <a:r>
              <a:t>여기서는 병합 정렬의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[[8,3,6,1],[1,3,6,8]]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정렬의 한 가지 정답 예시입니다.</a:t>
            </a:r>
          </a:p>
          <a:p xmlns:a="http://schemas.openxmlformats.org/drawingml/2006/main">
            <a:r>
              <a:t>길이 1 이하에서 멈추고 양쪽 정렬 결과를 안정적으로 병합한다.</a:t>
            </a:r>
          </a:p>
          <a:p xmlns:a="http://schemas.openxmlformats.org/drawingml/2006/main">
            <a:r>
              <a:t>시간 O(n log(n+1)). Python은 앞 문항 merge_arrays를 사용한다.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[[8,3,6,1],[1,3,6,8]]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정렬의 한 가지 정답 예시입니다.</a:t>
            </a:r>
          </a:p>
          <a:p xmlns:a="http://schemas.openxmlformats.org/drawingml/2006/main">
            <a:r>
              <a:t>길이 1 이하에서 멈추고 양쪽 정렬 결과를 안정적으로 병합한다.</a:t>
            </a:r>
          </a:p>
          <a:p xmlns:a="http://schemas.openxmlformats.org/drawingml/2006/main">
            <a:r>
              <a:t>시간 O(n log(n+1)). Python은 앞 문항 merge_arrays를 사용한다.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[[8,3,6,1],[1,3,6,8]]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경계를 가로지르는 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왼쪽의 최대 접미사 합과 오른쪽의 최대 접두사 합을 더한다.입니다.</a:t>
            </a:r>
          </a:p>
          <a:p xmlns:a="http://schemas.openxmlformats.org/drawingml/2006/main">
            <a:r>
              <a:t>시간 O(hi−lo). 모두 음수여도 빈 구간을 허용하지 않는다.</a:t>
            </a:r>
          </a:p>
          <a:p xmlns:a="http://schemas.openxmlformats.org/drawingml/2006/main">
            <a:r>
              <a:t>여기서는 경계를 가로지르는 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[[4,-6,3,5,-2,1],0,3,6,8]</a:t>
            </a:r>
          </a:p>
          <a:p xmlns:a="http://schemas.openxmlformats.org/drawingml/2006/main">
            <a:r>
              <a:t>[[-5,-2],0,1,2,-7]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경계를 가로지르는 합의 한 가지 정답 예시입니다.</a:t>
            </a:r>
          </a:p>
          <a:p xmlns:a="http://schemas.openxmlformats.org/drawingml/2006/main">
            <a:r>
              <a:t>왼쪽의 최대 접미사 합과 오른쪽의 최대 접두사 합을 더한다.</a:t>
            </a:r>
          </a:p>
          <a:p xmlns:a="http://schemas.openxmlformats.org/drawingml/2006/main">
            <a:r>
              <a:t>시간 O(hi−lo). 모두 음수여도 빈 구간을 허용하지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[[4,-6,3,5,-2,1],0,3,6,8]</a:t>
            </a:r>
          </a:p>
          <a:p xmlns:a="http://schemas.openxmlformats.org/drawingml/2006/main">
            <a:r>
              <a:t>[[-5,-2],0,1,2,-7]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경계를 가로지르는 합의 한 가지 정답 예시입니다.</a:t>
            </a:r>
          </a:p>
          <a:p xmlns:a="http://schemas.openxmlformats.org/drawingml/2006/main">
            <a:r>
              <a:t>왼쪽의 최대 접미사 합과 오른쪽의 최대 접두사 합을 더한다.</a:t>
            </a:r>
          </a:p>
          <a:p xmlns:a="http://schemas.openxmlformats.org/drawingml/2006/main">
            <a:r>
              <a:t>시간 O(hi−lo). 모두 음수여도 빈 구간을 허용하지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[[4,-6,3,5,-2,1],0,3,6,8]</a:t>
            </a:r>
          </a:p>
          <a:p xmlns:a="http://schemas.openxmlformats.org/drawingml/2006/main">
            <a:r>
              <a:t>[[-5,-2],0,1,2,-7]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정복 최대 연속합을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왼쪽, 오른쪽, 경계를 가로지르는 세 후보 중 최댓값을 반환한다.입니다.</a:t>
            </a:r>
          </a:p>
          <a:p xmlns:a="http://schemas.openxmlformats.org/drawingml/2006/main">
            <a:r>
              <a:t>시간 O(n log n), 재귀 스택 O(log n).</a:t>
            </a:r>
          </a:p>
          <a:p xmlns:a="http://schemas.openxmlformats.org/drawingml/2006/main">
            <a:r>
              <a:t>여기서는 분할 정복 최대 연속합의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[[-4,7,-2,5,-9,3],0,6,10]</a:t>
            </a:r>
          </a:p>
          <a:p xmlns:a="http://schemas.openxmlformats.org/drawingml/2006/main">
            <a:r>
              <a:t>[[-8,-3,-5],0,3,-3]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정복 최대 연속합의 한 가지 정답 예시입니다.</a:t>
            </a:r>
          </a:p>
          <a:p xmlns:a="http://schemas.openxmlformats.org/drawingml/2006/main">
            <a:r>
              <a:t>왼쪽, 오른쪽, 경계를 가로지르는 세 후보 중 최댓값을 반환한다.</a:t>
            </a:r>
          </a:p>
          <a:p xmlns:a="http://schemas.openxmlformats.org/drawingml/2006/main">
            <a:r>
              <a:t>시간 O(n log n), 재귀 스택 O(log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[[-4,7,-2,5,-9,3],0,6,10]</a:t>
            </a:r>
          </a:p>
          <a:p xmlns:a="http://schemas.openxmlformats.org/drawingml/2006/main">
            <a:r>
              <a:t>[[-8,-3,-5],0,3,-3]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정복 최대 연속합의 한 가지 정답 예시입니다.</a:t>
            </a:r>
          </a:p>
          <a:p xmlns:a="http://schemas.openxmlformats.org/drawingml/2006/main">
            <a:r>
              <a:t>왼쪽, 오른쪽, 경계를 가로지르는 세 후보 중 최댓값을 반환한다.</a:t>
            </a:r>
          </a:p>
          <a:p xmlns:a="http://schemas.openxmlformats.org/drawingml/2006/main">
            <a:r>
              <a:t>시간 O(n log n), 재귀 스택 O(log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[[-4,7,-2,5,-9,3],0,6,10]</a:t>
            </a:r>
          </a:p>
          <a:p xmlns:a="http://schemas.openxmlformats.org/drawingml/2006/main">
            <a:r>
              <a:t>[[-8,-3,-5],0,3,-3]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최근접 쌍의 기저 사례을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기저 구간의 모든 두 점을 비교하며 제곱 거리의 최솟값을 구한다.입니다.</a:t>
            </a:r>
          </a:p>
          <a:p xmlns:a="http://schemas.openxmlformats.org/drawingml/2006/main">
            <a:r>
              <a:t>O(k²) 비교, 이 기저에서는 k≤3이므로 O(1). 전체 최근접 쌍 알고리즘의 시간과 구별한다.</a:t>
            </a:r>
          </a:p>
          <a:p xmlns:a="http://schemas.openxmlformats.org/drawingml/2006/main">
            <a:r>
              <a:t>여기서는 최근접 쌍의 기저 사례의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[[[0,0],[3,4],[3,0]],9]</a:t>
            </a:r>
          </a:p>
          <a:p xmlns:a="http://schemas.openxmlformats.org/drawingml/2006/main">
            <a:r>
              <a:t>[[[2,2],[2,2]],0]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쌍의 기저 사례의 한 가지 정답 예시입니다.</a:t>
            </a:r>
          </a:p>
          <a:p xmlns:a="http://schemas.openxmlformats.org/drawingml/2006/main">
            <a:r>
              <a:t>기저 구간의 모든 두 점을 비교하며 제곱 거리의 최솟값을 구한다.</a:t>
            </a:r>
          </a:p>
          <a:p xmlns:a="http://schemas.openxmlformats.org/drawingml/2006/main">
            <a:r>
              <a:t>O(k²) 비교, 이 기저에서는 k≤3이므로 O(1). 전체 최근접 쌍 알고리즘의 시간과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[[[0,0],[3,4],[3,0]],9]</a:t>
            </a:r>
          </a:p>
          <a:p xmlns:a="http://schemas.openxmlformats.org/drawingml/2006/main">
            <a:r>
              <a:t>[[[2,2],[2,2]],0]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쌍의 기저 사례의 한 가지 정답 예시입니다.</a:t>
            </a:r>
          </a:p>
          <a:p xmlns:a="http://schemas.openxmlformats.org/drawingml/2006/main">
            <a:r>
              <a:t>기저 구간의 모든 두 점을 비교하며 제곱 거리의 최솟값을 구한다.</a:t>
            </a:r>
          </a:p>
          <a:p xmlns:a="http://schemas.openxmlformats.org/drawingml/2006/main">
            <a:r>
              <a:t>O(k²) 비교, 이 기저에서는 k≤3이므로 O(1). 전체 최근접 쌍 알고리즘의 시간과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[[[0,0],[3,4],[3,0]],9]</a:t>
            </a:r>
          </a:p>
          <a:p xmlns:a="http://schemas.openxmlformats.org/drawingml/2006/main">
            <a:r>
              <a:t>[[[2,2],[2,2]],0]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쿼드트리 부호화을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균일성을 검사하고 서로 다르면 네 사분면을 재귀 호출한다.입니다.</a:t>
            </a:r>
          </a:p>
          <a:p xmlns:a="http://schemas.openxmlformats.org/drawingml/2006/main">
            <a:r>
              <a:t>이 전체 균일성 검사 구현은 O(n² log(n+1)) 시간 상한. 출력 O(n²), 스택 O(log(n+1)).</a:t>
            </a:r>
          </a:p>
          <a:p xmlns:a="http://schemas.openxmlformats.org/drawingml/2006/main">
            <a:r>
              <a:t>여기서는 쿼드트리 부호화의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[[[0,1],[1,0]],0,0,2,"(0110)"]</a:t>
            </a:r>
          </a:p>
          <a:p xmlns:a="http://schemas.openxmlformats.org/drawingml/2006/main">
            <a:r>
              <a:t>[[[1]],0,0,1,"1"]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쿼드트리 부호화의 한 가지 정답 예시입니다.</a:t>
            </a:r>
          </a:p>
          <a:p xmlns:a="http://schemas.openxmlformats.org/drawingml/2006/main">
            <a:r>
              <a:t>균일성을 검사하고 서로 다르면 네 사분면을 재귀 호출한다.</a:t>
            </a:r>
          </a:p>
          <a:p xmlns:a="http://schemas.openxmlformats.org/drawingml/2006/main">
            <a:r>
              <a:t>이 전체 균일성 검사 구현은 O(n² log(n+1)) 시간 상한. 출력 O(n²), 스택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[[[0,1],[1,0]],0,0,2,"(0110)"]</a:t>
            </a:r>
          </a:p>
          <a:p xmlns:a="http://schemas.openxmlformats.org/drawingml/2006/main">
            <a:r>
              <a:t>[[[1]],0,0,1,"1"]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쿼드트리 부호화의 한 가지 정답 예시입니다.</a:t>
            </a:r>
          </a:p>
          <a:p xmlns:a="http://schemas.openxmlformats.org/drawingml/2006/main">
            <a:r>
              <a:t>균일성을 검사하고 서로 다르면 네 사분면을 재귀 호출한다.</a:t>
            </a:r>
          </a:p>
          <a:p xmlns:a="http://schemas.openxmlformats.org/drawingml/2006/main">
            <a:r>
              <a:t>이 전체 균일성 검사 구현은 O(n² log(n+1)) 시간 상한. 출력 O(n²), 스택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[[[0,1],[1,0]],0,0,2,"(0110)"]</a:t>
            </a:r>
          </a:p>
          <a:p xmlns:a="http://schemas.openxmlformats.org/drawingml/2006/main">
            <a:r>
              <a:t>[[[1]],0,0,1,"1"]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카라추바 곱셈을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고위 곱, 저위 곱, 두 부분 합의 곱으로 가운데 항을 복원한다.입니다.</a:t>
            </a:r>
          </a:p>
          <a:p xmlns:a="http://schemas.openxmlformats.org/drawingml/2006/main">
            <a:r>
              <a:t>자릿수 L의 일반화된 계산 모델에서 O(L^log₂3). 여기서는 입력·중간 곱이 long long 범위 안이다.</a:t>
            </a:r>
          </a:p>
          <a:p xmlns:a="http://schemas.openxmlformats.org/drawingml/2006/main">
            <a:r>
              <a:t>여기서는 카라추바 곱셈의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[12,34,408]</a:t>
            </a:r>
          </a:p>
          <a:p xmlns:a="http://schemas.openxmlformats.org/drawingml/2006/main">
            <a:r>
              <a:t>[12345,6789,83810205]</a:t>
            </a:r>
          </a:p>
          <a:p xmlns:a="http://schemas.openxmlformats.org/drawingml/2006/main">
            <a:r>
              <a:t>[0,999,0]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카라추바 곱셈의 한 가지 정답 예시입니다.</a:t>
            </a:r>
          </a:p>
          <a:p xmlns:a="http://schemas.openxmlformats.org/drawingml/2006/main">
            <a:r>
              <a:t>고위 곱, 저위 곱, 두 부분 합의 곱으로 가운데 항을 복원한다.</a:t>
            </a:r>
          </a:p>
          <a:p xmlns:a="http://schemas.openxmlformats.org/drawingml/2006/main">
            <a:r>
              <a:t>자릿수 L의 일반화된 계산 모델에서 O(L^log₂3). 여기서는 입력·중간 곱이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[12,34,408]</a:t>
            </a:r>
          </a:p>
          <a:p xmlns:a="http://schemas.openxmlformats.org/drawingml/2006/main">
            <a:r>
              <a:t>[12345,6789,83810205]</a:t>
            </a:r>
          </a:p>
          <a:p xmlns:a="http://schemas.openxmlformats.org/drawingml/2006/main">
            <a:r>
              <a:t>[0,999,0]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카라추바 곱셈의 한 가지 정답 예시입니다.</a:t>
            </a:r>
          </a:p>
          <a:p xmlns:a="http://schemas.openxmlformats.org/drawingml/2006/main">
            <a:r>
              <a:t>고위 곱, 저위 곱, 두 부분 합의 곱으로 가운데 항을 복원한다.</a:t>
            </a:r>
          </a:p>
          <a:p xmlns:a="http://schemas.openxmlformats.org/drawingml/2006/main">
            <a:r>
              <a:t>자릿수 L의 일반화된 계산 모델에서 O(L^log₂3). 여기서는 입력·중간 곱이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[12,34,408]</a:t>
            </a:r>
          </a:p>
          <a:p xmlns:a="http://schemas.openxmlformats.org/drawingml/2006/main">
            <a:r>
              <a:t>[12345,6789,83810205]</a:t>
            </a:r>
          </a:p>
          <a:p xmlns:a="http://schemas.openxmlformats.org/drawingml/2006/main">
            <a:r>
              <a:t>[0,999,0]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2×2 슈트라센을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일곱 보조 곱을 만들고 덧셈과 뺄셈으로 네 성분을 결합한다.입니다.</a:t>
            </a:r>
          </a:p>
          <a:p xmlns:a="http://schemas.openxmlformats.org/drawingml/2006/main">
            <a:r>
              <a:t>고정 크기 2×2이므로 시간 O(1). 재귀적인 n×n 일반화와 구별한다.</a:t>
            </a:r>
          </a:p>
          <a:p xmlns:a="http://schemas.openxmlformats.org/drawingml/2006/main">
            <a:r>
              <a:t>여기서는 2×2 슈트라센의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[[[1,2],[3,4]],[[2,0],[1,2]],[[4,4],[10,8]]]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2×2 슈트라센의 한 가지 정답 예시입니다.</a:t>
            </a:r>
          </a:p>
          <a:p xmlns:a="http://schemas.openxmlformats.org/drawingml/2006/main">
            <a:r>
              <a:t>일곱 보조 곱을 만들고 덧셈과 뺄셈으로 네 성분을 결합한다.</a:t>
            </a:r>
          </a:p>
          <a:p xmlns:a="http://schemas.openxmlformats.org/drawingml/2006/main">
            <a:r>
              <a:t>고정 크기 2×2이므로 시간 O(1). 재귀적인 n×n 일반화와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[[[1,2],[3,4]],[[2,0],[1,2]],[[4,4],[10,8]]]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2×2 슈트라센의 한 가지 정답 예시입니다.</a:t>
            </a:r>
          </a:p>
          <a:p xmlns:a="http://schemas.openxmlformats.org/drawingml/2006/main">
            <a:r>
              <a:t>일곱 보조 곱을 만들고 덧셈과 뺄셈으로 네 성분을 결합한다.</a:t>
            </a:r>
          </a:p>
          <a:p xmlns:a="http://schemas.openxmlformats.org/drawingml/2006/main">
            <a:r>
              <a:t>고정 크기 2×2이므로 시간 O(1). 재귀적인 n×n 일반화와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[[[1,2],[3,4]],[[2,0],[1,2]],[[4,4],[10,8]]]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단색 종이 조각 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균일한 1 영역은 한 조각, 균일한 0 영역은 0개로 세고 나머지는 네 결과를 합한다.입니다.</a:t>
            </a:r>
          </a:p>
          <a:p xmlns:a="http://schemas.openxmlformats.org/drawingml/2006/main">
            <a:r>
              <a:t>시간 O(n² log(n+1)) 상한, 재귀 스택 O(log(n+1)). 1인 칸 수와 조각 수는 다르다.</a:t>
            </a:r>
          </a:p>
          <a:p xmlns:a="http://schemas.openxmlformats.org/drawingml/2006/main">
            <a:r>
              <a:t>여기서는 단색 종이 조각 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[[[1,1],[1,1]],0,0,2,1]</a:t>
            </a:r>
          </a:p>
          <a:p xmlns:a="http://schemas.openxmlformats.org/drawingml/2006/main">
            <a:r>
              <a:t>[[[0,1],[1,0]],0,0,2,2]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단색 종이 조각 수의 한 가지 정답 예시입니다.</a:t>
            </a:r>
          </a:p>
          <a:p xmlns:a="http://schemas.openxmlformats.org/drawingml/2006/main">
            <a:r>
              <a:t>균일한 1 영역은 한 조각, 균일한 0 영역은 0개로 세고 나머지는 네 결과를 합한다.</a:t>
            </a:r>
          </a:p>
          <a:p xmlns:a="http://schemas.openxmlformats.org/drawingml/2006/main">
            <a:r>
              <a:t>시간 O(n² log(n+1)) 상한, 재귀 스택 O(log(n+1)). 1인 칸 수와 조각 수는 다르다.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[[[1,1],[1,1]],0,0,2,1]</a:t>
            </a:r>
          </a:p>
          <a:p xmlns:a="http://schemas.openxmlformats.org/drawingml/2006/main">
            <a:r>
              <a:t>[[[0,1],[1,0]],0,0,2,2]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단색 종이 조각 수의 한 가지 정답 예시입니다.</a:t>
            </a:r>
          </a:p>
          <a:p xmlns:a="http://schemas.openxmlformats.org/drawingml/2006/main">
            <a:r>
              <a:t>균일한 1 영역은 한 조각, 균일한 0 영역은 0개로 세고 나머지는 네 결과를 합한다.</a:t>
            </a:r>
          </a:p>
          <a:p xmlns:a="http://schemas.openxmlformats.org/drawingml/2006/main">
            <a:r>
              <a:t>시간 O(n² log(n+1)) 상한, 재귀 스택 O(log(n+1)). 1인 칸 수와 조각 수는 다르다.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[[[1,1],[1,1]],0,0,2,1]</a:t>
            </a:r>
          </a:p>
          <a:p xmlns:a="http://schemas.openxmlformats.org/drawingml/2006/main">
            <a:r>
              <a:t>[[[0,1],[1,0]],0,0,2,2]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병합 중 역전 쌍 세기을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오른쪽 값이 더 작으면 남은 왼쪽 원소 모두와 역전 쌍을 만든다.입니다.</a:t>
            </a:r>
          </a:p>
          <a:p xmlns:a="http://schemas.openxmlformats.org/drawingml/2006/main">
            <a:r>
              <a:t>시간 O(n+m). 같은 값은 역전 쌍으로 세지 않는다.</a:t>
            </a:r>
          </a:p>
          <a:p xmlns:a="http://schemas.openxmlformats.org/drawingml/2006/main">
            <a:r>
              <a:t>여기서는 병합 중 역전 쌍 세기의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[[1,4,7],[2,3,8],4]</a:t>
            </a:r>
          </a:p>
          <a:p xmlns:a="http://schemas.openxmlformats.org/drawingml/2006/main">
            <a:r>
              <a:t>[[2,2],[2],0]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중 역전 쌍 세기의 한 가지 정답 예시입니다.</a:t>
            </a:r>
          </a:p>
          <a:p xmlns:a="http://schemas.openxmlformats.org/drawingml/2006/main">
            <a:r>
              <a:t>오른쪽 값이 더 작으면 남은 왼쪽 원소 모두와 역전 쌍을 만든다.</a:t>
            </a:r>
          </a:p>
          <a:p xmlns:a="http://schemas.openxmlformats.org/drawingml/2006/main">
            <a:r>
              <a:t>시간 O(n+m). 같은 값은 역전 쌍으로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[[1,4,7],[2,3,8],4]</a:t>
            </a:r>
          </a:p>
          <a:p xmlns:a="http://schemas.openxmlformats.org/drawingml/2006/main">
            <a:r>
              <a:t>[[2,2],[2],0]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중 역전 쌍 세기의 한 가지 정답 예시입니다.</a:t>
            </a:r>
          </a:p>
          <a:p xmlns:a="http://schemas.openxmlformats.org/drawingml/2006/main">
            <a:r>
              <a:t>오른쪽 값이 더 작으면 남은 왼쪽 원소 모두와 역전 쌍을 만든다.</a:t>
            </a:r>
          </a:p>
          <a:p xmlns:a="http://schemas.openxmlformats.org/drawingml/2006/main">
            <a:r>
              <a:t>시간 O(n+m). 같은 값은 역전 쌍으로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[[1,4,7],[2,3,8],4]</a:t>
            </a:r>
          </a:p>
          <a:p xmlns:a="http://schemas.openxmlformats.org/drawingml/2006/main">
            <a:r>
              <a:t>[[2,2],[2],0]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c99a471b1a4fb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79eaf2189e454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a82613b538406b" /><Relationship Type="http://schemas.openxmlformats.org/officeDocument/2006/relationships/slideLayout" Target="/ppt/slideLayouts/slideLayout1.xml" Id="R02588fd72ac149b5" /><Relationship Type="http://schemas.openxmlformats.org/officeDocument/2006/relationships/slideLayout" Target="/ppt/slideLayouts/slideLayout2.xml" Id="Rcb53d815749c4cb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588fd72ac149b5"/>
    <p:sldLayoutId xmlns:r="http://schemas.openxmlformats.org/officeDocument/2006/relationships" id="2147483650" r:id="Rcb53d815749c4cb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2493a5e214dc0" /><Relationship Type="http://schemas.openxmlformats.org/officeDocument/2006/relationships/notesSlide" Target="/ppt/notesSlides/notesSlide1.xml" Id="Re1b987d8834344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879b040504acb" /><Relationship Type="http://schemas.openxmlformats.org/officeDocument/2006/relationships/notesSlide" Target="/ppt/notesSlides/notesSlide2.xml" Id="R84d07dc94ba04c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9b6600a984a69" /><Relationship Type="http://schemas.openxmlformats.org/officeDocument/2006/relationships/notesSlide" Target="/ppt/notesSlides/notesSlide3.xml" Id="Rb6efa349ac1f49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67d6b8d0f40f7" /><Relationship Type="http://schemas.openxmlformats.org/officeDocument/2006/relationships/notesSlide" Target="/ppt/notesSlides/notesSlide4.xml" Id="Rd4f5fc9b5f944b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31c38598d4f29" /><Relationship Type="http://schemas.openxmlformats.org/officeDocument/2006/relationships/notesSlide" Target="/ppt/notesSlides/notesSlide5.xml" Id="R5bc88bb8007440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dbc0d49ae45f4" /><Relationship Type="http://schemas.openxmlformats.org/officeDocument/2006/relationships/notesSlide" Target="/ppt/notesSlides/notesSlide6.xml" Id="Re130593d20994e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b6ed7aec94b60" /><Relationship Type="http://schemas.openxmlformats.org/officeDocument/2006/relationships/notesSlide" Target="/ppt/notesSlides/notesSlide7.xml" Id="Rea70fb0ac64e42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2fd9be2ff481d" /><Relationship Type="http://schemas.openxmlformats.org/officeDocument/2006/relationships/notesSlide" Target="/ppt/notesSlides/notesSlide8.xml" Id="R6bc85aee13e644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8ef782bdc47e2" /><Relationship Type="http://schemas.openxmlformats.org/officeDocument/2006/relationships/notesSlide" Target="/ppt/notesSlides/notesSlide9.xml" Id="Ra6cb01831ba344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f80817cd145c9" /><Relationship Type="http://schemas.openxmlformats.org/officeDocument/2006/relationships/notesSlide" Target="/ppt/notesSlides/notesSlide10.xml" Id="R67104865ae984b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aaee7f82b45ae" /><Relationship Type="http://schemas.openxmlformats.org/officeDocument/2006/relationships/notesSlide" Target="/ppt/notesSlides/notesSlide11.xml" Id="R0a6953d2cfc840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6d819b265409c" /><Relationship Type="http://schemas.openxmlformats.org/officeDocument/2006/relationships/notesSlide" Target="/ppt/notesSlides/notesSlide12.xml" Id="Rc1a45a50f46c4c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ce3eaf04340d2" /><Relationship Type="http://schemas.openxmlformats.org/officeDocument/2006/relationships/notesSlide" Target="/ppt/notesSlides/notesSlide13.xml" Id="R5d238e1111f040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9992ac21444d0" /><Relationship Type="http://schemas.openxmlformats.org/officeDocument/2006/relationships/notesSlide" Target="/ppt/notesSlides/notesSlide14.xml" Id="R165d3c40a6634d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c2d1bd92f4980" /><Relationship Type="http://schemas.openxmlformats.org/officeDocument/2006/relationships/notesSlide" Target="/ppt/notesSlides/notesSlide15.xml" Id="Re223a8d57ed944f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c10d126e84e5f" /><Relationship Type="http://schemas.openxmlformats.org/officeDocument/2006/relationships/notesSlide" Target="/ppt/notesSlides/notesSlide16.xml" Id="R200a62a4dc0c407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1bf8b2d2b4a3d" /><Relationship Type="http://schemas.openxmlformats.org/officeDocument/2006/relationships/notesSlide" Target="/ppt/notesSlides/notesSlide17.xml" Id="Ra4ba3065bb824aa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6575b550b4209" /><Relationship Type="http://schemas.openxmlformats.org/officeDocument/2006/relationships/notesSlide" Target="/ppt/notesSlides/notesSlide18.xml" Id="R007cef0cf0cd425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07db9957d46ea" /><Relationship Type="http://schemas.openxmlformats.org/officeDocument/2006/relationships/notesSlide" Target="/ppt/notesSlides/notesSlide19.xml" Id="R100eb67895ef40c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5987caf29421d" /><Relationship Type="http://schemas.openxmlformats.org/officeDocument/2006/relationships/notesSlide" Target="/ppt/notesSlides/notesSlide20.xml" Id="Rf0b6e4d126594b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78b8c406b046a6" /><Relationship Type="http://schemas.openxmlformats.org/officeDocument/2006/relationships/notesSlide" Target="/ppt/notesSlides/notesSlide21.xml" Id="R67ea6972b906499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b5d8ebd044872" /><Relationship Type="http://schemas.openxmlformats.org/officeDocument/2006/relationships/notesSlide" Target="/ppt/notesSlides/notesSlide22.xml" Id="R227218519b87461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d222c0b0748a0" /><Relationship Type="http://schemas.openxmlformats.org/officeDocument/2006/relationships/notesSlide" Target="/ppt/notesSlides/notesSlide23.xml" Id="R420d9f0888a4487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00d30ed514c6c" /><Relationship Type="http://schemas.openxmlformats.org/officeDocument/2006/relationships/notesSlide" Target="/ppt/notesSlides/notesSlide24.xml" Id="R758bd012947246b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388ae9c9249db" /><Relationship Type="http://schemas.openxmlformats.org/officeDocument/2006/relationships/notesSlide" Target="/ppt/notesSlides/notesSlide25.xml" Id="R7768804d375a4b5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eacf3e9984ee3" /><Relationship Type="http://schemas.openxmlformats.org/officeDocument/2006/relationships/notesSlide" Target="/ppt/notesSlides/notesSlide26.xml" Id="R2d1b497cee8d413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d4e21136446c1" /><Relationship Type="http://schemas.openxmlformats.org/officeDocument/2006/relationships/notesSlide" Target="/ppt/notesSlides/notesSlide27.xml" Id="R8827538d4cba4c1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a730c33aa4ed9" /><Relationship Type="http://schemas.openxmlformats.org/officeDocument/2006/relationships/notesSlide" Target="/ppt/notesSlides/notesSlide28.xml" Id="Rf4644a347e2e4ac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7e86791684766" /><Relationship Type="http://schemas.openxmlformats.org/officeDocument/2006/relationships/notesSlide" Target="/ppt/notesSlides/notesSlide29.xml" Id="Rde82ba0c1e2a423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5a508f38849ce" /><Relationship Type="http://schemas.openxmlformats.org/officeDocument/2006/relationships/notesSlide" Target="/ppt/notesSlides/notesSlide30.xml" Id="R808428ef8e214ad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f8e7fb1534055" /><Relationship Type="http://schemas.openxmlformats.org/officeDocument/2006/relationships/notesSlide" Target="/ppt/notesSlides/notesSlide31.xml" Id="R0739d2ce296344d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d2664c24e4b75" /><Relationship Type="http://schemas.openxmlformats.org/officeDocument/2006/relationships/notesSlide" Target="/ppt/notesSlides/notesSlide32.xml" Id="Rbf934ee3595a47e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aa99a4c734362" /><Relationship Type="http://schemas.openxmlformats.org/officeDocument/2006/relationships/notesSlide" Target="/ppt/notesSlides/notesSlide33.xml" Id="R6cc7f937aac14ef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d4d93d29e4195" /><Relationship Type="http://schemas.openxmlformats.org/officeDocument/2006/relationships/notesSlide" Target="/ppt/notesSlides/notesSlide34.xml" Id="Rf2254b3ef09846b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42a84a21e40f8" /><Relationship Type="http://schemas.openxmlformats.org/officeDocument/2006/relationships/notesSlide" Target="/ppt/notesSlides/notesSlide35.xml" Id="R97a2663a0d764f8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f967db6014ee9" /><Relationship Type="http://schemas.openxmlformats.org/officeDocument/2006/relationships/notesSlide" Target="/ppt/notesSlides/notesSlide36.xml" Id="R814a3e938466416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e926edfbc432d" /><Relationship Type="http://schemas.openxmlformats.org/officeDocument/2006/relationships/notesSlide" Target="/ppt/notesSlides/notesSlide37.xml" Id="R4e713618c7cb49d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0faa89c71487b" /><Relationship Type="http://schemas.openxmlformats.org/officeDocument/2006/relationships/notesSlide" Target="/ppt/notesSlides/notesSlide38.xml" Id="R15ed026af93947e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8f2aad9fd4ef6" /><Relationship Type="http://schemas.openxmlformats.org/officeDocument/2006/relationships/notesSlide" Target="/ppt/notesSlides/notesSlide39.xml" Id="Ra82b6b5faaa0423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fd4b85cd04e10" /><Relationship Type="http://schemas.openxmlformats.org/officeDocument/2006/relationships/notesSlide" Target="/ppt/notesSlides/notesSlide40.xml" Id="R5ecc0cd887a847a1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f83a97253435e" /><Relationship Type="http://schemas.openxmlformats.org/officeDocument/2006/relationships/notesSlide" Target="/ppt/notesSlides/notesSlide41.xml" Id="Rd9f4a5f992ed4c7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6bc9c12a5453c" /><Relationship Type="http://schemas.openxmlformats.org/officeDocument/2006/relationships/notesSlide" Target="/ppt/notesSlides/notesSlide42.xml" Id="R7505c6fbbe1249f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f1765c58f444c" /><Relationship Type="http://schemas.openxmlformats.org/officeDocument/2006/relationships/notesSlide" Target="/ppt/notesSlides/notesSlide43.xml" Id="R2898c4adf1624c8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a8553cf1b41f3" /><Relationship Type="http://schemas.openxmlformats.org/officeDocument/2006/relationships/notesSlide" Target="/ppt/notesSlides/notesSlide44.xml" Id="R2618d28df16049d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c5b18888e47d9" /><Relationship Type="http://schemas.openxmlformats.org/officeDocument/2006/relationships/notesSlide" Target="/ppt/notesSlides/notesSlide45.xml" Id="Re5b619073a29462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f5d2fc9114419" /><Relationship Type="http://schemas.openxmlformats.org/officeDocument/2006/relationships/notesSlide" Target="/ppt/notesSlides/notesSlide46.xml" Id="R7884270d717844c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68ff0e2d24885" /><Relationship Type="http://schemas.openxmlformats.org/officeDocument/2006/relationships/notesSlide" Target="/ppt/notesSlides/notesSlide47.xml" Id="Rabce658a8ce541f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1d55debab47d4" /><Relationship Type="http://schemas.openxmlformats.org/officeDocument/2006/relationships/notesSlide" Target="/ppt/notesSlides/notesSlide48.xml" Id="R8e35a78029fd405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ae3068fb54d21" /><Relationship Type="http://schemas.openxmlformats.org/officeDocument/2006/relationships/notesSlide" Target="/ppt/notesSlides/notesSlide49.xml" Id="R5c0906f42415442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42168ebd74f98" /><Relationship Type="http://schemas.openxmlformats.org/officeDocument/2006/relationships/notesSlide" Target="/ppt/notesSlides/notesSlide50.xml" Id="R5464314d61734ff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927b9eebf4bf4" /><Relationship Type="http://schemas.openxmlformats.org/officeDocument/2006/relationships/notesSlide" Target="/ppt/notesSlides/notesSlide51.xml" Id="R31f529899001478c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e723a74634465" /><Relationship Type="http://schemas.openxmlformats.org/officeDocument/2006/relationships/notesSlide" Target="/ppt/notesSlides/notesSlide52.xml" Id="R1db5485243af4f01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10a4fc4bb45bf" /><Relationship Type="http://schemas.openxmlformats.org/officeDocument/2006/relationships/notesSlide" Target="/ppt/notesSlides/notesSlide53.xml" Id="Rae2b895d88bf4c7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6f564a9f241a5" /><Relationship Type="http://schemas.openxmlformats.org/officeDocument/2006/relationships/notesSlide" Target="/ppt/notesSlides/notesSlide54.xml" Id="Rd1b1acaf59604117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f0dda46dc4d4e" /><Relationship Type="http://schemas.openxmlformats.org/officeDocument/2006/relationships/notesSlide" Target="/ppt/notesSlides/notesSlide55.xml" Id="R2e274e29eeee479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bce2577724a7f" /><Relationship Type="http://schemas.openxmlformats.org/officeDocument/2006/relationships/notesSlide" Target="/ppt/notesSlides/notesSlide56.xml" Id="R078cff2e46234d00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3b14ea0154dc7" /><Relationship Type="http://schemas.openxmlformats.org/officeDocument/2006/relationships/notesSlide" Target="/ppt/notesSlides/notesSlide57.xml" Id="R9463f291f5d44e78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8b6f970a614c32" /><Relationship Type="http://schemas.openxmlformats.org/officeDocument/2006/relationships/notesSlide" Target="/ppt/notesSlides/notesSlide58.xml" Id="R33d10cc2a4d14c7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5bb13a41945c7" /><Relationship Type="http://schemas.openxmlformats.org/officeDocument/2006/relationships/notesSlide" Target="/ppt/notesSlides/notesSlide59.xml" Id="R721807c8f3dc4aff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4f479013541c6" /><Relationship Type="http://schemas.openxmlformats.org/officeDocument/2006/relationships/notesSlide" Target="/ppt/notesSlides/notesSlide60.xml" Id="R3fd16401d47d48d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2d4a82ce04695" /><Relationship Type="http://schemas.openxmlformats.org/officeDocument/2006/relationships/notesSlide" Target="/ppt/notesSlides/notesSlide61.xml" Id="R3de71b429575411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bf12d3df8425a" /><Relationship Type="http://schemas.openxmlformats.org/officeDocument/2006/relationships/notesSlide" Target="/ppt/notesSlides/notesSlide62.xml" Id="R30b3db0dc39b402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80d81189849bd" /><Relationship Type="http://schemas.openxmlformats.org/officeDocument/2006/relationships/notesSlide" Target="/ppt/notesSlides/notesSlide63.xml" Id="Rd4834da2be4a4649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85650fe1d40c4" /><Relationship Type="http://schemas.openxmlformats.org/officeDocument/2006/relationships/notesSlide" Target="/ppt/notesSlides/notesSlide64.xml" Id="Rfcfd555006c9472e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e14cc7c60a42a2" /><Relationship Type="http://schemas.openxmlformats.org/officeDocument/2006/relationships/notesSlide" Target="/ppt/notesSlides/notesSlide65.xml" Id="R127c0e8af55445db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0df2bf5014fcd" /><Relationship Type="http://schemas.openxmlformats.org/officeDocument/2006/relationships/notesSlide" Target="/ppt/notesSlides/notesSlide66.xml" Id="R7e6b3a3700fb41d5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e74258094c49a6" /><Relationship Type="http://schemas.openxmlformats.org/officeDocument/2006/relationships/notesSlide" Target="/ppt/notesSlides/notesSlide67.xml" Id="Rbedad183fd3540c2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68513eac04c8c" /><Relationship Type="http://schemas.openxmlformats.org/officeDocument/2006/relationships/notesSlide" Target="/ppt/notesSlides/notesSlide68.xml" Id="R6bcabeeb028e432d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d05580b254408" /><Relationship Type="http://schemas.openxmlformats.org/officeDocument/2006/relationships/notesSlide" Target="/ppt/notesSlides/notesSlide69.xml" Id="R9f348be081ef401e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b49b3fcf9414b" /><Relationship Type="http://schemas.openxmlformats.org/officeDocument/2006/relationships/notesSlide" Target="/ppt/notesSlides/notesSlide70.xml" Id="R9cabb19445a343c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ca47d15ac4054" /><Relationship Type="http://schemas.openxmlformats.org/officeDocument/2006/relationships/notesSlide" Target="/ppt/notesSlides/notesSlide71.xml" Id="R82e762af180b49f3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3632632d54661" /><Relationship Type="http://schemas.openxmlformats.org/officeDocument/2006/relationships/notesSlide" Target="/ppt/notesSlides/notesSlide72.xml" Id="R7ddc0ffea4cd4af0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b493b8f9b4362" /><Relationship Type="http://schemas.openxmlformats.org/officeDocument/2006/relationships/notesSlide" Target="/ppt/notesSlides/notesSlide73.xml" Id="Rc90df9cf74664ae6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acdc003554681" /><Relationship Type="http://schemas.openxmlformats.org/officeDocument/2006/relationships/notesSlide" Target="/ppt/notesSlides/notesSlide74.xml" Id="R85f506dab3bf419b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f26c1d762468a" /><Relationship Type="http://schemas.openxmlformats.org/officeDocument/2006/relationships/notesSlide" Target="/ppt/notesSlides/notesSlide75.xml" Id="R504170731e9845ba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99b5bb86f46ee" /><Relationship Type="http://schemas.openxmlformats.org/officeDocument/2006/relationships/notesSlide" Target="/ppt/notesSlides/notesSlide76.xml" Id="R2a8877fc1160483e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a7049554f435c" /><Relationship Type="http://schemas.openxmlformats.org/officeDocument/2006/relationships/notesSlide" Target="/ppt/notesSlides/notesSlide77.xml" Id="R7b76fa6c87e54942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b4247197b48fd" /><Relationship Type="http://schemas.openxmlformats.org/officeDocument/2006/relationships/notesSlide" Target="/ppt/notesSlides/notesSlide78.xml" Id="Rdb7a8e8f9f0247e8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ff43273ba48fa" /><Relationship Type="http://schemas.openxmlformats.org/officeDocument/2006/relationships/notesSlide" Target="/ppt/notesSlides/notesSlide79.xml" Id="R64fe03b0481b460c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d44eb138d4910" /><Relationship Type="http://schemas.openxmlformats.org/officeDocument/2006/relationships/notesSlide" Target="/ppt/notesSlides/notesSlide80.xml" Id="R86dc4e0a198c4a82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76275375c4ae9" /><Relationship Type="http://schemas.openxmlformats.org/officeDocument/2006/relationships/notesSlide" Target="/ppt/notesSlides/notesSlide81.xml" Id="R68fa0d6378504bfc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8b2e2c8cc4cec" /><Relationship Type="http://schemas.openxmlformats.org/officeDocument/2006/relationships/notesSlide" Target="/ppt/notesSlides/notesSlide82.xml" Id="R3f4fafffa1d14663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c468f6d744943" /><Relationship Type="http://schemas.openxmlformats.org/officeDocument/2006/relationships/notesSlide" Target="/ppt/notesSlides/notesSlide83.xml" Id="R162de3e0998f4b3a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e29cab7114efa" /><Relationship Type="http://schemas.openxmlformats.org/officeDocument/2006/relationships/notesSlide" Target="/ppt/notesSlides/notesSlide84.xml" Id="Rdbdc14b08d2c46a9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0a11aa7c44589" /><Relationship Type="http://schemas.openxmlformats.org/officeDocument/2006/relationships/notesSlide" Target="/ppt/notesSlides/notesSlide85.xml" Id="R6d10e15ef64c45b7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ac587c6cb4cb0" /><Relationship Type="http://schemas.openxmlformats.org/officeDocument/2006/relationships/notesSlide" Target="/ppt/notesSlides/notesSlide86.xml" Id="Rc1e2b28fd3c74da8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0e87849014ad4" /><Relationship Type="http://schemas.openxmlformats.org/officeDocument/2006/relationships/notesSlide" Target="/ppt/notesSlides/notesSlide87.xml" Id="Rf048986b8ca74ab3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ec1bb0a734247" /><Relationship Type="http://schemas.openxmlformats.org/officeDocument/2006/relationships/notesSlide" Target="/ppt/notesSlides/notesSlide88.xml" Id="R1424a9faf114403c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f033f957448af" /><Relationship Type="http://schemas.openxmlformats.org/officeDocument/2006/relationships/notesSlide" Target="/ppt/notesSlides/notesSlide89.xml" Id="Rdbbac1d5feb448c1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70f83d9d84030" /><Relationship Type="http://schemas.openxmlformats.org/officeDocument/2006/relationships/notesSlide" Target="/ppt/notesSlides/notesSlide90.xml" Id="R5762ccb00c2a40b6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31eb5a1624d3f" /><Relationship Type="http://schemas.openxmlformats.org/officeDocument/2006/relationships/notesSlide" Target="/ppt/notesSlides/notesSlide91.xml" Id="Rebeea74f140c4945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52efd352a449c" /><Relationship Type="http://schemas.openxmlformats.org/officeDocument/2006/relationships/notesSlide" Target="/ppt/notesSlides/notesSlide92.xml" Id="R4c22a687e01441f0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56776ba87443b" /><Relationship Type="http://schemas.openxmlformats.org/officeDocument/2006/relationships/notesSlide" Target="/ppt/notesSlides/notesSlide93.xml" Id="R89c70c120e114f9a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25014adb9460b" /><Relationship Type="http://schemas.openxmlformats.org/officeDocument/2006/relationships/notesSlide" Target="/ppt/notesSlides/notesSlide94.xml" Id="R8eabdd7deccb4db4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18ab576c84b10" /><Relationship Type="http://schemas.openxmlformats.org/officeDocument/2006/relationships/notesSlide" Target="/ppt/notesSlides/notesSlide95.xml" Id="R644ec8a55b1f4bb4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4a51857944422" /><Relationship Type="http://schemas.openxmlformats.org/officeDocument/2006/relationships/notesSlide" Target="/ppt/notesSlides/notesSlide96.xml" Id="Rc2158026195e404f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d3af95d2f4138" /><Relationship Type="http://schemas.openxmlformats.org/officeDocument/2006/relationships/notesSlide" Target="/ppt/notesSlides/notesSlide97.xml" Id="R1fd54a2371574782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0db63f5f94a51" /><Relationship Type="http://schemas.openxmlformats.org/officeDocument/2006/relationships/notesSlide" Target="/ppt/notesSlides/notesSlide98.xml" Id="R758c0f5501834591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06f48a10b4085" /><Relationship Type="http://schemas.openxmlformats.org/officeDocument/2006/relationships/notesSlide" Target="/ppt/notesSlides/notesSlide99.xml" Id="R527107d6bc134e20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e1d9b0be9b4762" /><Relationship Type="http://schemas.openxmlformats.org/officeDocument/2006/relationships/notesSlide" Target="/ppt/notesSlides/notesSlide100.xml" Id="R46260ccd3d8c483e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dd4c58ea241e8" /><Relationship Type="http://schemas.openxmlformats.org/officeDocument/2006/relationships/notesSlide" Target="/ppt/notesSlides/notesSlide101.xml" Id="Rabd24f741e5241d4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db4fbe54b48cf" /><Relationship Type="http://schemas.openxmlformats.org/officeDocument/2006/relationships/notesSlide" Target="/ppt/notesSlides/notesSlide102.xml" Id="R29eb8eec51974d2b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dad69fe384481" /><Relationship Type="http://schemas.openxmlformats.org/officeDocument/2006/relationships/notesSlide" Target="/ppt/notesSlides/notesSlide103.xml" Id="Rb5bb9b6c7cfd402e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519d6baf449c4" /><Relationship Type="http://schemas.openxmlformats.org/officeDocument/2006/relationships/notesSlide" Target="/ppt/notesSlides/notesSlide104.xml" Id="R5d38cc5792ef4c79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59b7831c84c86" /><Relationship Type="http://schemas.openxmlformats.org/officeDocument/2006/relationships/notesSlide" Target="/ppt/notesSlides/notesSlide105.xml" Id="Rdd72e05acf2d47d3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064ce504a4954" /><Relationship Type="http://schemas.openxmlformats.org/officeDocument/2006/relationships/notesSlide" Target="/ppt/notesSlides/notesSlide106.xml" Id="Racdbb7cc217649bb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9bdacd5c24abd" /><Relationship Type="http://schemas.openxmlformats.org/officeDocument/2006/relationships/notesSlide" Target="/ppt/notesSlides/notesSlide107.xml" Id="R6a3a6ddbce2f4e46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97b19852e4aa6" /><Relationship Type="http://schemas.openxmlformats.org/officeDocument/2006/relationships/notesSlide" Target="/ppt/notesSlides/notesSlide108.xml" Id="R67d98860b1874f1b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35a6e51254240" /><Relationship Type="http://schemas.openxmlformats.org/officeDocument/2006/relationships/notesSlide" Target="/ppt/notesSlides/notesSlide109.xml" Id="Rbc32cb192dcd40d9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ecc3f83904b10" /><Relationship Type="http://schemas.openxmlformats.org/officeDocument/2006/relationships/notesSlide" Target="/ppt/notesSlides/notesSlide110.xml" Id="R5d9f11501f4b4470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b9c4df07146f4" /><Relationship Type="http://schemas.openxmlformats.org/officeDocument/2006/relationships/notesSlide" Target="/ppt/notesSlides/notesSlide111.xml" Id="R065679cf0564407f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c74c6d03d41de" /><Relationship Type="http://schemas.openxmlformats.org/officeDocument/2006/relationships/notesSlide" Target="/ppt/notesSlides/notesSlide112.xml" Id="Re90babc5e8e74188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792f38b1e41e0" /><Relationship Type="http://schemas.openxmlformats.org/officeDocument/2006/relationships/notesSlide" Target="/ppt/notesSlides/notesSlide113.xml" Id="Rafd6e2f37f8a4a72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7eca50b364b59" /><Relationship Type="http://schemas.openxmlformats.org/officeDocument/2006/relationships/notesSlide" Target="/ppt/notesSlides/notesSlide114.xml" Id="R7eeda15ebe2d4231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e3eb063f134d72" /><Relationship Type="http://schemas.openxmlformats.org/officeDocument/2006/relationships/notesSlide" Target="/ppt/notesSlides/notesSlide115.xml" Id="Rfc39a6c75b9b4d2e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13ad0dd5846d1" /><Relationship Type="http://schemas.openxmlformats.org/officeDocument/2006/relationships/notesSlide" Target="/ppt/notesSlides/notesSlide116.xml" Id="Rabd6a7a122d54f77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3accb2e5649f9" /><Relationship Type="http://schemas.openxmlformats.org/officeDocument/2006/relationships/notesSlide" Target="/ppt/notesSlides/notesSlide117.xml" Id="Rde7f189d85744fdd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c32523658452b" /><Relationship Type="http://schemas.openxmlformats.org/officeDocument/2006/relationships/notesSlide" Target="/ppt/notesSlides/notesSlide118.xml" Id="Rc16a3cebca354b35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ba81a21f34a59" /><Relationship Type="http://schemas.openxmlformats.org/officeDocument/2006/relationships/notesSlide" Target="/ppt/notesSlides/notesSlide119.xml" Id="Ra2881474132d42a3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c354c8e194f13" /><Relationship Type="http://schemas.openxmlformats.org/officeDocument/2006/relationships/notesSlide" Target="/ppt/notesSlides/notesSlide120.xml" Id="Rbf26a9b6259e49b6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a590d52874bd5" /><Relationship Type="http://schemas.openxmlformats.org/officeDocument/2006/relationships/notesSlide" Target="/ppt/notesSlides/notesSlide121.xml" Id="Rcbe37675504f40b8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fc5bd75774477" /><Relationship Type="http://schemas.openxmlformats.org/officeDocument/2006/relationships/notesSlide" Target="/ppt/notesSlides/notesSlide122.xml" Id="R0ce3a87ed9144ab3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43738a75a4040" /><Relationship Type="http://schemas.openxmlformats.org/officeDocument/2006/relationships/notesSlide" Target="/ppt/notesSlides/notesSlide123.xml" Id="Rbaa131fa26544cb6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8db348da04bd7" /><Relationship Type="http://schemas.openxmlformats.org/officeDocument/2006/relationships/notesSlide" Target="/ppt/notesSlides/notesSlide124.xml" Id="R8e3b47c4feb748b5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454a9302d446d" /><Relationship Type="http://schemas.openxmlformats.org/officeDocument/2006/relationships/notesSlide" Target="/ppt/notesSlides/notesSlide125.xml" Id="R0b8142a37c4a4264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da636adad742e6" /><Relationship Type="http://schemas.openxmlformats.org/officeDocument/2006/relationships/notesSlide" Target="/ppt/notesSlides/notesSlide126.xml" Id="Rb5625a164cf845ee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705d1cece482b" /><Relationship Type="http://schemas.openxmlformats.org/officeDocument/2006/relationships/notesSlide" Target="/ppt/notesSlides/notesSlide127.xml" Id="Re1a4c3b4d17b49cc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c422063704ac1" /><Relationship Type="http://schemas.openxmlformats.org/officeDocument/2006/relationships/notesSlide" Target="/ppt/notesSlides/notesSlide128.xml" Id="R036e23d7a51445fe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c8707d5444296" /><Relationship Type="http://schemas.openxmlformats.org/officeDocument/2006/relationships/notesSlide" Target="/ppt/notesSlides/notesSlide129.xml" Id="R67625ed9287b495c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1d26f2aa0478f" /><Relationship Type="http://schemas.openxmlformats.org/officeDocument/2006/relationships/notesSlide" Target="/ppt/notesSlides/notesSlide130.xml" Id="Rfa39f4c664c64852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746487fcb496d" /><Relationship Type="http://schemas.openxmlformats.org/officeDocument/2006/relationships/notesSlide" Target="/ppt/notesSlides/notesSlide131.xml" Id="R9138d31f784b4876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65c4bcfa24b0f" /><Relationship Type="http://schemas.openxmlformats.org/officeDocument/2006/relationships/notesSlide" Target="/ppt/notesSlides/notesSlide132.xml" Id="Ra3fa96c14ccc47e4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1969ea4e543a9" /><Relationship Type="http://schemas.openxmlformats.org/officeDocument/2006/relationships/notesSlide" Target="/ppt/notesSlides/notesSlide133.xml" Id="Rcc55eaace30a4b76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dab5d3ff534531" /><Relationship Type="http://schemas.openxmlformats.org/officeDocument/2006/relationships/notesSlide" Target="/ppt/notesSlides/notesSlide134.xml" Id="R1d9760e651d0449a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73d86f75b49f3" /><Relationship Type="http://schemas.openxmlformats.org/officeDocument/2006/relationships/notesSlide" Target="/ppt/notesSlides/notesSlide135.xml" Id="R9f68d09955eb4d83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0527d3ba94683" /><Relationship Type="http://schemas.openxmlformats.org/officeDocument/2006/relationships/notesSlide" Target="/ppt/notesSlides/notesSlide136.xml" Id="R520cfb85f6724f44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4acf4e1aaa4399" /><Relationship Type="http://schemas.openxmlformats.org/officeDocument/2006/relationships/notesSlide" Target="/ppt/notesSlides/notesSlide137.xml" Id="R991e0688d06b49c3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3bf5bac9f24cb1" /><Relationship Type="http://schemas.openxmlformats.org/officeDocument/2006/relationships/notesSlide" Target="/ppt/notesSlides/notesSlide138.xml" Id="R497b087fbf404ad8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50a7bbd2a49a3" /><Relationship Type="http://schemas.openxmlformats.org/officeDocument/2006/relationships/notesSlide" Target="/ppt/notesSlides/notesSlide139.xml" Id="R9323376bccfd49a4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fcf088c6e49b7" /><Relationship Type="http://schemas.openxmlformats.org/officeDocument/2006/relationships/notesSlide" Target="/ppt/notesSlides/notesSlide140.xml" Id="R719f2563d7dc471f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b722a480b49aa" /><Relationship Type="http://schemas.openxmlformats.org/officeDocument/2006/relationships/notesSlide" Target="/ppt/notesSlides/notesSlide141.xml" Id="R3273358831cc4a08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dace427294c67" /><Relationship Type="http://schemas.openxmlformats.org/officeDocument/2006/relationships/notesSlide" Target="/ppt/notesSlides/notesSlide142.xml" Id="R7e2c25c9b9724ad7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9644bda04448f" /><Relationship Type="http://schemas.openxmlformats.org/officeDocument/2006/relationships/notesSlide" Target="/ppt/notesSlides/notesSlide143.xml" Id="Rbcc1a20fdee84c42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1559008b14a24" /><Relationship Type="http://schemas.openxmlformats.org/officeDocument/2006/relationships/notesSlide" Target="/ppt/notesSlides/notesSlide144.xml" Id="Rf079ba4382e241ea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de31602fd4e4b" /><Relationship Type="http://schemas.openxmlformats.org/officeDocument/2006/relationships/notesSlide" Target="/ppt/notesSlides/notesSlide145.xml" Id="R50622e4588104191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2f4ee4c38d4490" /><Relationship Type="http://schemas.openxmlformats.org/officeDocument/2006/relationships/notesSlide" Target="/ppt/notesSlides/notesSlide146.xml" Id="Rf3e0c05eaeed4448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d27f7c5b0496c" /><Relationship Type="http://schemas.openxmlformats.org/officeDocument/2006/relationships/notesSlide" Target="/ppt/notesSlides/notesSlide147.xml" Id="Rd999a45952a64c4d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0c7c824784ec5" /><Relationship Type="http://schemas.openxmlformats.org/officeDocument/2006/relationships/notesSlide" Target="/ppt/notesSlides/notesSlide148.xml" Id="Refa400a65d964c05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2634380ff4486" /><Relationship Type="http://schemas.openxmlformats.org/officeDocument/2006/relationships/notesSlide" Target="/ppt/notesSlides/notesSlide149.xml" Id="R609b1d5822424472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d39afb63241f4" /><Relationship Type="http://schemas.openxmlformats.org/officeDocument/2006/relationships/notesSlide" Target="/ppt/notesSlides/notesSlide150.xml" Id="R88190810268b438c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5e9bdb06e4f05" /><Relationship Type="http://schemas.openxmlformats.org/officeDocument/2006/relationships/notesSlide" Target="/ppt/notesSlides/notesSlide151.xml" Id="Rfe0aa0f0d97546f5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f6dabce7b47a1" /><Relationship Type="http://schemas.openxmlformats.org/officeDocument/2006/relationships/notesSlide" Target="/ppt/notesSlides/notesSlide152.xml" Id="R88055969f067436b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bc0193a6f4654" /><Relationship Type="http://schemas.openxmlformats.org/officeDocument/2006/relationships/notesSlide" Target="/ppt/notesSlides/notesSlide153.xml" Id="Rc8c887a92b3a400e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28e67fa6541a1" /><Relationship Type="http://schemas.openxmlformats.org/officeDocument/2006/relationships/notesSlide" Target="/ppt/notesSlides/notesSlide154.xml" Id="R9c6124dc3c6845e8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91059e9cc451f" /><Relationship Type="http://schemas.openxmlformats.org/officeDocument/2006/relationships/notesSlide" Target="/ppt/notesSlides/notesSlide155.xml" Id="R9eac82aa3112491d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97b1bcaae4001" /><Relationship Type="http://schemas.openxmlformats.org/officeDocument/2006/relationships/notesSlide" Target="/ppt/notesSlides/notesSlide156.xml" Id="Rb3ebd807ea354998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08c7aafec4dd6" /><Relationship Type="http://schemas.openxmlformats.org/officeDocument/2006/relationships/notesSlide" Target="/ppt/notesSlides/notesSlide157.xml" Id="R1d72dccbc7ee4a67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5e46789574523" /><Relationship Type="http://schemas.openxmlformats.org/officeDocument/2006/relationships/notesSlide" Target="/ppt/notesSlides/notesSlide158.xml" Id="Rc38a286cd8994b2e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ce5bda3d74ac5" /><Relationship Type="http://schemas.openxmlformats.org/officeDocument/2006/relationships/notesSlide" Target="/ppt/notesSlides/notesSlide159.xml" Id="Re3a75c8cc76a4276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d2aeb984e46fa" /><Relationship Type="http://schemas.openxmlformats.org/officeDocument/2006/relationships/notesSlide" Target="/ppt/notesSlides/notesSlide160.xml" Id="Rd47a70070c114f5e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ec0c604654d37" /><Relationship Type="http://schemas.openxmlformats.org/officeDocument/2006/relationships/notesSlide" Target="/ppt/notesSlides/notesSlide161.xml" Id="R74b063b447934321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f802cc0d64996" /><Relationship Type="http://schemas.openxmlformats.org/officeDocument/2006/relationships/notesSlide" Target="/ppt/notesSlides/notesSlide162.xml" Id="Re4cb205b1f4a4189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323a0794743db" /><Relationship Type="http://schemas.openxmlformats.org/officeDocument/2006/relationships/notesSlide" Target="/ppt/notesSlides/notesSlide163.xml" Id="Rcd82ab1ca24d4e50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1f39f2dc9443d" /><Relationship Type="http://schemas.openxmlformats.org/officeDocument/2006/relationships/notesSlide" Target="/ppt/notesSlides/notesSlide164.xml" Id="R82f1abf22dee460d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b9fbb32dd4eb4" /><Relationship Type="http://schemas.openxmlformats.org/officeDocument/2006/relationships/notesSlide" Target="/ppt/notesSlides/notesSlide165.xml" Id="R0c741f37b88f4fc7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9512bfa8f7402e" /><Relationship Type="http://schemas.openxmlformats.org/officeDocument/2006/relationships/notesSlide" Target="/ppt/notesSlides/notesSlide166.xml" Id="R1e2b7ed3225a4a77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d594cb4ce4e7a" /><Relationship Type="http://schemas.openxmlformats.org/officeDocument/2006/relationships/notesSlide" Target="/ppt/notesSlides/notesSlide167.xml" Id="R81c9ba9780454b1b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7c29eaaca4445" /><Relationship Type="http://schemas.openxmlformats.org/officeDocument/2006/relationships/notesSlide" Target="/ppt/notesSlides/notesSlide168.xml" Id="R84fcb12025bf4a38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bb1dd75c04793" /><Relationship Type="http://schemas.openxmlformats.org/officeDocument/2006/relationships/notesSlide" Target="/ppt/notesSlides/notesSlide169.xml" Id="R935ab8aff7d2453b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b044365f04306" /><Relationship Type="http://schemas.openxmlformats.org/officeDocument/2006/relationships/notesSlide" Target="/ppt/notesSlides/notesSlide170.xml" Id="R3eb393f841804a67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eb8020fcb4e6b" /><Relationship Type="http://schemas.openxmlformats.org/officeDocument/2006/relationships/notesSlide" Target="/ppt/notesSlides/notesSlide171.xml" Id="R7f3e4b86f95f4b06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87477c8094fc9" /><Relationship Type="http://schemas.openxmlformats.org/officeDocument/2006/relationships/notesSlide" Target="/ppt/notesSlides/notesSlide172.xml" Id="R15b2c00f5bff4845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45f98fedc4837" /><Relationship Type="http://schemas.openxmlformats.org/officeDocument/2006/relationships/notesSlide" Target="/ppt/notesSlides/notesSlide173.xml" Id="R6c101a6ec1214010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dcb2b858d40e3" /><Relationship Type="http://schemas.openxmlformats.org/officeDocument/2006/relationships/notesSlide" Target="/ppt/notesSlides/notesSlide174.xml" Id="Rb7ea3c56a33d4458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39a3bc10f41cf" /><Relationship Type="http://schemas.openxmlformats.org/officeDocument/2006/relationships/notesSlide" Target="/ppt/notesSlides/notesSlide175.xml" Id="Ra7aff381fb8c4c40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3d81eb75b4a37" /><Relationship Type="http://schemas.openxmlformats.org/officeDocument/2006/relationships/notesSlide" Target="/ppt/notesSlides/notesSlide176.xml" Id="R7457d9f47fd24f55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28c457c704f92" /><Relationship Type="http://schemas.openxmlformats.org/officeDocument/2006/relationships/notesSlide" Target="/ppt/notesSlides/notesSlide177.xml" Id="R5156fb5fac6e4fe6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642b95ddd47d5" /><Relationship Type="http://schemas.openxmlformats.org/officeDocument/2006/relationships/notesSlide" Target="/ppt/notesSlides/notesSlide178.xml" Id="R5bd37f7c8eab4715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6c90bfaf6449a" /><Relationship Type="http://schemas.openxmlformats.org/officeDocument/2006/relationships/notesSlide" Target="/ppt/notesSlides/notesSlide179.xml" Id="R8ead1f6967b2413a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c062849ea94af3" /><Relationship Type="http://schemas.openxmlformats.org/officeDocument/2006/relationships/notesSlide" Target="/ppt/notesSlides/notesSlide180.xml" Id="R987d542ebd374b5f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3b054af4b4543" /><Relationship Type="http://schemas.openxmlformats.org/officeDocument/2006/relationships/notesSlide" Target="/ppt/notesSlides/notesSlide181.xml" Id="R298a504e0c444d2f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6f3e30daf4b08" /><Relationship Type="http://schemas.openxmlformats.org/officeDocument/2006/relationships/notesSlide" Target="/ppt/notesSlides/notesSlide182.xml" Id="R7c570bb12f244c52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80eb783aa418e" /><Relationship Type="http://schemas.openxmlformats.org/officeDocument/2006/relationships/notesSlide" Target="/ppt/notesSlides/notesSlide183.xml" Id="R731c91765d8f473b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6e9311d718464a" /><Relationship Type="http://schemas.openxmlformats.org/officeDocument/2006/relationships/notesSlide" Target="/ppt/notesSlides/notesSlide184.xml" Id="R268addf1886b4a8f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1e3437ebb44b0" /><Relationship Type="http://schemas.openxmlformats.org/officeDocument/2006/relationships/notesSlide" Target="/ppt/notesSlides/notesSlide185.xml" Id="Rfbd0b038861940a1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ee9aea102434e" /><Relationship Type="http://schemas.openxmlformats.org/officeDocument/2006/relationships/notesSlide" Target="/ppt/notesSlides/notesSlide186.xml" Id="Rd9d21e84a54943e8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a8b3647ed4ef0" /><Relationship Type="http://schemas.openxmlformats.org/officeDocument/2006/relationships/notesSlide" Target="/ppt/notesSlides/notesSlide187.xml" Id="R610807eed3384ad9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0e39c61ce49fc" /><Relationship Type="http://schemas.openxmlformats.org/officeDocument/2006/relationships/notesSlide" Target="/ppt/notesSlides/notesSlide188.xml" Id="Rd03ab71062184db6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dde50f775473f" /><Relationship Type="http://schemas.openxmlformats.org/officeDocument/2006/relationships/notesSlide" Target="/ppt/notesSlides/notesSlide189.xml" Id="Rc621ddf6f5d34418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64c8990884cf8" /><Relationship Type="http://schemas.openxmlformats.org/officeDocument/2006/relationships/notesSlide" Target="/ppt/notesSlides/notesSlide190.xml" Id="Rb3d5c88f554d4a4b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f8e587b3a4b98" /><Relationship Type="http://schemas.openxmlformats.org/officeDocument/2006/relationships/notesSlide" Target="/ppt/notesSlides/notesSlide191.xml" Id="R1d904efaa09947f2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92a4112af47cc" /><Relationship Type="http://schemas.openxmlformats.org/officeDocument/2006/relationships/notesSlide" Target="/ppt/notesSlides/notesSlide192.xml" Id="Reb6e07b79f2f4ad9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4f2d53b3a42de" /><Relationship Type="http://schemas.openxmlformats.org/officeDocument/2006/relationships/notesSlide" Target="/ppt/notesSlides/notesSlide193.xml" Id="R84eb9541daca4326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051fcc2c14fc5" /><Relationship Type="http://schemas.openxmlformats.org/officeDocument/2006/relationships/notesSlide" Target="/ppt/notesSlides/notesSlide194.xml" Id="R12355cb9d9e246a0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4a6d9aea74357" /><Relationship Type="http://schemas.openxmlformats.org/officeDocument/2006/relationships/notesSlide" Target="/ppt/notesSlides/notesSlide195.xml" Id="R3b3db14a696245e3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15ebffbdc4f48" /><Relationship Type="http://schemas.openxmlformats.org/officeDocument/2006/relationships/notesSlide" Target="/ppt/notesSlides/notesSlide196.xml" Id="R9ed6c7dffb214f27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ef039a1294ea3" /><Relationship Type="http://schemas.openxmlformats.org/officeDocument/2006/relationships/notesSlide" Target="/ppt/notesSlides/notesSlide197.xml" Id="Rb8c6fddcf5db4451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29b67c5824cad" /><Relationship Type="http://schemas.openxmlformats.org/officeDocument/2006/relationships/notesSlide" Target="/ppt/notesSlides/notesSlide198.xml" Id="R571e43585b3c4855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bdb3c93124bde" /><Relationship Type="http://schemas.openxmlformats.org/officeDocument/2006/relationships/notesSlide" Target="/ppt/notesSlides/notesSlide199.xml" Id="R670477e584554a66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2b39a55f9469f" /><Relationship Type="http://schemas.openxmlformats.org/officeDocument/2006/relationships/notesSlide" Target="/ppt/notesSlides/notesSlide200.xml" Id="Redfa22a9468a4cc8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552abfc4f4388" /><Relationship Type="http://schemas.openxmlformats.org/officeDocument/2006/relationships/notesSlide" Target="/ppt/notesSlides/notesSlide201.xml" Id="Rf3c9525d5ef44acf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4aa270af843d3" /><Relationship Type="http://schemas.openxmlformats.org/officeDocument/2006/relationships/notesSlide" Target="/ppt/notesSlides/notesSlide202.xml" Id="R56544d399d914607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5f0ea70b4484b" /><Relationship Type="http://schemas.openxmlformats.org/officeDocument/2006/relationships/notesSlide" Target="/ppt/notesSlides/notesSlide203.xml" Id="R53533939ee9d4db1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1e34a7c52456b" /><Relationship Type="http://schemas.openxmlformats.org/officeDocument/2006/relationships/notesSlide" Target="/ppt/notesSlides/notesSlide204.xml" Id="Rc2c9064169c34472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de773ea1d4ba1" /><Relationship Type="http://schemas.openxmlformats.org/officeDocument/2006/relationships/notesSlide" Target="/ppt/notesSlides/notesSlide205.xml" Id="Rb2d8d9223dc24413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7e19110b7845d2" /><Relationship Type="http://schemas.openxmlformats.org/officeDocument/2006/relationships/notesSlide" Target="/ppt/notesSlides/notesSlide206.xml" Id="Rae833d5b6b784dac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6a0fbedda4300" /><Relationship Type="http://schemas.openxmlformats.org/officeDocument/2006/relationships/notesSlide" Target="/ppt/notesSlides/notesSlide207.xml" Id="R3b0a10849da74a65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d5fedd0c140a3" /><Relationship Type="http://schemas.openxmlformats.org/officeDocument/2006/relationships/notesSlide" Target="/ppt/notesSlides/notesSlide208.xml" Id="R38941272460d468b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15870cb5c49a3" /><Relationship Type="http://schemas.openxmlformats.org/officeDocument/2006/relationships/notesSlide" Target="/ppt/notesSlides/notesSlide209.xml" Id="R0a2779a5c5664cd2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6a6cba388451a" /><Relationship Type="http://schemas.openxmlformats.org/officeDocument/2006/relationships/notesSlide" Target="/ppt/notesSlides/notesSlide210.xml" Id="R39fff8c4fc954f99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2e86d66884fd9" /><Relationship Type="http://schemas.openxmlformats.org/officeDocument/2006/relationships/notesSlide" Target="/ppt/notesSlides/notesSlide211.xml" Id="R3ef24afca2e64e58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d95fa26c74a23" /><Relationship Type="http://schemas.openxmlformats.org/officeDocument/2006/relationships/notesSlide" Target="/ppt/notesSlides/notesSlide212.xml" Id="Rbf5c7135ecf6445d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0f7bd31f04c8e" /><Relationship Type="http://schemas.openxmlformats.org/officeDocument/2006/relationships/notesSlide" Target="/ppt/notesSlides/notesSlide213.xml" Id="Radf157da5fca4f14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9afeba48b47f2" /><Relationship Type="http://schemas.openxmlformats.org/officeDocument/2006/relationships/notesSlide" Target="/ppt/notesSlides/notesSlide214.xml" Id="R57d97d99c7114ce3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e643a989c447d" /><Relationship Type="http://schemas.openxmlformats.org/officeDocument/2006/relationships/notesSlide" Target="/ppt/notesSlides/notesSlide215.xml" Id="Rb52b2c34b63c4709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2f4db8bd043cb" /><Relationship Type="http://schemas.openxmlformats.org/officeDocument/2006/relationships/notesSlide" Target="/ppt/notesSlides/notesSlide216.xml" Id="R7e5249ae99c04969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6af570df5456f" /><Relationship Type="http://schemas.openxmlformats.org/officeDocument/2006/relationships/notesSlide" Target="/ppt/notesSlides/notesSlide217.xml" Id="Rb71dfaa957354a6d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7e483e8014ebc" /><Relationship Type="http://schemas.openxmlformats.org/officeDocument/2006/relationships/notesSlide" Target="/ppt/notesSlides/notesSlide218.xml" Id="R3784263b3d8f4c0c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3c40f30f54ff5" /><Relationship Type="http://schemas.openxmlformats.org/officeDocument/2006/relationships/notesSlide" Target="/ppt/notesSlides/notesSlide219.xml" Id="R986c05d64f00402b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f6d724ae340f3" /><Relationship Type="http://schemas.openxmlformats.org/officeDocument/2006/relationships/notesSlide" Target="/ppt/notesSlides/notesSlide220.xml" Id="R641a35fe190c4a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040E78-2DF7-4F1F-8F25-5A7ABDAC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0FF9D4-8260-4184-911E-72DAF42C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69AA81-3BF6-492B-9EFB-CE5CB6D8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A4381-27FF-4D06-AED0-69E75BC6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FABC6-F356-4012-9630-F21AD662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0ECA67-F2D2-4EE5-BD4B-30CF721D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BE1FB9-4F0E-4173-9652-49822B80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29E67A-F6AB-4B48-B285-201D2B0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정복의 세 단계 순서로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B3AF117-9156-4601-B312-32B39471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B03AD67-2C97-4260-A399-E76EA705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해결→분할→결합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70B9F2-706F-4D00-8D41-2D48F6FC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6AB51F0-1DDB-4655-9524-0321A14C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BECA2AE-5BC7-47DD-B07A-2075D014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결합→분할→부분 문제 해결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65A35C-5C8A-4B63-85BF-091D0CC8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BE118EF-37A6-4732-8F48-8C28F3C1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A229858-70C1-4DD0-A42B-A0ABA41E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분할→부분 문제 해결→결합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2E5FA2-429C-4F98-ABE4-03D0283A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38510A2-E21C-477B-9E19-924CFE2F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0EC3C3C-3F20-4A30-B6F7-FF244D0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해결→결합→분할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80A9DD-9DC9-461A-B12B-CF82FE71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595732-DD41-4773-9B63-A9056D3E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922FB90-49D8-4F4D-B289-FAA5BC00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분할→결합→부분 문제 해결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00D2189-17C3-45AD-B161-54E284F7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0B7A186-7B17-46B5-BAC8-DD1DA612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FBB087-BB8D-420A-A5C0-53B8D913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69E81-CC56-4294-A865-E1ABF2CD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B0A4D-B9C2-4DE6-956C-6DC51A97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4EE961-4990-449D-8A30-90523135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1B7434-DF96-4484-B01A-ED58C1FA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386D136-75F0-43B2-BE76-00198109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정복의 세 단계 순서로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F2FDC-AB16-4EF6-A8ED-40A87DCF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D85F4A1-95B6-4333-AC89-FFB033A1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분할→부분 문제 해결→결합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3ADE0A-6D83-46B0-AAC4-005B8C97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C87C50-0807-4907-A11C-F405AE66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69B81EB-D2D3-4B71-A34C-243175A6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문제를 해결한 결과를 이용해 원래 문제의 답을 구성한다.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22E107-2057-495A-AB9D-E220E149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0459ED-4799-4FAD-B25D-01EF5953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BCC1E4-8B12-4087-B09F-DB0A62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3E169-A465-4A52-8660-04F6ED9F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38287-5DE7-4572-BB08-86183C35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E0ADDC3-AE57-42BD-AAFE-5E442519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C5D9E4-A59F-4231-97BB-FA0436A9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A9E021-01FE-4AFC-AF43-00D20DD0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합병 정렬의 분할 뒤 반드시 필요한 전제는?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E07537A-80CA-4EDB-8A75-AFBDC02A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5D024A5-9D4D-414C-9FB2-9D1F5150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원소가 서로 다르다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4F38B4-1732-49E5-A7A8-F4FE418D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3335335-BF7E-476E-B776-B1F2F964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A4AC74C-3065-4F09-9140-BCE0D9F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입력이 이미 정렬되어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74A66-9554-4CE8-9EA2-0B9E211B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6041B4-C7E3-48E9-B451-2E5BFB95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F906C9B-3A42-44CD-9358-99276C91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부분을 각각 정렬한 뒤 병합한다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7F17BD-BD1C-4C6A-A9C6-3A647906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554E00E-540D-4205-9578-6320DBFD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37A01A3-6A79-4C2E-B819-4F4A9A8A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부분의 길이가 항상 같다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616619-8AA2-44F5-A04B-2C16EEDA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122D0AC-C101-4219-9A21-48BF8FF5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99DFDBC-3100-42A4-B736-F336C934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부분의 값 범위가 겹치지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0F0BF4-95FC-4D90-968F-BF674708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FD4F32-01B6-4DAF-9CD4-B6EAA266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CBFDF7-84F6-423A-9D08-EFAFF3A5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E067E-6987-4991-8334-CBE8C15E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ADF2E9-6351-4A3E-A64D-61E4FCD4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6C4BA6-5E11-4B1B-887F-72860522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B722DE-052A-4705-85EB-37B047C4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CD262E7-1D2E-40DF-8714-21F11F92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합병 정렬의 분할 뒤 반드시 필요한 전제는?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1F80B-5A42-4AE2-AA13-797853B8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B3A49F-5F74-47D6-BBBA-E3CC3E50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두 부분을 각각 정렬한 뒤 병합한다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9967192-A19A-45B2-8B9D-D39D3FA0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C8D628-08B0-45BF-BA9B-84315B12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A8E369-C046-4F88-8484-91CE772A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병합은 정렬된 두 배열을 입력으로 받는다. 중복과 홀수 길이도 처리할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591D6A-C66F-475B-9B91-32612EAB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2C3850B-3FC3-42E2-BF37-ED97704C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DF1AC2-7918-4749-9E78-E4D5B377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DAC65-9F89-4611-B57E-6D58E78A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C4A81-9BFB-4CE0-8F8B-3B2E1C27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C83E83-787B-43F0-8E34-EF14FFD9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AC98CF-E6B1-4018-BAB8-FADDFD6E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EAD1B4-3E72-448E-947F-30D780BD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p,q인 정렬 배열의 표준 병합에서 최악 원소 비교 횟수는? p,q≥1이다.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BB7EAD0-0A7C-4B8D-81AF-BAD9E796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FB961AB-B7CF-499D-847C-78F8016D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⌈log₂(p+q)⌉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E3DDF-C2BF-4483-AC49-C6C98481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B1E13F2-5400-4EEF-9CA2-05209D37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17FF6EE-2B6E-43B4-8E16-5440A7E2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min(p,q)−1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D6EF7-D553-40A9-80C2-BD11AC77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6DA79DD-8FAE-4E5F-B918-842D01B7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69E7D0B-886B-4C70-BC68-4C62F94C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p+q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E790F-4F76-428F-898B-B87029E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3852385-D540-400D-B11A-8E4014F2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F76C21-2527-41BE-BC72-323A20A8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pq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EF3384-BCCF-4D26-BE4D-8323F08F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BE0EAF0-019F-4A31-BC03-62F104CB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9E30255-8459-441D-BF99-59F88DE8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p+q−1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299E3A-79EE-4DF6-A313-3C2188B8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1EEA0E-B734-422A-888F-C4EA9720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3D1F23-9DEB-433F-92CA-3B2DBE47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9958E-6E71-4259-B6A3-449F5317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3954C-11A8-4449-ADB7-E512EF20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E57794-6587-4114-8919-54045274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80FBACB-CD14-46B2-8D89-602E4C82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C97659B-68BF-4D6C-80F2-9EB0B8FA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p,q인 정렬 배열의 표준 병합에서 최악 원소 비교 횟수는? p,q≥1이다.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3F807-3234-4A3C-80E1-83A22F85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61C694E-18A7-408B-8F48-80E9F300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p+q−1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A6096C0-4476-4577-8353-54ED0F51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03D5F-CD9F-42C2-9167-010347BF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87E543-E682-427F-85F4-4C4FED2F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한쪽이 먼저 소진되면 남은 원소는 비교 없이 복사한다. 마지막 하나를 남길 때까지 비교할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F91A7F3-830A-4E4C-B7AD-C7FDFEE7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45EB671-A8D5-4DCE-9531-AABA74F8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00932C-1027-4BD0-852C-E1872525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95B97-ABBF-4208-83E4-8D1A9659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4EA0C-853A-4A8F-A95D-B9196676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59D37B-EAEA-42E5-AAE5-81E0F058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A99402-09DD-4D99-9612-68AEFA9D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465C2EE-2702-49EB-BA81-59AE6DFC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안정적인 병합 정렬에서 양쪽 현재 키가 같을 때 먼저 꺼낼 원소는?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0C14A0A-7118-4839-8ADD-C8AF896C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3450E5C-D749-4783-BCA3-1DE2A741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키의 대표 하나만 남긴다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45B6E-62C0-48A5-8FCF-90066875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0C83EB4-F9E7-405B-900E-403628C5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12C60B9-FB8D-45EE-AEFE-864D7F23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 원소를 먼저 꺼내고 끝에서 전체를 뒤집는다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A5AE89-E357-4290-A9BB-3E5DAEE2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B9D7FB2-47FC-4D5A-8D1A-6E5E5763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EE721C1-06AC-46C4-ADFA-D40D1C67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원소 중 삽입 위치가 더 뒤인 쪽을 먼저 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A10692-265F-4955-9086-52EEC0FC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7B3929-EAEE-4117-A744-F0D2F85C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D76DDC2-59EE-4A49-BAD0-E10D72E0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동률을 임의로 처리해도 안정성이 항상 유지된다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8D2E6D-32AF-4995-9D7C-8B8AE5FB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EAA14F7-F285-4C26-9D31-3F97FC01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E25AA18-BF36-4DC9-BCA0-95FE3029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부분의 원소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B370DA7-89D8-4998-8249-FC0CE02F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238032-EE62-44D8-B276-781877AC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DC1417-3970-4031-BECE-9570C7FC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48A29-D1D3-43F0-8F3F-1E65E4AA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78B8F-C3BF-4761-ADDC-411AD6C7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CE7826-EB9E-4749-BADA-53C38BFB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BCF21E6-8991-449F-AEF6-CF7C0A0A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9E33D7-A0E8-426D-96FD-5742C668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병합 정렬에서 양쪽 현재 키가 같을 때 먼저 꺼낼 원소는?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812F0-7225-40AD-9556-6FB226B1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E93A2F8-04C9-4699-8408-E65DDB1A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왼쪽 부분의 원소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0A5053E-75BF-4321-B65B-947A001C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51DF3-CCBA-40BB-9BF9-C1526540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E2A40FB-36AC-4BFC-887E-58483B6E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원래 배열에서 왼쪽 부분이 앞에 있으므로 동등 키의 상대 순서를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9B85B15-1135-4EE1-9D29-D86D81E7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53667C4-2EA0-401A-9686-1BF4BE87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0245A4-E778-4955-A7C2-3CE67888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4BC78-1F0B-4F3B-953C-6A77EE79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E708F-96F6-4B46-BC59-AB96F00B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8159538-BBA4-43DD-856D-85C69EF4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C9CD1DA-EB09-4A22-A03A-E0918746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6E85AA-6968-46F0-B167-336ED466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합병 정렬의 점화식은? 분할 크기는 절반, 병합은 선형이다.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48AE666-7E69-4891-8E51-2F7FA41B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A6A2A73-3BE4-4EE2-99FE-B489CDCC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C179BD-2F97-44DD-A366-53D955D7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7BB19D-78DC-47F5-8C87-FF1BE600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EBE0453-97E7-494D-A997-A5E98C1A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F8B6-CBDA-4444-8743-85858487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20FC436-51B6-41AD-BD39-828ED5D3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27697D1-6167-4F9C-81D0-D3A11BDC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T(n)=T(n−1)+Θ(1)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38B718-6864-4D77-9C2B-1BACE63C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55D88C9-6DDF-438A-AEB1-7EAF80D5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3F0AC6C-9B10-4450-AE58-0D365214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T(n)=2T(n−1)+Θ(1)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D749D0-5465-45AA-B7E8-7A664B83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AA32924-C678-4F72-BC2F-6AE87F53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F043142-EA09-4885-A3D4-FA7C57A0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DFBF8F-9E9A-4988-9CD8-D8CB6F37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69C3E26-957A-4C8E-BD71-4AE37650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17AA98-22F0-4D03-91ED-D426E529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67230-4657-48DB-82FF-C2605109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481C1-EEC2-42AE-942B-CB21F8AD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7F9B658-86D8-420E-84E6-84BEE053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3BE8D3-A512-4576-8ADD-570D24AC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384520-F9B4-4505-95A7-658AF83E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합병 정렬의 점화식은? 분할 크기는 절반, 병합은 선형이다.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119229-D5DD-4C59-AF68-B3C8387C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AAC9078-5C6A-4A61-A926-F6018EA3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T(n)=2T(n/2)+Θ(n)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20E4C2C-223F-44C6-83AB-571EFE7B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98FFE-EB19-45E2-B802-10F673EC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E0CF18F-7509-4F5D-83A9-4A79D2C1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부분을 모두 재귀적으로 정렬하고 전체 길이에 비례해 병합한다.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EC3DDD-220A-4BD0-8590-89558DF3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91DBC1-0D08-40C3-9597-709013A7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A9A35A-6E13-44F8-8A38-EDE79D0A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C4A98-8CA4-4D58-ADC8-5D135EA8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BE9D2-7FB1-48D0-82D7-574C5E9C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DB5026-534B-4AD3-A5E7-8E85FE29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2B2122-F674-416A-A9A6-7808C898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7BE8D9-4C08-4C94-824B-2B7EA489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정렬된 입력에도 병합을 생략하지 않는 일반 합병 정렬의 시간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5C2A2C-223C-4A6F-89DB-5143831B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9E2B45E-CD99-4B5C-883A-E7E6AB86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6D5AB-061D-443A-A504-93196361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127F2DC-E12F-47B2-B978-C8398C58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0330EB8-D59E-46DC-AA1F-35EFE9B9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B06246-8918-4FF8-9568-9C1E5B5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2DCA096-B987-4EDF-8D29-6D0A130C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F50C66C-6FFE-4174-80C4-4CF00C29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35DFEB-A484-40E4-9CBA-D0E901F5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67ABAD-B863-4574-8C87-44FF7A0A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D0C2C19-02F8-4E96-9072-AD1400A7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6CC213-8A90-4954-A103-C0F1AF40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152E45A-8654-4D58-87F1-847F063E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D5A3D27-4EE8-44B5-8970-2BB94395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32B3BC-196B-4A94-8B3B-76BCBA55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284DA52-DE3E-4E9E-AA81-832CA67D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D4F66C-65F2-4240-8D40-92F4B86D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9CC87-B9A2-4D28-8052-A66B4216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4759A-CD10-40BA-98CE-37956C2C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A1FD2E-7F52-4979-9C0A-5C992B61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F33D70A-7FB1-46AC-9064-F1A603B7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D1C826-7326-4AA4-9D0C-F0598EB6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정렬된 입력에도 병합을 생략하지 않는 일반 합병 정렬의 시간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AE951-CA9C-4BB8-B8D0-6D2648B7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8BEBF81-C72F-4A77-A88F-6AFC8AE9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D6ED53-9FAA-4FAE-8930-811994E0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083B8D-B5C3-4792-A9FF-241ECF1C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AACE26D-1BCF-4A6B-8C72-9E9AB475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재귀 단계에서 각 원소를 병합하므로 최선 입력에서도 같은 점근적 비용이다.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EED87ED-EA4C-4B85-8A86-F965F999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BF4D0E-AE6C-423B-8D2C-D710129B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34D87E-AB14-4792-A3D1-9303C841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30255-2B9D-4304-BACF-CC649EC0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6FF53-FD34-4901-B8CF-4869B607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FDBCF58-4998-411F-9523-CD0A283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2632A4-0C49-427E-AA92-2D967E3F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B49404-AB3C-4D1C-A4AD-2CB61C35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 n개(n≥2)의 원소를 가진 두 정렬 배열을 한 번 병합한다. 최악의 원소 비교 횟수의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252304E-942C-4593-840F-98E7DD67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A5AB80-6611-49EE-B21C-A132146D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71EF5-D73C-470E-93A6-CE581F09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AF55D84-043F-41CE-895A-AFDAF082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50ECFF7-FBF9-4A4E-92CF-9ED1DBE6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n)가 반드시 필요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DF359-C5AB-48D1-A110-A09A1C16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6E60D66-D585-4BEA-9942-1989CD39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29E3670-9D66-43F0-B9EC-2B7612A7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8198B-17E1-4B79-AB7B-97491C8F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0E7F09B-3EFF-4CE9-A9EA-387A7918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0C6DA80-FE89-4A42-918E-D1F82109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n)만 필요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47E33A-871D-4936-B274-7157F00F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2F9FDF-066F-4A60-AA5E-C577C55B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76E2E89-F9EC-4378-B406-772CFEBF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9365FAD-8892-4C6B-A250-142A29AD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81EDF2-4F56-4493-8AFA-8573F63D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979235-AB31-468F-A4A6-69D94BFB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A698F-AF73-45C9-8914-14C03F23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D5292-0278-43F7-8CAC-FA4FCA76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B4D45E1-AEA9-46C2-9CAC-DDDC84CC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E1B4B6-9851-4215-8CD1-69D5D2F9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9E82CF-E103-48A0-8875-49B2D4F2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총 n개(n≥2)의 원소를 가진 두 정렬 배열을 한 번 병합한다. 최악의 원소 비교 횟수의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F84EF-2E79-4E14-A0F0-25339545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E53673-8542-41DE-ADD5-75691D88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D740869-BCB0-492C-85E4-2258B031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1CA5A-FA49-4E51-BEAA-84DD376D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565EFF-7373-4877-A5AA-AE1F0C3B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번의 비교마다 원소 하나가 확정된다. 최악 n−1번 비교하므로 Θ(n)이다.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3298AB-E383-4FF7-B8D4-B6F4259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187267-8FAF-419E-A25A-BE2CFE63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D98CD7-E188-458C-B52A-EB461753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80AD3-95D8-43C0-A250-F0584630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60832-256C-44B2-9A2B-A30E717E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95A4F6E-0BE6-4D1F-9C7B-FC0A9601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5CDDEA6-52C7-4877-B769-E9BCF066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5D47C0-495C-446E-978A-B3C6D0E7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 또는 1인 배열이 합병 정렬의 기저 사례인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6E5A2E4-736E-492E-B26F-4563A54C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B1A6E40-2E7A-4A78-9882-2A711F9D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배열에서는 비교할 값이 없어 반드시 오류가 나야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216A11-CF6C-4E1E-8CA2-15BBE789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8099D7E-4B10-4DFC-A18E-67148FBD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6B0B524-0B9A-403B-8B3C-482DB2BF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원소가 같을 때만 기저 사례로 처리할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855711-86A2-4B9B-81C8-EDB690A0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7F5831D-FBF9-45E5-86EC-245AD1CB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F824937-36DC-495F-8925-B77CE636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1에서도 병합용 두 비어 있지 않은 배열이 필요하다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90047A-C85F-45A6-BF82-457A21DE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66792BD-BEAC-4417-A1B3-02B2A82D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21893B4-9282-4A71-8AC4-C2E2A47C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길이가 1이면 추가로 자기 자신을 정렬해야 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247133-EEA3-45E0-9030-03D6FF9E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F9F05EB-8881-4728-9351-EFED08A3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B6874BF-1746-4B34-8E51-1F694BF6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정렬되어 있고 더 나눌 필요가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BBB0803-72A7-43EA-955F-3181F337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56D22A-0F2F-44F6-8427-AF6FA41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36C1C3F-94C7-4F1F-B39D-603EB4F9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FD9A4-9F00-4414-9E6E-75F736CF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20A6D-C54A-408B-B13C-D97ACC96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64DC8B-F988-4E32-878B-15E70C85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0E3D908-132E-4F6A-BF5F-C17CA172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AAB0F3-D8D4-41A3-B362-31DE3763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0 또는 1인 배열이 합병 정렬의 기저 사례인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15D20-30F2-4259-8FBE-364B7834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C21D72-6681-4D6B-BB2F-C95516D8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이미 정렬되어 있고 더 나눌 필요가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39115CE-9177-46C8-9000-E153ACD7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E96F88-8537-444C-8D19-D467B1D6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137FA38-E14F-4406-B55B-C3037DFB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배열도 정렬된 배열로 취급하면 경계 처리가 자연스럽다.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728410-7A3D-423F-A691-F7530230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70CA41C-6A6B-4DE9-8B4C-DE93B698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ECCB579-8E0E-4C0B-9782-A6F370BF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2937D-243A-4562-9C94-D629147B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A49B4-68B4-43DF-B288-74B58CD9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5C07CA-486D-4D09-A5A7-E778DC0C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22F512-C280-40CA-A889-B75930AD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219DD7-74E1-4F45-A2C5-041BB86B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최대 연속 부분배열을 찾는다. 모든 값이 음수라면 정답은?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EFB0BDF-F467-4D17-9EF7-D72D7488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A9EE71-1DA9-4578-AC8E-9DD95C17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C5F86-EFB1-4847-99F3-A59965A8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9834073-BD54-411F-B912-C3FA9627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4B2054-B03A-4743-B882-44A54798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큰 원소 하나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E714F-3151-4628-9EF7-047B1448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AAEC6B5-D275-4DAF-9045-3EB9314E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67A32F-29D2-4D73-9852-C8B7C804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 끝 원소의 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125AC-4154-452E-9F11-8382A5CF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7B11195D-9295-4CFF-B56D-67E502C5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06D324-CB4F-4790-8F8F-21F6C4FA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배열의 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6050D-7508-45DC-A90D-DD3BD72A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6AD6E38-0D3B-4840-AF37-999714E2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AEB577D-C906-43F4-9321-6268CA5E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원소 하나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6088660-E925-4D22-AE1B-FA7F0548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936733-835C-4451-887A-E04CC7D0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91AF467-EEB9-4697-85E4-9DE186AC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8169E-475D-4FEA-A5AE-04FFEB32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6CA10-F8BC-4178-A371-310696EE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FCB0C33-86D7-405A-BF6B-EA60DDCC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5D5A12-8426-4E52-B93A-9827D96F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55F6070-80BA-41C7-A768-307B1807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비어 있지 않은 최대 연속 부분배열을 찾는다. 모든 값이 음수라면 정답은?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829F5-8BC2-44B0-80DE-66C118F6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FC4EDF4-A364-46F4-A77F-25476BA2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가장 큰 원소 하나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FE1A0FE-B5B2-4F63-9B4A-CCAE47E8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20331-CC9A-472A-8600-20876EBC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AAF855F-34E6-4540-A075-3D4DDFE4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구간을 허용하지 않으므로 0으로 초기화하면 잘못된 답이 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F9361C-3C95-4872-8BD8-0EB10FEB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AB6945-6735-4A64-9505-5A3C51D6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35A8149-5137-42B5-A74F-AC65D2C6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15C51-5641-43DD-BAD3-80E220E7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91BC9-7D2A-4B0E-A48C-2CED79A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B3E418-20F6-4F56-954A-DE7411E4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724DD5-C778-49C0-A59F-13F1A398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25A0EB0-5AEC-48F0-8DF4-9FD83373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 최대 연속합에서 고려해야 할 경우는?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5BAB63A-FFFC-470F-9969-F8CB07A1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D5018B7-A545-48F8-B7D6-4DB0E9F0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내부와 오른쪽 내부만 비교한다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30D7A4-687E-4243-B568-AD369379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8BAE9F6-419C-4847-81FF-C9B1D04B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DBB86BF-A33F-429C-9829-641E3FBF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양쪽 전체 합과 각 끝 원소만 비교한다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2F007-80D1-43DE-98DD-E754E003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C43F7A6-1C78-40AB-B994-00AA41F5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E895DEA-ECFF-4BB5-9909-173D107F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가로지르는 구간만 비교한다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DE93A8-05F5-4F8D-8D3E-703085ED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6BB2A23-3154-422C-8650-1FF056C7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48E7B78-7593-434E-81C6-0FDCC0F4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길이가 정확히 n/2인 연속 구간만 비교한다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986FD8-7BBB-45DC-9949-E336AFB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4E70266-2360-498C-8D83-AB9DE0CC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CDD3B8A-993D-4583-9186-A441E936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내부·오른쪽 내부·경계를 가로지르는 구간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CBC53F-EA09-4856-8384-B492F2BF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A7EAAB-BEE5-4083-8EE2-299FF990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1FB2BC9-BDCA-4E25-B289-E96686E8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39811-8B01-4A63-8BFC-E6840D56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1FDD70-9258-480F-A7C0-DEF349DB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3F1A35-3A33-4567-9242-DDE3CA5B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083D4A-00A1-4657-84AE-DADCE90C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F6FC2D-F924-4699-AE89-80F71A99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연속합에서 고려해야 할 경우는?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2F028-DA5C-4314-9AF5-25F32A00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E06CEC-D410-4C9A-93CB-9A239475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왼쪽 내부·오른쪽 내부·경계를 가로지르는 구간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9B4F127-AFB3-4B30-823F-8AF5D7F2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50E4F-BF6D-4F4C-8DF2-49C9DF77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8AA7262-81D0-4AF6-B8D8-907F5881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연속 구간은 이 세 경우 중 하나에 속한다.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E31225-E908-435E-A4A0-148C8F15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A51E96D-185E-4B48-85A2-9051A6ED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A4D966-A615-4CBE-8FE5-2FA0ADF0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D3061-0590-40C6-8439-07006898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B90839-1DE6-45CF-A5CA-3CAF8C81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C6FF91-3F6F-480C-80DD-9EB109B3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B93BD7A-668C-432B-AB8E-DF64BA8B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B34C8D-C4A2-4B74-8929-BAE28734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가로지르는 최대 연속합의 올바른 계산은?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25C733D-834B-42D6-B594-71FDA872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4009FD7-BCD4-4F39-BA6C-A71FECBD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정답과 오른쪽 정답 중 작은 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F170E-B468-47DA-BF8E-9829EA76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670AE16-0D8E-4F15-A1B6-EEDB5575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1C0A5F8-3948-4EA6-8D83-8E95117B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최대 접두 합+오른쪽 최대 접미 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BF9DB9-1EA5-479E-A03E-BE453B40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6C33965-C5F9-493A-ACDB-6F213151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EE49128-BF4A-4FE5-833F-D443B35B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전체 최댓값+오른쪽 전체 최댓값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23497E-713C-40E6-963C-65688368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44BB881-8FD0-4C60-A1B9-4C722A40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207A34E-9E2F-4F98-BF8C-E652B5A5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최대 접미 합+오른쪽 최대 접두 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05EB3B-149C-4544-95C1-0C2C1336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4411DFC-18F9-48B2-A575-60414071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C331BCB-0AC3-4702-8D7C-FBB4A81D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양쪽 전체 합의 최솟값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73628B-557D-46C4-AFB4-D829E825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81C8C9-B1DC-40AC-A0DC-B856F6B5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8B93FA2-13A7-4EF6-9271-1B9C07CB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C958C-6DBF-4243-BF06-C360B887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7503A6-5E10-43DF-B859-B417BB82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B8A0B5F-EA52-4DFC-8393-57A8E418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F807145-BA67-4A70-942F-51FDEBA9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AF3FDA-1B7D-4AFA-B116-C6266EC7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최대 연속합의 올바른 계산은?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1A9E2B-52B8-4E0E-A4E5-A12DF7A1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4949BD3-269F-4D63-8766-6CFD10EA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왼쪽 최대 접미 합+오른쪽 최대 접두 합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24E7B27-93B1-4147-B09E-87E2F17F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A8448-A8D7-42DD-A876-0B018DF7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5303C7A-5E88-481E-A94E-BF8B0D8E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반드시 포함해야 하므로 왼쪽 끝부분과 오른쪽 앞부분이 이어져야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6E56228-7616-4EB0-8A37-2EECE6E6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F67C32-2ED3-4B58-8BEA-5C7A8BD7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CDCEE-585D-46FD-8C7E-03FF7B5B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EEA03-22CE-4ED8-9658-B93A1849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2A176-382E-4EB2-B498-115DAD63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8D7247B-B36E-4527-8CB8-978C6D93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8B63A33-1DD3-4B44-B8F0-12CFB68F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90B673-523E-4DF1-A4E7-B9366D3A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교차합 계산에서 왼쪽과 오른쪽 스캔은 각각 어디서 시작하는가? 닫힌 구간을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mid에서 나눈다.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879FB8C-A902-42D5-B9B4-F420BED1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5A23CA6-2ABD-48C4-B22D-3645FCCF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lo와 hi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15A5B-E133-4267-AE30-7B1103B7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2A81EFB-8046-4CCB-9FC8-3D4E4DCC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B58783B-1E58-4853-A7CB-31110776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hi와 mid+1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A1FD7-E314-4F9E-BC0C-78A19A21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E25B2D3-86FB-41D0-83F7-F293AC83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2EFCF89-04AD-4052-962A-44AA8952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mid−1과 mid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6BE6FF-7DE7-44CC-A07E-6657923C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02C1500-A09A-4D81-9B90-E857A7F4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7228064-F975-4821-AB34-BFD1074E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mid와 mid+1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203119-BC5C-4BDB-BB6D-C31FDFA8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71F014-348C-4F92-B1DC-133B5E79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9800902-FA7F-4F02-B894-50D2100C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lo와 mid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3E5780-DCCA-4DC1-993A-1690B2DA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97CC0E-C6D0-4A8D-8878-243C4DA7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70C7D9-6201-428F-BD87-CE5812AF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99E321-F1CC-4FFA-94ED-EFB62A61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F1957-1135-4D44-BB43-1D888F0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E18525-F032-4FC9-A905-A469EBA9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A57BD2-2D9D-4261-9776-B37B137C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930C8BF-B333-4A1D-892F-A81DC2C5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교차합 계산에서 왼쪽과 오른쪽 스캔은 각각 어디서 시작하는가? 닫힌 구간을 mid에서 나눈다.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F1150-8ADF-4F39-9066-1DCAF3F5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3A9BC15-4B57-40DE-9AF7-BBBA163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mid와 mid+1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0711C31-6BA6-43B7-9800-2BD4DD4B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25455-802D-4CF6-B262-E490F591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5991303-8D18-41BD-B92D-A7F771BF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왼쪽 부분은 mid를 포함하고 오른쪽 부분은 mid+1에서 시작한다.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F671F6-C98F-4F03-ABF7-99346389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1EDF403-E5D1-4B68-B488-E04EAAB9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40B695-C1F5-4FBF-B442-B56DA8E2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D6420-CFEF-400E-8697-E20F4EA2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AAFB5-B44B-4E1D-BD99-AE079873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7BC804-E37B-4DEF-B4C2-A536C1AF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6C7AFDA-05F2-4685-A147-D9842A23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E465F68-DA7C-4CD6-8801-956D321F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교차합을 매번 선형 스캔하는 분할 정복 최대 연속합의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0D0991C-E34D-4FAC-8CD2-A0444C97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022B738-CC54-4623-B30F-8B8F5C6C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5453F-E664-420A-B95C-79EB53C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EFD29E2-78F1-4951-8DD7-19F3BDA5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6956E46-B631-47A2-BE33-44F25781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FA7EE5-57C3-452C-B514-CEFFE82D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8B895D6-4E70-4506-8FC6-53B680A8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D81FD30-F732-4718-A2E2-63597653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30CCC3-7342-4032-9B3F-3A0871F6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F352C93-35BA-43FE-80B8-2C01AE0F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DECC37D-90E0-4356-A24C-7CE459EE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0B6DDA-58D8-4BD8-956B-F69599AE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792F97F-5021-4774-9FB6-28A26FF1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F624368-B8B5-43BC-B18F-924A5F16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49795D-C2B4-4704-8A78-65939B51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37E3BD-B478-4909-A4B1-710ABB3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404300-C2F9-4A31-8C76-01A809CA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810D4-8D0D-45EE-8871-90A3A7C6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A70C33-BD85-4381-80E0-AAFCBAFE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5315D1-5BD8-495F-B862-4A003ACE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1A0B44-02D3-4494-8F77-72658AAA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80B2F6-D93C-43CA-A8F7-A7223DF6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교차합을 매번 선형 스캔하는 분할 정복 최대 연속합의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91764-258B-480C-AFCF-93BB21B4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F3FAB89-B9D6-462A-B3D9-8DE2212C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Θ(n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6107C6E-E9D6-4615-9BC8-7F34DFDC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C4438-D504-46E3-ABF8-975D9F87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0808DC2-2ABE-4E09-982E-8E58490B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절반의 답과 선형 결합으로 T(n)=2T(n/2)+Θ(n)이다.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F99890-9AAA-403F-A6D9-73E74A21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1E5DC3D-E7A6-4C99-9D7A-39297016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0AFBC0-9421-4D64-BA30-EA9D5B3C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6FB2D-2CD5-475B-BA53-5E727BA1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3E7B0-CB60-4B14-A240-AD0A9D9F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705B08-5DCA-4A37-BB45-C038CB21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E93CA7-4BA7-47B6-8ACF-6F4A251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6CB6AB-D061-4671-98C1-2F629529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연속합과 임의 부분집합의 최대 합이 다른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1359774-2D34-4D83-A16D-98FF67D1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E60FC53-38FF-4ACA-907C-F563DDB6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원소의 개수를 항상 n/2로 제한한다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4FF8C-A988-4FEA-BEF4-3E8383B4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5B57D4-6F97-4E63-844D-4F0A6F82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1DE21F6-5DAA-4201-B5B5-560DC8EE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원소와 마지막 원소를 반드시 함께 선택한다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14C4E-EEFE-4E18-98A3-80E92102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8EC12C4-3AA4-4575-8DD6-081B4014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195D8CB-8BCD-483C-9574-362EA3B8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전에 원소를 오름차순으로 재배열한다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437FFF-5236-4792-898F-041E7E4C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78CEE9D-0602-4216-AE5A-80020155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7B2F92F-07D9-44CE-B418-DEBC4F20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양수 원소만 입력받는다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1D2CA7-7B77-4982-98F7-5CC01FCF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EEE73E6-C0E8-49D1-940D-5EA06B1F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1D5A6BE-62F8-45A3-9CD4-6D444AD7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인덱스가 연속이어야 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D45D0B-F475-4DFE-982D-5464F8C2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892A81-1FCA-42B5-A213-9D77BCFA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97C3C4-2894-43E8-9E60-BE108FB2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8CF80-4097-48E9-92B9-935EBFB8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C2B43-6F1A-45AF-B372-A8C8FA60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0BE02B-68E4-4234-B2BF-06CF10C4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9B77095-405D-4208-A473-DE34115E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2A340F0-E983-49EE-9590-B4FF9FAD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연속합과 임의 부분집합의 최대 합이 다른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12A78-F435-44AC-A669-CECF6AEF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A3F721E-4C0D-48E2-932F-758F2893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선택한 인덱스가 연속이어야 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1742A0D-2DFB-41E4-ADCC-EB218AE1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D7ED-628D-4049-B784-9A273FC1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178B549-3DF6-4339-9A0D-35491517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중간 음수도 구간의 일부로 포함해야 한다. 양수만 골라 더하는 문제와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AD67CD-ECD2-4679-8F5C-DC08A3E8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732092-D6A0-4F66-BC34-F58A54E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D3FEE5-7501-4DBB-849B-E50A528C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ECE1D-2EEF-402D-8577-956A0152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E23AB-07F8-4B1B-B418-1583DE46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369803-F3FF-4514-8157-6F1B5885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4839478-0331-4377-ACC5-052B5B7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D08B62C-E2A9-40CA-BC4C-5838BE76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n개의 평면 점을 완전 탐색으로 비교할 때 점 쌍의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7A60A9B-D834-421F-A9FC-C2FE6A8C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BA4269A-A6F9-4764-8535-6B98D8AD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2C7EA-405B-4D61-9A8F-22C5DB61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E9B089F-E53C-44B3-925A-09D7F167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F074470-A900-4701-8F84-F3E35B04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11B70B-58B5-4D6A-AA14-0AA9951F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B02FB49-C12F-4934-BCB0-A854812A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DC892AE-84CD-45E5-8611-584C6901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n!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5B75CC-E7D6-4C09-8A70-FE72D8E3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79005B8-FB52-4683-BCB9-8CD8EC51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5BD8F74-32C4-43F5-9419-D45963B0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2^n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28D46-66C2-403E-9935-A266D306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A6374B5-B368-4E01-A045-FE668C16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2FAB7B1-1CBC-418D-AEEE-CCDE124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8FF305-47C6-4B7D-8CF1-3F9886D3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E334D5-0360-4E03-8F55-5E8877D3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7F61A2-F7AA-40F1-93BF-59C6FE97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B2D7F-BD51-4559-B864-9F312B64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4E2A6-7772-4BF6-9D3E-21D1CA65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7B26AB-ED21-4AA3-AA0D-795DB243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A27A33F-95E5-4631-844B-D1A42718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46C5086-92B1-4C5B-8056-AD876B04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n개의 평면 점을 완전 탐색으로 비교할 때 점 쌍의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F0D70-38EC-4151-9BAC-00DE1A91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4CD310-B5CB-4F99-A713-A4C97694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n(n−1)/2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A3AAA7E-80E5-462F-85DB-B7A13357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65CAE-6344-4E4C-A53A-5AB0B6D0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363EF96-0F8E-43B4-AFAA-B59D3D7F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순서 없는 두 점 조합을 한 번씩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52A82C-9120-4E19-BDD8-C2F657AA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8DDC95-CF34-401D-A2FF-629DA652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314760-9E7A-456F-AEFE-A611E082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713CAD-3DAA-4890-8271-EEF04DAE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8404D-7A6F-41D0-98A6-95175431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2112E6-AF37-4BE4-A6EE-A6829B6C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3B7FF6-37AE-4D99-9C6F-E784EDB8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802727-8ED8-4BFD-BE1C-C8221A6B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d=min(dL,dR)이다. 교차 후보를 분할선 주변 폭 2d 띠로 제한하는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92BD896-147F-4F71-BFE5-CA99656E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CBFA5CA-8DF6-4510-B6FC-83292857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쪽의 답을 무시해도 되기 때문이다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89A5D-02F3-4882-91B4-2BED5522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D2069A5-3A49-434E-B2E7-A837D872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055E590-BF29-43E9-A847-458B4950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밖 점을 포함한 교차 쌍은 거리가 d보다 작을 수 없다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C357E6-D862-4A68-8640-B8538BDD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D7590B2-4F6D-4D5E-9C2F-B45FD529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E2A8D18-6EAA-437F-8708-E077F698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안의 점 수가 항상 7개이기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6F531-038D-4BC9-A3A9-48A4FA91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1ADDA4D-3F3F-43F8-B718-88DFBDF1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7FBE935-F5E6-444F-A30E-42D82F31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점의 y가 같기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0CB752-D0C1-4BDB-A975-A9ACDA5F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17C65B-3436-43E3-8F78-B0214FBC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E9FB884-6A5F-4972-AC0F-511C70B2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좌표가 정수이기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798FF0-8635-4BFB-A643-C951C56B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36AB15-BF85-4885-B83C-95A4E975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E07DC5-68AF-4303-9A3C-F93A557F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CDD41-9A26-4FAD-8209-4600C75E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A77A1-5608-4BE2-90F4-E66C50B9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C09F33-8FD2-400A-ABCC-99EA96F6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310E1F-DE39-4F22-B7B6-FDD7FA9F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6F5090-9AD3-4292-BF11-217190AB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d=min(dL,dR)이다. 교차 후보를 분할선 주변 폭 2d 띠로 제한하는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7F216A-19F5-436E-BC37-D25016E6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C71E4B-56C4-46D7-BD09-0D4633B5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띠 밖 점을 포함한 교차 쌍은 거리가 d보다 작을 수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5A378B-2598-4082-A3FF-8A9F9304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BE9E43-2832-4D9B-A8A0-9CD661EC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5CDAD53-FB9C-4DD0-BC92-9E43C7D1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 쌍의 수평 거리만으로도 d 이상이 되면 개선할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0843A25-F385-4538-B53E-650CBB31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B7C7A3-5049-4D01-9C65-95A7D4CF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2607A6-6209-42E9-B4E2-EB076F44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876FD5-5FC3-4A52-908D-FCE5D742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29F2C-956B-4397-973E-8188ECE0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20ECAE-22CB-4EA1-8C6E-40AA81C5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1CF9E91-6B4A-4BF9-A3F1-40A999E4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FB906A-B616-4AF3-BD6B-9CCE129B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쌍의 띠를 y 순서로 보는 핵심 목적은?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2B86495-AD94-47A2-8087-6A8AB3EC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406539E-824F-4CA7-84AB-FAE44EED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세로 거리가 d 이상인 후보를 제외한다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49530-7562-41F5-8E93-90E3B21C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05A7AF1-8758-4866-95D7-F6EED63A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E90701-FEC2-49AA-A93E-2C93D0A6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쪽의 최근접 거리 계산을 생략한다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1D6E44-C6ED-4D94-B058-4C8689CD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168661D-69D8-4B09-A0D3-DE83C105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DAFC589-2AE4-49D6-8342-77B7AE9F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수평 거리가 d 미만인 모든 쌍의 거리를 0으로 본다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132E2-A1D2-452A-A7D8-A76759D0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C22E2BC-FBBF-4E42-A59B-87664A30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8327A68-4904-4A3D-99E2-87FA96DE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y 차이가 작으면 실제 거리도 반드시 d 미만이라고 확정한다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EE0C2C-D5FD-40BB-8FF8-685339DD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15145ED-9CDB-4089-95D2-992914B0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2DBAC44-D3A4-4C21-B760-CF5969C5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안의 전체 점 수를 항상 7개 이하로 만든다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7025FA-B5E6-4F29-9E85-2ACCEFE6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6202692-C375-41FE-A2D9-264CB128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C7A065-8038-4DEF-A6C1-D386D98E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3D0FBC-4F94-4D60-849C-EDB897C8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4EDBA-4B0D-4A13-8572-27AFCDA9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CF09A5-495F-4514-A933-0D7804C5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D45B61F-915A-4E99-B406-06978595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14F45B-B5B3-4EDD-A750-1357DF93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띠를 y 순서로 보는 핵심 목적은?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4EDFA-28D0-495E-9C72-C1A37E43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49C5F97-0DA6-4A55-8AA1-440CB841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세로 거리가 d 이상인 후보를 제외한다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1FEC4FF-E6B7-42BC-B546-08ED7222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10063-6285-4294-A118-056B25DB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87DE5D-55D6-48DA-B61C-03C3DACE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y 차이가 이미 d 이상이면 유클리드 거리도 d 이상이다.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5686C2-878D-4D89-88F0-8F4E495B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20C1719-F5C2-4C06-AC83-F23A8AEC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AEA5BA-E8DC-41D4-907E-A7A7B75A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F40CD-0D77-4D28-8ACA-0F676E7E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863C3-22D7-485A-863F-39A99D00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4EDA066-4F11-4AC8-8612-EADE2DDE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AD66FF-4802-46AF-9B20-1FA42310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118A156-0AAC-4F27-9012-2F4B2C76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쌍의 각 재귀 호출에서 띠를 다시 Θ(n log n)에 정렬한다. 전체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C50E171-2647-4481-8FDF-4CC5FFCE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022AF89-AF28-42D4-8409-9BA904B0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log²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50078-AC6A-405C-8F52-8AD557DC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49A9932-3847-42FB-925E-0E9BF039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F6CCE37-A117-4269-8755-F3F549FB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C7197-4DBB-49C3-A804-8683C525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4D02EE6-6BA1-4490-92B1-313EC8CB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4814CEF-DFBD-4881-A509-0EEB888A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log²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04EED-C9D7-46DF-94ED-D23852C3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55A70AE-09F0-4AB8-9D6B-0711795C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A5DF93D-A538-4C33-907B-FA6AC4C1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07FD0A-BBF7-4DC0-90D8-CB16FFFE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2340633-846D-4EC7-95C3-9B76D6EB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5F79507-1D11-4F6A-A0DB-079E6420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7FE08E-26ED-44D5-B886-0AE4CD70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295C45A-2198-43CB-8D7B-7D368174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1BBDC2-7870-4336-8DBC-37E1DC12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F74C4F-F7B8-4D8C-AF8D-009D2D9C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715CD-10B1-445E-A14E-98933D49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2580D7-C42D-4F6F-915D-EF34C633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33094DA-B0E0-4A5F-AEEA-32DA76E0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D6C7845-4ED8-4821-A06C-C5337218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각 재귀 호출에서 띠를 다시 Θ(n log n)에 정렬한다. 전체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833E4-6AE3-498C-BB6A-0F21E53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6EE05B-B687-4927-864D-1AB616A2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 log²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D8036C4-B13C-4098-B7EA-A787A258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2A8E14-B4C3-42D9-9D78-AA8BA1AE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ABF5F9D-EC72-4B5F-8A1B-7B104DC8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T(n)=2T(n/2)+Θ(n log n)을 층별로 합하면 로그 인수가 하나 더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DC20D6-7DC4-425A-BB61-9BE8C288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30185A-4CA6-4D8B-BE3A-BCAEC607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5CC1E1-CAF2-4328-B6CA-035B4138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E2327-C8FD-4694-BE01-1F8E928D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106982-9CC9-4778-99FE-E72BC640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A00208-FD87-4A62-9F8E-52E87473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66E378-1C39-464A-B1FE-07C53734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2D8C66-9F02-4E64-9731-BE85E9DA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쌍을 O(n log n)에 구현할 때 필요한 결합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D5742A3-9A35-427A-BD48-8D2562C4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D4BEFB4-494B-4367-96BD-3B86AFB7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y 정렬 순서를 재사용하여 결합을 선형으로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B38E9-26C9-428A-82F9-EB390ABB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5C8D526-3128-40F3-9E81-EA20F3CD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EB6326B-C8F8-475D-868F-CF6A74D0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 정렬만 유지하면 띠 검사 순서는 무관하다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BBE6F-5028-4602-AE41-53834D13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2AD4820-5B2B-4A39-BB3E-D30BF44A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F45300E-E23E-463E-8876-E59FEA4D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안의 모든 점 쌍을 제한 없이 비교한다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E8EAF9-7992-435F-A9C0-16CE0836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CA33537-144B-45D6-9E67-10A7DFA5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FADCEC5-243A-4FFC-AD3C-9DF7488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재귀 호출에서 띠 전체를 새로 비교 정렬한다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CA6CD8-58DD-4319-B522-AEABD3EF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F1AFCB3-7C9E-4832-A6AE-5B4D1D72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0B855C5-4537-46EC-AC25-72318A2E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처음에 한 번 y 정렬하면 재귀 분할 후 순서 유지가 필요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707C9FC-3EBE-4393-9F48-6310028F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1CEA680-4807-4F58-B1DC-A44D8486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E7D4F23-7511-4A72-95B6-15B1990A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FB13FB-A916-42E1-9964-2C1D497B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E28F4-24D0-4797-A15A-34A2E6BD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B2989C-34C7-468D-A70C-B5E8A5D9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60DB6A-8E35-41B8-984C-32205301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572165-482F-4412-A571-8ACF7BBC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쌍을 O(n log n)에 구현할 때 필요한 결합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7FA85-CA4D-4DCD-A324-4F623FD3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F5C3327-26F8-41C0-ADD6-F25B4356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y 정렬 순서를 재사용하여 결합을 선형으로 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23AD824-5344-4D0D-AD0B-18A3480D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D09E7-5AC7-417A-93CC-C7E2E720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86549D-0E56-4ADA-BA70-060E840F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초기 정렬 뒤 정렬 순서를 재귀 분할과 병합으로 유지하면 각 층 비용이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513947-9443-4E51-BE02-F7F9516F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C52D8F2-7DD6-4416-B2E1-F1AF739D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E37157-EB39-4CE0-A932-67110DD1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AD146-E687-4A3B-A97D-7FEFCC92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59832-95A5-4675-8274-B6DCA3F2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C1DBFF-9B62-48E8-80C9-E349DB2B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DC57AD-AFE5-433B-B55C-163BB2B1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78B16C-C170-4CB5-B760-BF45B7C4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서로 다른 인덱스의 두 점 좌표가 같으면 최소 거리는?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1B324E8-0474-4A18-B0AB-A3EA2997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715E6F0-53D8-412A-AEF7-82E6894D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무한대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587D1-7EB2-4CDB-BBAF-0ED74107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E22C4EC-4E45-426D-BB10-C814A0F8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50F8D0D-07BC-45C1-AD32-63E748BA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A61F34-75B1-4CAF-B1B1-88C2273A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7A97E21-9BCB-45BA-8867-D0DEF126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BCED52F-8DA6-48F7-973F-D2C025BF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BAEDC5-4B2F-4A2E-A4AE-0AF4A558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91685E5-2D69-455F-BCE4-7997D3A1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90D9D8B-BC4B-4A78-AE52-7607840F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좌표 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E26294-D1C1-4D7C-8049-51C566DB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CE15BE1-4A31-404B-A6EF-3DE95327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6CA81AF-0182-4217-925A-DA781207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0BAE6E-1666-4CA9-86AB-3F15DD47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610F18-82B8-4C89-A801-129D6023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A70D63-83EE-4CC9-A96B-1A951A65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5715B-51F3-4608-AA36-3D3A2FBD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C967B-97A3-4998-9C36-74562E70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FEB4A94-3DAB-4247-8D35-39FBB445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94CFA2-95BA-4E07-A416-03933DB6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2A26797-8412-4BF6-A9BC-E8125B85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서로 다른 인덱스의 두 점 좌표가 같으면 최소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F5142-2AD5-4704-9C88-F4E6A89F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4561DA7-E1F8-413A-BC6E-598255B7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2D5B384-EDC3-4D1D-8FF0-C08EB201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8F32E0-2926-4DA8-BBFB-6B4E0DA8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9BB668C-A08B-4A03-A34A-891D575C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좌표의 두 점도 서로 다른 점 항목이면 거리가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F8D666-5536-4390-925D-5774E30E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3D3E4FA-59AD-4F03-BA7A-20EE76F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525A99B-0B4E-43D8-A203-04B3D887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EE935-A21D-4B31-9EEA-0F410DC4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A3B21-46F5-4246-9BD0-AD7A812F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4AAB807-4397-416F-A12C-8164D08D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9C26C4B-4354-4B8C-95EF-0DDF8726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102740-16C7-4262-B985-886620A4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제곱거리로 최근접 쌍을 비교해도 되는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4CEEE3-A685-475D-B174-AA27D4F1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4B90BDE-74F5-4094-BD8E-A8958A70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제곱거리를 쓰면 좌표 차이의 오버플로도 사라진다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9C853-0D19-4BB7-92BE-577D5084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823D307-4D33-4417-B34E-747CD1A2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FEED28-21E0-43E4-8966-A16B1105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제곱거리를 쓰면 최근접 쌍 후보를 비교할 필요가 없다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B9BE8-C9C8-4D5A-8347-D4514308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03A152B-12E3-4E6E-B0A1-96B9D9A9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425A0C8-7D17-4E00-979A-6A6EB8C1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비음수에서 제곱근이 엄격히 증가한다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F546DA-77B1-4DE6-8309-2A824B62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E46573A-BA77-40AC-973D-E1DD846B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08E3860-2B52-4EDC-ACBF-3801F739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 연산은 모든 음수와 양수에서 순서를 보존한다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A6E3EE-92C8-4995-9B6D-BC11782B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3E22EDC-9572-43BA-8EAF-555FC419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F6103A0-2C9B-41CC-921C-D6EADABE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좌표이면 서로 다른 모든 점 쌍의 거리가 다르다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7E94F8-7284-45B3-BF46-7CA5882F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22B5390-0444-443A-A74A-B6ADB8B0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E4E70C-67A8-4E71-B492-A5DB9585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C9347-2E8D-413E-BC24-A649C32C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EF774-6257-4C7B-BEBE-AA6B1F94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4E5D59-19CC-4AB4-9E35-4D2B5D89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D781AB6-BA43-4D72-B993-58DCEAA2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13684C9-7A2D-4DE0-90F8-24A0C57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제곱거리로 최근접 쌍을 비교해도 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9431C-BF85-4B51-8D2E-A2DB5171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5683C25-88C8-4B2A-9C96-0E9010A5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비음수에서 제곱근이 엄격히 증가한다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02C4EA4-12DF-43D0-BE86-0FBB3D8E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90FED2-8466-4D2E-8FD3-613A1130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0588F9-3330-4C56-A3A2-FE7C6EF2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거리 순위는 제곱거리 순위와 같으므로 비교마다 제곱근을 구하지 않아도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4FCBBB-9548-44A6-AF31-746274AF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A6F4C0F-E6F9-459F-B0CB-D2BC953B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26E4FF-7300-433C-9B6A-E7DB2C98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4EFD3-5E18-4BAA-9E92-925D8F71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1E7B9-DCE9-4504-90ED-CDA02007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EB0C35-E6AB-4A8C-8210-A04BA321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576D38-1E44-4CFD-BBB3-893D735E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4B3AC2E-1C20-4E13-8885-4BA66DC8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흑백 쿼드트리에서 현재 영역이 한 색이면 올바른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E515C77-AB83-4B40-BD58-1F086F5E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4563072-0725-4067-836B-362DD68B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색 하나를 기록하고 종료한다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79B14-EF6E-4A62-9D20-AC80313D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B915A98-8438-437F-A4B2-1909C14E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0D6AD16-3609-4C4C-80A2-17078B86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 대신 영역의 넓이만 기록한다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72C79-F803-47F5-8929-4328DE2C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5BB76E3-0B61-4BA0-AA74-DFB23A19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0710D89-6A21-4931-92F5-B915F09F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 대신 검은 칸의 개수만 기록한다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D4CF8-A3BE-4A19-B3FA-CD2BA98A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9CD0611-6532-4B39-86E0-3A733AAB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FA574B9-589A-4CBA-AFC1-A359DB48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반드시 1×1이 될 때까지 나눈다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EC14BF-B049-4BFE-90C9-5B4EA855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27A0AA8-CD68-4331-8C6A-A8744F27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B9380FD-F2D9-46BC-8F6D-219F7F93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색이어도 네 자식의 기록을 모두 저장한다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11ED2E9-9A90-4188-90E2-A705A863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F4C135-CEF6-4942-8528-FB0266BC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2BA7E6F-2E5E-41D3-8571-E79BB361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077BF-2D18-416E-8C1D-F9AA47AE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70F3D-E915-4FB1-A41A-529B940B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160F81-2B48-44FB-B59B-AC4A1B31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34B7AD-1FD5-4A9C-9CBC-8B304DF0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7BBFB19-2C1E-4DFC-BF7A-B0F9FAB7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흑백 쿼드트리에서 현재 영역이 한 색이면 올바른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32E5F5-055E-426B-803E-4765D639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2694375-C06F-4C25-881B-46C7E06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그 색 하나를 기록하고 종료한다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5E46758-D36B-4699-B641-3FE36A5E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80F794-CCB9-46B5-8FB4-E221F712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C46FF6B-CFAA-4B41-84E1-34CC1130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균일 영역을 리프 하나로 표현하는 것이 압축의 핵심이다.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69395A-18AC-43FC-AD70-AA01B769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573629-7AFB-4077-9FA1-BFF65316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777013-CB52-4DA8-88D7-A5D45301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280F7-8903-4078-AC62-AEF9C46B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617CB-22EB-4281-8255-253B05E2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AF41CF-94DD-42C5-91FA-F4091801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2116B3-6A55-402F-B7AB-859E9819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1919BA-B155-440A-A4EB-8F3A4D5F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쿼드트리에서 혼합된 정사각형을 나누는 자식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96A52F2-C573-4361-9809-179BF06C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1F7CEC9-1244-4669-AFAB-3A51C550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A60B1-1C7B-4797-91D5-174C0984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72F03BA-A61E-4C7E-899E-F3634A69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8678C8E-6637-423C-9558-8242D3D1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1C70FF-8A70-46C8-990B-26906EE7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532F8BD-0BCE-4798-9DE6-7BFF8533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6ABEFE6-99EB-4621-A4D4-FFE812A0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4F2902-71FF-41E3-8BD2-DD10D376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76013B7-FBCC-470E-AE2E-23B039F6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ABF759B-3C42-4B9B-8193-0F7D7EA0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F87A43-BF48-4579-B4EE-572A8B2D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C65787F-E731-4329-8970-AC750DAF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94FBA5F-91A4-451C-BE78-B3586CD6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7359F3-7FFB-4A16-B9E1-9D87D19E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EF82C1-E2A7-402E-8EED-367E512C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6B5C4F-6150-453E-9281-FF967AC1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98E83-FC34-43AB-9D53-180E6EF7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3FE5B9-A4E2-4E7A-B1F0-1AD5A796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83C6E1C-DD97-41E4-A273-23E653F6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B477B0-7E71-470D-B15D-C3DF8438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1C01F6B-EACA-4D27-A0BA-9299A2CF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쿼드트리에서 혼합된 정사각형을 나누는 자식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8284D-F95F-4A76-B351-20FB6BEF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B032C6-27B6-4C6E-AE23-45069458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2318F79-E137-4593-B86A-0E308E7C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A9520-F18A-48FF-9F93-BBE9EA8A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90B0851-B51D-4E57-98FD-8DFA4519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좌상·우상·좌하·우하의 네 사분면으로 나눈다.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AF6862-DA9E-4B28-B364-04653A9B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482B25-2D83-4CD8-8615-47003058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DF75C5A-2833-41D5-90E2-744F535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E5C6F-6FA6-4105-BDE2-46254D2C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F2EB89-D003-4150-84AD-2DCE8215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9DAB6C2-D1DA-4778-92F8-1512128C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87F0D6-B25D-4604-AE23-D381AB94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BE2ABD-C086-4D9C-B467-63E8E4DB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 부호화 순서를 좌상·우상·좌하·우하로 정했다. 복호화에 이 순서가 필요한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AC8812-5715-4EF6-B7F8-1EFB814F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EA1A21-D9CD-4EAF-9B68-9584D5A8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복호화 시 자식을 색 값으로 다시 정렬해야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FC41F-B837-4D5D-8ADD-97EA6010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12541B6-F2D3-4140-B260-F6C36CFB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CFF82D3-FA2A-4799-8A53-4AAF79C5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부호 길이만 같으면 방문 순서는 달라도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44B73-B0D9-437B-909A-661A9669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C87449E-252B-4378-A785-466FC050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ABFAA36-CCC9-49E9-9989-D3E34333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부분의 공간 위치를 복원해야 하기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7AEC3-1714-4FD2-86A9-62340A75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797DFB2-AEE6-41B8-B179-F590CA48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B856D09-A89D-4BC5-85D8-26A0CF72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색이 두 가지이면 사분면의 순서는 정보에 영향을 주지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E0B0D5-8696-4232-AC05-C1BBEC0F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19605D-E6CD-4398-9D6A-E90F349F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9EA0E9-9EC0-491F-8C48-A8CB1A2D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자식들의 색 빈도만 알면 위치는 자동으로 복원된다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ED6072-E414-4532-B581-4F9DFE8F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3A6CCA-2E83-45F8-9E10-7B824AB2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8A7F40-4266-4057-A9B0-2E5240B6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AED9C-D60C-4A35-B2AC-F82B6775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E5B6C-4072-4087-8A08-F8959562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A6A6F5-B139-49C8-B8D5-18CDAEB6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04F5F5-4F29-4B16-A16D-073F5FE5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65EFC7-BA2C-4D4E-B9F1-B77C0918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 순서를 좌상·우상·좌하·우하로 정했다. 복호화에 이 순서가 필요한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4AAF8C-ABDB-4D59-A6F4-E472B76E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30837F-D77C-4DF8-8DC2-57E6EFA7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각 부분의 공간 위치를 복원해야 하기 때문이다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ADFC421-3D76-4689-A36E-F328AF37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D2BA9-127A-498D-9404-907AFFA1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EF587D4-337E-4D44-96C8-00D2C578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색 목록만 같아도 자식 순서가 달라지면 복원 영상이 달라진다.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7D7E29-0731-4A06-94B3-18C6D69F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90A94B-74BC-456B-B1F2-7E2724FF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0D4F678-9B17-403A-A1DA-734CAB00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E2F62-09C6-468A-A53C-C3718B5D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A91BB0-A892-4B14-B86E-99E9181B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9847C7-8CF6-4019-B30F-773CDFBC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8F3804B-D3C8-4FD6-B725-BA1D6515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DF566A-1AFC-4C44-BC25-29E869A8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흑백 쿼드트리 압축 효과가 가장 큰 예는?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EAE0893-66C7-4AA0-AE71-D13975C7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DAF1CBB-D8A6-4CE6-B58D-C0528F30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끝까지 분할해야 하는 영상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40032-8A26-418F-8BC2-13C83D38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9E98362-0B0D-43E8-AA10-BD6F0784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62D0F83-DE8A-4959-B7D1-1B597CEF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1칸마다 색이 바뀌는 큰 체커보드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41929-BB8B-4001-A5F7-D5D5BB5F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EC2F59E-C658-4620-9F98-2E6D8590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DD7F43A-5C98-4506-AD08-C302D599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전체가 한 색인 영상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BA242-35A8-4A6D-85C6-B8B7BC3B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F8F018B-ECDC-45DD-9BAE-FFD41BBA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C8BB74B-00EB-400D-99AE-E9EE60D5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리프가 1×1이 되는 큰 영상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1E1DD6-59AD-4E1F-A2B5-5BC97F7E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DBDFCD5-B0BB-407F-AE24-62F87FC4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A3AF65A-6183-4C38-93BB-212D9D3D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2×2 블록이 혼합된 영상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0F5989-9ECA-45F6-B8EB-EE93AB0C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D382DD-C453-4F9E-A2B0-596C24F9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EA4D90-5747-4161-907E-401D170B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D8EBD-3745-479C-A1A0-9CF4A40E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4EB3F-E013-425C-998A-CDF43BF3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EA621E-124E-48F4-8283-B8074A17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1878A9-97E2-4954-9AC3-93AEAB77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00BD7D-4C2E-4FC0-A36C-95D92F44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흑백 쿼드트리 압축 효과가 가장 큰 예는?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FA28B-1124-434C-97A5-4B0EA427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9CDF8BC-46AD-4279-AF7D-054EEFA3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전체가 한 색인 영상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7C8A1D-CA19-4775-AB61-96EE99CA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B7EA1-BF03-43F6-BCA5-712ABA58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8992138-00DE-48B8-BA92-7DED951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전체 한 색이면 크기와 무관하게 색 기호 하나로 표현할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47112A-7B10-4853-B41D-7F77C685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C0AE6DC-07BA-402A-ABDD-A01BA09C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D10973E-C78F-4AB0-B7AF-843803C3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21D19-CBDE-4B1D-A784-998C1538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533A5-E00E-46A0-B42F-3CE0DEEF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257D2D-FE9F-4983-99D1-804EF654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09A5DE-AB7F-4318-90CD-6E9EBA33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FF82593-0866-488C-BD11-ABE2777F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쿼드트리를 이용한 충돌 후보 탐색에서 주의할 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E8448D-0D23-4779-8B2B-65BF7F95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0C39A0F-BD0F-422E-8025-A98D4D24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객체는 점 하나와 완전히 같다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36F784-DE2C-4BD5-A2EA-50F30893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C0CDEC5-C0C1-4510-A6E6-7A3BA6C1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C2A7F77-4861-42E2-A46B-F694563C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걸친 객체와 이웃 영역을 누락하지 않는다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CB9F84-8F2C-433C-9D65-DF93FC04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7747D3D-0292-4D98-B187-A7770C87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D6FA278-41C0-4C0E-8687-5C6A6BBC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후보만 같으면 정밀 검사는 필요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8961FE-40C8-4679-9F98-2D40B45B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13AFA38-0C1E-4F1E-ADE2-97E442B2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7575C34-AB0D-4F9D-BC5F-46B1332B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객체 크기는 고려하지 않아도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7F50F7-ECF6-4FE9-96F1-8FB2AC15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9A843E5-CFA4-488F-B887-C8ABE34C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A3A616E-98D6-4186-B967-2C2CB67B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다른 리프 객체는 절대로 충돌하지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455ACC8-3869-49B2-BA40-55F9523A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436E50-D493-4D66-96F5-6E6D13C8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4C895BD-E63D-4F2C-8E64-B51A5D46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45EAA-A32D-4018-A4FB-6B75D8C7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D8218F-A6D5-4AA7-BBF0-072EC65B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5C4252-5282-4BFA-B24B-0612B8E6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B16ED9-76C0-463A-B172-5A36347D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CE0BE7-7133-4270-845F-5BC910F8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쿼드트리를 이용한 충돌 후보 탐색에서 주의할 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F2BB87-E332-4D2F-B616-79185007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6029D74-85EB-4084-AE4B-29CA399D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경계를 걸친 객체와 이웃 영역을 누락하지 않는다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DF73674-5253-434A-A60B-B7E5DE51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5007BC-AAF8-487E-9370-5D9F946B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B2B7A7B-8432-4D8B-8524-22CB17DC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공간 분할은 후보를 줄이는 장치다. 실제 영역이 겹치는 객체는 경계 양쪽에도 있을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E6B324-3FA9-4C01-843F-8F283FAD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0A554A-CC2A-4FD5-90ED-C97C130F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3A4E1F-F5E4-4CFF-929F-C1047CBC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BEEFE-6F1C-40D9-92DF-5FDF5E53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5E4DF-0207-4F3F-A7BB-0539FCD2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FDDBD5-BD5F-4B7F-9193-9BCFCF2E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D05C7E-55F7-493D-A919-55B8A35E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EA0DC6-A73C-4E86-8C93-90F84DB6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마스터 정리 T(n)=aT(n/b)+f(n)에서 a의 의미는?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1935E54-D011-4FC8-8766-54B36BA3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77E0877-BFBD-4E8C-94ED-8FB57DA1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부분 문제의 개수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BFC2A7-2947-4A63-ACD7-A852C575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C4DF6A0-18E0-4DB0-895A-65F4D806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7C9466D-7B55-4BB3-AEF5-40911E1C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크기를 나누는 비율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52857A-A225-4CA6-B078-2D2269C2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268002D-F4DF-4004-B8B7-40324838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15FA58A-DDE6-465D-83D5-8B23595E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기저 사례에 남는 입력 크기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31F14-49A6-4625-AC02-97FFACC4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E74B56B-4585-4313-A3D6-9D01FA4A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9695331-13E8-4563-986F-F1982A9F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트리의 전체 깊이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3A6AFE-0FE3-4D8C-8814-21F55118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062898-6DBA-48FC-AE23-BA91FB2B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FE4B53C-01B2-47A9-89FD-1A95C3C6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외 결합 비용의 지수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CC78776-1AC1-4673-BF37-BBD6D6F1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F807148-A63D-40B4-A180-AF0A7D82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6B9813D-FBC9-42D5-9F29-9A795D64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A1505-2622-408B-BC35-76C5857D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616AA-95BA-44C0-B4A9-23DED9A0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714477-924A-480C-943B-7AB26B7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B7B8D04-F8E5-4E2F-8062-4E9028DA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C1418A4-B661-4381-BA4D-4587E4D0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마스터 정리 T(n)=aT(n/b)+f(n)에서 a의 의미는?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D9A21-47EB-47B9-B053-81B2A6B9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C83AAC4-F7A5-42E3-B2B9-BFEF1E39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재귀 부분 문제의 개수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F59C649-199B-4AF1-B3FE-4F92C932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F52340-2229-40AD-B9E7-7AD91D4F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30131CB-FCA8-41F8-B9F1-AA670192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b는 크기 축소 비율, f(n)은 재귀 호출 외 작업 비용이다.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53246B6-2FB1-49B8-AB7C-EC3F30EB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F221FF2-8E83-45D1-AB25-CE519B51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68010E-FFA6-428F-89EE-6E2B1EF4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4E128-4872-4B71-91FF-7825CF20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342E8-2CBA-496D-B4FA-EE046E02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64037C-E578-4B4B-A801-6A96337E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DD04B87-19A1-47E6-90FD-FBB69909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9AC76D-843F-46F1-A496-82884452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T(n)=4T(n/2)+Θ(n), T(1)=Θ(1)의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7D40C61-0F1F-4A21-8F22-EBE9B839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B941CB-1D89-4E7E-8B6B-CE23B33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01B8C9-43F1-4E5B-B50B-99957E78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6ABC403-C586-4060-9EB6-73947713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BDFA09-9C58-4B32-A288-99F0DDFA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BD7D9-3A08-4CD7-B438-2479BF9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C38AE5-A373-4BE2-9166-2440E10C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8C845B0-B2AB-410E-9476-CB30B323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615418-C3C5-4A34-9681-36C7C8E9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725E1D5-B275-468D-A1F5-641C3762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125F645-697F-46F0-BD45-EF390391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965F8-1B69-4E5F-AAF4-83310DBD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B56C9E4-7321-403B-A157-C110ADA9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00523E0-21E2-4024-857A-E4CB3001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C40D99-10EF-44F3-BC83-B663151D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1BA145-8179-4795-BED1-7D24BA77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786AF0-A7AA-45FB-8EA0-DA60087A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6741AD-F028-47FA-9AD2-B15E9472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EB6D9-E2B4-40FA-810F-DCE6663C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A38FAD-3CC5-4C8D-B473-F1510CCC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D2708D5-CAC6-4040-98D9-F4B757E5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6D8CDC-89FD-4DDC-90B0-309AA0CD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T(n)=4T(n/2)+Θ(n), T(1)=Θ(1)의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83364-61A4-4C4C-BCF7-46B6AE14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1BB8E1B-C63C-4CC3-A273-03BFBB85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30C148-60AD-45C2-BE26-6A933D48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28CB4-DB5E-4A12-983D-9D0014CB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769540D-0622-496C-9114-4C22F6BE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log₂4=2이고 결합 비용은 그보다 다항식 차이로 작다.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1EC3C5-1C91-45E4-8E92-A98264F5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F376F1-9C4F-47F2-A58B-8F253E11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487DC8-8EB0-4E87-85A5-ECC13F65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79BB22-4114-4C3E-8EA8-38CF563B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3890CE-CC8F-417C-A4CF-1D5ABA2C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1F041F-425A-4256-B932-8D2137FA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4AE406-5D69-45AF-B947-A406BBE8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D630635-03C4-430C-9AC9-0DA241E3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T(n)=2T(n/2)+Θ(n²)의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DA46B35-24AD-41B3-9F62-46441947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D550EC9-CF9A-404D-969B-3B14135A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8A6A0C-4640-4E39-9290-6147CCAF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E53B856-8A01-4CAB-8A73-E45362EE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D67ED8B-CC95-42A3-A3F9-73A3B2FF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8D450-6F3C-4238-8C3F-9389937A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778E0C5-472F-47A3-BADB-C8023849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751B3BE-6F88-49BC-BE6A-91D396BE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4497BC-04D8-473A-8C85-442AA337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A4F8BBB-AE82-4C99-84ED-06248B37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7AF0E70-0C53-40B5-A33D-A5B6FC6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42455A-EA13-4756-ADCC-1137A3A6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92C74BF-CCC0-4FAF-BDFC-4928EAAB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B53873E-9E44-4B4D-9212-3E745F6F4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4DBB3B-3111-4C89-BBF3-35D0AFD4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710455-BD53-4D09-A234-AB6356CC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66690C-651A-404B-8476-6DC18E55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AF749-209D-490A-BF50-8E038B79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CACE6-9150-4311-ACF8-48DFACFD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4D8287-1529-4FA1-9A4E-986D8726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835A306-BE0C-40E3-A5FC-282925AB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1CD18D-5DD8-41A9-80F0-B81CBC54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T(n)=2T(n/2)+Θ(n²)의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55B8B-0333-4E92-9EFF-2355A7A8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BB17E7-C146-4179-938F-AAAD76E7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1D1E4E4-1D9E-4EB7-906B-E8BF1B1B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6CB6F-4198-4C60-9C2F-4261771F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873EE7F-6761-474E-A763-36F592F7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아래 층의 전체 비용이 절반으로 줄어 최상위 층이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39FA7F-5960-456F-940B-F598F18D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421A67-84D7-4229-8835-456D7A1F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468D44-71CE-4C52-8602-AA97967F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CDC2A6-038F-49F3-BEC1-943D5A27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7471E-D157-4543-BF87-81077243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FC94487-1A7B-4F37-9435-EDC72EF1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27F22C-E04E-4071-9DCC-1BF6554C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EC65FD4-D49B-4151-9154-1BBD8EB5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T(n)=3T(n/2)+Θ(n)의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D18B72B-DF5D-4BCA-ADC0-DBF72F1E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CA36D2D-ED02-4E56-99C5-A2E68999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Θ(n^(log₂3))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4DAA3-5C98-4AB8-BDC9-40F82DC6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64698A6-D0AF-46D6-960D-D50E12A9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2BD0E0A-BD37-41B8-8442-9C1123AD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F61E0D-544C-4153-9DA4-112CD840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38F822F-9BE6-4305-8B95-34CCDEB2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9DABF26-24A0-412D-BA82-F3A6202C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CBA5E6-7083-4064-9CDD-033B56AF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57E9961-27CA-4A0A-907A-B591700A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E8749CB-C4CD-419B-8E6D-DA6F7988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0364BA-EA3B-4CE9-8155-9B6E7CE4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6F457A2-C0B9-459D-A691-65220ABA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268663B-0C9A-44E4-977F-A1AE947C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8494BE-1FFE-4789-8D35-EDFF34FF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59D75E-6ABC-4FE0-A782-68655489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DB7E2D1-8525-4975-BCB1-8032D570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D7D1F-0AD8-43B0-81F4-EE646A0A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8817D-CB46-4690-B17A-6F8A7143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749EC3-A5AD-4B5A-BFF0-BB158BF3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42AC75-EF15-434B-942F-72541A3D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CDEF0B-6B34-4B32-B101-6C4C48CE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T(n)=3T(n/2)+Θ(n)의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062CB-FE1B-4493-9F82-F52B71EC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9D018C3-BE70-4A1E-91B5-16E54F42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Θ(n^(log₂3))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932CBE6-9B31-4474-8536-994DA08D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23BEEB-5AD8-46ED-AD59-55270FA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6FB75B5-5FA5-4569-AA54-31D77F38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log₂3≈1.585가 결합 비용의 지수 1보다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97DC77A-573B-42CF-AD9C-8807D4C9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9C575D-A925-4E72-BE6B-B577A59E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28B65C-F9D6-4A55-93BD-7488F17C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A4B3F-DD26-4719-AAFC-EA7D268B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83414-A608-4DEC-8767-38AD1FC6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FA9772-732E-408D-859E-38C2C1DC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26F3EB-0CF9-42D7-93A0-451615BE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1803CE8-8B8A-46B1-AECB-9DE3599D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T(n)=T(n−1)+n에 기본 마스터 정리를 바로 적용할 수 없는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E8944E0-FFB5-4AE8-91BE-3F6618E7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238C205-EF02-4FD5-849B-70FAA568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크기가 n/b 꼴의 고정 비율이 아니다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8B7936-430D-4D95-9841-0B8A5534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64351CD-711F-4CD8-AADD-3E4B7019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7CDC304-23F7-4B5E-8EB1-5C4B8A2A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개수가 반드시 2 이상이어야 하기 때문이다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3BE258-98B8-4BF2-96C6-8C5FB182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72F141E-960E-41ED-A1A7-AD13843D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A32D81E-5D10-4328-98FA-BB70B81F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b가 같은 값이어야 하기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2B3FC-882E-4824-B4F7-9EE31333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B3797B6-A69B-46C6-8931-8397A9A6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85D447B-DAD4-47C7-9D16-88A8D77F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T(1)이 상수이면 정리를 쓸 수 없기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4E0E6D-AA7F-446F-A179-329B7FBB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0DA2600-4B02-455B-9007-7265BA86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9A8B863-46DF-409B-9C41-4F4AB828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결합 비용이 선형이면 정리를 쓸 수 없기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0249BF-139E-4AA8-80AA-9EC19F97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222D3E-6B79-4C2C-A229-BA29BB9B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7863DB-A170-4002-8E11-D0274777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632C2-5E49-49AD-8758-BBBB402C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154E7-68A7-4CFF-B73D-C00B12DB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908E3D-7794-4E43-9C4D-A011677B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13D873-8A97-457E-82EB-33B819EC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8F46DC6-EFFB-439F-A45C-68229E16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T(n)=T(n−1)+n에 기본 마스터 정리를 바로 적용할 수 없는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4EA93-9A48-4E89-8FAB-81B5CF7E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936E5C2-1B70-41BE-A7B0-7F8650CD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부분 문제 크기가 n/b 꼴의 고정 비율이 아니다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BFF50CB-2DEF-4E72-BFFF-35FA0B26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B4532-F0E9-4618-8CC4-B3077432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A68CC7C-6241-4F79-8BD0-0FCA90AE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칸 감소 점화식은 대입이나 합으로 분석한다.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3085473-891A-43DA-9181-262E66F3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5433AE-73CE-4CDA-91DE-4C8BE38A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EA358D-1A12-42AB-9B26-C869A4E2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C72EC-1CB6-4DD2-BB3E-0999A342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F98F7-6495-4EBE-8E7E-847F1A15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A4606CF-C0EE-4AA6-B2C6-920F887B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D49139-3D4C-45A0-85A6-FE56D75A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0CF40C-B075-476A-9480-47A61F61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마스터 정리 T(n)=aT(n/b)+f(n)의 결합 비용 지배 경우에 필요한 정규성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39A0DF5-E738-4797-A97C-E1DC453F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96BC810-B11E-4C6D-B278-3044743B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a·f(n/b)≥f(n), 모든 충분히 큰 n에서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A0B91-F10F-41D9-9050-54010800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1534A46-B1F8-464E-99E1-8A5B7C00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808860C-D05B-420F-9549-68232465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충분히 큰 모든 n에서 a·f(n/b)≤c·f(n), 어떤 0&lt;c&lt;1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9B7AF-A35B-4799-997C-06D342F5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A8D9990-2421-4B85-8C1E-CDA6590A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63B78BC-1560-48BC-8B50-D02CC1B0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f(n)이 상수여야 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2659D8-F4D3-4819-BE46-99866A12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F72CC6E-17CC-477A-84AD-13AE1FDC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73ACCEF-E152-4D77-8F48-CF9E7B07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a가 b보다 반드시 커야 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BD6914-0678-487A-AC48-17F584F6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6DDB20D-3635-42F5-89F1-79B831D8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482660-032E-4B2C-A66E-578EFF43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f(n)=Θ(n^log_b(a))이어야 함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3579227-1AF8-47D8-B476-6E70340F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E3C0CF-54DE-470B-803A-AB246B8A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10AF37-AA96-4124-BD31-FEBF56CF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D526A-9D45-4579-A435-34D699C9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32CBF-1119-4107-8CFD-AAD2CFE7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F11798-B776-43AA-8557-070F23E4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00513FA-E8D2-44E4-BD9F-338DB4A6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8D1A10A-8E15-4238-8471-69FC2B4F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마스터 정리 T(n)=aT(n/b)+f(n)의 결합 비용 지배 경우에 필요한 정규성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2EE8F-9423-424C-A4AA-785911E6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67EAC4-0BFA-4859-85F0-42B28E45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충분히 큰 모든 n에서 a·f(n/b)≤c·f(n), 어떤 0&lt;c&lt;1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D49EE9-8465-48B2-8A59-846E6FC7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1CA64-7A59-4DA4-A1F4-5BC0ED5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69735D2-3C5A-4F47-B5B2-52BCEF55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정규성 조건은 결합 비용이 아래 층으로 갈 때 적절히 감소하도록 보장한다.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4E80B1-2ED3-4AA5-8F7E-28861670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517723A-2053-4A2D-AC0F-CACB7720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EDA2EC-7790-4BE2-AEB9-FB4E87CD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B229E-88BA-410B-BABB-B3EEF2BA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62CEF-56A2-4048-934B-C68C0C28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3B70ABA-BD45-41F3-916B-F35C0B4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D41972-8379-48E0-9028-9720A7CD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3936D4-E9EE-48AD-AD05-E045A02B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카라추바에서 x=x₁B+x₀,y=y₁B+y₀이다. 필요한 교차항은?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16E353D-20EC-4244-A088-43A3A7C9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26051E8-3F5C-4183-BF85-34EF2631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x₁y₁−x₀y₀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1385B-38EB-4016-BFC8-198CD287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4C8E55E-997F-4B51-92F8-B61BC954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F818925-615D-4721-9F5C-E47E94F9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(x₁−x₀)(y₁−y₀)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87F443-214B-49C2-8CB6-DECFAC75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46550B2-AD31-489A-B2C3-D7145D70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BC74BFD-A1FF-490E-B04E-1D5914CB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x₁y₁+x₀y₀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1DAED-75F5-43D6-8A6D-F2C4A055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12CADCB-AF0E-4548-B117-510FB44A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5A81C6E-1D9F-4A90-8885-311A9B0F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(x₁+x₀)(y₁+y₀)−x₁y₁−x₀y₀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D135A-7E73-4F7E-A589-E0B0E641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CD460AC-19B1-4658-B2EF-C773C486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C32A90A-6625-4B72-8DA7-AECA12A2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x₁+y₁+x₀+y₀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BB10F6-E756-4092-965A-C8119625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4C5B52D-A548-4A1F-8C0C-A477BA90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4CA033-A8FD-4F17-A024-238F6DB3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F054B-8D0D-41CB-A514-017F07F5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5B5150-D8F8-4F5D-BE4A-9ABCCB0C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C269730-66F6-4378-8C06-6FD4126A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4A2CA4-2057-47D5-964D-4AA85011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FD0176-2AAE-4EE5-A434-BB34F6DC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카라추바에서 x=x₁B+x₀,y=y₁B+y₀이다. 필요한 교차항은?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016F15-1F6A-4469-9B15-4EDD4E3B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C04C0EC-5908-4B79-BED1-2436EB67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(x₁+x₀)(y₁+y₀)−x₁y₁−x₀y₀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2D51CDD-F245-4925-9623-6D4A6E50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5F2DE-F81C-4AB1-B4DA-E4542BA5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2A4D222-1782-44F7-B718-DDC30001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합의 곱에서 양 끝 곱을 빼면 x₁y₀+x₀y₁이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07DB9F-7DE6-4865-84B3-6711A701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B502E2-F557-409E-9450-19251F2A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72B1A0-F8C0-44DE-A254-11CEAAAD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BBE37-9FEC-4316-B376-EDC38EEC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D2521-4C58-4A55-9535-E33A2787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8E891E-6778-4E48-81EA-5ED815D3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D6789B8-27DB-4F3C-90C3-3609288A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0CEFB26-EB8E-41FC-9283-13001792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카라추바가 절반 크기 곱셈을 줄이는 개수는?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F8D48B0-4C7B-44AA-966E-2DD7AA40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AFDE19A-1E0B-4DE9-ACBC-6EC6ED04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n번에서 항상 1번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34F105-56B2-495F-B29F-8F582FA9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4BE9D7F-252A-42E0-82F3-5A5A4AC6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5F701E5-1AC6-4A14-984D-33539F83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4번에서 3번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222D2D-80F7-4FA4-B3E5-E789050B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C91F2CE-BC32-473D-BE2A-1B80B51E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7826A04-D447-4B72-A8CB-E489AB15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8번에서 7번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B0129A-316C-4A40-8883-8C30744D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28137F-94A0-4CFD-A060-2C203B0A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67D086A-0D30-4202-B90C-3B21B499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4번에서 2번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3E9A92-8C24-44DD-A4F6-967808FF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F720E9C-FDA6-431E-A19E-2137A3F4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BD0DCDE-1306-48A8-9F49-0AA388FE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3번에서 1번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E69179-D617-4F13-B8AC-2F04B3A6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96793A-3CF2-4D89-B366-78E94FD3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B2B1C9-BB80-4F15-827B-BFB43707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9B471-6B95-434A-8A9A-AAA2CD2B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266B7-F38A-4CFA-8195-5A1B1F20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D5AD738-B3D8-4D03-A42D-A8D18231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CF0FCD-E77E-4D30-AE1D-45B12D1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42CB65-5F4C-4191-8B8E-3925A0FD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카라추바가 절반 크기 곱셈을 줄이는 개수는?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E8C35-0655-49BE-A037-024B05D7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D3D3918-FAB9-4B69-BCAF-163E1DC4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4번에서 3번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32BAC9-BADB-4B1E-A85A-C6583748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DFDE1-9DCC-48AF-9D96-0A37DBD3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13EEC63-BE29-4212-9FA9-8B462182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대수적 항등식으로 교차항 둘을 하나의 곱으로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CDD2E10-0EEF-481B-856B-27BA31F8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1CB596-C2C0-450D-B8F0-BBA4418B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63E676-8822-4803-93BA-1126FD07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68477-3C62-4EC5-B255-A8BF8697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04436-CD24-4722-8B6D-A7FC531F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126DE6-29C0-4E1F-9DF3-8B148843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C2E77E9-0E42-4621-99D9-25270E37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FBDC6B-DB34-4D52-92C3-17480E04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자리 분할 x=x₁·10^m+x₀에서 올바른 x₁,x₀는?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1FFC4C4-CA4F-4B3D-8158-72A2DB3D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6A6F8F8-5492-4184-9A1E-93095213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x+m, x−m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AC2A61-1108-4001-BB31-4876A8C4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3B0AF89-0333-448F-8793-D7D519FB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41D5A54-C196-4B5F-91EC-12C78171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x//10^m, x mod 10^m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16FFF5-EC45-42C7-92B0-46D2FB9B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A80007D-BABD-4DA7-85F4-9337A4EC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2568C32-67EE-4E34-B249-08443A04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 mod 10^m, x//10^m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60C6CC-7F13-4D07-A8BF-A26D4646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E3DA2F-FF07-466A-BED4-4E7E2FD2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C200073-F4E8-48A7-9BE2-44CC1685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x−m, 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7E8DC4-C786-4032-B1E3-840A6662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EE744C5-AD05-492B-BC2A-09DE2CC9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57D56B3-5CB3-4E43-8287-B41C6616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x//m, x mod m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449389-7A32-4E0E-ADFE-F86A61DE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9F1F14-D538-4CE1-AED8-18B2714F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2B4493-54A3-4A90-90BE-18EAD9C6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30BC7-8142-4E35-96CE-50E8394A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2F45D-BA43-444F-81B0-9A4D9336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E8A25D-3613-4E64-A330-AB08EB4D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4B81A1-C10F-4582-848F-C401CCC0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7E497E-58DA-40D1-B3E5-AB2F5EBF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자리 분할 x=x₁·10^m+x₀에서 올바른 x₁,x₀는?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68C977-8D5D-4FB5-9B22-19A3B186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592A0A6-75C1-4925-A44F-528121EE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x//10^m, x mod 10^m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E9FD280-23A6-4FA7-AD6E-BC25D396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E6C89F-AD9B-475A-B0BB-7047BF1E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E510CC-90ED-4492-9614-8276575E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몫이 높은 자리, 나머지가 낮은 자리이다.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6B7F93-EFE0-4A09-8FEC-BFA2A652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B0F1AE-B86B-4706-A685-556F19EA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7633EF-890D-43F5-9B69-C03361FD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116E3-74FD-4026-ABCA-F5ADB7F2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B74938-49CA-42F1-AAD9-6A87D117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AD16FB-E813-49EB-AEC1-05C68629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8C1759-5292-4C17-8438-7ADD27BE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36878E-096D-4411-AD76-1E02F095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표준 n×n 행렬 곱셈의 스칼라 곱셈 개수는?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709F464-DD4A-4280-BF83-7D5AD47F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F1401D3-24F9-48A1-947A-C7780C18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FAE554-2F03-4F8F-B196-03C960D2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DA3A194-67FA-4D3C-B4FA-D2A949E3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DA87BD4-A671-464C-ACAB-0846A7BB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379273-C7D6-4BC2-903B-8479CF86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AFD26DC-6780-4892-8477-7DCB2610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F6C9218-5CE4-4B16-9699-3D494221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log₂n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ED282-A502-4800-9E65-8C54758E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D01A9FE-D170-4063-BE49-DCEE8422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2A90E8B-4A87-4321-903D-CD8FF055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AC7B13-6857-4369-820A-184634C6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CE54F07-B11D-4127-9F7D-4A05461C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1121A3D-8651-4772-A598-1F47037E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D5A509-4227-4C46-8D22-4797FE17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F0025E-E33F-4309-BC79-C404D8E7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A7F0C9-BBFD-42EB-AE73-DCC315BD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55FA0-355E-4DDD-8198-9387A598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CB112-9EE2-44C1-9FB3-32CD7BAA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32128C3-0E13-4837-972D-166E9C97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5E9317-7A41-47CE-BEB2-3FC34B47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9D52E19-ABB9-4550-B0A8-AF26330D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 n×n 행렬 곱셈의 스칼라 곱셈 개수는?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9524C-E53A-4F4A-AD92-A0D6B833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334154-97F2-418C-89C5-1C72FD45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n³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BE41CD8-A6C8-4496-9DCB-BF132488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13B45-5DE3-4CB5-A177-592D424E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92353C3-6A75-4C43-A0E4-8805C768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결과 n²칸마다 길이 n인 내적을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4981B8-7F71-4D2C-8025-5DAEDC97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C30029-8216-4CC5-A355-7E20DBF9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E00B78-5292-4FB3-A78A-B1E2328A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6D654-E2E8-4F7E-92F8-80CF0F15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CA9BE-E9E0-4A38-A02C-B18F49BF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027047-7B82-462B-94B9-2D4C6805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12AC95-86BF-4871-B450-DFCC8F99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C0DE1D-7313-4B08-89CE-6402373A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슈트라센은 2×2 블록 곱셈의 재귀 곱셈 횟수를 어떻게 바꾸는가?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BE9DA6C-F50D-403C-8BCA-D0ABC3B2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1C58603-46F4-44D5-90DE-C912602C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8번에서 4번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3CF48-9E69-4B48-A2F7-4B744174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A3F8F00-BC77-4575-BF4E-F6ABA556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A8BF33E-EC68-4977-8F55-B6F50FB8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7번에서 2번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3424B6-B9B3-4FD2-8F69-76BAA470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7F6F5DF-8435-4681-8D35-E4324445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29A16FC-54D8-4729-B26C-40967CA5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2번에서 1번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38DA8-75C3-4312-A4F4-AEE91127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39D8BA5-27D3-4454-AE78-07ABBFF5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92DD638-7E9E-45C7-9471-44421BF8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8번에서 7번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C82546-AA06-449E-93E3-A1943C84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F8C75BF-C2B1-416C-BA84-0CDA1B08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8E37EFC-E587-4DF3-A4E7-6E9E4BD7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4번에서 3번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92F87F-FB62-4A3E-AD39-FB17DCD2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CB60709-63AB-4373-BEDD-293E184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D3739FB-20A0-46B1-AB33-065A4BF3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678BC-85A9-4910-9043-721B116B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AD628-9E78-4C91-A454-368A26D4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CCEAB7-8444-444E-BC49-0A0D8B55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066D64-489E-4A05-85A9-A09FD7A0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C520F82-E4DB-4955-9C62-2AA5B04F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슈트라센은 2×2 블록 곱셈의 재귀 곱셈 횟수를 어떻게 바꾸는가?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5A17D0-2554-454E-96F8-074593D8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1408B4-4CD8-4DCD-BBD8-E6EC1717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8번에서 7번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0E21936-A397-4FB0-8B36-76AF8EB2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44F586-0DD7-4D3E-BAC2-C83FBB3D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7F20DF7-ECC1-4D18-9B33-883CAEDD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추가 덧셈과 뺄셈을 사용해 한 번의 블록 곱셈을 줄인다.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AEF1EA2-08BE-43EA-B5E0-6E5D98AE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0E690E-53D1-42A7-BBCB-A572365A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F744BE-C2FD-4CBC-83DB-1C7DC3DB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BFC05-065D-4DC0-AC3C-65555CA1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FE730-0903-423F-8210-58C20802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62CF5F-A753-4BF1-BC29-2A3A0CD6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F391C8-B836-4C23-810B-BEAB14B5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82CCE7-B785-44D6-87FB-E7E2FAB7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슈트라센의 T(n)=7T(n/2)+Θ(n²)에서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86BB94-9D44-4F2D-B0CC-8FF16BEB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20E9B55-978D-4702-A4E7-91E2C92C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AE4C5-A6A9-4593-BB3B-6D23419D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3AC282E-B7F9-4F3D-9464-9464D11B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5E729A2-8DB6-4DB1-B4A4-3E596909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8685D4-23AB-44B9-9508-79AB3C42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A7FDD2D-DB5A-4D0F-B357-C1588824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05C4C20-9508-4718-94C3-736EDE8A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DD793E-BBD3-4AE9-BF98-CB70B2F8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3C3E3A5-C585-4068-B712-3A6F7EBF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FEC630B-592C-47BE-B229-272044ED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Θ(n^(log₂7))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4CDB43-6E75-47E1-B75B-588965EC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270A4A-83CA-4CF0-A1D1-83F920A6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9F3B3C3-31F9-4C2C-99BD-81DC66B7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32B8E3-82AF-4123-8590-68023541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8784AE-775D-4318-A3DF-33901A25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1024E5-CCA0-4923-8E58-0B9D61A6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34FC2-10CA-4E6F-B20F-7F481B91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F2ECF8-3BFC-4C98-9BB3-24BC0886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11975A-E274-4BA6-AE2B-FAFC9AF1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8C395E-4C86-4F22-B821-DA3E914D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ABFCC9-6411-416A-B7F0-903C53D9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슈트라센의 T(n)=7T(n/2)+Θ(n²)에서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679FD-908F-46B1-BA9E-5B4FF04B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8AB01A9-4F5E-4E39-A592-3721E4CC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Θ(n^(log₂7))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9BB055-4870-4801-AE1F-23971869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5DAF4D-AA4F-4E40-9DEE-BDA94936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0BE3835-3D9D-459B-AA51-77D30FBC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log₂7≈2.807이다. 결합의 이차 비용보다 재귀 곱셈의 지수가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84A524A-7AFC-4B3A-ADE8-AD7EC124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E32900-87DF-4A65-8DD6-6DB02C11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DBEB37-F3C6-4D5C-9693-C09C254A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C2454-CA61-4779-922A-4FF2D57A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9EF2B-955B-44E3-B547-635C1CFE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0B666FF-B540-4241-8FCE-1DDB0135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151152-5267-45AA-B10A-E2999504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75E802B-1C38-4B42-97C5-0907DA25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행렬 크기가 2의 거듭제곱이 아니어도 슈트라센을 적용하는 한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B68998C-6BDD-4B84-AC7F-F69796AA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85EA806-3A98-4C4F-87B6-885A09C7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0으로 채워 다음 2의 거듭제곱 크기로 확장한다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A0CD3A-B096-4EF3-A32F-44004354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B878612-1148-410D-A1ED-649B5EFB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9F3B451-3D88-43C1-A75D-E316409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입력을 반올림해 더 작은 2의 거듭제곱 크기로 줄인다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12376-7552-4F44-8CDB-5E032782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CCF8316-7E7A-494A-9117-3330D13F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F1137F0-8FEE-4714-80F6-1E18536E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1로 채워 확장한 뒤 원래 크기만 취한다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4A003B-D73C-405C-A8CA-8589BDC2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FD90D64-847D-49D3-8FFA-F59E202E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D1C3949-B239-4279-8361-FC33BE0B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행만 확장하고 열은 그대로 두어 정사각형 블록으로 나눈다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D75B6-C8DD-432A-8140-9D05EB57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93D013D-A2DD-4350-9E79-60325F54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0DC3644-4715-43D5-B214-5FF94836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남는 행과 열은 계산에서 제외한다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FE47C3-54D9-443C-AEA8-AEA1C044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574848-819A-4EFA-8093-4B3090CB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35002F-7AA3-448B-80BA-8B6337A9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DB61A-BC8F-4B9C-93A7-AD27A43D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6C85C-30B5-4E45-92C9-A7CCD352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6FE323-00DA-41CA-AD70-C0BDEF93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8BCD2D-BD27-4B5A-BA9C-7AC3CDA9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50BDD9-8FF2-49F9-B833-4BA33D9A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행렬 크기가 2의 거듭제곱이 아니어도 슈트라센을 적용하는 한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E0E3B-61AD-4D1C-91AD-2C591209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FB703EF-7A6A-46C3-97FC-F153FFB4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0으로 채워 다음 2의 거듭제곱 크기로 확장한다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4A0987A-2115-429B-9BF0-88B3B1B6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D95EE4-1667-4F6F-BBD0-608DF010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48ADF1-020D-44DC-A32D-90F545BD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 패딩 후 원래 크기 결과만 취하면 원래 곱을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562872-9051-433B-B7D0-7E6A9911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5E64A4-A070-41FF-B826-74582F4D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A684D5-FE5A-4051-8495-F1B064D4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46755-89BC-45C4-A1A3-7AB4B3BB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4381B-D053-4D14-8A88-6C11AA0D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ADCDEE-1D22-4C4C-95A3-F25F5E60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7DC437-1C10-4B46-B84D-4F058A57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6809D8-1C84-46E5-8940-0300CDBE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카라추바·슈트라센이 작은 입력에서 항상 더 빠르다고 할 수 없는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39DA27-3282-46D8-9719-4E76387D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BDFBB7-0DAA-42A7-8D4A-6616E340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곱셈 횟수 감소만으로 실제 시간을 정확히 알 수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F9E363-48D3-4FAE-A51D-33B884F2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232E95E-9EC6-4F99-B4F7-836EE28D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513331-7A1A-42C8-9C71-88ECED95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사례를 없애면 작은 입력에서 반드시 더 빠르다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2B150D-46EB-4C4C-A135-F3F52886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73D7564-1DC8-4170-90AA-B40543A0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BD41CFA-8972-4799-9ADA-35E445C5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추가 연산과 호출 비용의 상수가 크기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6F1B2C-2D7B-4648-8E12-8CF8219A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5381F99-67EF-4403-AB91-52164E14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59BF0F7-77F7-4C65-8245-76C7F5DA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추가 덧셈은 곱셈을 줄여도 실행 시간에 영향을 주지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DD4BA5-2974-4851-9118-B125BAA1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541BEFC-917A-4BE4-875B-740BC3AF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A720F3E-AFFB-43F5-B743-C73A4E37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점근 차수가 작으면 모든 입력 크기에서 더 빠르다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5DD1E3-8A26-4CBF-83EA-CEE23097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831F61-32C4-473A-8393-368587BC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68721B-A438-49DE-8D7C-BC0BF997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0CD09-5709-46A8-B4CC-F34BB0E7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F8B53-7C3B-466D-AE99-FC9B530B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B9E992-C8DF-436E-B091-BDA8E132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C30922-C916-4455-AE4B-166BA37B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95E7C3D-F980-4C82-AAFC-98F28281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카라추바·슈트라센이 작은 입력에서 항상 더 빠르다고 할 수 없는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04B36-BC96-4FCB-9285-14CDDFC4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0736691-8DCB-4778-936A-965FCC48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추가 연산과 호출 비용의 상수가 크기 때문이다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79939F5-58F0-4826-BA6B-20C62A1D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78BC2-BE75-44EB-B92A-CAC2C6DB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157607-C875-4493-A6C8-1D98BE45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점근적 성장률과 특정 크기·환경의 실제 실행 시간은 구분해야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2C6963-8DFF-4768-981A-AA5CD452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57FF44-AFEE-4715-8E28-080238DF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B3F817-26A8-4F3E-965D-6814B0D6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9243-6F70-47FD-BE2A-E59FAB7B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64ACF-7456-4641-9AB5-E57A5F41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31060D0-C659-46F4-A829-F4FB7F76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ECB941-88ED-4AF7-98DC-0D4E0CE6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B17206-BDA1-422C-BA51-564F5143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[1,4,7]과 [2,3,8]을 표준 병합한다. 결과와 원소 비교 횟수를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A68AEE1-9AA2-4F89-BB93-0A50787B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8989B-5D24-4F04-9851-86E53AC8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F2614-1367-4240-AE1A-4FF731A4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203C27-E1F6-4F15-B565-C2508AA2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14BC9B-E4D6-4C9D-86C6-022C47EE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0FAE9C-C48C-409E-BDF6-2B475C16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44B1B7-11A2-4CF1-8649-15A03686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2A576-A88A-4055-BB68-269BA49D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03B1D4-4973-4110-80A6-392E1AA5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878FBA-9049-4A2F-9419-F04CE78C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46678DC-5646-41EB-AA7D-A61DCFF9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634086-6CDC-4CB8-9C50-C9BA436D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[1,4,7]과 [2,3,8]을 표준 병합한다. 결과와 원소 비교 횟수를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87921-AC9C-49D5-AD3E-D43629B8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7470453-A817-48E4-855D-99169DB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[1,2,3,4,7,8], 5회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8FD6CB9-5786-44E2-BAD2-A6C46B7D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75DE3-5FF4-4A96-9170-006658CA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B2A400A-9ED1-47D3-AF46-AACF3FB4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1:2,4:2,4:3,4:8,7:8을 비교한 뒤 남은 8을 복사한다.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C31F90-4605-4A7D-B7BE-85D7A84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13E547-AFB5-479C-8558-652567E5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C41BA4-62F5-4573-9505-4C7460BD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8963D-C3FE-42B0-8C16-E1D50DEC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CFDD0-6670-444E-9659-F71057AF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413C724-D33D-4E8D-81AE-758201C4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058758-4871-4688-A86C-ABDD4D2A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F405BA7-CB23-4864-B136-140A4448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[1,2]와 [3,4,5]를 병합한다. 양쪽 현재 값의 비교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F2A58B4-96FD-4872-AD5D-9903D606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A2480-9589-479C-B823-81AD1710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E4AB1-8504-4886-9003-C8A74D12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40DD3-CA3F-4A1A-990D-935BAF62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A52AF2E-7116-4037-9B57-68527D64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07E8FB-5719-4B29-9583-DA4DB030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D7A298-0423-4B77-9C57-53A43114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CFBEC-B18F-453C-8EC2-8E54E051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677A1-AADD-424E-9055-C63F7023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1D421C-DA98-44E1-B014-5B972808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31E8BA9-755E-41FE-839A-163797F7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E6EF77-E576-4C61-A1E8-2719D315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[1,2]와 [3,4,5]를 병합한다. 양쪽 현재 값의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CB13E-6541-4B23-B5F8-1395EFF7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1F31C78-D37C-4853-9511-F312A900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FDC5172-F049-4D81-9E07-25015247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4151F-725F-4102-B7AA-0EDAC9CF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0C1DF4F-8085-494A-96D9-B8070BAE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1과 3,2와 3을 비교한 뒤 오른쪽 나머지를 복사한다.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217808-6B40-44B0-AC21-CF202EA0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98C0B5-ECEE-4EF1-9F36-6E069BB3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72D818-01EA-4CDA-AB97-4F985043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81D69-E652-4096-B204-A8513505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7432D-6F2C-4C04-A8FE-E3BD6A0E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75ED0B-A1B2-4DBB-9830-1B2D93BE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1B9ADB-2A1A-4BFD-928F-170F8E23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71DF78-D777-4D6E-8A4C-41CB1222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[8,3,6,1]을 합병 정렬한다. 가장 아래의 두 병합 결과와 최종 결과를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2AC8388-7D85-4F8D-B81F-4AAEDD78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1EDE0-AF8A-470F-8736-5A278366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AE4A8-C20E-44DE-9461-EA461B3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491A4-A4C9-437E-AFED-F6819916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E2C085-D73A-43F9-A054-6B2DC3EB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A25B9A4-D205-4FFA-874D-99F1F202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387397-9757-41AC-8A10-4E079620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84F47-96BC-4387-8346-7BE0F4D7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DA9D4-8657-4EAD-8A67-2C609C12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A4236BA-56A7-4F5C-879D-73F465E0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914B8D5-A9E1-4573-A259-C9441D05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A3112E6-CCB8-4670-A808-9BF4BF7C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[8,3,6,1]을 합병 정렬한다. 가장 아래의 두 병합 결과와 최종 결과를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B22327-7D52-4469-8765-9B56E72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5EB43A-49C2-48CB-ABF7-31EBAF2E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[3,8], [1,6]; [1,3,6,8]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D995617-391A-4D9A-8219-E175956B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061342-A26E-450E-A758-5EE7B3A0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8472848-DB7D-43D1-9AC9-FE51F952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두 원소를 먼저 정렬한 뒤 두 정렬 배열을 병합한다.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ECFB29-AA80-44DA-9BD8-82775DDD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0CC3559-3BCC-4858-925F-89DDF9D9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C1B958-B6C8-4156-8F32-BBFD8477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D540F2-DA8C-4EE4-BE29-FF1D96C6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A4CC8-1906-45ED-B9A7-10E8E9C2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3DC4C9-4620-4D1C-BA64-168033C8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98ABA2-8205-491D-BED6-6D5E0E7F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1C8191-D5E5-487A-B96D-7D17D193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8의 배열을 한 원소까지 반으로 나눈다. 리프 수와 내부 병합 호출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6B9F4D-6A85-4483-9A68-870EF4CD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6AD9E-E8A8-4C72-8FBF-38BAB3C5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1B5B5-EEF0-46F4-84F3-204548C3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7728AB-D9CE-451E-A554-D0B1AE5F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548FBC-F608-4E3E-9F7C-7740DC28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208C1D6-C915-415C-8E44-BD40A4B0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3181AB-712E-4787-BF6B-23DAF204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5A310-BBFD-49C3-8238-D415A9AA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00EBD-C18F-4839-867E-F33D1799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4756A1A-21FE-49DB-BE52-B32756FE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C79E13-A2A5-4F33-A589-A2DF1F5C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6643C82-B8EE-4937-9642-F6BE759F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8의 배열을 한 원소까지 반으로 나눈다. 리프 수와 내부 병합 호출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258947-0956-4542-8F53-AB8753A0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BC1A1A8-2692-4772-86CA-D2AE6F35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8개, 7회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89718F1-9C77-42DE-A8CE-C45AE6D2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529CEB-E31A-472D-A5BA-C72AC2E5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C9740FB-690E-460E-A773-2052D0EB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리프 8개인 완전 이진 재귀 트리의 내부 노드는 7개이다.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784D28-39EA-4FE1-BA81-8D0B720E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C1106F-440A-432D-8772-457AD06C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EDA5FA9-4510-4DED-B9E9-189FEE63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F425F-E545-4AFD-958A-37327225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32AB3-9F6A-4196-AE88-3C283602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34FA7D-B220-4298-9A22-2DDFDDDA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34E4A8-3117-4678-956E-EE85740E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EA4CC1-9104-4DD2-8590-AFE6E495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T(1)=0, T(n)=2T(n/2)+n이다. T(8)을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4B3FCF5-6E9A-428E-BC5B-2E601A1C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C7E9C-7EB8-4A6D-B845-C2189793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579591-C47B-4933-8F51-13D41EE7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8A6A03-3B69-402D-8DE6-EC83BACF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77817A-537D-4E5D-8AA6-614D7181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492D005-F44C-4C26-ABEC-6E935024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9D2DA85-D2B4-4194-958E-E4BE19C5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A9B5C-87A1-4D4C-B851-89395551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13E1D9-9E34-4E0F-8408-B8DDB7D8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0CF83B-9104-4231-8626-88C69794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AD8AD-4825-4265-8B62-53A8A7E6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78A442-2F83-409E-B11D-4D5E4D57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T(1)=0, T(n)=2T(n/2)+n이다. T(8)을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58CCF-78DE-4A77-B502-48E745A4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2447968-2872-49F0-875A-0AF374E9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0749010-BBDF-4A14-B880-8EE1579C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7E025-469A-450E-823C-8E917866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B6C154-5FE8-4E24-81AD-B37D428C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병합 층 비용이 8이고 병합 층이 3개이다.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CA095B-EB23-4445-ADA9-9C805DEA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FBBE5B-7D8A-4B1B-B5E0-3887F038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A82E16-7526-40EC-88CA-F03A9FA4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E5BDA-B39B-47F5-8EE6-64739A6B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FB260-9ABD-4E2C-AD0C-B49942CC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A04E47-F30F-40E8-A54E-7CEB9FB3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E5262A-960C-4992-A14E-D48904F7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7942BEC-8E80-4B52-9EE4-B4FBFFBD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[−4,7,−2,5,−9,3]의 비어 있지 않은 최대 연속합과 해당 구간을 쓰시오. 인덱스는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0부터이다.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64011B6-EAEE-438B-8F55-97FA30E6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FAA1F-0067-42C5-BAF8-00853AFE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2C1B4-84F9-48A9-83BF-46D45933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051A7-B971-4482-B5E6-794B95B2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E619CBD-07A1-43B8-8971-290CA4D7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20C33B-AB02-4E19-921B-479B4693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963649-995B-48AE-A9C2-E7D40EA2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8761E4-D134-4054-BA2C-C35A2452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5CA2F-47B1-4C57-B80D-779D3B19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588CA4-2160-4DC1-813D-39D86F6D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4574CF4-7BF2-413C-A817-0FEB4A6F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73B54B-5F94-47B0-900A-1594946A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[−4,7,−2,5,−9,3]의 비어 있지 않은 최대 연속합과 해당 구간을 쓰시오. 인덱스는 0부터이다.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59BBB-3D47-4448-B35E-E56A0635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828EACE-7B2A-4A86-A886-A4978797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10, [1,3]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8375F5B-F54C-4397-856F-F06DF009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597BDF-A0C5-4A76-B463-39B2D24F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CCD6A71-E671-40A0-A383-6704E8F6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7−2+5=10이며 양옆의 −4나 −9를 포함하면 줄어든다.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67311D-2766-43FD-AE6C-E53925DB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A287741-D4AA-4BCC-B5EA-5D5853C1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1DC316-9C91-49FC-98A0-B87A5961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1D3AA-7BD5-48BF-A5F6-2C1A8013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94CC1-7091-464E-8420-B6A4E3CD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1169A59-2006-4B89-B616-E5F4154A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425084-BD69-412F-A3F6-B1ACD685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B3439C-79DD-4A56-A012-551AD5C7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[−8,−3,−5]의 비어 있지 않은 최대 연속합과 구간을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E2B3272-AF8C-437A-AA99-E629C253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4B601-5901-4546-8D43-0D21203E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D8EB3-1874-490F-898E-AF76A363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74175-72FE-4805-88EE-044D3F4B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B38DB7-97E4-4F1A-AF68-10F28E52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F6EB2F-256E-4C61-B1AD-65D5866C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606E0C-590A-4CD2-AA29-D69E18E6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9FDB92-2CE7-4F9D-89D9-BFFD5AC4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E0891-F641-4FF6-88F8-03F850F6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CA4A96-B4BA-43E1-B8C4-C32F50A7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DBD692-867A-4C9B-BDCC-BD094178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0C4F88-EC0B-4924-8BE8-603BEEC3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[−8,−3,−5]의 비어 있지 않은 최대 연속합과 구간을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D714F-AADF-4B07-B602-0557F96A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8B88DFA-8646-4A18-B560-65A832D6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−3, [1,1]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175AE5B-D7BF-484B-B0DD-D05B7795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69BE65-8678-478E-AB2E-5095F9A6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F713CF6-50C8-4115-AF7F-E909EF8F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덜 작은 원소 하나를 고른다. 빈 구간 0은 허용되지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F0EC2E4-E2AC-4B84-8FAB-D513C3DB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56A340C-273F-454F-9349-F44D8C7A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2EE870D-B791-400B-99BA-73BCCA73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87439-987A-42CE-8CE3-9353E4E3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93C2B7-810C-406E-AEA4-8FBD93C1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42885F-2AFD-4E31-A220-86D6682B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FF2A83-5818-48E5-8BAF-7C29E846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A215F6-8F36-4623-9372-368B40E0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[4,−6,3,5,−2,1]을 인덱스 [0,2]와 [3,5]로 나눈다. 왼쪽 최대 접미 합, 오른쪽 최대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접두 합, 교차합은? 각 구간은 비어 있지 않다.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80D645D-6504-4CF4-A95D-14D400B7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E17B87-BA4D-430B-A126-6AD6A87F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CF221-1B4F-4CF6-AC64-E19A2429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CF377-7AE7-43FA-A60A-81B7C1AC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2409C2D-8245-44FD-9C74-787D3108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68147ED-4F5B-45C4-A811-3B5A902E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C45886-BE4A-4CA2-9221-29E26657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1778B-B4A6-4FD0-B222-409373F0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D8C21-B40B-4CF3-B2A0-F5A41D55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27148E-B5E9-4232-BCF3-EF7E7713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C0C489-0DE6-471E-99C5-563EA0AE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C7097B-85BA-40CE-95EB-730222AF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[4,−6,3,5,−2,1]을 인덱스 [0,2]와 [3,5]로 나눈다. 왼쪽 최대 접미 합, 오른쪽 최대 접두 합,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교차합은? 각 구간은 비어 있지 않다.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F3A4D3-2A15-403A-8152-868D2707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5A695464-D0F4-4413-AE18-0D062687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3,5,8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2EAD239-B248-40BD-BE16-0F90B6A8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E0061-3218-44A7-93D8-C7885F3D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00BD1BD-19B5-40AD-9FDD-554853BC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왼쪽은 [3]이 3, 오른쪽은 [5]가 5로 최대이다. 경계 연결 구간은 [3,5]이다.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227339-220C-4605-A580-DF1DF28D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A7470B-D04B-4742-979B-3AA9B8F3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E7EEC7B-446C-470C-A098-6FFDCE56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4C6A2-68BB-448E-B024-6341030B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77A68-BE1C-4011-9CBB-95BA7C3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418B78-5713-4714-B722-AEE8CB4F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04BCBA-B79C-4C95-8CF9-9D06C175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CF95EE-8F82-492D-80CC-D1454F02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[5,−100,6]에서 양수만 더한 값과 실제 최대 연속합을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764C2F-62FB-4E21-A056-AEF839C5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6F0A55-ABA3-4AF2-8DD2-4E52D54C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DF4ED-4CA5-44D1-9049-70A322EE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627A44-F717-4FCD-830B-54E27F93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166B17-93D8-49C1-8B22-79B1839D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8F8D88C-893B-4BED-9FFF-85294971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1ABE37-40EE-4C62-8208-56C7B5F9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6103B-5837-4501-92B6-4F687FCB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19445-698B-47A0-A84C-2D409D9F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605D747-DD2A-4C3D-92FF-E2FA7A82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7B43C2-C75D-4BC7-A039-ED343C29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2558F6-D4B6-4AB0-94FB-BD1D7FF0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[5,−100,6]에서 양수만 더한 값과 실제 최대 연속합을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CFEE8-659E-437E-A6CB-0FAE198F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A485108-2186-47C0-A32A-3A36F41E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11,6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C8AF875-B341-415B-904C-61AAE945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618B7-4990-452F-84A7-92107706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8A90DA8-6C59-422C-A519-A9335628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5와 6을 함께 포함하려면 −100도 포함해야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A6A182-E594-44EA-AD1C-7FE416FF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B4FAE4-A1A9-4B3E-9318-BAE5C97D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3453E9-7031-4188-99A7-E05E3693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6C642-493A-4FCB-B6C3-0CCD0998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A06F9-036F-48EF-BF06-C817BE1A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1F2EC34-CEF6-4E14-BE04-ED7BFF0A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8D2F868-98FF-4E0A-9CDC-E8A4FB30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30AB72-746D-40E2-8F6F-7C92A8B2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6인 배열의 비어 있지 않은 연속 구간 개수를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DE63FC7-2B52-40DD-AABC-0FFBF464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C5D2C-CB5D-4C99-B7CF-5B65E246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92165-602A-4127-B37D-9E8FC95A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E22FE-3677-4CAC-9949-4BA031E7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8AB5135-91A2-47D7-B23D-F08B9A02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75F5E7-7CB0-4776-8E95-57A4E25B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3CC99C-4F7B-4317-B4D0-1E216E97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C2C24-92CD-4ED5-AF90-AD15B748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2E9B4-FA0C-4ACD-B139-0EF07106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5DD12A-6285-438A-81AA-AB602AB1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06B968-4CD6-4ECF-AB4F-4D04844F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909C7F1-6A75-4ACF-96AC-E1DC1763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6인 배열의 비어 있지 않은 연속 구간 개수를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20E64-FE41-4470-AB7D-C462E5E1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B1C971F-3B2F-4FA3-8C11-430E7BAA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21개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694A23E-6308-45F5-884C-F00D9689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D90F2-7FFB-4AA2-8B23-3025B773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8E6AA48-ED94-404A-AE73-38F1866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길이별 6+5+4+3+2+1=n(n+1)/2이다.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2F0CCA-540D-46D4-8055-C3365EE9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88A12E-0BBD-44C7-9EC0-98419C2C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1F6A5D-3D71-4B09-92F1-25BD9546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AFC73B-F2BC-456C-B947-7A0EDC84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30F245-247F-47A1-8AC1-04115517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6BECDC-6009-4DC3-AB19-AE14F6C3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37CE76-3F14-4596-A7D6-C436B6DE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A2789C-AB00-4940-BD90-5614F05C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[2,−1,2,−1]의 전체 합, 최대 접두 합, 최대 접미 합, 최대 연속합을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9DE0B2-F016-4018-973A-4DEBF56D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D94CD0-A834-48BF-BC98-7B4A0276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B75A95-EF15-497A-97DE-76F1B9FA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ED778-E4CC-4499-BEB4-26BCF1C5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787CB50-AAB3-4CC4-80CE-1408EE98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59AEC3C-8A41-4637-AEE7-C9265B2C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351313-1E0F-4282-9302-FFD0EBD5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4F1A1-028A-4A80-975E-62CEC09F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20DDB-DFBC-4A4C-AB9C-02CFD7B9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593096-5CC3-4F75-A79E-74E8BE6E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011BA6-90CC-4B77-89DE-ECD32B23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364B4A7-577A-494A-A1A3-D34BADD9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[2,−1,2,−1]의 전체 합, 최대 접두 합, 최대 접미 합, 최대 연속합을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AC438-73AE-4A0B-9416-76DE6B34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8711BD4-5AF0-4A55-A479-59B9F36F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2,3,2,3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73A204C-0565-4FD4-A88B-7A4E9779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9A145-5AF3-4FF5-9F0D-19A6CE17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EC64A8C-6BFA-4328-B12A-A7EEF1CB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접두 최대는 처음 3개, 접미 최대는 전체, 연속 최대는 인덱스 0~2이다.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101861-4823-41F2-8694-EF57C871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5B1EEC7-6B60-4DFE-9D4B-90C2587C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E774FE-BB92-4744-9816-A0CE6928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D4013-3E83-4217-BC94-56FD1115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9EC7B-7F0D-46BF-9365-3E1397D1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5948E15-D816-477E-8E1B-A91444DB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F1B4DB3-067D-4001-B635-3E5ED031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2121A58-4171-4283-9F49-F5D50793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 A(0,0),B(3,4),C(3,0),D(10,10)의 최근접 쌍과 제곱거리를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12EDB31-67F4-404B-99C2-2C4373DA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2EC3F-0ECE-4187-9C02-73F44E77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7718A9-05DD-4A63-93CD-69E4B2A2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D0F73-844A-4E22-AE25-F7A1E2D6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A6355C-C8DA-46A4-A412-84F06E7C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B72767-231A-40CC-8960-75BC251E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ED2643-6A5F-4425-85F9-999BB9A5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B38D9-4058-4AD7-B97A-A112E96F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F8E38-232E-4AF1-AAD5-DA7D32B3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6C5409-A053-41FE-81CC-31699F9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AB38F6-EE4D-4289-A13A-66F5E917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1A85C3-E4DA-43F1-BE48-014836E7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 A(0,0),B(3,4),C(3,0),D(10,10)의 최근접 쌍과 제곱거리를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93A653-992D-4B25-8C98-4EE10A22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97529A1-DD50-4590-80E0-4CBF453B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A–C,9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8750935-675A-42D2-991E-474AB089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3027F4-FFB6-4458-B218-B550CFE8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778D848-9CEB-4DCD-B429-16DF1E86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A–C는 3, B–C는 4이고 다른 쌍들은 더 멀다.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E85B357-7EE9-40BF-A434-41458AEC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CE14F1F-6197-438F-8BE5-25D23E4A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C6570E-D49D-42BD-BA61-94FDFACF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4F8EE-5080-4A19-B58C-7F17EA4A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3A574-ED28-4341-9F04-88536FA3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84B761F-2615-4D24-B121-5753367B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699779-A825-40BF-B189-3F3ABA30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4F249B1-1BBB-4581-85EA-96483CF8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 (−2,1)과 (1,5)의 제곱거리와 거리를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2F12F5-3F26-49EB-AC1A-CB07A899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CDF41-E18A-4C90-9E19-97AC8C09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15DBB-2C9B-4A54-98B6-617753AE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3E414-3381-4492-850A-DBE4082E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01E19AC-A364-4FDB-A8D9-9FE78ECD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CC0434-E054-4CDE-802F-CA333BD4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ADBF99-9BA0-4910-BDD6-D96EAEFD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72548-E3FC-4A33-BB89-BB1BF262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12CF00-20A6-434B-B475-BA45BDA1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AF1F89-1B50-4C60-86C3-0A9A4CB1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ADD3AD-7016-4FAF-A1E0-2903F1B3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1E6027-CE7E-4CF5-8B03-14312B5B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 (−2,1)과 (1,5)의 제곱거리와 거리를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4A6F97-7A39-44A6-86DA-F634F80D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83C7E89-E458-4DFD-BC05-5D44D5D5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25,5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CB600C-D1A1-42A8-B48F-70F6E7DC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4764D4-2C37-41DF-A524-937E564B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A37926E-E987-4541-AF4A-454952D2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좌표 차가 3과 4이므로 3²+4²=25이다.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29865F-26C5-4B66-9475-2EA2DB9D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C2EA47-82CC-4C91-BBF4-403FBB91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E1F251F-5786-4133-9853-0BB75AD9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1C7CD-C0C7-4F2D-8C62-0237A410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B2305-09E5-4C9F-A033-5D7D4432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4D920E-F318-4426-A8D1-3859E616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8E3DF5-8BD4-4E83-9F4E-BC974642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5ABB25-1D74-4ACA-9CC1-03F46693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dL=6,dR=4인 최근접 쌍 분할에서 d와 분할선 x=10 주변의 개선 후보 조건을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5AAD08B-2F61-4064-B0E5-0AB1E9FF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C1FC50-2693-4E51-A48F-97CD5638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BDD6D-ED01-4BA6-BE49-377F85B9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BDDB73-904C-4367-AB21-2E09C506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61E715-5708-42A1-AF76-2E3CDE20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56A78F-B01C-4F17-883A-43FF5265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9436FF-91BE-4D6F-A68A-23341462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9D93D-81DA-4736-8C96-26515355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135D0C-0A62-45FC-930D-FCFFDA0C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F4997E-4845-4652-828D-5920029C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2ABE2D-68FC-4648-9BE5-13B0E8D2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2D41F4-6E3A-48DA-8ECF-011B6C32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dL=6,dR=4인 최근접 쌍 분할에서 d와 분할선 x=10 주변의 개선 후보 조건을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2F679-D993-4677-A4DF-0B7CF70B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BCA725-AFDD-47CB-8A63-DEDAAFB1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d=4, 6&lt;x&lt;14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840989F-C9E2-4CE9-AD4E-25ABEC7F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2F928E-6EBF-48C2-AA96-C75B3DF8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02F254C-C007-41EC-9EA8-A9A1E8DD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거리 4보다 엄격히 작은 쌍만 찾으려면 수평 거리도 4보다 작아야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F31FF4F-BEEB-4431-88F1-AA817CF7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B890E2-3D69-414B-A304-85EAA5EB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F864C2-E655-4D0E-9087-793F761A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E62BD-99CD-425F-9819-40C26553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8A04E-29CF-405C-9BC1-078124EB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9F8343-FE9A-4A64-907E-7DAD512C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B63BD2-D366-41EF-BDA9-710E93C4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58C058-0077-4B42-AC73-99891EE0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 12개의 모든 순서 없는 쌍을 비교한다. 거리 계산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40DC02D-EC78-49CF-8062-6039E833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DD7FD-3874-4F36-950E-9394FA88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5B6438-845B-4C7B-B1F3-2AC1F301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72E3C-7B8F-4CBF-8459-F02ACEA5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B912D1B-71F0-4EBB-9BE9-9F0AE858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C9F6EA-B79B-40E7-83F2-EF1CF39F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1AAB361-4FF9-4284-8ECB-8D2DCBB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759CBE-952A-430A-8C32-9CA0549F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F76F9-2A31-44C1-9933-7AF247C8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91FAC31-A6D4-4B48-884E-4D3CFF3C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30635F-DDF3-4A8E-B13C-A2DF4F9B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6C35E8E-64DE-40CE-9DF2-5D1B6790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 12개의 모든 순서 없는 쌍을 비교한다. 거리 계산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2DAEC-D5D7-4430-AFB8-7536B949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D5F854-FB11-4D0B-B549-CECB4988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66회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655B8EA-19EA-451C-826E-58900072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3F044-B832-4E29-92C9-1D5F85B7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06033A9-364B-4B1E-B36D-BBC97560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12×11/2=66이다.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2F4C1A-CB02-49D7-AD99-FCA99824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9AB0B60-2B99-41FA-99EE-6EC3E57C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EA105AF-D483-4DF5-A9F9-C67AC1F8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B789B-BA42-4F59-A679-BA9E8E8C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DE9B4F-58C8-401E-8706-E3D0BE88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267588-A94A-4BA4-951B-1851DFC6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662B5B-E526-4B16-8AE7-FEF6F6A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3B3F73-3470-4D9F-A66B-55EDC9A6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영상의 행이 01,10이다. 혼합 영역은 괄호로 감싸고 좌상·우상·좌하·우하 순으로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부호화하시오.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4107955-0D97-484B-8258-520CB981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008AAA-3AE3-44DD-A842-0D8CEA17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A4FB6-8579-4046-9406-EA28642B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A24AFC-02D2-48F9-AF9B-AAE596F3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C1C861-85C0-442C-8E0E-B8386C82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CA8358-6AAF-422C-A50D-6EA05C3B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C42C95-519C-496E-B6F8-ACABF081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F9FE8D-ED81-4BD6-9C74-01A333E1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BFA0A-C15A-4F76-A21B-B0F5EC8C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389C2C-E5D1-4807-B7FD-4FF1D8CD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EEB73B-924E-48D7-B0EB-C70DBFE4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BDA5177-BC14-4588-B6E7-B60478DA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영상의 행이 01,10이다. 혼합 영역은 괄호로 감싸고 좌상·우상·좌하·우하 순으로 부호화하시오.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CAD2AD-08AE-441C-93BA-51F9016D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1722EFE-7752-4862-83D3-08727D67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(0110)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A796FE6-A7C0-483A-BAF6-ACF51A34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D5945-2053-444C-B36C-4D7AD5A0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ADC6834-EF67-40BD-A2FB-40C35ECC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네 칸이 각각 0,1,1,0이므로 그 순서로 적는다.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9BEB1E-B9A8-4A10-B99D-75B9EF87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8DF4FC-E60D-49B7-AA71-590DCF0C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0A4ED85-E245-42CD-B7B6-7DF27083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3D163D-0213-4A07-A3C1-70C0C526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2FE74-9918-4C35-A447-A6931785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D93EDA-1C92-4FA5-92E9-AB42DBE1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F84A9F-7DAD-4D6C-95B3-E97E957E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F46FA86-EE10-42AF-9CC5-D6DA5750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4×4 영상의 네 행이 0011,0011,1100,1100이다. 균일하면 색 하나, 혼합이면 (좌상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우상 좌하 우하) 순으로 부호화한 결과는?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EC874B4-41A5-4F1D-871B-7856A783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D59EB-6F7E-4BEE-B4D4-F2CFECA1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41F92-CBA5-491D-9E2A-66ABC025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3C0F0-9AF5-4475-9B90-8423BF2B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E08FF6D-9448-49CD-A65E-9EC22845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118EFE-93A3-4A71-8C31-BC8C5FD9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243E15-19B9-4A37-9D3D-CC541183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2406E-44E9-4B81-94FF-AA79C06A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90A72-D1BB-4F0B-A478-8F5EAE3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C261565-64A4-4522-903B-25E6186F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59C87C-8CC4-4D4D-BF3C-6340F40A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9E93092-FA61-4510-8685-98D8D71A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4×4 영상의 네 행이 0011,0011,1100,1100이다. 균일하면 색 하나, 혼합이면 (좌상 우상 좌하 우하)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순으로 부호화한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BB7D0-DB66-4E09-8470-CB624486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8F91E3F-26E0-4391-8B91-1D7C0F59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(0110)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DEAA3CB-330C-4C25-B36C-95CD62AE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AC5D5-5320-4781-B359-E47151D5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681968DF-4458-40B0-8144-55FE7846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네 사분면이 각각 한 색이므로 각 사분면을 한 기호로 기록한다.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90C356-09F2-4EF9-96BB-5E9085AE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100287B-5DAE-4D48-B59E-2A699274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C072E3-7095-498E-8BD6-8202B0FA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C67B3-1F3A-41BF-98D2-38506B35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FFD6A-74A5-4DA5-8632-69A4C50F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CA03193-1661-430E-AF7C-43989708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A4B782-8C71-4E68-A5E4-58C444C6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FEF9F4-EDD3-4097-8BC0-7BD1C8F9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4×4 영상 전체가 1이다. 쿼드트리 부호와 리프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2F1C999-A835-47D5-A564-4B7C2545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09C8F-EB6C-438B-B004-5D3726D3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43F9FD-7A99-4F51-BDF8-98E5DD79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86965-C946-4CC8-95F2-D4E8EB9C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465D58-CFD4-4E5C-B2F3-5C9E1DA3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4CF39C-C4F1-4AF8-90BD-98BF4A8B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1C7628E-3DB4-40E4-AE97-53EB794A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BC1D5-60D9-4B20-B699-0488700F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55E35-1CAC-4E48-9CCF-94E7D57F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195D34-BE0A-40DC-A4DD-0E9A352A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BD7683-ED37-4851-8F05-C0EE9445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6442A3-5FDD-4C83-A78A-310265A9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4×4 영상 전체가 1이다. 쿼드트리 부호와 리프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E7817-FA64-476B-8BAD-40892F13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92368F4-1693-4831-B591-47A2A4EC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 1개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849A064-7431-45C8-9121-12B208C2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F2DAFA-A54C-4055-BAB9-1D55B340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7BD57D-D1A9-452F-9FEB-D9A762CB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루트에서 균일하므로 자식을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E2B76B6-9272-45CE-A119-99387FEB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F796AF6-25FB-4166-8F30-6BC1DF0C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3187B2-5CFF-4207-A392-DD891B62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A4B6A-91BE-4BE4-940D-23AD983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D0281-8D6F-4598-BCB7-2F1125BC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7A78E96-ABFE-438D-A113-A7FC5297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1DD4E6B-A8A8-4B96-A53F-9BF1DBA3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FAB43D-84D9-45F1-A116-35AE67A3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영상의 각 칸까지 모두 분할했다. 내부 노드 수와 리프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1274448-F98F-4DC8-8679-57942F42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3333A-46B3-4D86-9D07-7A812E11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8899B-05CC-4169-BED6-C4C70050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43A81-47C9-4064-80F6-A04A3E48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5A5A7FA-3517-4A1C-A7AE-E13F7011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F439FA-D2B9-48FB-8630-15D7A5B3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EF1271-0948-4DFE-9989-F5C46269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33A5AD-4D02-4F0F-9F40-51B7086D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71FFDF-B1A1-4E50-9F88-442FA10C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77118D-0FB9-459C-88C4-1D87BB0B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EB56FA-2A08-4300-BF56-824263DF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5FCBB5-351A-403D-B381-9F580AE8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영상의 각 칸까지 모두 분할했다. 내부 노드 수와 리프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C56DE-317A-4BFB-B3A6-B93D3F59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1483726-06BD-4B86-A5AB-97A0FDD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1개,4개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FDCA9F7-67C4-4BC3-9235-46E60034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18D09-C663-4109-9AAD-CC49351C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DEDE1CD-D7E4-476A-8533-3F23C169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혼합 루트 하나와 네 단위 칸 리프가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4A71B4-0B68-4ED7-AC3D-C7C4C7AB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20969E-FB28-4BD0-AA9A-89593E9F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1FD56D-8AAE-48B4-8BDB-D18F2572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E4716-5818-4936-AF2A-82C7EA5F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C6885-1847-476B-802A-3469F0C9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718309-931D-4D10-B72B-0F1BBBEC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AB62D36-D62C-481E-A1EA-C27E377D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5A4CF0A-58D4-49C6-8AEB-0FF395D8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변 8인 영상을 끝까지 쿼드트리로 분할한다. 루트 깊이를 0이라 할 때 리프 깊이와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리프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F1AEF6D-8674-499D-AD0F-427F4BF0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82533-5267-4247-AA83-953EC614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BCD0A-6529-4B75-AB6D-1E308280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1F1E2-2AE2-4FD6-B4C8-E02B2AE5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348747-6475-4AB5-92BC-C6C0F756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43E2F9F-8AE6-4796-8213-F6A3C038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4AD5E7B-D35B-4554-9E41-676EC535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C416D-CD05-4493-A523-320FC474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52051-E46F-4A6D-998F-D1D63BD4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87245DA-4C7D-4B33-87E8-9C95BE2E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08D249B-3797-4727-8BE2-1083803F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EB3A2A7-0F24-4813-898F-F540AD56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변 8인 영상을 끝까지 쿼드트리로 분할한다. 루트 깊이를 0이라 할 때 리프 깊이와 리프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8B42B-8673-40D1-8225-6C6BAA5E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A0A5A6A-81C4-46C0-8779-CD71F88B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깊이 3,64개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444D575-497C-4F8C-B935-FD9E7D5F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0069F-B634-4B1F-8360-9CEB84D3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E825E4-399F-4948-B339-E6F21394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변 길이 8→4→2→1이며 마지막 칸은 8²개이다.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09C996-587A-4BD9-8837-A424FEFA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70A3D6-42CD-49FF-88F3-4E76F956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F5A371C-4E1F-49D4-93E3-4F7F0D42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D8005-C544-46F9-92E9-32FCD529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984326-7767-4EAC-9F14-02DE4E29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19B1FB-0458-4D22-9E3F-601E1DC9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082485-6F6C-494E-BC3B-B0D77F8F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98A3FB-AC2D-4652-8DAB-281103F5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T(n)=9T(n/3)+Θ(n)에서 a,b,기준 지수 log_b a를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B95210C-6D00-4710-955B-DD257B5A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A2537-9E88-4B39-B3AD-468820A0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46D889-7106-4E71-AE1C-5B3D14CD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A96E8-B9D9-4418-AF98-9A6F1E84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76C5C1-8837-45B8-8C36-8C1B1F1D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2DFC4A-11E9-44F9-BF85-92ECF9CB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F4D2869-D076-465A-8CEE-6909EC25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FD366-2F48-425A-8D07-42D602FD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9381A-B811-4DDD-9B46-8A4EBCEB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8ECA27-CE03-4BB6-B21A-CB768AA5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701261-CF70-4C3C-B5FB-4E042BCB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BA0ADF-2CC9-4016-9337-95F4821E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T(n)=9T(n/3)+Θ(n)에서 a,b,기준 지수 log_b a를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928E33-7024-44ED-B349-829123F7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D3168BD-2A11-4EA1-A7C0-0A7418F3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9,3,2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053ACAE-8B1C-4707-83B5-A28C5280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0C7C24-D3C5-4A1D-AEA7-9AAE08E3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6007B3-D144-4331-94CB-3E6BE870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문제 9개가 각각 n/3 크기이고 3²=9이다.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EA41E47-78EF-4CDF-9B6F-47EBF736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FA48D97-6499-421D-B6F2-39972064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881542-F455-4A35-83AF-BD417BD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B16E2-022D-47AB-85DF-6E1C395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E679BC-2CCA-40C7-9ED4-CBCBC371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41807C-D4F6-41FD-BD9E-600210C8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A6BA769-2308-4EA4-87C7-9FA69DD9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85C15A-1322-47FC-9578-BA60A77E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T(n)=8T(n/2)+Θ(n²)의 차수를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1E5DDCE-1169-4A47-8701-E399BB8E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DB38AA-DE78-437D-8BA2-8B100656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84691-8457-4B75-B9F1-8F147BF2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15D89-442E-41E3-917B-CAD9B34C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1CFDC6-4FFF-4776-A048-F99F6580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1F47C01-088F-46BA-937E-67887F9B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59E2BAB-3B93-4554-83A0-CBA03311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E2EBC-0939-422E-8EEB-4EC563A4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E4ACB-813E-497E-979E-9FA109AC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302EC2-539D-4CD8-95E5-679C71E3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47227D-7762-49F5-963E-6BD20A05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E8F3EC-31B0-47AD-A8DD-02A01FA2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T(n)=8T(n/2)+Θ(n²)의 차수를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F619A-97B9-48F9-BA84-A0F9A6E5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540AE0D-4644-4652-98CC-A6E38D26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CD3D4A-9A08-4BA7-AFCF-92525F23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211EB3-8A96-4BB2-8628-816CF749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21C687D-92DF-4B30-BC34-2BB2CEF1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3이 결합 지수 2보다 크므로 재귀 하위 층이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B708B2-05D9-4A8F-A176-191BF92C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DE3DB1-B016-473C-AA0A-FD8DEB0C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7722DD-3715-4C08-8301-ED21F8D8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915FF-2AE9-4064-A96B-7ADAE27E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E4A24C-2BA3-47F4-8BCA-3315F223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09BD747-855E-4157-AD54-2FD8E2DE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33CE84-BA65-4FA0-956D-CBBFA6CC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132B84F-3ACA-421B-A00B-9562FE08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T(n)=4T(n/2)+Θ(n²)의 차수를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3792137-4963-4652-81E6-B5079B65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955271-D1AF-4436-B271-4467D4F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729360-CEE0-49FD-A472-AB8F4F81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6454B-542D-4BED-80C5-FEF3BC14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2E0615-CF34-4421-911D-9D2C6A8F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6D8EEA-945F-4482-B91F-E5389862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4E2814-5576-4F35-8CB1-E23BFDE8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B50D4-F1CA-4AF5-AED0-BC1A6F41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978EF-1E3F-403B-B9CA-0FD97B7B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E042BB-DE42-43C2-8DC6-206E4B58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847020-344B-4D0C-AC9B-81071060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5BEDEFD-39E5-43E3-AD19-69368369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T(n)=4T(n/2)+Θ(n²)의 차수를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BE1D6-8453-4D4F-AAD5-65E722CC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EF747E0-5D3A-4E71-8384-B7A2C9E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8700FDF-9465-4D17-9F26-FD441DE8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A55F87-9AA4-464A-BA40-93DA3472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5BCE068-FF46-4188-9FA4-F0B76F2B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층 비용이 Θ(n²)이고 층 수가 Θ(log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369773-A3B2-4BE0-B702-15D2801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07AAE2A-701E-4B49-98E6-911B6036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0E8DFE2-5439-4613-8AFA-3F2229CD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F45CB-8869-4682-9355-8F9D7E80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7FE41-A3F2-451A-B760-CEACB60C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719A36-EFC5-4EDF-BA43-B416919A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2F87B2-5FE2-43F6-AA93-959FFB2E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C3381C-A233-43D6-AC5D-AF2A20AA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 log n)의 차수를 층별 합으로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9878798-F020-455E-B5D4-F5E373C6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4E868B-F3D6-418F-B020-9AF0FF4D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DA7E0-98D6-4BF1-8021-D2FB78D4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2ABF3-4EA1-42BE-B96D-C74F324E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A60BA2-D18B-4BDA-887C-0EB13B53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C7A7274-B66A-49EA-B1B2-0DBFCB74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BF5B1D-26A2-409A-B45B-60EE0D94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3ADC8-CECE-4883-828F-D6A942D8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989A7-0507-402A-B743-064A69D9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06E9221-3674-4F6B-B80A-8DF52ADA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E2FB6F-6689-47DE-B34D-B87BB0FB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E5186F-DD87-43B7-BF84-3672A1BB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T(n)=2T(n/2)+Θ(n log n)의 차수를 층별 합으로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2438B5-D1E4-4FC2-BEE6-949E4237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8D366E5-FD1B-4EBD-965D-4B0842D2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 log²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A6BB9C-94DF-45B6-B518-F2637179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15B8D9-D24A-45F0-A9EF-782A7319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B344AE4-3CFF-4128-B656-439377CB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층 비용은 n log n,n(log n−1),…이고 로그 길이 등차수열을 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248D69-970D-43B2-8A4F-22BA7DF2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BD3547A-4597-4C81-91D2-8977BB97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437670-81ED-4AAD-9BF7-4103DABF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32C72-2264-4E91-BA2B-C43C4BAD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9D4EC-0DE2-497E-BBBC-67C825BA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BEC777-BE14-401F-810C-FCBBA93C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A1F79C-96A1-414F-8A86-B31A03A3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451DD6-F548-4417-AE88-EE582BD5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12×34를 B=10으로 카라추바 계산한다.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M1=x₁y₁,M2=x₀y₀,M3=(x₁+x₀)(y₁+y₀)를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2DD27E-E87C-41DE-8D6E-27D85B27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E6EAC-00D3-4E42-8F44-A2F753C7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31E75-5AF8-4FE6-AA97-7F41A75C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3DA6E-3CA2-4994-B9D7-74BED602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913941-CD81-4EFA-A953-290496E6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67DEF5-B8AC-4C9B-AC79-DFB3F9CD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9577C1-31E8-4A64-95E3-599BA12F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516D11-EE54-4B3F-96C3-22622625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4FBCE-B15A-404F-8E16-73CDCF00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558BEDE-56A3-4F29-91F5-8E68415B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325BDA-FE53-463D-B4A7-2FCF1767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D368850-3BA9-4EAA-8C95-248C0BAA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12×34를 B=10으로 카라추바 계산한다. M1=x₁y₁,M2=x₀y₀,M3=(x₁+x₀)(y₁+y₀)를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9E998-EC52-4CE7-ABA5-D58D67B4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EE0DDED-8180-4D27-A051-C0EB493E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M1=3,M2=8,M3=21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F106F2-38AE-4D4D-BD73-3AC6D54F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99C785-6997-4637-A628-89C6CA70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B65D04A-8CA7-4497-B617-4E271249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x₁=1,x₀=2,y₁=3,y₀=4이다. 합의 곱은 3×7=21이다.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568FEF-25A7-4C53-B6A9-F9684B02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B096C1-9F42-4089-BA31-1BC5D8A0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317767-CB8C-43CF-813A-EBBD0928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A32CF-F6A7-4959-BCD9-98B2E344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FEF6A7-3CC5-4B9A-950F-266A699D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0940C5-7AFC-4043-9408-94EFFA69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002D96E-4920-423B-B99A-D89456A4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488488C-CD6A-427A-BD60-07D5BEF1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12×34를 B=10의 카라추바로 계산한다. 고위 곱 3, 저위 곱 8, 두 부분 합의 곱 21이다.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교차항과 최종 곱을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D11425E-A4C8-4752-AE66-61804F5A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68660-75D2-43B3-AC2C-44E5BB4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D4DEA-9045-46C8-B4FF-48854490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D98733-0A76-4E4B-AD11-C4B716B5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7554B22-DFF2-4238-B87C-2F49DFD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E5E9EE-9F91-43F0-891D-05726DFC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C77F13-89D1-4991-B583-5E1448CC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01397-D18E-4874-B49A-98788B5D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84DAE-8B4A-48BC-8F31-A6C97B25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878A17-233F-45EA-9533-2B5467C1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756F4F6-5412-4E4C-8A2F-5A84528B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C52414-C267-417F-99E6-9F6133DB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12×34를 B=10의 카라추바로 계산한다. 고위 곱 3, 저위 곱 8, 두 부분 합의 곱 21이다. 교차항과 최종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곱을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5AA0A-CA21-4D46-9B63-E963EBF1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272CE74-BD1F-4059-BCED-92F35887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10,408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6A4C9A7-5989-4EF9-BB9D-B4CF8C52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097BA1-197A-429B-8FD0-C56CE6EB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CCA1870-415D-4851-975A-025DC270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교차항 21−3−8=10, 결과 3×100+10×10+8=408이다.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F231710-1F63-4947-A010-0CDD5495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E82E86-E0C0-4CD6-B56A-5CEFE444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80AAD4-CEDA-49B5-920F-0F406187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50970-674D-4676-906E-F902A382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5C71B-4492-49E4-93F1-A5B01496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B8B939-DD4D-4EC0-914B-6C1E4BAE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EA470F-E755-4375-80AC-B8709F59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5EF2E4-CD09-4C57-9DC7-091D024A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12345를 m=2자리로 나눈다. 높은 부분과 낮은 부분을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A62C198-8C40-4E9B-9835-CDED0FFD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47424D-875D-47A2-A96E-6E219C76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2F16A9-8C35-4042-B1F5-A0C9F187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FBDE7-51F5-4111-A4B2-1D9593E5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661E30-AA30-496F-ABF6-0B1C5719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8F39C6-6270-487F-88F2-C37AC3D3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2FEF3A-2456-4141-B1BB-F276A4B6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761C9-DA8F-49A6-9530-3098E862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153B9-47BC-4831-812B-CE9A7118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4BA4EA-2285-4397-82B3-6E0D8314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96EE80-2EFA-4C9C-97B6-784F1D6D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6C3505-BF82-48AD-9AFB-A99456D2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12345를 m=2자리로 나눈다. 높은 부분과 낮은 부분을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D00F3-EAA8-453D-B511-2DEF3B46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11D2F86-D709-4C6E-93BC-370890FB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123,45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5E36CD9-05BD-4809-9F06-D51F4368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2F46D-8DE6-43F3-A19F-29D61892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1DCD52-41F8-4D7A-A270-538B8A9B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12345=123×100+45이다. 두 부분 길이가 꼭 같을 필요는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DCA38A-1A7C-4FB1-831E-2B7EE364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3AA3A57-D9F6-463B-9EF0-06F1847E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F997560-2E2A-490E-B4CA-6B8B104B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93C2B-C308-401A-BAA5-AF4FE993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79CCD-E45A-4FA0-A43E-0EFBA4CB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ED99D3-9409-4655-8C29-DD30A920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6F8E028-3A09-4AFF-9FFA-17F07C48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E59114-4E15-471E-AB7C-53677F6E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A=[[1,2],[3,4]], B=[[2,0],[1,2]]의 곱을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9345D21-8AAD-4B79-B600-66C60C8A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3572F-CCB0-474A-B38D-A09742A3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95C2D-050D-419C-B6B7-62CF032E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3EC058-F52F-42C2-9EE8-8D6AB8D8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201381-EB53-40FC-8754-368FD3B4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1828FB-0887-4C2A-8590-84DBCAA2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DCCAA7-E574-4F68-80CC-352C71E1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68268-2292-40A7-80A2-341B8B07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4CE7A-7BF0-480A-BA79-A74AF28D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95A7F9-19A9-4F83-9885-7AED2915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1B8F88-738B-4BBB-8C5B-B5EBCCBF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1AE90E-5A4A-44BC-B6B5-BBC14DC9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A=[[1,2],[3,4]], B=[[2,0],[1,2]]의 곱을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07534-D92E-49F9-BCB7-B58CF360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F872898-2946-4751-9851-896EBE32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[[4,4],[10,8]]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50E9B84-B983-4289-89F7-1609DAB2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E5E03C-E6EE-4D9F-928C-88BF3F56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D637CA2-9268-46F3-9660-03B085E0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결과 칸은 A의 행과 B의 열의 내적이다.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BF110C-32BC-47CD-906C-C9EA6265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BB3330-DC82-426A-A33D-92E0CED1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4F7237-96BD-48FC-A81C-5A4B39D3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2DA5B-C3FA-4AFB-A4D7-045C769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E0F6D-8096-4979-8A02-8F8ED6FC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44C039-D490-4814-B132-9CBBDB13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FF51B4-319B-4124-BE75-EA02896A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C9CCC8-CF1B-4CA5-A5E4-19CD467E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행렬 두 개를 표준 방식과 슈트라센 한 단계로 곱한다. 각각의 스칼라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E1942A-6C7D-4F69-8411-28F8170D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1FD857-281D-41CC-81E3-5544E7D0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B355B-9CA2-4F36-8E0D-03814D2F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2F2E1-AFE2-46AF-8A35-4FF3868E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0935C75-7E07-47D4-8BAC-304EFB02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1CAF6E-59DD-4040-A09C-354C415F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4B03769-1258-4402-912C-BA30C898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036786-4186-4089-A369-EA5FC80D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82F3B-BA09-4632-BF40-F40DDF81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7FC17B-CDC2-4AB0-BC74-9836D14D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DBB348-296C-48FC-9175-3850522D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A0078E-8075-44C8-A764-88491E38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행렬 두 개를 표준 방식과 슈트라센 한 단계로 곱한다. 각각의 스칼라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8540A-307A-49BE-8D9F-41E67D8C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18755D9-2684-41E0-BE11-4DD5824E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8회,7회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B8613EC-E367-489C-8EB8-8128ABA7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A5C21D-B356-4BCB-8709-92D53A48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8EA543E-BE04-4B3B-AF2A-6343E2BA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표준은 결과 4칸에 곱셈 2회씩, 슈트라센은 7개 중간 곱을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8EF0EA-A16A-4E20-87D6-F5CA430F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F30382-0058-4A31-82D1-9FA404C4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E82800-FEF4-4BCD-B317-27279C33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A3E6E4-0831-4BE0-BFD2-6F28EF74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FC589-D1CB-42AF-827A-03EF0357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E3594B0-1C80-4316-B0B0-34344D9F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0EC925-B2EF-4643-BB0D-675D1EEC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36F908-FD77-4209-B20D-119F5E77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변 8의 행렬을 스칼라까지 슈트라센으로 재귀 처리한다. 곱셈 리프 개수는?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7CB4C3B-4B0E-47FB-AA88-F7FA8B1A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FF4AC3-AB67-4FE8-8F7E-861C0354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E2E483-D320-4BFC-A972-62197E4A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AAF5A-D401-4D95-A4CD-B232A01E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8C7BEF8-5F55-45CA-A2CD-C00BC1F2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D8D311-37CD-4B47-8EB0-850B83DF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548176-5044-4CE5-AF9F-31FB996E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B1B84-3BE1-49E9-BAEF-095457F2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C43E0-A552-442C-A88D-2F5E875B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7D29CE-AA63-4F85-92AE-1E356EE4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114AF6D-69FD-4BAE-8C3C-072D6367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C1D3B3-E913-4F34-A0BD-4E0FBC0D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변 8의 행렬을 스칼라까지 슈트라센으로 재귀 처리한다. 곱셈 리프 개수는?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1A067-77D9-4E6C-AE68-67415C7D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E51D0CB-A783-4B0D-ACD2-7E908DFF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343개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ED0642A-17D9-4D66-B3E2-34285E07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558815-BF43-411B-BFFF-2DF82F10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635A7F-3DAD-486D-AD6D-A7128BEA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깊이가 3이고 각 내부 노드에 7개 곱셈 자식이 있어 7³=343이다.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028569-5FF9-4664-B1F0-E1C44D1A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0829432-6756-4196-A7F0-0A8239BB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932D058-221E-4BD5-8075-5A455B0D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44444-090E-4621-9D57-69770A3D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7CEE4-167D-4179-BF95-33ED98D7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F119B5A-C3E9-4E3F-8A56-7F80D6E5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793F8F-489D-4A60-B9F1-1222930A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9A160F-C9D4-4C70-898D-B1C9FE3F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표준 병합에서 두 현재 원소 중 작은 것을 먼저 출력해도 되는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8EADFEF-59BC-42A1-84A3-9FB74868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731074-BCDC-4371-8824-ED3E141A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F2FF81-ABB1-4714-B7A8-36E1DDCA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044A3-1541-40F8-98A4-B65DC5DD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35B8D5E-0FD6-4DB4-A456-BC27844E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572C52-F089-4F9D-80D9-17C4EE46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F36315-9176-408D-AA1C-F39F21DE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85AD57-0478-49C9-80CD-2E30CC65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288C4-2AD7-4BBA-8118-02891931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78BB1A-78AF-40CF-8234-ACE1F598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3692A9-5B7C-4861-97F0-7407A89F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787F4E-FE7B-40C8-A45E-99F7AC26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 병합에서 두 현재 원소 중 작은 것을 먼저 출력해도 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2E13B-8A84-4F3C-8C21-E08D7642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2316B56-487C-479F-874E-E38C2EEA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입력이 정렬되어 있어 현재 원소가 그 입력의 남은 최솟값이다.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8E618EB-DBC1-455A-8E30-A1529540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4D85F9-E3CA-4C35-A626-3A356EDA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C6FFD06-2265-4AC4-A293-91887611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최솟값 중 작은 값은 전체 남은 원소의 최솟값이다. 이를 반복하면 정렬 결과가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3D6CBB-C19D-4E4F-8D16-7375BE54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13B400-E342-45B2-81A3-1BCCD3B1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DFC0C8E-6FD4-4DD6-8C34-F65DFAF5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CB6FA-35A4-4E2C-AF4B-8D4170BE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A8FFE-5E00-4C1A-8C19-CF071972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E4024B7-E39A-4214-B238-880694DB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89F2F1-56D5-4A1A-8FD9-8A040D20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AF92B4B-1E29-4B90-8C6C-12CFA5F4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병합의 동등 키에서 오른쪽을 우선하면 안정성이 깨지는 최소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15EB33-107E-4021-B517-9FFD7279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5461BF-DF85-4598-8BB3-5FEC083E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24D521-618F-4B95-96E8-E38D0C2A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70C89B-EC8B-4F80-9BF1-CEC40AA7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D7FA371-4793-4BED-9045-78665B8A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63D0629-0BDC-4A9B-BA41-9774E9F9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E3A0F-EE83-45C9-89DD-4E57551C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E09D4-66AD-4328-849D-5EA2D02B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35AD2-6D00-4F88-AD84-51E3EAB1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67D946-5BEB-4338-B648-24D47DDB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CFB469C-5C08-4E6B-90DB-177E09A4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3175CF3-F580-4640-AF42-E60AFF93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병합의 동등 키에서 오른쪽을 우선하면 안정성이 깨지는 최소 반례를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79C3E3-28C8-4EEF-A173-FD4C7876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0805A99-B882-4F71-A02F-EB4C5290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[2A], 오른쪽 [2B]이면 결과가 [2B,2A]가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7258399-7A15-49E5-B55B-5E6862E3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E5F7E-61E0-4A5B-8E11-17851E3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1D5C746-BD13-44FB-9DB5-37B1EACE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원래 앞에 있던 A가 뒤로 이동했다. 왼쪽을 우선하면 같은 키의 상대 순서가 유지된다.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CFC4CE-3935-4FC8-94E3-AD4C7D12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A6EA7F-BAD2-46BF-9922-A0975DED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E3FD62E-4E30-4FB7-A87D-48D6CBF2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A3777-87F1-4B03-977E-BF183A7D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47123-FE8A-428C-A24A-8385A2CF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E1BB89B-ADAD-4309-907C-65190700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E5CF0FD-A77B-487B-ABDE-7B577657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469984E-9855-494A-9E6B-40A99AB9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합병 정렬에서 반열린 구간 [lo,hi)를 쓰는 장점과 기저 조건을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DCC6347-3BCD-4C7D-8693-F4F340B2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E08CC-A5A8-4532-9E16-9E957D98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E2FE2D-100F-41B6-841E-D23BDEC3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7722B-1C52-47F3-83BE-54DEA1BE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A271A5-226C-4014-B273-5FA0D4A2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61810C-B323-41DD-840F-A09744FC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BBEC944-7871-4FA1-B113-E9832E4C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44D6E-199D-4AE9-A479-45F27C6E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513F8-6653-4BC3-8D35-223BC135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C5D8AE9-474A-4DC3-8DA3-0CD75409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9CE3239-7E2B-4743-B612-94B1AB88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240DB2-1263-4408-8AC4-EB96E93E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합병 정렬에서 반열린 구간 [lo,hi)를 쓰는 장점과 기저 조건을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E54EB-E664-44FC-8381-96B0DA94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FDB1A55-BD8A-4788-BA5F-3E4C649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길이가 hi−lo이고 hi−lo≤1이면 종료한다. 분할은 [lo,mid),[mid,hi)이다.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794292-26D7-4934-B573-FE610752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BBFFB-0D61-4574-8C48-27B84925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54E2B75-E948-4467-B8F2-3AB054AC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원소가 중복되거나 빠지지 않고 빈 구간도 길이 0으로 표현된다.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49024E-B6DC-4B14-B2C5-2F145029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123544-3636-48AE-8954-88A4CA89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F2BCECC-B4D7-4634-8360-3C4B899E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06630-BB2C-4DD6-BA8D-B795CF5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29681-DC42-4A52-878E-74F3768B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1E9B60-819F-4E0C-8BFA-FF17B904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8386F7-2086-473C-9007-618C712B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31C73A-4383-4AE6-9B87-DB36E143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연속합을 왼쪽 정답과 오른쪽 정답만 비교하면 틀리는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B13BA3E-EEE8-4E9E-981B-8FAC8AC9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60BBE-DACE-4FDD-86D8-C25F782A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32B1D8-9BE8-49A9-9D6B-6F6FBA5A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8CE42-7FC2-4DD4-A409-6912E17C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E7D5C4-57D1-4503-8E65-EF6689AA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09265B3-377E-47B7-87B0-680C8E9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0892BA-BC4A-42FF-8591-72F2FA09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FC224-E110-40BD-B012-D07913B7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78C49-4AF4-41D3-AD82-25AE1562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56B4CD-E236-483E-9804-46CC1F19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4006310-653A-4771-96D6-AC90BAC2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7A84F5-D130-452A-87A6-8B736B3B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연속합을 왼쪽 정답과 오른쪽 정답만 비교하면 틀리는 반례를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015B0-3B0B-4C2D-8D6F-0DB1DF9C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02CFF26-DC7A-4487-B859-5005463F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[2,3]을 둘로 나누면 각 답은 2,3이나 전체 답은 5이다.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EFA8A7E-4587-4279-A27D-F697E3D7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8EB65D-8C09-41A3-ADC5-69D1FAB9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6A139B2-1761-409B-839A-CE0EC539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구간을 빼먹었다. 왼쪽 최대 접미와 오른쪽 최대 접두를 더한 후보가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F93254-39FE-417B-8684-D3586C58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82D8CD-A243-4677-98AA-E6AD92CC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6C903A-F5B3-4FB9-8F88-0B17A35F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F54C6-E66E-4B84-8A9F-8A3FAD99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C9536-E12E-49DC-9E97-40530DFC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C943A5-8407-4B17-96B1-02829A3C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56EAA8-A342-4093-B0EB-5F57D3B0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9B3D67C-E2FB-4EA4-8C52-E26833C2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최대 연속합에서 최댓값을 0으로 초기화하는 코드의 반례와 수정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원칙을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81228BA-F89F-444F-B620-CD6B69BC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5F5B9E-2E33-4C2A-897E-454B2C22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A52225-8BE8-4ED7-A0EF-99D829A2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9BFC2-6053-4A53-B212-8CEE7F44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578DEC3-8D4E-4582-BE84-02FB6689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6E2446-4605-4578-905E-5F6CF733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0EDB8F-B2B4-47C5-9706-27F19D4E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FF08B7-7446-4B59-949E-44C538B2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DF1DB-E86A-4516-AED5-F0DE46D7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A7C932-7D82-404B-B250-D42EAB07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235BC5-3D4C-4CD0-8D61-FB4C2CCF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6D85C47-D9AE-4415-B54C-B3214066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비어 있지 않은 최대 연속합에서 최댓값을 0으로 초기화하는 코드의 반례와 수정 원칙을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98B81-47EC-4354-A90F-A059A36B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D0FA8BB-8956-460F-BD4F-137F9E74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[−5,−2]에서 잘못된 0이 남는다. 첫 유효 합이나 음의 무한대로 초기화한다.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DD1841D-6B99-48E2-9113-5EF47AA0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E4F4F6-1BCE-4773-8749-BF614EA1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BD0FAAF-C300-418E-B606-4FD7FABD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구간을 허용하지 않는 계약을 초기값과 기저 사례에도 반영해야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1A02D00-8102-4FDE-8949-B6A82EE6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2856F7-72BA-4BD1-9DA7-83946093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C22117-4BF7-415F-92DB-62D46F87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7EB4A-C34E-4451-8E51-98A86D53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94375-540F-4F15-A381-C879908F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B9A977-0044-4AFE-BC29-5EAF6C93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331331-ED1C-4DA3-9199-D63BE0D9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C06A21F-5357-4E8E-9051-EA758CF3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교차합이 왼쪽 접미와 오른쪽 접두의 합인 이유를 연속성으로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8BAFE40-AB92-4F2A-860C-DBDD29D0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E0CB4A-4E99-40BB-BAA5-F5CB8D91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CB0CB4-2CA3-4B29-A1E4-D45F2E84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EB60A5-758D-4434-8B88-8DD9A87C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D4465D-6C20-4879-A888-3DE8D205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B8DDB7-31BA-440C-9932-0FFA5A7A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3226DC-359E-4AFC-B547-72AACB81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90E5C-ACF9-4F23-B66B-818E90A2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C1696-C3E7-43DE-B8C7-53680C67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EC54ABE-35B7-45DC-9885-C0FCF699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8AF27-D244-4E75-8E0A-5D735474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88DDB4F-595A-460F-BD3F-A12B2C96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교차합이 왼쪽 접미와 오른쪽 접두의 합인 이유를 연속성으로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BA2CF-E7DC-4670-85D7-A0B3DA1D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8E7DAC8-1515-4234-92A5-065955E3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경계를 지나는 연속 구간은 반드시 mid와 mid+1을 포함한다.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6B5622E-EF4C-4987-A7C2-2FEAF0ED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0D2322-3EDA-4EFF-873E-5966A475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B35AE6-F05C-49D0-9DA6-1051D1F2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따라서 왼쪽 선택은 mid에서 끝나고 오른쪽 선택은 mid+1에서 시작한다. 두 쪽을 각각 최대화해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6C3767-311C-4915-86A5-8BFF78EF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CD9C00-37DA-4B75-B95F-A94B45E0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9DB2310-E23B-401B-B6B9-5DB773DC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A0EE9-550A-4DDE-BA2B-6F1FEC00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8ABD1-47A4-43B7-ADC2-FED165F7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E9B463-FCDD-4045-B78C-8AA35A00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51950E-7753-4217-8207-AAAA7E51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8B44906-EF31-4B68-AABB-943BD687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교차 후보 띠의 전체 점 수가 상수라는 주장이 틀리는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B3C4DA5-8EE0-4638-8D05-8C30B2A0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6F6BE-E54C-42E8-8E55-3F7EBA39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8E06C-FB87-4AC3-A51B-0440A83D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FCEE8-6C37-401D-9EA3-07380F6F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99DE69-9FED-47E3-AA5C-E347D3D8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293409-3A6A-4733-90A4-FAC27DA8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95FE39-5423-406A-BAA7-6CB69D70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5E606-1C57-4871-A038-F1439F6D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81273-5835-4D17-9D60-F159DFF2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68BCC9-00FE-494D-A5C3-992D8076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E7CF75-81A3-45C1-8B9F-DCD39649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6D508D-07C3-4093-8E3F-DADA962B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교차 후보 띠의 전체 점 수가 상수라는 주장이 틀리는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7AAD1C-EE14-41C4-86D3-14C5E393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13F05D-8767-4FEE-B26A-DBA08671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분할선 주변에 세로로 길게 많은 점이 있을 수 있어 띠에는 Θ(n)개가 들어갈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FBF34BB-6C42-4550-BF40-C38FA62B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F3A19-DEFF-4384-B88E-A95728A3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E818E57-85F8-42F0-97A2-DC6A88F3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상수는 각 점에 대해 검사해야 하는 인접 후보 수이다. 띠 전체가 7개 이하라는 뜻이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DC8A14-FEC9-45F1-97C2-C83AA75D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12E8DB-A07B-41D4-B509-A1319CEF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675E88-2DD7-4DC8-9065-CCECC7E6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133A92-1E6E-4C97-8B3F-2F2ECBCD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16759-FD07-44C9-9494-BF2561BF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E278718-64C8-4866-A6A9-EEF6C631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1A0C16-FD51-4DD1-8B8A-FFB66FC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6D9BC7-5A10-4988-ADB8-9EAEB177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모든 재귀 호출마다 y 정렬을 다시 하면 O(n log n) 분석이 깨지는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EC51B40-5871-4AD6-AC93-32065B10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604C8A-3A54-4847-B22E-B1157A3F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68ED0-78AD-41F3-9816-5C2DBA61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523BE7-D745-40F1-BF7B-A6915E06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6178C-8609-4F35-B150-AC8B7649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FB5BA0F-6551-4864-B8FA-8370F3A9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4A4A81F-ABB8-4C12-9720-F15077E4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243F5-1E41-4730-8D64-59B3CC36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94F2DA-2491-47F9-B3B9-A386F91D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6D3D72-5B29-4FBB-800D-BF6506F2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82B920-A471-49B8-A28B-303367CD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1B5C02-1A41-46A0-88F8-7E7FBA87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모든 재귀 호출마다 y 정렬을 다시 하면 O(n log n) 분석이 깨지는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F105B4-DB1D-4DB0-900F-1588E37A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D214567-A2B3-4366-9FD5-98B39CC0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결합 비용이 O(n)이 아니라 O(n log n)이 되어 전체 O(n log² n)이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B0C5C36-7CB9-43AD-9077-7BCCDE03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720A4-7CB2-40E4-86A0-208124D4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B6953EB-0193-4028-AD38-FE23427C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y 순서를 분할·병합으로 재사용해야 층별 선형 비용을 얻는다.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72E95E-A8AA-4AA5-8477-570751A3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78A42C-DA76-4C2F-AA28-E42ADDB3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D2BCF6-1ED9-4FE3-A016-EFE95A96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A12B7-FB6E-4034-9493-B63F3EA5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8623F-D576-4ACE-BD1C-8E3423B1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8CF47F-A6D1-4BD3-8479-B9F46169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811D17-4A12-4F72-A011-9E2739D0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921E71-2A28-45DB-9B00-8C53E6A7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좌표가 같은 두 입력 점을 집합으로 중복 제거하면 생길 수 있는 문제는?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599F5CE-65F6-4D3E-940E-2B96DDC1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3966F-44C6-4A78-9742-E0CBF8B5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D513C-4C17-40A4-894B-76BE88E0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1DDD8-A021-4C7A-A8C4-0F8CE8C5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A5836F-E183-4A97-8AA9-C708603A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E10D80-3409-4993-8530-F6A22B3D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1BB1D6-5297-4788-B5DD-82677534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CC06B-09D2-4805-9527-C175A065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1F9AA-AAD2-455D-B4A2-E8C47823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2A3B1F5-C442-4303-A79B-BB3FD129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442952-DAD1-4947-841F-2801D435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D6BA1B-6DCE-40F4-ADC0-1AE88388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좌표가 같은 두 입력 점을 집합으로 중복 제거하면 생길 수 있는 문제는?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1FF68E-133D-4457-ADC6-795D6AAA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E18EE91-CAB2-49F0-AC1B-32960203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서로 다른 항목의 거리 0인 최적 쌍을 삭제할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04E3872-E621-4823-92D4-85417014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6E7039-0EDF-4FB5-B5CE-CA1C404A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D20A969-6413-401C-B7C9-234F4174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문제의 점은 입력 인덱스로 구분한다. 중복 좌표를 허용하는 계약이면 그대로 처리하거나 즉시 0을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62FC858-9628-4EE7-8E6F-33EF257A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8AF96C7-D8A2-4360-9086-C01933A3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4C473E-C19C-49BB-BB86-C7703E45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54141-2D8B-400F-9AD4-06F09AB2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FE5392-5160-4A70-9030-02166FBB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5ED546-047F-4ACA-A058-F07491C9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D70E27-2A0F-4D04-8795-0C6422F5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6B596FC-2D52-45FB-BC9F-84A8068A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 부호화에서 균일 영역의 자식을 더 만들지 않아도 원본을 복원할 수 있는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DD8AA15-7633-4FD8-9E5F-06292284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9AC48E-7DE2-4100-BB7A-CCEC697F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38565C-3068-4EA3-AE93-C0335918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461B37-BE30-4D33-AFF0-DC554A11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1523862-D381-472C-AC0B-1291D9A1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AD6C1A-3E57-417D-BBF9-0BAE84D2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1DDBA9-1E46-4617-B9B4-6F479C4F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D3FA8-E30D-4216-B734-D124D411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354D2A-2103-4E0F-96B1-690B6E51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BE804C-5C90-4696-8B7C-F7F108FE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7A9778-7626-43A4-AC7B-33548461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B2A89C-2FC8-4541-AAD3-AFC05549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부호화에서 균일 영역의 자식을 더 만들지 않아도 원본을 복원할 수 있는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F1312-2BA3-4C0F-8846-D47D584A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59C1F67-432B-48FA-8357-BEEC1D44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영역의 위치와 크기를 알고 있으므로 색 하나로 모든 칸을 채울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8F677F3-157E-4B91-8EC8-64297425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68DD5B-E61C-4672-A57E-BE72919A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B7E8BC-C7F6-4C38-9814-29821FA3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혼합 영역만 정해진 순서의 네 자식을 읽는다. 리프의 색과 재귀 위치가 함께 정보를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CF18B8-95D5-4399-8BD9-AB754869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A965AED-225F-4120-9F5E-D9763E34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95D5D7-75FB-456A-BC0F-3A8F86A4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E548E-3257-4445-BC37-CCF14064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59143-4239-4BE9-9C23-574C6F1D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E427342-4B82-45F2-995B-B90D7F29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A3D1B7-87FD-448A-8128-7ED8D3FD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DE5DB2-7AB1-4E1B-B1C6-AB67F26B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체커보드 영상에서 쿼드트리가 압축 효과를 거의 내지 못하는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012774E-250F-47B8-81D5-57B1831E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F78FB-3DFB-43DF-A827-E4372E39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A4EDF-E73D-418F-80EF-97811A9B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072CA-F676-4C28-B152-41894167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618A940-AEFA-4968-AD34-9AD665D2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B0BD2E-5C26-4DB7-894B-8652C906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E89264-02A4-4137-B51C-ACEB4FB8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BEBE0-7EE0-48E7-8C26-B86DE226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86624-EE84-4E9A-A14E-BCDD8E1D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4C8674-866F-4F60-B768-1629ED17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61D3404-AADD-4B1A-8461-AB8EF6E4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B8F38E-40E5-45F6-933A-5172E396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체커보드 영상에서 쿼드트리가 압축 효과를 거의 내지 못하는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502DF-15A3-419E-BF6D-D0537782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B87DE0F-8D1E-4F6B-8E74-9D252E79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작은 영역에도 색이 섞여 결국 1×1까지 내려가야 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7143135-0C1A-4D11-B4DB-88225D54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EBD2B-7E25-4514-B90C-097EF23B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4527701-9AE8-4845-8E88-F087DBC1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N²개 리프 기호와 내부 구조 기호가 필요하므로 균일 영상과 달리 출력 크기가 Θ(N²)이다.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21519B3-1B98-463A-8492-2320B825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FB9342D-AF0A-4248-873C-1ACB5831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93F240-08DB-4D4C-9F88-E2E510BD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165FE-A4A3-4F65-BCC9-A5282777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3318D-19B1-419D-8C09-70C82393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C81CDA-E4C6-4B3D-96D3-74735256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489D25-2D97-4AE3-B0C6-6DA62B7A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42114A-62E4-4827-A34E-2BDDFDE2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충돌 탐색에서 같은 쿼드트리 리프의 객체끼리만 검사하는 구현의 반례를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1302838-7420-43C4-B169-1E429884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63780-8951-4C40-8EBF-DBEEC42E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5A99A6-5B75-4147-8F4E-2BA8FFD9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2C55F-C506-4766-B9AE-0E8D425F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6E76B88-9514-456B-9711-0D22B039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35A9C4D-8AA2-4921-A6A6-105FECFB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8F8214-C00C-4891-9DC6-32159DF3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FDF87-1964-4AA3-B1BA-45E7F310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1EEB20-E826-4D24-A0F2-A7F7503A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21CEF7C-7280-4DC1-AA06-3D843EDD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DDDA8F-BC4C-4E3F-AF91-7CB1E6DE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6429930-B5A7-4B0F-B2D5-642A4E80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충돌 탐색에서 같은 쿼드트리 리프의 객체끼리만 검사하는 구현의 반례를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AFAA0-BB1B-4F66-94BE-6E37B8AA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15EC81A-DB97-400E-988B-48626851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 양쪽에 있는 두 큰 객체의 영역이 경계를 넘어 겹칠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A9D7BF8-5B26-4606-A71C-2FABB57C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B122A-A454-4538-9180-A10B91B8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55B16E3-9712-4D2D-9EA2-C1D1D236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리프에 등록됐더라도 경계·이웃 영역을 조회하거나 객체의 전체 경계 상자를 이용해야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C0D89B-034D-4D0A-81B2-651C633C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C4153B-46FF-4E0C-94F1-9DC22C29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17956B-7AAA-4310-9F29-2F0560C5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B3878-D12D-4DAA-BADF-7C77FA72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72B8A-64FA-4BF8-ACE0-A4F0BDFA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47198D-A9A7-4027-A03F-8279E5B5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B40488-6AAC-434D-8C84-30525357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2740E1-6338-4AC4-96A3-E4C2D69A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T(n)=2T(n/2)+n log n을 기본 마스터 정리의 f(n)=Θ(n) 경우로 처리하면 안 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C643740-6DC8-4E54-B2F1-A4578E00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0498B-33A7-4F74-88DC-A3ACCF43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89582-C75E-4584-8F86-B5AD02B1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B58650-AD35-46EF-92E2-7E976B5E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B82A12-631F-4276-A231-B599329C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E9FB45-04A2-4268-B5BB-88C1B29C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1AA843-2CD7-4F11-A5A0-2C40E8CB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D3D7A-7B04-47BE-B2C7-87A4F4B5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52B00-9544-4E32-8307-E424AA46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E6C1FA-353C-496F-A464-B76070B3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98C505-5D43-4A76-A7F4-1C6FF872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2AD231-0796-4F51-BAC7-75EC3C27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T(n)=2T(n/2)+n log n을 기본 마스터 정리의 f(n)=Θ(n) 경우로 처리하면 안 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A0A53-38C3-4B7A-9BFF-D569B00E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6AAA4BD-2F48-474F-8ABC-47D8E6DE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 log n은 Θ(n)이 아니므로 그 경우의 조건을 만족하지 않는다.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5DBE22B-DF63-4E33-BDFD-D2F90DCF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9B86C-EF4B-4AB3-9AEC-3A18657A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29ADB71-28D8-4EB8-8B9D-9AF49A42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층별 비용 n(log n−i)을 합하거나 확장 정리를 사용하면 Θ(n log²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A3B3A2-372E-45D3-840B-9F68FE5E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8CC139-65A4-4844-A4E7-B984DEBA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C3D372D-676A-436D-AF28-2147CF9F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CB846-FB0A-45C2-A533-46B829BB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C62C5-095E-414D-8CE6-AB62A11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BA4E46-E0AE-4EF5-A5CC-1B6174FE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7033D9-4AF3-465A-A791-00EF1408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B2E2FA2-9101-4DB3-BF3A-26E1B81C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T(n)=T(n−1)+n을 직접 전개하여 차수를 증명하시오.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A0280EE-590F-4E48-B6FB-B61DDDA2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B83E9-E1CF-48A4-A3B4-7707A65B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40600-8CC3-4E54-8C05-8A3F7BE0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7741E4-7DE4-494D-8B0E-96067890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346C6F-00AD-43B8-BC89-5E11E511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D9F238-2D9F-4411-B640-439DF334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EEF1EBF-1814-4F9F-A69B-A4102F59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ACE41-2599-4C37-AECB-9C106AE3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7D043-2E32-4CBA-906C-ECB505EC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890126-A746-4E42-B099-6DD9A8B7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FE52E0-38DA-4FD6-89A7-644E3EB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B0E0E5B-21DF-4E51-B138-62F07650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T(n)=T(n−1)+n을 직접 전개하여 차수를 증명하시오.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55A4A-B97B-4F1E-90E6-A3861661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4AECD6E-DB59-4A48-8384-A0FF3B8F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n+(n−1)+…+1=Θ(n²)이다.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A29E5B9-BB43-410F-9AAB-73D9F5DA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CC2EBE-057E-4BE1-AB22-5A045769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55B97FB-C6BD-485B-971B-3156F8AD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문제 크기가 고정 비율 감소가 아니므로 기본 마스터 정리를 억지로 적용하지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498273-7131-43F1-ADA7-C0D90503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D17BDF-83BB-4324-A8E1-8CC7A92F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AEE58E-C799-45A2-A101-A972CA01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D616E-E0C6-4AA6-B867-7EFC24A2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05F70-7082-4BA8-990A-C54613E0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417B1D5-D8AF-42A4-9496-165F8EB7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DB825-1172-47D0-A5BB-93195827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53D6E5-B4EC-4E55-9C56-77CD0D27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 교차항 공식을 전개해 정확성을 보이시오.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6F46C3C-4934-4D8A-9E7B-ECB5E59F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780B3-0771-45B4-9A6F-211A916B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2B73E0-2FC1-4C5B-9090-328B88FA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1C6CEF-8D78-456E-9923-669940A7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9FDA88-DAC2-4F6F-9E7E-A136A9E9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E63D8EE-1D9E-422A-B454-C4992F4E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0A2630-014E-4413-BFFB-C653A954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8B80-02F1-4281-AA7C-27B6BD51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9D5E1-582C-44A2-B2FB-06D79A1F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2B4B46-088B-49EB-9E84-A16FAC4C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CF5B44-669A-41BA-8917-B16F740B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2FBCD0-4D37-4AE0-819B-94E6DCA5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교차항 공식을 전개해 정확성을 보이시오.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5D54A-76A3-47BF-BC20-139DF2F6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14C041A-7A19-4378-8C1F-6E512479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(x₁+x₀)(y₁+y₀)−x₁y₁−x₀y₀=x₁y₀+x₀y₁이다.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7721D9-13F7-4178-B91C-66766E1B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72E19-0575-4AB9-BB00-D2787E11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5E7CFEC-3023-429A-B311-0521E6DF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값을 B배하고 높은 곱에 B²를 곱해 더하면 원래 자리값을 복원한다.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F85D96-A959-42A8-A46A-25738406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B62F34-932B-43F4-9F79-BDA6D6B2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BB9AAEA-F6A0-4D54-9B60-B560518F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047970-CBF9-4540-B8DB-3D913007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847E4-2D95-48F0-879B-1BD0E845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8BBA54-9148-4C14-9DBB-5B8A22D9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48235E-B827-471E-95D5-4D25E970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A9DE87-1900-46D7-9574-3916B3D7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카라추바의 입력 크기를 정수의 값 자체가 아니라 자릿수로 잡는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9E8CE89-451A-41B5-A888-27E29661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22230B-39DA-40D7-A113-E41C36C5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2AC954-AAC3-4D46-A571-14E3802E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F5AE9D-0E3B-40FA-AFEC-F53F0029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1DB0279-29F6-4762-BAD9-3C03AD2A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D17A924-4A53-403E-B714-D176FB92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FBF712-64FF-45B2-A619-01170B5A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4B1BC-9B5E-4EAA-9688-C2A74629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35CF7-2F95-4E54-AB88-AB45CA17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ED34B2-2203-4B23-981A-91411CE2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AC8FB6-BA20-4AD1-BC3A-02806D2A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8BCF59-ACFD-4A9F-9344-5F426FB8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카라추바의 입력 크기를 정수의 값 자체가 아니라 자릿수로 잡는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D77565-9B8F-4284-98FD-2D83E8E5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33D0CAC-9653-4386-9773-41E84F92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 번 분할할 때 높은 자리와 낮은 자리로 나누므로 자릿수가 대략 절반이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6047AC3-57D1-4F5E-AE31-0F1849F7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85972-102F-4C0E-8DB0-2D5C60E9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410FD51-4900-42BB-AC09-DB58B1E4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값은 일정 비율로 줄지 않는다. 덧셈과 자리 이동 비용도 자릿수에 따라 분석한다.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E86AD2-40BD-4CA6-93FD-822D0810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B940CB-57DD-4C00-9A8D-B22B3FCD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5BCD7A1-8FF4-49DD-A20E-EEF851DB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ED58B-01FE-4024-A827-55727ECF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A30F5-4673-4B80-85A4-38F2FDD0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367061-BAB9-48FC-856B-ABB88C06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EEE3744-53BB-4423-98C6-E625F142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53B149-84B3-4749-957A-3301B559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정수 입력에서 카라추바가 표준 곱셈보다 느려도 점근적 분석과 모순되지 않는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F6FBCEE-64BA-41FB-AB12-9B4F160D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49368-39E0-4F9B-975F-4F129477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89E03-E98D-46AA-AB27-E3F58521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07E762-ED62-49FC-8AAB-B6FD8DBB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0635A1-33B2-4996-A2FA-4ACC2608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517DB7C-2FC8-4DF5-9306-FB9E01E0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6D3581-8FFF-4EBB-BBC0-928A0514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3C99A-0C09-4089-A6D6-68A3DCD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F2009-80E0-47C7-84DF-BF9490E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D790BB0-8E81-4845-81C3-0B3F55C7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DBC2FF-BEB9-4C84-B106-239E289F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EA1DEE-B076-4397-A166-E5812BF0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정수 입력에서 카라추바가 표준 곱셈보다 느려도 점근적 분석과 모순되지 않는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84F35-CDEC-43E2-84FE-9AD09298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51D91615-3CBE-440F-8040-4BBE46B4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점근적 차수는 충분히 큰 입력의 성장률이며 상수와 구현 오버헤드를 생략한다.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E343FAB-A8FF-4C7C-908F-3F4E39D4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F684F-72F9-45E2-A525-2DC5E393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CD56084-4CEA-47A0-AF5A-08368215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입력에서는 추가 덧셈·분할·호출 비용이 절감한 곱셈 비용보다 클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F2514D-2F58-4ACB-A002-729F8BE9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407CDE-9076-4DEC-8EB6-4EBB155E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ADC842-318B-4320-A8F2-619891FC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66020-38DF-4107-B1BF-A8E04391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95A3E-BF42-4C9E-81DC-98C373E7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945390-097E-42BA-8A15-3002A63E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4D4399-F5D2-42CA-86BD-B9E23E4A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A99F77-FBE0-42C5-9508-D7F89517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행렬을 0으로 패딩한 뒤 곱해도 원래 크기 영역의 결과가 유지되는 이유를 내적으로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224456F-1AAF-483D-B070-23849BF7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01048-3D0C-4B8B-9D29-DB0A674B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360F-6F2D-4BB3-BCF0-21980A94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30B6F3-2971-4720-A248-C35F1894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3CB36D-7865-479C-96BB-ADAD1222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29E6F50-8434-48CB-8F40-355F32AB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DBEACF2-2C19-41A3-920D-817F25A6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4444D9-DF0C-429F-813C-C897BFD1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D6940C-DE48-48E4-9B23-A05792FE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614F2B-CA34-460E-8A28-7FDF52A5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EFE4030-E810-4709-BCA6-0541AAEE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E138C5-E164-454F-B787-F7F1C815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행렬을 0으로 패딩한 뒤 곱해도 원래 크기 영역의 결과가 유지되는 이유를 내적으로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E31A29-D255-440B-95DA-02D8BD8F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18B5BC-2575-46A9-8C02-2F2758BB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추가된 성분은 0이므로 기존 행과 열의 내적에 추가되는 항은 모두 0이다.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9053954-7118-4DE5-B908-A943639A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80C94-957E-4353-B37E-8083FEED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7D91ED5-87F8-403B-81B6-D5702255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확장 행렬의 곱에서 원래 행·열 범위만 잘라내면 원래 곱과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40014D2-6681-4EAA-9126-E69D1B06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4E06E0-AD58-4FE7-94B7-CFE933B1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C9BA7C-861F-42EE-80A4-7F56A758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B7E090-46E6-4099-91E0-47EB454B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0DB8B-F5EF-4F98-BF87-F670F888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7E0D9C-5527-4BDC-9F37-2142987C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5E27A08-4927-44DA-BC9A-97DC0AC5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7F84AF-31F8-47C2-9742-C8D64EBE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슈트라센 점화식에서 결합 비용 Θ(n²)이 생기는 이유와 전체 차수를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E9DB261-EE41-431A-85CF-F7D36AB3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ACF10-2A8F-4FBB-AC32-42017DF2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0D163-3B56-4BE8-81AE-563BEEC7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3DB6C6-09AE-4E40-A6C0-C14C77ED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734702-234C-4081-897D-CFB90C9D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CD1F76-BF51-4793-BAA5-94F4E00F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E9337E-C585-4809-A389-0F1FB235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6F9D8-66AB-40AE-8452-F590286B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032E1-D187-467A-97C3-65D6827B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F64D75E-88A2-4FFC-BBA5-F9F03818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CA98CB-4F54-4F84-A32F-00CD6383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1D9A71-54B7-460C-A306-32FD8318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슈트라센 점화식에서 결합 비용 Θ(n²)이 생기는 이유와 전체 차수를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A6AA4-5BEE-412F-BFB6-C27C03F2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8E532CE-0264-48DD-9FCE-DCAA4BC7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크기 n/2 블록들의 덧셈·뺄셈은 원소별로 하므로 Θ(n²)이다. 전체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Θ(n^(log₂7))이다.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4BC953D5-2374-4020-8AF3-4094875C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8180A6-6BEB-4C96-BD47-DBA59B6C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589D0CDC-2B92-48FF-9C14-051EECC5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곱셈 7개와 이차 결합 비용을 비교하면 기준 지수 log₂7이 2보다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2BECB1-6236-4B29-8980-E9ED857D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BA5742-7C5F-4E58-8C19-272EBA3D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4A04C-2AD1-4C6C-9D7D-043A40A7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BCB43-AF3F-48B3-AB18-6905BA37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E4CCC-5F12-4DB4-9A8D-5C2378E9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5E86CA-3DD6-4461-9361-DFE7C6EC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BC627D0-89E5-4B22-990E-4D30CF5A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992288-C57F-4369-B7D5-BE575C82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 함수의 기저 사례를 n==1로만 둘 때 빈 입력에서 생길 수 있는 문제와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수정안을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ADA7DC1-1B22-49EB-8025-58FF4ECF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84E60-A701-4DA3-838F-7288B775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3AD6CE-1FF9-405B-ABFB-44F6FA99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07F57E-4711-4946-B4D4-3E7978BC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312982-8E7E-4F69-A628-B7FD4A89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81EC91-9415-461B-AA62-805B1916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E24EAD-8AA0-43BF-8AD1-15EF0C01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2EB0D-53EB-4A15-9623-8787D2C6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1CA2A-3E98-4866-8009-2262B75F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0CF761-3B76-4B46-8909-85141047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C5B7DDF-B7FF-4956-8E9F-FB8F89D9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D30F56-C820-4268-AAD6-835C2E60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함수의 기저 사례를 n==1로만 둘 때 빈 입력에서 생길 수 있는 문제와 수정안을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4D1AA-14E3-45CB-BDB4-E5659B3E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2886DB-78C0-4A75-A649-61FDB003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n=0을 계속 둘로 나눠도 0이어서 종료하지 않을 수 있다. n≤1을 기저로 처리한다.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9E22EB7-04D2-411D-8A60-BAE9045D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51365-A23A-4661-9528-2E546CEE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C5D7E51-783E-4D49-8783-62D48E88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입력의 반환값은 문제마다 다르다. 정렬은 빈 배열을 반환하지만 비어 있지 않은 최대 연속합은 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입력을 금지할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03B21F-6807-4D4E-AC82-2F8A1AC6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6FA138C-61D7-4534-8FE3-2BE8C40A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BB719E-8E54-4DFB-9F69-63A22694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1C7B3-12D4-4823-A91A-86E0B535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88891-444C-4F04-A801-0B180B75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D23902-1277-4617-8DEE-042AD007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3AF986-B302-4082-879E-83410D12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EF69335-EF58-4A11-9236-AB740971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정수 배열 a,b를 합친 정렬 결과를 merge_arrays로 구한다. 각 길이는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0..500. 같은 값이면 a를 먼저 쓴다. C는 충분한 out 배열에 기록한다. Python 또는 C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188563A-E08A-40FE-AFD9-12E06DF6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C20BFB-B706-48B0-9EA8-E1B7852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21AFC-9D92-43A3-8CA9-F5A55775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35AB87-82DA-400F-9B3F-81276D90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16B6B8-9606-4270-BE14-32D99495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367CFCC-EFFE-46E2-81E3-88A3CD4A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426D69-7BB9-45C1-AAA2-475EC135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0625C4-8884-47C0-83B2-13CE552C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05163-F3F6-49E6-A07A-E91FAAAC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7FC851-CC50-49DA-9733-47F062E5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D4A491-5353-4145-A6A2-068EBF32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2C90EC-CD97-47D4-8233-D75C16B9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94BA50-1B45-42E0-B767-DED66092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4435399-748F-4F89-850B-B6E63386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 배열의 맨 앞 미처리 원소를 비교하고 작은 쪽을 출력한다.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72BDEB-1E6E-4BEC-8329-AC567B1A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6C7EF-91A0-47AD-9C6D-0792A7E4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EC050F9-0D16-4ABA-8249-74E7D58F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E67429-3ABC-4F88-B776-3759C0DF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D0E0D8-090E-4C17-B149-1FEA213B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3FD3C9-3B50-44D4-B1E9-5955325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F1F70-5BD4-4914-8F11-62CC0201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EB4B9-73A2-4536-9AB8-0B1DC8C6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E48764-2034-43FA-99AC-518718F7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F09B76-9FE0-46C8-8C2B-5A121DA2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75A4D3C-F4B6-409E-8AB6-9A6C625C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9A8D5-0322-472C-A81A-179AE7D9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77AFA1A-2F7F-431C-B111-DB6D7B56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411D210-D93D-4AD8-BF63-A5E22D27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merge_arrays(a,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1BA847A-7F7B-491C-8EDB-473F55E7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DBEE8DE-DFC3-4D72-900D-CB4F7AED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 = j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9E51429-625C-408B-8F5A-ADA88BB6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8FD21F40-577A-4605-A809-E47392A4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 = []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A684A90-BF30-4E09-AFE7-D5CB3F7E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9A0E78B8-EBC2-4CB6-BC4A-22B1926F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&lt; len(a) and j &lt; len(b):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DFF150E-EDE7-4932-AF06-703A4E74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C7951D4-8DD0-41EA-8519-562FA847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a[i] &lt;= b[j]: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9C860FC-9F1A-4143-9692-C7DD4297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C43E2EF-9915-48EF-B79F-FF009D33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out.append(a[i]); i +=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A08EC294-3522-436B-BF0D-8752E5E8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00B6D1B-AC5F-4F05-82AA-0AB110F1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3EBE967-1431-4243-ABB4-B58F15E4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9A794541-E2D4-4AC0-BD73-028F7AA9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out.append(b[j]); j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EE08D4CF-FBE3-4025-AC22-6F7443DB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6A341580-4C83-440C-86FF-CCABB9A3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out.extend(a[i:])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D86CE2C-99BD-43F5-B6BD-D38242D2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F91A2D80-DCD2-450E-BFC4-0D55B326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out.extend(b[j:])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CD94AF3D-197F-4B2D-A0A7-DE828C46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C2C4BBF2-22BE-46FC-A3A8-7668235F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out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346A824-2D67-4C83-BBAA-3E04CB3E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DB33EB-361F-4F81-BB35-EE65BCE4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100A05-DA42-4C13-8499-D4848F4E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3A377F-07D1-4DEF-9C84-2E577899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907F4-490C-4FF3-BE99-29CEF189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324B6-7A55-4D54-BBEC-D8D30AF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681009-0668-44DD-ADC0-53EA5B4A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C01065-53B2-4274-BA93-C75B8159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7A0A0B3-199D-45F7-B23B-7DCD3DB8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1BC7F3-4AFF-4EC2-882C-90EC038F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B86A7ED-3420-463E-A933-DC3B2734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D340B26-2BA3-4A33-AE68-2B2A6DCF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merge_arrays(const int a[], int n, const int b[],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77F7A1F-C7D0-47DF-8DE9-937FD931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7A85FB6-2193-435C-8300-5B1D84E9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int m, int out[])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DA19FD0-5029-43C7-BF69-10C74A44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DAE69E6-60AA-4CFE-9DBC-5E97EF92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i=0, j=0, k=0;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434739C-775D-4569-8B6C-B35434F9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3714468-74FE-48DB-A621-974CE158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 &amp;&amp; j&lt;m)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96C36E3-36D0-44EF-A577-17B0309D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A601F64-A712-4A58-9A52-266FC467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(a[i]&lt;=b[j]) out[k++]=a[i++];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E8A304E-8B61-4524-A9CD-92193BD3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80CDE26-1221-4B3C-AB39-E58DE2C0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out[k++]=b[j++];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7958FD53-F012-4B13-B2E7-4908A120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7CED501-BD40-4B2E-A178-839ED40F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336042E-A0B9-4494-8A9D-9ABA2533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9ECC481-9E35-42D2-A697-872B2F3E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(i&lt;n) out[k++]=a[i++];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2A5EA2C-1FE4-4807-B05B-25BA8B99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D0081E7-A709-4438-B2DF-0D5301E7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(j&lt;m) out[k++]=b[j++];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6299DC03-6CD9-43F1-857B-CAFE97B1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ED222F2D-A267-4DF1-A2DC-D648C69B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255FD67-CE24-4E6F-84EA-E365072D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5CB4A2E-6B96-4ABC-9CA6-1597360D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A6B63EB-056C-4D81-BEC2-A437767A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E937CA-5179-42C1-887E-56757CCC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8364E-6278-4F4A-A132-056336B9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6FD03-D167-4D81-B2EA-4A78410E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BA4D4E-F221-4410-9A3F-11AC6049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4FFA1A-4F58-4D67-8648-FA6A7A5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14E80C7-9D77-4A7A-8388-0DE3F5D1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49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0..1000의 정수 배열을 병합 정렬하시오. Python merge_sort(a)는 새 배열을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반환하고 C merge_sort(a,lo,hi,tmp)는 [lo,hi)를 정렬한다. tmp는 길이 n이다.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Python의 정렬 병합 함수 merge_arrays는 제공된다.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C3172A3-8B0A-42D1-9692-0B92484F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1552B-E9B0-4BC2-A285-6E0824CC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028A8-D8FA-4574-A481-D5F998D5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2C0C8-DEEA-44B2-9A82-552DCB20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DE6D6E-D4FA-4319-84E6-173A2945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4E4C01C-0519-4608-85AB-E753CF33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263D561-2D2C-44DD-A694-9017D1D6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F235B-71A4-4655-A221-5AD1DA55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75154-5168-4FF5-8CFF-BCD9386F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8D699A-DFFF-47D7-9013-91567DA0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49466B5-5CA3-4DF5-B9A4-83C09477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29A44B-CFA5-4E03-99DC-A2427F3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7B60E-EA6F-49A0-B7BF-A123085C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6B560AA-1EA6-4AB6-AAA6-0BC0A218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1 이하에서 멈추고 양쪽 정렬 결과를 안정적으로 병합한다.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7D0DE78-1EA1-4DC3-A9DE-CD8F979C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62165-48EF-4293-9718-CCCAE68B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B15FD8B-3F9F-498C-BC19-4F726228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04A76A-3778-46EB-BE03-AEA791DB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3DFCEA-5CF6-4B0B-95BF-95CAF93A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BF1B4D-4C52-4217-82C3-3053BE2E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DC855-2787-4E63-8543-CDF20023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51C1D-F56A-4363-B2A2-5A22DD0F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3A55C3-F9E9-41D6-A5B2-98EB705F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A590B26-58EE-4964-A8D4-98ACA487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8EBCF12-3E82-4D0D-AA58-CD0154BD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AFB8A6-F256-454A-9E50-15677CCD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E9AD4E4-3952-463D-AEBE-70342E6A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4778A98-DC0B-455A-B944-89B93F20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merge_sort(a):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415C4F6-0755-4897-9F24-B59BAEBB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03FEFE2-28C8-4A04-B9AA-B8FA3FA9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len(a) &lt;= 1: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230E91F-5014-4EC6-87C2-9BBC5F96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156D342-3AE1-471F-B416-172D6802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a[:]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2EF6A3B-03FC-40C2-947A-F5DA272A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3E176DA-F92F-4798-8B3B-3DE5F2BF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mid = len(a)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7E0D67E-751E-47EF-AB8A-7E6C4B23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E31B5F9B-4F7B-4A53-9B60-96765DC0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merge_arrays(merge_sort(a[:mid]),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3AE02D3-4FA2-40F1-8C7E-94F88794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16424F5-1B08-4F82-B283-97489B68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merge_sort(a[mid:]))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46DD2DD-24A2-4F00-8FFA-156E2EA7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99F8D1-6BFC-4B32-B8FB-85D273E4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5A71E4E-2126-4697-8A58-0B349F88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9B6CE00-9FC1-4655-95D8-F736B41C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0DFC2-67E6-4A00-AA67-0F101B64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BECFD-D2DD-4E01-8C2C-5DF9CCB5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2387AE-BBB6-4BA9-986F-C4256A42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EB7FA9-A673-40BA-AE4B-881A4763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581655A-1669-489A-8169-BA10259A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3B848-597B-41BF-9E7B-AC058398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006C6A4-59AF-43FD-9310-4358D267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59A58C1-3573-4FB9-9625-5AC4994F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merge_sort(int a[], int lo, int hi, int tmp[])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CB86B0C-330F-42FC-870C-EB2BE983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F0164B8-05D2-49F1-8FFE-DA801A6A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(hi-lo &lt;= 1) return;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FA2F736-DF97-4969-8CB8-2E88CB6F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9802F7F-C2E5-473D-9553-F6BE8935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mid=(lo+hi)/2;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A5C2A9F-E973-48D4-8ACF-F0BE9646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3EA565C-9DCD-4D2C-B345-8FDC7155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merge_sort(a,lo,mid,tmp);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509F46D-1D46-4969-8DD4-F1C8E5A4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4721F34-1EC0-4B18-905D-04C6DE97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merge_sort(a,mid,hi,tmp);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997C10B-F9C1-406F-8ADF-228896A9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30AA800-BF6A-4B22-B9A2-2C31C91F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i=lo, j=mid, k=lo;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23CA49A-33B9-4643-91AB-965E8581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96E0A49-1BC6-4D76-BA07-7EDEA677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(i&lt;mid &amp;&amp; j&lt;hi) {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826406FE-735B-4EB7-B6D8-61CCD4E2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68398D-D20B-4BF7-AEC2-D6DF4B33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(a[i]&lt;=a[j]) tmp[k++]=a[i++];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1AF10E35-3EE7-4516-A25A-B9D85F63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2260924-DA94-4701-AF22-32ECB8EC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tmp[k++]=a[j++];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0CD2C67-6BBA-45FE-9A88-C257C183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9D6332E9-9C9F-4093-8C9B-A92B99CD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4AAA4C8-D9AA-47B0-A93A-75F20444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5650B08-2F60-4393-85B5-3265A424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(i&lt;mid) tmp[k++]=a[i++];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BA438DA6-2461-4E85-8F1D-6E71A3EB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3A876BE3-A6EF-4A8F-BE28-382D0F17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(j&lt;hi) tmp[k++]=a[j++];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6D2FBE1F-B2BE-4271-B77C-40A3D4B3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0F2FAEE6-E0FC-4FC7-ADAD-68924FC5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(i=lo; i&lt;hi; ++i) a[i]=tmp[i];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9AD6F39B-1424-4B00-8509-6639E1BD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E9666210-A589-4966-827F-C906AA77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51E676F-081C-440A-BAFB-ABB9E000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4D8410-6996-44CB-9D71-E0D5DC04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4D50F5-59E4-4121-A01E-AC1F2A74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33BB9F-1788-4023-BA70-F339308F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F4132-BD6B-4D43-8F3A-14D34D19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7FED0-A496-4871-820D-770DEEAF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BD7E91-C81E-4EAC-B30B-91161EE2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92E1C3-A3E0-46B6-8D91-6ABF0E77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92DA55-A050-4B0F-AE37-5C83FC62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배열의 [lo,hi)에서 lo&lt;mid&lt;hi다. 양쪽에 적어도 한 원소를 포함하는 최대 연속합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cross_sum을 작성한다. n≤1000, 값은 −10⁶..10⁶.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7866F94-822B-41CF-942E-D30DD4DF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E9887-47F4-467F-81D1-A5EE7BBA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2B63B-A605-4A43-9CB9-44CF93EF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38341F-4BDE-470E-B28F-CE204836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EDF9CE-0EB2-4BB9-9D36-F11B2D59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41F60F-C563-4C0C-85FB-8150339F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07DBA2-D8EF-451F-A7F1-78AD5A76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D6B9A-4797-4006-9824-A522E475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45EF9-556F-4E48-B413-252D79F2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743C37-8746-424E-8CCD-2EB061FB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9EFF3F-99C1-4740-A97C-44930E0C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FAB0ECC-5C09-4959-96D2-14E7818F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D651A1-E5BC-488F-B0EC-C5C7D942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C574492-7881-412E-8CFD-D3EEF69F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왼쪽의 최대 접미사 합과 오른쪽의 최대 접두사 합을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898781A-5D10-451D-94A5-2F887880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99E49-859B-450E-9007-F7CEF652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7CDF117-2219-442D-AF4D-3ACFD833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7B4306-9AE9-4818-8E93-ACFC266E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833A5B-C376-4557-BFFD-91A0FD2D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C2BA00-CF7D-4076-B293-7CC2CA23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90A09-09C7-4BC1-A281-9623D84B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83B683-E695-4359-ADAD-5AB01AE2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A15C7CA-CD24-4BFD-8788-9F380539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42651F-6341-471F-A6BF-8CE14BB4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84B2278-815D-40D5-9055-9C200609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FFCDC-D74C-4FB0-8812-824FF72B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52143ED-FB2C-47D0-A089-2299E86A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D88B421-8FFE-49FC-A99F-CBB50CB4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cross_sum(a, lo, mid, hi):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66CA9DE-9C81-4BF3-ADDA-FB3B8139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2EB8BDE-272C-4682-9379-8982B7DF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total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BC7D886-7143-4AC9-8DF6-161DD0E7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CFF1169-C4E7-4DCE-B5D6-13B50F5A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left = a[mid - 1]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C68E946-2C3E-4EF8-BC68-715F2A3C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3C4692C-0EC7-478E-8A81-EA571C8F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range(mid - 1, lo - 1, -1):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FEBD2F6-4757-491C-A788-F9574E0B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250F7C4E-113D-4457-BD3F-2EACFB4C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a[i]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3C54103-19C4-4ECD-BE1A-B59805BC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38CFF19-9062-4FE7-B1F9-F8F8DF2C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left = max(left, total)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8892CB8-E423-4178-A431-0E3540FA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57742B90-BFC5-4D11-9EEC-097589A4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total = 0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16990C1-914F-49DD-B012-A40CC7E1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29D39FD-561A-472D-A3D2-B26DF580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right = a[mid]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71E9503-7384-447E-B063-C67315C2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0523E53-737F-4788-AB9B-FB73D2D1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range(mid, hi):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E028C8AA-DAAC-42E6-A1BF-580C87D5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9C886FA8-BB2B-46FE-9B9F-5F4EB612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a[i]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15FC21A-CF8D-4623-BBB7-E419D171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59644B9A-1856-4516-8BB5-E7385BD5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right = max(right, total)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CB325FF2-F6B6-495D-B6F7-B5AB2989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2AD5B0F8-957B-45F8-AA34-AA528097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left + right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C115E36-0669-4992-A7AB-E1E6166D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B1051255-C174-4445-8C01-2B4AA980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5B089BA-F09A-4437-A22C-F54ACB2D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AB49DF-7350-4D8F-A5BB-3B2C7A72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CC7EF-5AC3-4F9D-BF25-65356E19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D03E4-0E30-4FFB-BFAE-C5C3B200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7321E8-27B6-4464-BEC4-37F3CCCA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EFB0F4-8505-4B59-B015-A0C67B84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E505D66-040C-4240-A3A9-77EA07FA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068BE-E63B-421A-8482-26A5A431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11F4F18-74ED-461B-8FB8-90B5DD33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B53C328-1402-436F-A0A8-8C086271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cross_sum(const int a[], int lo, int mid, int hi)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9EC7406-7D23-44BD-A7DB-732C8F0E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81766FB-5630-4105-BCC5-3F1671F5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sum=0, left=a[mid-1], right=a[mid];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5C4E1A4-DB28-461B-A856-5E2DE658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254106B-9041-4994-9591-22694824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i=mid-1; i&gt;=lo; --i)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BB57565-63AF-4BC5-BFF0-F40407E8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B0C25CE9-CFE5-4B16-B7A4-B3BFFA84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sum+=a[i];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0F179AE-7D32-4EED-A5D6-585CFF76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5BF98EB-4E54-40B2-8C95-43107257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(sum&gt;left) left=sum;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26D8FC7-64CD-4976-81E2-EC046548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2109EA8-5EEB-4EEA-86BC-EC01FE44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CA3C930-5BD4-4401-B158-1FC213B7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F9E6769-DBD4-49F6-ACD9-68CF0D14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sum=0;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C59AF74-CCD8-4902-B7A3-891AB2C3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53BE238-0109-4A2E-A48D-D83FFD91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i=mid; i&lt;hi; ++i) {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2A58FD33-C767-46B9-BD46-8D828343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CE1A649-64D8-4246-92E4-2C60EEB3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sum+=a[i];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43F1C0B-9D32-48DF-8BD3-08E4B3D3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6C4D6E83-847F-40AE-8BD2-9D9770B4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(sum&gt;right) right=sum;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0988222-1309-4DF1-A6A1-C37103DA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9474BBF3-AF4F-490C-9B9D-30ECFFBF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D39CF56A-7A96-4376-91F6-9C03D1C4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8C90BDE0-D180-404C-AB04-58C30476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left+right;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579D4F02-2D53-42AE-9834-B7EB4C5C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C33CED8B-818C-4446-AD77-AC0A5718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9B546910-890E-4F86-BC93-5A996D351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352DCA-FE3C-46F5-9BC9-FDF3C4F9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0E02E9-9EB6-4324-ADF5-87D30C35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BCD2B9-611F-4797-8E14-FFC57037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E4E91-C59C-4127-9279-135B1810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DF10B-0452-45F7-AC79-0ED89AD2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733FC5-1A5E-43FB-B5AA-0D1295D8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B9DAC4-4921-4821-972F-8F84A33A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76EB69-A9FB-457B-AC7D-504F73D5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배열 [lo,hi)의 최대 연속합 max_subarray를 분할 정복으로 구하시오.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구간은 금지한다. n≤1000, 값은 −10⁶..10⁶. cross_sum은 제공된다. Python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8D40F0-40D0-417D-A0BF-0CD8F304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0A3C54-C17B-4170-8C10-B03E8873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3AFAA-66A2-43C3-A51B-24B2F543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9E5D9-57D1-49F1-A251-0AEB857F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616C1F-5068-43FD-8B91-94229D1C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B41E968-BB18-4197-B291-6FCBA496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C27028-2B8F-47B8-A686-514F2DCC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74490-E6BD-4859-8D05-7F70A1DF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5D0249-852B-4438-BC3A-D9B677F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A0DD2E-BDA9-4BAF-BD8C-67F9C8CD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8A1BAF-3AEE-4A66-9DEF-7DE66566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3A966C0-95FD-467B-9E67-2631CAB1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3BF0A-EBA0-403A-A520-A2B73B20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09E89D9-06C7-4103-B8EE-2EEF2CC4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왼쪽, 오른쪽, 경계를 가로지르는 세 후보 중 최댓값을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829AD6B-8AD3-4881-9811-485B8F89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EC9692-A479-465A-97D5-59867694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B02DE4C-B78D-489E-B416-14DABF15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 n), 재귀 스택 O(log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67776B-4423-4A1B-8844-0B2DED55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443B0E-96F4-4411-B879-EC65BB0F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F45B0A-C92A-487A-85CA-6E20F3EB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5962F-1AC9-4433-B53B-5E270F38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FE3F5-E1C6-467F-8024-694F7E7C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44CEA49-98FE-4D09-9D43-6C762B1E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195748-4874-4278-88F2-D958A5FE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48F5B82-52BB-4965-91DA-FE8CC36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59B3A-0739-4838-BA1E-2DD090A6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0E21E62-2289-4D28-8A3A-2C0E0FCD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791440F-4831-458B-A761-B932CD86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max_subarray(a, lo, hi):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7EBFC2E-9203-4812-A08E-AE50663C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3D334B4-F97A-4814-AEAB-826F4240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hi - lo == 1: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3BE7D9E1-2F03-45D2-ACC4-3CB7851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2AC325F-7681-4A7A-BFD7-42D3FCE8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a[lo]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A2831B7C-3D70-408A-97CC-709F6766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11AF8C1-7A11-44AB-B78D-D9A48600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A4B7ACC-CBD0-4B7C-B797-1C5F998D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A91A93F-DD13-40CF-9AC1-8D53004D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max(max_subarray(a, lo, mid),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C84D66F-8D51-4522-9F13-0023CDB1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86B58B1-F53C-440D-9634-BA7F7C17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max_subarray(a, mid, hi),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DE0AD4A-ECD5-4365-B55A-2F4BF3E7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2621CD1-42C4-4D39-8A73-67EBE6B3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cross_sum(a, lo, mid, hi))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F9C9A77-92E3-471C-AF80-052A4E1A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 n), 재귀 스택 O(log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1CD6A9-5E62-44DF-A1D2-88158DCF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BE3370-E1B0-41B5-AC42-6482E39F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97C0A5-62D4-4F7C-B646-2226FC2A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00E14-5E05-4A2E-9AC0-D36B30BB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4DFB6-AB5B-4F03-BD15-E05E00D7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DBF137-102E-4713-8072-73A234C5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943BF6-CAED-453F-8E88-B4D3E179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C042624-7F62-42C6-8B2E-9AB579C9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DA38C-A9F2-49BB-9893-E7ADE9DF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7674759-3D41-4A8F-A38E-C6DC1B90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3F4CA22-9081-497C-9F74-5FE84A1E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max_subarray(const int a[], int lo, int hi)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9D8B941-FF80-4953-A509-5DA9E880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B79ED85-9407-41D2-89CC-0A4CADB0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(hi-lo == 1) return a[lo];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53C26B2-527A-4085-A66D-DE24B934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5C154FE-0402-4EC7-B7C6-B8B5E3C2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mid=(lo+hi)/2;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3B8FC092-792E-4EF6-8CF1-DD22198F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6FCF16C-930C-424B-8F04-2E3633C4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left=max_subarray(a,lo,mid);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5D2D888-3BFF-48CA-9681-A72F2E22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465FD2-B179-4361-B9BD-FED57849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right=max_subarray(a,mid,hi);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07F6DAE-8CEF-416E-AF80-D20D90B0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5DE735C-C0D7-44EF-B25D-BC2B7DC5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cross=cross_sum(a,lo,mid,hi);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90E6C20-1A9E-4494-8D7D-661B99AD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2A0D6B4-7D82-4949-BD78-DFAAD363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best=left&gt;right ? left:right;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308A536-C0A5-4D81-8350-B5AFB079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7E8363A7-6BAE-4F91-B616-79F2ABA5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best&gt;cross ? best:cross;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39EEE1A-4E44-47A1-A13E-4B94B098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9806B9D-D69A-4467-B470-2C1D119E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527C051-12CB-44D2-949E-5D591B29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 n), 재귀 스택 O(log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0712BD2-4680-4C6E-A8F1-37A77238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5FA034-DB00-48D4-A82A-C3DFF250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A60F2B-3E8F-4268-A43D-E5DC863D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644268-34C5-4624-9685-416633B8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F2380-F22E-4F6B-A305-3DF07AE5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476B7AC-BC8D-474F-9068-335106BF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DC4B6F-2686-46B8-994A-68800FE0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0BB214E-1007-442C-9B43-85DA45B1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 분할 정복의 기저 함수 closest_base를 작성한다. 점 2~3개이며 좌표는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−10000..10000의 정수다. 최소 거리의 제곱을 반환한다. C 입력은 x[],y[],n이다.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80A05C8-5426-4785-8D4D-75C56820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192A6-69E6-49A7-8A73-91456BA0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40A46F-7326-44DE-9E50-50EE52D8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9A6255-ECC0-4F88-956B-BAB3E727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A23CB0A-B5AD-4595-AD0A-B8203BC6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D179E7-53D2-4418-887D-16B73BBC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378E3C-826C-4091-A982-257BE416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A58383-AF0B-4E9A-95B7-02D47546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4C4B01-629E-4CE8-B2D8-4C2E81C5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695E5C-4CD7-484D-8B16-A53CF52B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E63233-1E65-4F13-AC03-64916450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52CBD6-5EF3-4269-8522-D54A347E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기저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47ADF5-4C5A-407E-81DD-4D88588D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C4D02D-053A-48F5-AC29-1183742F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기저 구간의 모든 두 점을 비교하며 제곱 거리의 최솟값을 구한다.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597D395-3A0E-4CF9-9AF4-5FD0C7AE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45002-7BE2-4A12-A8E6-EFE3992C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4C42E75-4FE3-4B02-8E2B-EB20F211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O(k²) 비교, 이 기저에서는 k≤3이므로 O(1). 전체 최근접 쌍 알고리즘의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43F1FB-EF03-47B3-BC53-FCCDCB69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3DC27D-8A41-40AB-9A5D-0E10BCC1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C0E3C40-9D58-4B1B-A5C7-CCED7E97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73315-0EF6-41C3-9925-2C92E5B9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EEBB3-8602-491F-A59B-A6A6915C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36580E-7333-4168-AF2D-5BD9FE0F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8580E5-DCAA-4067-8859-DAD7A1A2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A45E572-2C63-4FD1-9826-41AC8189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기저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74D448-5369-4629-847B-B43F6A46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C075156-BB74-4A15-BE1A-C58BB608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FD5D7B3-F2ED-4B30-908E-A7A6BF75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closest_base(points):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1675B3EA-D54B-408B-B2B9-F0C33BCC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329CE053-7753-4215-9E33-BAFFE9F6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best = float('inf')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44C000E-38C5-4BBA-B0D3-3CE6100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891C7271-D542-4025-A74E-21ECA7E1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range(len(points)):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11483F1-6D4A-4095-833A-F5BE9413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4C4D8431-03A4-4051-BE4C-1CDFC79A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range(i + 1, len(points)):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0569EFA-3F5D-4563-8237-CDE52D83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FC8EE1E-572B-4603-A162-4350219D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dx = points[i][0] - points[j][0]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5FDEDCD-DB92-465D-8354-31A33EEA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4854A25-5A16-470E-9F49-78E71422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dy = points[i][1] - points[j][1]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B601333-9658-4F73-845F-BD01E0E8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5AD24E4-7772-416B-B9FE-FC9E2B9C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best = min(best, dx * dx + dy * dy)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0449E90-251F-4748-8D03-F2673159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C450BF2-8632-4C60-B242-0A577A57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F6131C8-4AB9-4B51-ADF3-ED700E5D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O(k²) 비교, 이 기저에서는 k≤3이므로 O(1). 전체 최근접 쌍 알고리즘의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E12C9E-FD74-473C-90DD-6EF1F218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A4E953-97ED-473A-962B-5D73D22F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923873-BCBB-452D-BA21-78C4BC37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CCCF29-05F2-49A5-9024-3C62E90F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791464-A321-4417-81C3-890519DF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1E8F58-2B0A-4675-88C8-689D335F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3C0865-A338-4AE6-9F3C-3462FE8C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44ACF18-16A0-4546-B99C-5A041118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기저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449EBB-0826-457E-8A3A-EEF44496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23BC8B6-E5E3-48DD-97ED-375AAC16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FF5C23C-44C7-49E7-BD23-66366A5B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closest_base(const int x[], const int y[],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2354EBF-CDAA-4D59-A69C-8C1358A4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87E99B0-3133-46C3-998C-9EFF56DE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best=800000001LL;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E14B509-7F49-45B7-8177-04026FF5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61DD105-6FD3-4B3D-AE24-EA1FDC10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D4E3F25-444D-4F93-BE19-CD6F866C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54ECAB6-4497-47CA-8773-C4FC8A26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j=i+1; j&lt;n; ++j)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995842E-222B-4596-968D-75578A9E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038473C-A091-4925-9C38-FEA42C1B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dx=(long long)x[i]-x[j];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48D884F-979B-40EB-B872-721229BE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A58D4A3-DBED-4098-B65D-D42C4EA7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dy=(long long)y[i]-y[j];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06CA131-6FDF-4717-BBB8-D320F11D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F7C6760-9CA2-4058-B12F-1A4B424A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d=dx*dx+dy*dy;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A59847C-9BCE-4A5F-A2A0-E8966C58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879EB09-8332-4758-9B45-9EC5CAC8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(d&lt;best) best=d;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100E8BB-14DF-4903-8BF8-90BB2491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3CF4987-E9E3-49B7-9DD1-5AA85466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D6763A76-7220-4BDE-A338-227A8ADC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B03AB9C9-A7EA-4213-A256-E0DDD4F8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159374EF-4BCB-4D40-9FB6-C359E0F9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9B104897-AD1A-4D10-BB9B-75344E34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F8B143C5-57FE-4B83-8163-F2D347D6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93760311-A1A5-494E-AFBE-B94EC031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A35C405-7819-4DD4-87B5-9739146A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O(k²) 비교, 이 기저에서는 k≤3이므로 O(1). 전체 최근접 쌍 알고리즘의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2EFFF6-7FCE-467C-8F39-7A61797D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9EB455-8866-47DD-91E5-F0C1B872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E371965-9D1C-4EAC-8B5B-41051BFA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55CEB-DB07-47A4-9A0C-5FF57575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BDE0D-239F-4210-8F45-A8CF5AD0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7EA10B-4803-46E9-AD03-42A2BC86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5AD892-0712-411D-ACEE-4620B74E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A7B5C0D-0E10-4A98-AB29-3D8A7EB4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n=2ᵏ, 1≤n≤32인 0/1 정사각형을 부호화한다. 균일하면 값 하나, 아니면 (왼위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오른위 왼아래 오른아래) 순서로 붙인다. quad(a,r,c,n)을 작성한다. C a의 열 폭은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32다.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C5BA834-210C-45A9-985C-48A5FB7F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2630D-1CC9-4DA4-A48F-0E587652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3A64E-463A-44C1-A61C-A475744C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5F2DA-49FA-4B7F-9C27-F4D4760E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8F27A0-8794-422D-BEE0-45552EBA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5E69D9-0E18-42E9-BA97-7382E58B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901450-1A96-4F59-A153-39E5A6681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91512-B2E1-4DD1-8301-2766ADE4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E11C0D-DC42-4D1B-9E80-B79E1BEC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D77717-21A7-468D-B61E-94A573D4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8D87A0-EA99-400F-88B7-8A2B01B5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54D2D9-4B5D-4AD8-997C-38E0B93D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83A3B1-E46D-4F54-AB37-1206BF24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39D8522-1C8C-4F79-95BF-ED30E321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균일성을 검사하고 서로 다르면 네 사분면을 재귀 호출한다.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782E2BE-E151-4606-B195-31CF867F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14F91-5A57-4F26-BC03-B3B2F77D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B7DFF98-FEF7-40D0-A097-B6CFDB80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전체 균일성 검사 구현은 O(n² log(n+1)) 시간 상한. 출력 O(n²), 스택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39A17C-5921-41C9-A7BB-DA652373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998DF94-D3DF-4327-A6DF-348CEDFA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2B5C14-8BB3-4984-8E47-36910365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EA297-D111-4534-A729-78273E13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F8311-B8AB-4E3D-B762-499D4294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CD42E7-FD36-46D3-BE23-88961CCE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B76F7A-F4D2-4547-82F0-766D4EE1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2F0148C-3BEF-480D-80B4-5E36942B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932F0-2644-4826-A4C6-97684DED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3A885F6-9DAC-436A-9E6B-81FFDEA2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7BED8DA-52BE-459B-99D2-1099ACE6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quad(a, r, c, 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D9879D2-4072-41DD-A9AF-8B10ADA0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805A815-97FE-42C8-B832-4066B6EB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a[r][c]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66F64B0E-5147-4461-B95E-598388BD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FF28367-366E-4496-861F-38008842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all(a[i][j] == value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45089E3-E605-4620-8A91-895F928E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01A0A22-72B7-4DA2-9A86-08BAEA27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i in range(r, r + n)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6549AB6-0CEB-48BD-A7B8-6E4065CD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78F6F86-76AE-4251-9BE9-11D9AF38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j in range(c, c + n)):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B02F0A6-983C-40E3-B485-F0056721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CF13B85-316A-4A9F-B9D0-4E6453C9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str(value)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4BF567B0-C768-4C80-BEAC-66E84E4A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673DA8CE-A8EB-4759-996A-92E853E6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h = n // 2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38B65EA-F06A-49B1-ACD8-295AEC47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F35378C-A198-4E66-9270-A3FAF8A5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('(' + quad(a,r,c,h) + quad(a,r,c+h,h)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FF36A85-BBC7-4CDD-9F93-197BEC75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27838F3-DC47-4CEE-AB8F-3D744293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quad(a,r+h,c,h) + quad(a,r+h,c+h,h) + ')')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EB443A-F7DE-46E9-A2F8-7BD82487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전체 균일성 검사 구현은 O(n² log(n+1)) 시간 상한. 출력 O(n²), 스택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FFF9FD-1928-4F3B-A2B2-FFA47EC0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9B2EBA-7A30-4EA4-9D7C-6451D5E3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A9BCB4-D8C9-406A-A0F7-7FA1D398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7065C-B950-4E2F-A49A-D61844F1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D74A6-6DB6-4849-96B1-28D90CA1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C1B103-C5C8-4388-B160-A56B8AC0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8E62BA-217B-46A8-B1A6-C6C8487F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A1822AB-47D1-4453-8FE3-20BAFD49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A9B75-BFDE-4DE7-A94B-826E855D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9E6B09F-3C87-4202-A860-1F822A61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21D2103-D60F-4A28-980D-2F8E4BB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/* out has &gt;= 4*n*n+1 bytes; start *p=0. */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F700A86-B56F-4EBA-A74B-E2E464C7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87B2B76-7434-418F-A76D-644DBBF4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quad(const int a[][32], int r, int c, int n,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CB14500-BFF0-472A-8E0E-88B39A46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92C7F07-F2B7-473D-AE99-16A44C21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char out[], int *p)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F869DD4-5DEA-4769-8C2D-E51E1A08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848CB6C-5262-4956-9517-C45FA3FC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same=1, value=a[r][c];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92CB023-BB55-43C6-AFE8-D128EFE7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CC5A011-AEA5-4509-B277-4680D1FD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i=r; i&lt;r+n; ++i)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DC84CAB-AF1B-4396-8855-ACB01761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6A83CC6-BEE0-4C2B-B128-7DB29020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j=c; j&lt;c+n; ++j)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0055C31-6934-4F59-989F-2D4F6CB9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B4A879F-C22E-4BE7-A91D-5C5036E6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(a[i][j]!=value) same=0;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8DDE3B4-4047-406B-B0A4-22598826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1624FDA-F5D0-449E-89B3-06C9CF75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(same) out[(*p)++]=(char)('0'+value);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E41BBFB0-4CBA-40B0-B979-86D47C03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BD928E7-2F05-482E-A46A-B5509968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else {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3A49649-FD9B-4B6E-A5FE-BA04C622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E142041B-5683-42EB-BF50-29DE01AD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h=n/2; out[(*p)++]='(';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3865C81F-00C1-4600-A3FF-6B5394E2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DEE0448D-738E-441D-B067-DDCF3214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quad(a,r,c,h,out,p); quad(a,r,c+h,h,out,p);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36B0DC33-C0D8-41F3-8DEA-D81D131D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2A59B6CC-986F-42AE-B96A-2F6CD373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quad(a,r+h,c,h,out,p); quad(a,r+h,c+h,h,out,p);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E5E8A332-35C0-469A-B04E-CBFDC4CC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B21DE588-3968-4345-B74F-9063EC7B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out[(*p)++]=')';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B010380E-1980-409B-82ED-257212DA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1CC37A75-1B40-4DDD-B332-94FD55B6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E247AF16-66DA-44E2-8B59-662F34B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4E20A197-0F22-4C36-81F3-93EB2763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out[*p]='\0';</a:t>
            </a:r>
          </a:p>
        </p:txBody>
      </p:sp>
      <p:sp>
        <p:nvSpPr>
          <p:cNvPr id="40" name="text-529.5-81">
            <a:extLst xmlns:a="http://schemas.openxmlformats.org/drawingml/2006/main">
              <a:ext uri="{FF2B5EF4-FFF2-40B4-BE49-F238E27FC236}">
                <a16:creationId xmlns:a16="http://schemas.microsoft.com/office/drawing/2014/main" id="{76B468B0-A34B-4196-9C98-738C9891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0434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 xmlns:a="http://schemas.openxmlformats.org/drawingml/2006/main">
              <a:ext uri="{FF2B5EF4-FFF2-40B4-BE49-F238E27FC236}">
                <a16:creationId xmlns:a16="http://schemas.microsoft.com/office/drawing/2014/main" id="{482A40FE-6CE3-4CE2-869E-00FE2DEA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434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E32B825-C87D-4298-925A-2BD08295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전체 균일성 검사 구현은 O(n² log(n+1)) 시간 상한. 출력 O(n²), 스택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017896-BDC1-41AF-8E90-0783D3AD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9701C3-E796-4902-9040-1ECB83DD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E0EC37C-FDBD-4A3B-9419-99106E0B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09EAB-B5FB-4880-A182-D4A872ED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DD381-24F4-47DF-B5E5-298D5352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F6550F-0A9E-497D-9DB0-D70D8DC7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FB3F513-7814-4A4C-A64B-1744D3E4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60D3090-4865-4B15-B299-41296DDA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0≤x,y&lt;10⁸인 정수 곱 karatsuba(x,y)를 작성한다. 큰 수를 같은 10의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거듭제곱으로 나눠 재귀 곱셈을 세 번만 사용한다. C는 long long을 쓴다. Python 또는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C8C1219-C194-4987-8A8C-5A9C3713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F75F0-D2ED-452A-9D4C-A5477A52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C91BE-D939-40BE-9839-EE3C2803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EDC538-8D5A-4F63-B105-D1415053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B91E53-D455-48BC-9683-846BBB3D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DBCC08-1A42-49FE-A192-A8681757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8BE1F8-5E65-4099-9BCE-D28511D6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0983B-ADB1-432A-B8B6-C7BB9160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53338-A0E4-4892-B098-EAB02F4D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542D12-6F68-4388-B131-8901AA13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88599E-EAB2-4AF8-AADE-2B35C167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C8C790D-F1BA-4BB7-80FF-30AE1ECA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곱셈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C9E9FA-5C88-47F9-AFC2-95E13D51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2BCD831-A6DE-4340-A50E-12FCA4B9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고위 곱, 저위 곱, 두 부분 합의 곱으로 가운데 항을 복원한다.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199F776-B9AD-4CC9-863E-997BAE26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A8E97A-4AD8-433A-BF7B-D538097C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D3CE16C-6B42-4825-AB58-1D710E4F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자릿수 L의 일반화된 계산 모델에서 O(L^log₂3). 여기서는 입력·중간 곱이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F474CC-F505-411C-A267-FE2912C0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B302898-790E-4D7B-A742-7D3BD7EB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E81A90-53CA-4103-B11E-E38ED484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FE869-C184-457D-9F5A-F31EB2E6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396CF-58DA-418E-BC9B-B4BD3B14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945238-C29F-4A9D-995B-05F36AC9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0FC9C0-A93A-4FFA-BFD6-97D08AFB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6ECD87A5-1DA7-46E5-B767-F2BF4159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곱셈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E1EC44-3840-4E2F-9599-E921A74D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A10E24-9805-49DC-BACF-BC603D04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08992C7-231E-479A-B570-FE320F85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karatsuba(x, y):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F4A1A79-EE0B-48DE-BD0A-B0969F86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C1894D6-5209-4128-AF05-55ED600C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x &lt; 10 or y &lt; 10: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121E5B4-4151-45EE-B3E1-76EAF74F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8E427EC0-ABC5-4033-8456-2C45ADC2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x * y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43B4267-1D6D-49BF-AA51-E69E6863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1D0F9B-DF97-4E3C-8562-17276A49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digits = len(str(max(x, y)))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C9EBE45-35A0-409D-AE49-0C768BA7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07B1940-2B25-4513-A4B7-FE47046B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base = 10 ** (digits // 2)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5ADAB55-6297-4EBF-AB9A-D1E7567A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6100239-159E-4375-B3E0-D6A3D90D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 b = divmod(x, base)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EE06613-3A88-4750-B731-6F831373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2C86E526-C358-4036-BE2D-6D9BBAA7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c, d = divmod(y, base)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7ED4DCE-AC27-4A4D-9462-43658463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D7338D6A-A27F-40E9-AC4C-7BC66965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ac = karatsuba(a, c)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CB0A529-053E-4AAE-B596-3882ED75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8D51A18F-4186-4809-B073-703EE38F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bd = karatsuba(b, d)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A25C271-076E-4CD8-844F-88BEE0D0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99EA7DC-ABA4-4725-8BC7-C6AFEAB2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cross = karatsuba(a + b, c + d) - ac - bd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ABCD97CE-B033-4B96-A19C-780AF439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DF6D3907-3DCF-4B48-B761-AB5449B6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ac * base * base + cross * base + bd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C919747-D5CD-41D4-B6C7-651C4B51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자릿수 L의 일반화된 계산 모델에서 O(L^log₂3). 여기서는 입력·중간 곱이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170E1F-9124-441F-BE0E-6EC71003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7FCDBBD-A56D-4BDD-BE74-532AF055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3379F5-1718-4878-B39B-44FCF758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51AE9-DA02-4E9E-B6D6-8936CD13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122D5C-7FE7-4D38-A0E0-8F603BCB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9F27B31-C554-4D86-9B2B-F2A7DDFA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718BB59-5EF7-4E1E-AD3B-BFACA35E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707C3CE-8BC4-4359-9322-1BEED7F4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곱셈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FE374-C88A-499E-994F-35885F3B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39764A4-F4FE-48E8-95C5-6FC0B66C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7BD9CE2-0F92-47D0-85D7-2FD40177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karatsuba(long long x, long long y)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CCEBFEC-9DF3-4F7F-968D-C68EF939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56D86BB-90AC-4041-99C1-1AABB5FC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(x&lt;10 || y&lt;10) return x*y;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3C80FDD-6D3D-4FC6-99EB-036FFFC0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25FC168-4935-4028-8543-869A74AA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t=x&gt;y ? x:y, base=1;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77DA057-3C43-45A3-A4E8-83F5BB49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70746D1-5C7C-40BD-866B-AF72EB21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digits=0;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0EE27FF-AF91-4283-A517-13DAFDD5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E3BD474-7C54-4628-AAD7-2CABF5CA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(t) { ++digits; t/=10; }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5EDA7FA-69AC-475C-A816-27FB99A5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23435B4-27ED-4625-8861-86829121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i&lt;digits/2; ++i) base*=10;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67181A1-92FD-4C7B-AD56-8C7E71FC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BB31A02-44D6-4E27-998A-B9430A21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a=x/base, b=x%base, c=y/base, d=y%base;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B0312DA-4F61-4D3C-AA03-E9838931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C152407-4012-41A7-9C65-EEA25F9F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ac=karatsuba(a,c), bd=karatsuba(b,d);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A2ABEA4-4F67-4157-8E82-313F34FF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3DFEDE76-3EFA-483B-9C07-DBC2CB4C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cross=karatsuba(a+b,c+d)-ac-bd;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3A1627D-9939-43FA-8338-0A955499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8861C98F-B3C7-4F10-8126-6D5CD16A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ac*base*base+cross*base+bd;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C44DFA66-3C2A-4F34-B897-6F90003E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24867A9C-7DAD-481B-AB33-83952489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1A3026C-D61C-4D3A-BA7E-6052530B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자릿수 L의 일반화된 계산 모델에서 O(L^log₂3). 여기서는 입력·중간 곱이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5C259F7-163B-430A-A4FE-DA6670B9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33C60B-31D8-4BAD-9C3D-243DCC7C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17C08A-011A-4ADD-9A1A-7FB4B3D0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05E8A-4960-4436-AF1A-0FC42830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A4C61-78F9-4DDD-8643-139FD3AC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890C1A-2719-4081-AF74-C6D5F34C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BD5EBB-C2A5-47F1-88C9-DCFB3E6A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2F601C-4A65-484E-83BF-E5276B94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성분이 −1000..1000인 2×2 행렬 A,B의 곱을 strassen2로 구한다. 스칼라 곱셈은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정확히 7번 사용한다. C는 결과 C[2][2]에 기록한다.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F76541F-1E06-4D26-AC7D-7148AE24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BDAD35-843A-46C5-99A1-A571B46B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4E1FC-1A96-425D-978A-69308D48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CE19A-3D5F-44BD-83D1-7882F512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037E61-255F-43D1-B488-870F7616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8CF806-087B-4BBC-BE2A-52E6CCB8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E4FD0D-DA91-4864-804D-2E2712D6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3074F-B4B8-495D-9AAF-4D009378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34FB2-7BAC-4FA8-A555-6E9B6A35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DB173D-A599-4A02-995C-846373CD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4B4C616-A804-4302-9F71-E506E3EE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6EBA1C-705A-4B85-B6FC-844B0610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슈트라센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37FE23-83A5-413A-80ED-8978544E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B3970A8-5687-4746-9FF7-A685F7EA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일곱 보조 곱을 만들고 덧셈과 뺄셈으로 네 성분을 결합한다.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76249AC-4358-4416-A8E4-83205691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ACFA1C-9C4D-4DD7-B7E4-1A825170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B7FB82C-0A11-4571-815C-3AE7C228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크기 2×2이므로 시간 O(1). 재귀적인 n×n 일반화와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286EEC7D-2F2F-4A2E-B5F7-228DD04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314731-9846-4A2F-8A00-13317C4E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BC417F-B089-4CA7-8AEE-2F05B0A4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9B9E4-6BFD-4F16-8141-C3CDD1D8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BE922-2600-492E-9943-EEF5D248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AEAE3F-FF80-4A4A-9180-CB94380C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C272EE-E523-40CF-8A03-3D44F623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870F670-3213-4E86-86F3-938E6E96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슈트라센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6895BD-888B-4FC5-8774-5AB4B4B0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A6CADF2-86BE-4D5E-9C1D-E2836EF9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E43D66B-C4F6-4F1B-9D6D-1B2E3309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strassen2(A,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806130A-224E-4511-9CF5-0E148F9E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0AF58CC-D416-4C0C-9F9A-CA6AFDA0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a,b = A[0]; c,d = A[1]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34DABA9-B04E-43DF-B1A2-7EC24D54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67C18CD-D3D0-4169-9641-49379F2A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e,f = B[0]; g,h = B[1]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5DB8CBD-3FAB-4909-A9FE-925175D1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18502C2-93DE-4283-A297-EDD7D8A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m1 = (a+d)*(e+h)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7B1EE70-BE69-4830-AF40-5AEF0C51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65E7E7F-34A7-4A99-A73D-1A5ADDA8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m2 = (c+d)*e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C795C5E-A3F7-47C6-982E-67659F1D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8539364-DC65-40E3-80CE-CF9C6692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m3 = a*(f-h)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76D8338-7900-409A-95E2-375F944C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299519E-ED7E-4DCF-9DE8-4B15AE4A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m4 = d*(g-e)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BECEB38-8F40-4A41-BA8F-9C08B6EB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E0CB2006-D15C-4318-B0A8-58A1DC8C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m5 = (a+b)*h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D49C2D1-DF05-4F30-B4E4-3C3CA5A2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401AB9C-254C-4364-A6D8-40C32627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m6 = (c-a)*(e+f)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D218B8C-36AC-42C7-AC88-CA456E4F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DF58210-A9F1-4A3D-BFA1-7D9091F9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m7 = (b-d)*(g+h)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876C6973-29B1-4488-8C5E-6EE95424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66A23D49-8A8A-4E92-9412-275E9AA5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[[m1+m4-m5+m7, m3+m5],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936597AD-01E4-440E-A2A6-10477CE7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181048B0-6EDC-4DAA-A0E1-1629EB00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[m2+m4, m1-m2+m3+m6]]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CA01060-E116-433E-BEEC-734D3B85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크기 2×2이므로 시간 O(1). 재귀적인 n×n 일반화와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983E92-D507-433E-80B8-0DE06253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D1DC49-B9CE-44DE-8E93-B5CA4241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1116B56-E49B-48C1-96FF-1C5295B0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312127-4F2A-4454-A095-BE02C83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2E7F1-8F24-4643-A87E-A3D3B059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4D5D9C-1EBC-4911-8C45-AAD7DD27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077B9B-D7B7-4683-9B8C-05FBEDD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9A0AAA-BFD3-4B5F-82AA-3BC50D64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슈트라센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6AE119-FCC8-41BF-A231-8AB06AA2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77AD20E-F325-4B1C-9D37-494551EA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B48DE4C-596E-400C-832C-A0245555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strassen2(const int A[][2], const int B[][2], int C[][2])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CD58C01-1B07-4985-AD52-928E934C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AD0F087-3287-4975-818F-B7FCDBE0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a=A[0][0], b=A[0][1], c=A[1][0], d=A[1][1];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41BA7FE-A3FD-48AC-8026-AEC09979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C87AADF-24D8-43A7-AEAA-635C7BCC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e=B[0][0], f=B[0][1], g=B[1][0], h=B[1][1];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0FF48CA-62E8-4DE9-9583-07A9BC31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92EE0B0-3E9C-42BF-80C4-ED047700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m1=(a+d)*(e+h), m2=(c+d)*e;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16E8542-791F-4945-AA34-8A9FF89C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A9E71B2-F93F-4ECF-8AD4-F8D81731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m3=a*(f-h), m4=d*(g-e), m5=(a+b)*h;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38EF049-7EA0-4D11-B2D0-89F36D65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746E799-9070-4915-9650-76773ABB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m6=(c-a)*(e+f), m7=(b-d)*(g+h);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3D0F06E-DAB5-402A-A81C-2827D518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12323CF-4DC4-4503-B430-952C62A1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C[0][0]=m1+m4-m5+m7; C[0][1]=m3+m5;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885C32E-F64E-4650-AC65-7FA54661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DEBBFA4-B249-404E-9153-F465860A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C[1][0]=m2+m4; C[1][1]=m1-m2+m3+m6;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98A8AAA-7712-467F-B79A-88137DD3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D6723CC-C00E-47D6-A11B-2FE81FEC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CAD92D7-04BF-4DE3-A2DE-65461579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크기 2×2이므로 시간 O(1). 재귀적인 n×n 일반화와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7C57034-DA85-41F1-BD23-E8AFD58E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0A0A1B-E722-4C35-AEEF-B0E16063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E230E6C-8249-4AA8-90FE-60EE1A3B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19C47E-5C52-4175-BFFC-FC9A7E84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FB529-764E-4810-83AA-DFC8C8E7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6A54F1-F12E-4BE2-8F86-5B89FB13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77572B-AC90-475C-8951-B0263837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B0DDF9-B451-43CB-90A1-1771ADBF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정사각형을 균일할 때까지 네 등분한 뒤 값 1인 최종 조각의 수를 반환한다.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n=2ᵏ≤32. white_count(a,r,c,n)을 작성한다. C 열 폭은 32다.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E0C3E96-4D4B-4387-A67E-96A60262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38C79-2E4A-4835-A27E-774D97E4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FD1A2-1640-4D18-9CBE-F0C590B5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B0818-97C2-4521-AF22-0CADEFCF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55BF6BF-8F27-4E6D-84B8-EA45A111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542465-47C5-4478-8FA7-BE22EC9E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E273F1-EE3D-4C8D-BBFB-49119B7B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E3AD8-2DC3-4260-9AAC-028243CF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91AAA7-2C5F-4978-82E1-C5A7A9CD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DBE68C-0155-4506-8999-C73FEB49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38D6B9-1008-4525-AAA3-5212060D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051D76-7E8B-4835-8201-582CFB46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6DD82-60FA-4BDD-9ACF-7BF07698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6C2AD5B-827A-4123-9767-F3616645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균일한 1 영역은 한 조각, 균일한 0 영역은 0개로 세고 나머지는 네 결과를 합한다.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B037945-64C3-4A30-AB90-09793392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44A85-4A7A-4093-B2C3-DB299A89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857B8FD-6906-434E-BC57-AF54714F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 log(n+1)) 상한, 재귀 스택 O(log(n+1)). 1인 칸 수와 조각 수는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4F8A67A3-F90E-4B26-AB12-F8BC9325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E4893B4-C14B-446F-8837-84ED8F40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CF15EA-59AA-43EE-833C-6BDB1010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5FAF6-2F2A-469C-A35E-F806E14C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CC91E-7193-41A1-B288-A0258332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3601060-1189-44E3-B3B8-1B3858F2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0BC31A-BB4D-45A0-A05D-EC0936EE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DBAC3B2-F712-49E4-8421-46DEF6F5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0F1482-C356-4C66-8F47-8D107ABB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BDB6568-D13C-45A9-A8BC-D4E169B8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622C776-484F-4107-946E-2180E65A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white_count(a, r, c, 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0EF1DB7-6226-4253-9305-447926EB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D936580-3BB8-4039-8445-C43C4319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a[r][c]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FB5BDE6-4052-4B3E-BD26-642E24B6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20C5776-7820-4BD1-9D33-1D3DED65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all(a[i][j] == value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0DDFD9A-03C3-4E65-95AA-59D1B361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0F380A1-B31C-4F68-A0DD-553363BE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i in range(r, r+n) for j in range(c, c+n)):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BBAF8EE-AD7E-4F69-9AC4-57D3E872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88223FD-6259-4AFC-A988-E7105FCC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value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3D101B3-12ED-4909-86F5-EA3F8A1F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AEBA387-A05E-4D0E-AA3D-2907EF42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h = n // 2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2121400-A50C-429E-85A4-2A9BCAAB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131FBB0-FE68-4B35-A0E9-83FC29B8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(white_count(a,r,c,h) + white_count(a,r,c+h,h)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26BEE00-00E8-4D6F-B486-86F13AEF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E6ADD01-B713-41D4-B47F-3F454FDA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white_count(a,r+h,c,h)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936460E-753D-4E78-824A-4368169B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75799EE-7935-416A-81B3-C6865663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white_count(a,r+h,c+h,h))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3FC7CE0-4DE1-40BE-8D7C-1AC79222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 log(n+1)) 상한, 재귀 스택 O(log(n+1)). 1인 칸 수와 조각 수는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DC7FDC-B4BE-40AB-825D-17DD9B34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6F321E6-5098-4D60-8F50-35DFBA25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A38DE3-296E-46E2-876E-4D84B8E1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1F9DF-14FB-4604-897E-95C68C32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54FFFA-4EF8-4370-9B16-2F48F615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6E4209-9E19-458C-98F3-FFD2AF94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6B395A-92CA-4ADD-A306-8E0774BF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CAA364F-2A27-428E-B377-C1545241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E9CDC-725E-40E6-993D-A16BE99A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AD9BABD-83CD-4633-8EFB-E05BEF19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68AAD8F-A6F2-4CED-99E0-EA7235B8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white_count(const int a[][32], int r, int c,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18848DE-1435-47FF-9F40-663199E8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E80F4B0-C849-47EE-86B1-CDF6747B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same=1, value=a[r][c];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639E7028-AD7A-4E80-B283-9CEF0B57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2F589C5-000F-41F3-AE03-A4130D5B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i=r; i&lt;r+n; ++i)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7C671EA-34E4-478A-8F3D-2F42F7E1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FFA37F9-A2AD-4D31-A3BF-DDC453D4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j=c; j&lt;c+n; ++j)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809FB36-7E9E-40AA-9C31-26314FAB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E7157BEA-6CAA-4F10-ACEC-3524DE97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(a[i][j]!=value) same=0;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1329F2EF-1034-454C-AE86-1F133CA8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9EB5723-E42B-46C3-998C-326F5F16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(same) return value;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2BAB3E4-E1A1-4085-BF4A-129D716C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0E5E2BE1-3691-4468-880D-A459E6EF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h=n/2;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800AFD82-9DD8-4AE7-BEDB-13061628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8DE2C6B-FB7D-483B-9823-A76BA38C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white_count(a,r,c,h)+white_count(a,r,c+h,h)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B40F0B3-DC4C-414D-9CAF-1968CF4B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08F61A3F-A529-4100-BFB0-AF7387A6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+ white_count(a,r+h,c,h)+white_count(a,r+h,c+h,h);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2C4DFF7-2F2E-479D-9310-457C90F0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1E00AE93-1F08-4626-9D69-B1836C5C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B416694-ED8C-4729-A9F2-168508CD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 log(n+1)) 상한, 재귀 스택 O(log(n+1)). 1인 칸 수와 조각 수는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57FAF8-EE1C-44F4-B9C3-9B7E7D20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9E1313-0369-4A90-9D2B-1A45BD59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461CD7-3152-4F8E-B550-88537CA9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DD1DE-7DF9-41B1-B1F6-3131BB93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B4645-C2F0-4D3B-AC9F-44461643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6E600C1-FA14-4319-878D-88F1AE5D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9B88CB-54CA-4C64-AE7E-7A9F43FE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A496FB-B1A2-459B-AB3D-9FD9FE97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a,b는 원래 배열의 왼쪽·오른쪽 절반이다. a[i]&gt;b[j]인 교차 역전 쌍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cross_inversions를 병합식 순회로 구하시오. 각 길이 0..1000.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DD6A78A-C7E8-462A-ADFE-3348349B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87EC03-8471-4DCD-A65D-C0AE9CDD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5B8705-3CBB-4AAF-819A-F65AC04F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61DDA-3ABB-4EE1-9D31-10F271D4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10BB4D-E430-4AF1-97A2-F2ED1F6E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F07ED32-DA07-406F-8932-9298DBC0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171700D-0FE9-4492-A59B-AB971823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8AAA6-4013-4161-8F37-9BF329DF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A4A7D-9C75-4627-A532-2294AD2C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2E93B3-F0B5-4297-8268-8C95C61B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DFB6DF-6E94-4F7F-982C-AEDBE119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CEDBFF3-02BA-4CFA-9E6A-2DFE8E28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D212F-BC0C-4E8D-8683-6DCE0DBE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0FAF124-8E83-4FC2-8735-65B3F9AC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오른쪽 값이 더 작으면 남은 왼쪽 원소 모두와 역전 쌍을 만든다.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E0A048B-FEC0-443C-B8D2-C15F0164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92181-7E1A-47C1-B5A3-8A7FF3BE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1674E4A-134B-4DFB-9434-ABE6A61F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C7A8AD-8D91-4C57-ABAA-16699DEB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7B69C55-6338-4339-8E22-933D7812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0D6A7F-CB56-475A-98AE-B76AEE58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98019-672D-4756-9627-D5C16A36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4B2AE-E40D-492B-A55B-3446C730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39D8FF-3112-4BF8-A179-F82CDA2C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871336-D0C8-4AB7-819F-018DFE4D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7608DD2-2818-47AD-90F9-354BE1BC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5AC79E-84AF-4271-9615-49AC32B6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4ACD4495-1B3F-4770-A18E-D78F63D8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AA9837C-83C6-4FBC-8837-0E59B78B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cross_inversions(a,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9905A98-9913-479F-9779-3E59CF61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6DD5219-4FD8-4A47-B4CB-DF9EEF68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 = j = count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877BE11-88D5-421B-8ED1-F56E0685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8C6D5C3-400D-4912-8170-5DDDEB45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&lt; len(a) and j &lt; len(b):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4D5631B-DCE5-4046-BFD9-A125B4DE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CE0D048-1F14-4258-A93F-8431843D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a[i] &lt;= b[j]: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66BC90E-28CA-4583-B649-69FE0EAD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DF5AC8E-276F-4839-AC52-958B3CB7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 += 1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9345799-75A7-4C7E-9AC3-23866814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06CB03B-88BC-4FA1-AD33-DD70DC68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4EAACB57-1F9C-4F80-80CE-B332CDBE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A3882E3-3579-4C51-B14D-C16046D6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len(a) - i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8C0D87B1-63EB-44E4-B3EA-3FA456E6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27D347D-5512-4026-9BB2-17DFA73A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49B8F5C-1DFA-4F78-B6E8-9BE0EF6D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8156DB7-ECFD-4937-BF64-310B70C8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1812EE8-F378-4FA3-9CA7-7DF676C6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622186-19B2-4D76-BB58-57EE6711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DCB988-3A01-4C79-96E7-491EE8BA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A95E4C-42D6-42A4-9732-0EBC6CFA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B0C9F-F2B9-4D02-8593-28284839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395E9-19B4-472B-8C1B-1AF2338A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BCEA5E-0F94-48FE-AC34-CE860B20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FD0ABDB-54B8-4587-85C4-DAA1316B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F2B93C21-C393-4750-9787-D3305964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569D7-E290-4542-9710-77CF6B90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889074A-B8D4-4D19-85D7-6388A655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18972C6-4343-4404-A9D6-DEF27AC4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cross_inversions(const int a[], int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4D43483-8C16-4A05-A61C-F3607BCB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2E7C309-1D34-4E26-89E8-0EB9D426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   const int b[], int m)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3E13CFF-9DB9-4862-8E70-2D046AA8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526E841-33C0-46BE-8937-A37A3C90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i=0, j=0;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6965616-7EB3-471D-AC05-687BDD31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E889D48E-0272-4C66-B99A-8FD02431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count=0;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F1B7C67-3066-4AD3-AC84-66713394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07E9A239-801A-408A-8C7F-44A9A455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 &amp;&amp; j&lt;m)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5755151-DA05-4700-94CC-B5B9FC4E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BA6F795-C3D7-417B-995B-855EECF7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(a[i]&lt;=b[j]) ++i;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D142619-5DAC-4E98-ACCB-3AE236A5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7D06E0D-BF4F-459B-B122-49FED0F6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{ count+=n-i; ++j;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C8A3E5E-FA54-493F-8DF2-92728C0F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DFA1FDE-B6D7-4634-A837-76611BBF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16065666-0BEC-4F93-AA80-F5506E14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D02BBF6-E8CA-43E5-AC18-B940A1AE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DD887F4-B5C4-4EFC-A4C7-2EC2E818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FC43825-28BE-48A1-BC0B-AFA51ADC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1472F92-EC06-43E3-B7E6-B413E43E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2026-09-19T14:52:50.9800000Z</dcterms:created>
  <dcterms:modified xsi:type="dcterms:W3CDTF">2026-09-19T14:52:50.9800000Z</dcterms:modified>
</coreProperties>
</file>