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22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484" r:id="rId66"/>
    <p:sldId id="485" r:id="rId67"/>
    <p:sldId id="486" r:id="rId68"/>
    <p:sldId id="487" r:id="rId69"/>
    <p:sldId id="488" r:id="rId70"/>
    <p:sldId id="489" r:id="rId71"/>
    <p:sldId id="490" r:id="rId72"/>
    <p:sldId id="491" r:id="rId73"/>
    <p:sldId id="492" r:id="rId74"/>
    <p:sldId id="493" r:id="rId75"/>
    <p:sldId id="494" r:id="rId76"/>
    <p:sldId id="495" r:id="rId77"/>
    <p:sldId id="496" r:id="rId78"/>
    <p:sldId id="497" r:id="rId79"/>
    <p:sldId id="498" r:id="rId80"/>
    <p:sldId id="499"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500" r:id="rId130"/>
    <p:sldId id="501" r:id="rId131"/>
    <p:sldId id="502" r:id="rId132"/>
    <p:sldId id="503" r:id="rId133"/>
    <p:sldId id="504" r:id="rId134"/>
    <p:sldId id="505" r:id="rId135"/>
    <p:sldId id="506" r:id="rId136"/>
    <p:sldId id="507" r:id="rId137"/>
    <p:sldId id="508" r:id="rId138"/>
    <p:sldId id="509" r:id="rId139"/>
    <p:sldId id="510" r:id="rId140"/>
    <p:sldId id="511"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512" r:id="rId170"/>
    <p:sldId id="513" r:id="rId171"/>
    <p:sldId id="514" r:id="rId172"/>
    <p:sldId id="515" r:id="rId173"/>
    <p:sldId id="516" r:id="rId174"/>
    <p:sldId id="517" r:id="rId175"/>
    <p:sldId id="518" r:id="rId176"/>
    <p:sldId id="519" r:id="rId177"/>
    <p:sldId id="520" r:id="rId178"/>
    <p:sldId id="521"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76" r:id="rId206"/>
    <p:sldId id="477" r:id="rId207"/>
    <p:sldId id="478" r:id="rId208"/>
    <p:sldId id="479" r:id="rId209"/>
    <p:sldId id="480" r:id="rId210"/>
    <p:sldId id="481" r:id="rId211"/>
    <p:sldId id="482" r:id="rId212"/>
    <p:sldId id="483" r:id="rId213"/>
    <p:sldId id="468" r:id="rId214"/>
    <p:sldId id="469" r:id="rId215"/>
    <p:sldId id="470" r:id="rId216"/>
    <p:sldId id="471" r:id="rId217"/>
    <p:sldId id="472" r:id="rId218"/>
    <p:sldId id="473" r:id="rId219"/>
    <p:sldId id="474" r:id="rId220"/>
    <p:sldId id="475" r:id="rId221"/>
  </p:sldIdLst>
  <p:sldSz cx="12192000" cy="6858000"/>
  <p:notesSz cx="6858000" cy="9144000"/>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slideViewPr>
    <p:cSldViewPr snapToGrid="0" snapToObjects="1">
      <p:cViewPr>
        <p:scale>
          <a:sx n="1" d="1"/>
          <a:sy n="1" d="1"/>
        </p:scale>
        <p:origin x="0" y="0"/>
      </p:cViewPr>
      <p:guideLst/>
    </p:cSldViewPr>
  </p:slide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slide" Target="slides/slide158.xml"/><Relationship Id="rId170" Type="http://schemas.openxmlformats.org/officeDocument/2006/relationships/slide" Target="slides/slide169.xml"/><Relationship Id="rId191" Type="http://schemas.openxmlformats.org/officeDocument/2006/relationships/slide" Target="slides/slide190.xml"/><Relationship Id="rId205" Type="http://schemas.openxmlformats.org/officeDocument/2006/relationships/slide" Target="slides/slide204.xml"/><Relationship Id="rId226" Type="http://schemas.openxmlformats.org/officeDocument/2006/relationships/tableStyles" Target="tableStyles.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slide" Target="slides/slide159.xml"/><Relationship Id="rId181" Type="http://schemas.openxmlformats.org/officeDocument/2006/relationships/slide" Target="slides/slide180.xml"/><Relationship Id="rId216" Type="http://schemas.openxmlformats.org/officeDocument/2006/relationships/slide" Target="slides/slide215.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71" Type="http://schemas.openxmlformats.org/officeDocument/2006/relationships/slide" Target="slides/slide170.xml"/><Relationship Id="rId192" Type="http://schemas.openxmlformats.org/officeDocument/2006/relationships/slide" Target="slides/slide191.xml"/><Relationship Id="rId206" Type="http://schemas.openxmlformats.org/officeDocument/2006/relationships/slide" Target="slides/slide205.xml"/><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54" Type="http://schemas.openxmlformats.org/officeDocument/2006/relationships/slide" Target="slides/slide53.xml"/><Relationship Id="rId75" Type="http://schemas.openxmlformats.org/officeDocument/2006/relationships/slide" Target="slides/slide74.xml"/><Relationship Id="rId96" Type="http://schemas.openxmlformats.org/officeDocument/2006/relationships/slide" Target="slides/slide95.xml"/><Relationship Id="rId140" Type="http://schemas.openxmlformats.org/officeDocument/2006/relationships/slide" Target="slides/slide139.xml"/><Relationship Id="rId161" Type="http://schemas.openxmlformats.org/officeDocument/2006/relationships/slide" Target="slides/slide160.xml"/><Relationship Id="rId182" Type="http://schemas.openxmlformats.org/officeDocument/2006/relationships/slide" Target="slides/slide181.xml"/><Relationship Id="rId217" Type="http://schemas.openxmlformats.org/officeDocument/2006/relationships/slide" Target="slides/slide216.xml"/><Relationship Id="rId6" Type="http://schemas.openxmlformats.org/officeDocument/2006/relationships/slide" Target="slides/slide5.xml"/><Relationship Id="rId23" Type="http://schemas.openxmlformats.org/officeDocument/2006/relationships/slide" Target="slides/slide22.xml"/><Relationship Id="rId119" Type="http://schemas.openxmlformats.org/officeDocument/2006/relationships/slide" Target="slides/slide118.xml"/><Relationship Id="rId44" Type="http://schemas.openxmlformats.org/officeDocument/2006/relationships/slide" Target="slides/slide43.xml"/><Relationship Id="rId65" Type="http://schemas.openxmlformats.org/officeDocument/2006/relationships/slide" Target="slides/slide64.xml"/><Relationship Id="rId86" Type="http://schemas.openxmlformats.org/officeDocument/2006/relationships/slide" Target="slides/slide85.xml"/><Relationship Id="rId130" Type="http://schemas.openxmlformats.org/officeDocument/2006/relationships/slide" Target="slides/slide129.xml"/><Relationship Id="rId151" Type="http://schemas.openxmlformats.org/officeDocument/2006/relationships/slide" Target="slides/slide150.xml"/><Relationship Id="rId172" Type="http://schemas.openxmlformats.org/officeDocument/2006/relationships/slide" Target="slides/slide171.xml"/><Relationship Id="rId193" Type="http://schemas.openxmlformats.org/officeDocument/2006/relationships/slide" Target="slides/slide192.xml"/><Relationship Id="rId207" Type="http://schemas.openxmlformats.org/officeDocument/2006/relationships/slide" Target="slides/slide206.xml"/><Relationship Id="rId13" Type="http://schemas.openxmlformats.org/officeDocument/2006/relationships/slide" Target="slides/slide12.xml"/><Relationship Id="rId109" Type="http://schemas.openxmlformats.org/officeDocument/2006/relationships/slide" Target="slides/slide108.xml"/><Relationship Id="rId34" Type="http://schemas.openxmlformats.org/officeDocument/2006/relationships/slide" Target="slides/slide33.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20" Type="http://schemas.openxmlformats.org/officeDocument/2006/relationships/slide" Target="slides/slide119.xml"/><Relationship Id="rId141" Type="http://schemas.openxmlformats.org/officeDocument/2006/relationships/slide" Target="slides/slide140.xml"/><Relationship Id="rId7" Type="http://schemas.openxmlformats.org/officeDocument/2006/relationships/slide" Target="slides/slide6.xml"/><Relationship Id="rId162" Type="http://schemas.openxmlformats.org/officeDocument/2006/relationships/slide" Target="slides/slide161.xml"/><Relationship Id="rId183" Type="http://schemas.openxmlformats.org/officeDocument/2006/relationships/slide" Target="slides/slide182.xml"/><Relationship Id="rId218" Type="http://schemas.openxmlformats.org/officeDocument/2006/relationships/slide" Target="slides/slide217.xml"/><Relationship Id="rId24" Type="http://schemas.openxmlformats.org/officeDocument/2006/relationships/slide" Target="slides/slide23.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31" Type="http://schemas.openxmlformats.org/officeDocument/2006/relationships/slide" Target="slides/slide130.xml"/><Relationship Id="rId152" Type="http://schemas.openxmlformats.org/officeDocument/2006/relationships/slide" Target="slides/slide151.xml"/><Relationship Id="rId173" Type="http://schemas.openxmlformats.org/officeDocument/2006/relationships/slide" Target="slides/slide172.xml"/><Relationship Id="rId194" Type="http://schemas.openxmlformats.org/officeDocument/2006/relationships/slide" Target="slides/slide193.xml"/><Relationship Id="rId208" Type="http://schemas.openxmlformats.org/officeDocument/2006/relationships/slide" Target="slides/slide207.xml"/><Relationship Id="rId14" Type="http://schemas.openxmlformats.org/officeDocument/2006/relationships/slide" Target="slides/slide13.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8" Type="http://schemas.openxmlformats.org/officeDocument/2006/relationships/slide" Target="slides/slide7.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219" Type="http://schemas.openxmlformats.org/officeDocument/2006/relationships/slide" Target="slides/slide218.xml"/><Relationship Id="rId3" Type="http://schemas.openxmlformats.org/officeDocument/2006/relationships/slide" Target="slides/slide2.xml"/><Relationship Id="rId214" Type="http://schemas.openxmlformats.org/officeDocument/2006/relationships/slide" Target="slides/slide213.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79" Type="http://schemas.openxmlformats.org/officeDocument/2006/relationships/slide" Target="slides/slide178.xml"/><Relationship Id="rId195" Type="http://schemas.openxmlformats.org/officeDocument/2006/relationships/slide" Target="slides/slide194.xml"/><Relationship Id="rId209" Type="http://schemas.openxmlformats.org/officeDocument/2006/relationships/slide" Target="slides/slide208.xml"/><Relationship Id="rId190" Type="http://schemas.openxmlformats.org/officeDocument/2006/relationships/slide" Target="slides/slide189.xml"/><Relationship Id="rId204" Type="http://schemas.openxmlformats.org/officeDocument/2006/relationships/slide" Target="slides/slide203.xml"/><Relationship Id="rId220" Type="http://schemas.openxmlformats.org/officeDocument/2006/relationships/slide" Target="slides/slide219.xml"/><Relationship Id="rId225" Type="http://schemas.openxmlformats.org/officeDocument/2006/relationships/theme" Target="theme/theme1.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164" Type="http://schemas.openxmlformats.org/officeDocument/2006/relationships/slide" Target="slides/slide163.xml"/><Relationship Id="rId169" Type="http://schemas.openxmlformats.org/officeDocument/2006/relationships/slide" Target="slides/slide168.xml"/><Relationship Id="rId185" Type="http://schemas.openxmlformats.org/officeDocument/2006/relationships/slide" Target="slides/slide184.xml"/><Relationship Id="rId4" Type="http://schemas.openxmlformats.org/officeDocument/2006/relationships/slide" Target="slides/slide3.xml"/><Relationship Id="rId9" Type="http://schemas.openxmlformats.org/officeDocument/2006/relationships/slide" Target="slides/slide8.xml"/><Relationship Id="rId180" Type="http://schemas.openxmlformats.org/officeDocument/2006/relationships/slide" Target="slides/slide179.xml"/><Relationship Id="rId210" Type="http://schemas.openxmlformats.org/officeDocument/2006/relationships/slide" Target="slides/slide209.xml"/><Relationship Id="rId215" Type="http://schemas.openxmlformats.org/officeDocument/2006/relationships/slide" Target="slides/slide214.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221" Type="http://schemas.openxmlformats.org/officeDocument/2006/relationships/slide" Target="slides/slide220.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211" Type="http://schemas.openxmlformats.org/officeDocument/2006/relationships/slide" Target="slides/slide210.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201" Type="http://schemas.openxmlformats.org/officeDocument/2006/relationships/slide" Target="slides/slide200.xml"/><Relationship Id="rId222" Type="http://schemas.openxmlformats.org/officeDocument/2006/relationships/notesMaster" Target="notesMasters/notesMaster1.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1" Type="http://schemas.openxmlformats.org/officeDocument/2006/relationships/slideMaster" Target="slideMasters/slideMaster1.xml"/><Relationship Id="rId212" Type="http://schemas.openxmlformats.org/officeDocument/2006/relationships/slide" Target="slides/slide211.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202" Type="http://schemas.openxmlformats.org/officeDocument/2006/relationships/slide" Target="slides/slide201.xml"/><Relationship Id="rId223" Type="http://schemas.openxmlformats.org/officeDocument/2006/relationships/presProps" Target="presProps.xml"/><Relationship Id="rId18" Type="http://schemas.openxmlformats.org/officeDocument/2006/relationships/slide" Target="slides/slide17.xml"/><Relationship Id="rId39" Type="http://schemas.openxmlformats.org/officeDocument/2006/relationships/slide" Target="slides/slide38.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71" Type="http://schemas.openxmlformats.org/officeDocument/2006/relationships/slide" Target="slides/slide70.xml"/><Relationship Id="rId92" Type="http://schemas.openxmlformats.org/officeDocument/2006/relationships/slide" Target="slides/slide91.xml"/><Relationship Id="rId213" Type="http://schemas.openxmlformats.org/officeDocument/2006/relationships/slide" Target="slides/slide212.xml"/><Relationship Id="rId2" Type="http://schemas.openxmlformats.org/officeDocument/2006/relationships/slide" Target="slides/slide1.xml"/><Relationship Id="rId29" Type="http://schemas.openxmlformats.org/officeDocument/2006/relationships/slide" Target="slides/slide28.xml"/><Relationship Id="rId40" Type="http://schemas.openxmlformats.org/officeDocument/2006/relationships/slide" Target="slides/slide39.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61" Type="http://schemas.openxmlformats.org/officeDocument/2006/relationships/slide" Target="slides/slide60.xml"/><Relationship Id="rId82" Type="http://schemas.openxmlformats.org/officeDocument/2006/relationships/slide" Target="slides/slide81.xml"/><Relationship Id="rId199" Type="http://schemas.openxmlformats.org/officeDocument/2006/relationships/slide" Target="slides/slide198.xml"/><Relationship Id="rId203" Type="http://schemas.openxmlformats.org/officeDocument/2006/relationships/slide" Target="slides/slide202.xml"/><Relationship Id="rId19" Type="http://schemas.openxmlformats.org/officeDocument/2006/relationships/slide" Target="slides/slide18.xml"/><Relationship Id="rId224" Type="http://schemas.openxmlformats.org/officeDocument/2006/relationships/viewProps" Target="viewProps.xml"/><Relationship Id="rId30" Type="http://schemas.openxmlformats.org/officeDocument/2006/relationships/slide" Target="slides/slide2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189" Type="http://schemas.openxmlformats.org/officeDocument/2006/relationships/slide" Target="slides/slide18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2" Type="http://schemas.openxmlformats.org/officeDocument/2006/relationships/slide" Target="../slides/slide149.xml"/><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2" Type="http://schemas.openxmlformats.org/officeDocument/2006/relationships/slide" Target="../slides/slide150.xml"/><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2" Type="http://schemas.openxmlformats.org/officeDocument/2006/relationships/slide" Target="../slides/slide151.xml"/><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_rels/notesSlide156.xml.rels><?xml version="1.0" encoding="UTF-8" standalone="yes"?>
<Relationships xmlns="http://schemas.openxmlformats.org/package/2006/relationships"><Relationship Id="rId2" Type="http://schemas.openxmlformats.org/officeDocument/2006/relationships/slide" Target="../slides/slide156.xml"/><Relationship Id="rId1" Type="http://schemas.openxmlformats.org/officeDocument/2006/relationships/notesMaster" Target="../notesMasters/notesMaster1.xml"/></Relationships>
</file>

<file path=ppt/notesSlides/_rels/notesSlide157.xml.rels><?xml version="1.0" encoding="UTF-8" standalone="yes"?>
<Relationships xmlns="http://schemas.openxmlformats.org/package/2006/relationships"><Relationship Id="rId2" Type="http://schemas.openxmlformats.org/officeDocument/2006/relationships/slide" Target="../slides/slide157.xml"/><Relationship Id="rId1" Type="http://schemas.openxmlformats.org/officeDocument/2006/relationships/notesMaster" Target="../notesMasters/notesMaster1.xml"/></Relationships>
</file>

<file path=ppt/notesSlides/_rels/notesSlide158.xml.rels><?xml version="1.0" encoding="UTF-8" standalone="yes"?>
<Relationships xmlns="http://schemas.openxmlformats.org/package/2006/relationships"><Relationship Id="rId2" Type="http://schemas.openxmlformats.org/officeDocument/2006/relationships/slide" Target="../slides/slide158.xml"/><Relationship Id="rId1" Type="http://schemas.openxmlformats.org/officeDocument/2006/relationships/notesMaster" Target="../notesMasters/notesMaster1.xml"/></Relationships>
</file>

<file path=ppt/notesSlides/_rels/notesSlide159.xml.rels><?xml version="1.0" encoding="UTF-8" standalone="yes"?>
<Relationships xmlns="http://schemas.openxmlformats.org/package/2006/relationships"><Relationship Id="rId2" Type="http://schemas.openxmlformats.org/officeDocument/2006/relationships/slide" Target="../slides/slide159.xml"/><Relationship Id="rId1" Type="http://schemas.openxmlformats.org/officeDocument/2006/relationships/notesMaster" Target="../notesMasters/notesMaster1.xml"/></Relationships>
</file>

<file path=ppt/notesSlides/_rels/notesSlide160.xml.rels><?xml version="1.0" encoding="UTF-8" standalone="yes"?>
<Relationships xmlns="http://schemas.openxmlformats.org/package/2006/relationships"><Relationship Id="rId2" Type="http://schemas.openxmlformats.org/officeDocument/2006/relationships/slide" Target="../slides/slide160.xml"/><Relationship Id="rId1" Type="http://schemas.openxmlformats.org/officeDocument/2006/relationships/notesMaster" Target="../notesMasters/notesMaster1.xml"/></Relationships>
</file>

<file path=ppt/notesSlides/_rels/notesSlide161.xml.rels><?xml version="1.0" encoding="UTF-8" standalone="yes"?>
<Relationships xmlns="http://schemas.openxmlformats.org/package/2006/relationships"><Relationship Id="rId2" Type="http://schemas.openxmlformats.org/officeDocument/2006/relationships/slide" Target="../slides/slide161.xml"/><Relationship Id="rId1" Type="http://schemas.openxmlformats.org/officeDocument/2006/relationships/notesMaster" Target="../notesMasters/notesMaster1.xml"/></Relationships>
</file>

<file path=ppt/notesSlides/_rels/notesSlide162.xml.rels><?xml version="1.0" encoding="UTF-8" standalone="yes"?>
<Relationships xmlns="http://schemas.openxmlformats.org/package/2006/relationships"><Relationship Id="rId2" Type="http://schemas.openxmlformats.org/officeDocument/2006/relationships/slide" Target="../slides/slide162.xml"/><Relationship Id="rId1" Type="http://schemas.openxmlformats.org/officeDocument/2006/relationships/notesMaster" Target="../notesMasters/notesMaster1.xml"/></Relationships>
</file>

<file path=ppt/notesSlides/_rels/notesSlide163.xml.rels><?xml version="1.0" encoding="UTF-8" standalone="yes"?>
<Relationships xmlns="http://schemas.openxmlformats.org/package/2006/relationships"><Relationship Id="rId2" Type="http://schemas.openxmlformats.org/officeDocument/2006/relationships/slide" Target="../slides/slide163.xml"/><Relationship Id="rId1" Type="http://schemas.openxmlformats.org/officeDocument/2006/relationships/notesMaster" Target="../notesMasters/notesMaster1.xml"/></Relationships>
</file>

<file path=ppt/notesSlides/_rels/notesSlide164.xml.rels><?xml version="1.0" encoding="UTF-8" standalone="yes"?>
<Relationships xmlns="http://schemas.openxmlformats.org/package/2006/relationships"><Relationship Id="rId2" Type="http://schemas.openxmlformats.org/officeDocument/2006/relationships/slide" Target="../slides/slide164.xml"/><Relationship Id="rId1" Type="http://schemas.openxmlformats.org/officeDocument/2006/relationships/notesMaster" Target="../notesMasters/notesMaster1.xml"/></Relationships>
</file>

<file path=ppt/notesSlides/_rels/notesSlide165.xml.rels><?xml version="1.0" encoding="UTF-8" standalone="yes"?>
<Relationships xmlns="http://schemas.openxmlformats.org/package/2006/relationships"><Relationship Id="rId2" Type="http://schemas.openxmlformats.org/officeDocument/2006/relationships/slide" Target="../slides/slide165.xml"/><Relationship Id="rId1" Type="http://schemas.openxmlformats.org/officeDocument/2006/relationships/notesMaster" Target="../notesMasters/notesMaster1.xml"/></Relationships>
</file>

<file path=ppt/notesSlides/_rels/notesSlide166.xml.rels><?xml version="1.0" encoding="UTF-8" standalone="yes"?>
<Relationships xmlns="http://schemas.openxmlformats.org/package/2006/relationships"><Relationship Id="rId2" Type="http://schemas.openxmlformats.org/officeDocument/2006/relationships/slide" Target="../slides/slide166.xml"/><Relationship Id="rId1" Type="http://schemas.openxmlformats.org/officeDocument/2006/relationships/notesMaster" Target="../notesMasters/notesMaster1.xml"/></Relationships>
</file>

<file path=ppt/notesSlides/_rels/notesSlide167.xml.rels><?xml version="1.0" encoding="UTF-8" standalone="yes"?>
<Relationships xmlns="http://schemas.openxmlformats.org/package/2006/relationships"><Relationship Id="rId2" Type="http://schemas.openxmlformats.org/officeDocument/2006/relationships/slide" Target="../slides/slide167.xml"/><Relationship Id="rId1" Type="http://schemas.openxmlformats.org/officeDocument/2006/relationships/notesMaster" Target="../notesMasters/notesMaster1.xml"/></Relationships>
</file>

<file path=ppt/notesSlides/_rels/notesSlide168.xml.rels><?xml version="1.0" encoding="UTF-8" standalone="yes"?>
<Relationships xmlns="http://schemas.openxmlformats.org/package/2006/relationships"><Relationship Id="rId2" Type="http://schemas.openxmlformats.org/officeDocument/2006/relationships/slide" Target="../slides/slide168.xml"/><Relationship Id="rId1" Type="http://schemas.openxmlformats.org/officeDocument/2006/relationships/notesMaster" Target="../notesMasters/notesMaster1.xml"/></Relationships>
</file>

<file path=ppt/notesSlides/_rels/notesSlide169.xml.rels><?xml version="1.0" encoding="UTF-8" standalone="yes"?>
<Relationships xmlns="http://schemas.openxmlformats.org/package/2006/relationships"><Relationship Id="rId2" Type="http://schemas.openxmlformats.org/officeDocument/2006/relationships/slide" Target="../slides/slide169.xml"/><Relationship Id="rId1" Type="http://schemas.openxmlformats.org/officeDocument/2006/relationships/notesMaster" Target="../notesMasters/notesMaster1.xml"/></Relationships>
</file>

<file path=ppt/notesSlides/_rels/notesSlide170.xml.rels><?xml version="1.0" encoding="UTF-8" standalone="yes"?>
<Relationships xmlns="http://schemas.openxmlformats.org/package/2006/relationships"><Relationship Id="rId2" Type="http://schemas.openxmlformats.org/officeDocument/2006/relationships/slide" Target="../slides/slide170.xml"/><Relationship Id="rId1" Type="http://schemas.openxmlformats.org/officeDocument/2006/relationships/notesMaster" Target="../notesMasters/notesMaster1.xml"/></Relationships>
</file>

<file path=ppt/notesSlides/_rels/notesSlide171.xml.rels><?xml version="1.0" encoding="UTF-8" standalone="yes"?>
<Relationships xmlns="http://schemas.openxmlformats.org/package/2006/relationships"><Relationship Id="rId2" Type="http://schemas.openxmlformats.org/officeDocument/2006/relationships/slide" Target="../slides/slide171.xml"/><Relationship Id="rId1" Type="http://schemas.openxmlformats.org/officeDocument/2006/relationships/notesMaster" Target="../notesMasters/notesMaster1.xml"/></Relationships>
</file>

<file path=ppt/notesSlides/_rels/notesSlide172.xml.rels><?xml version="1.0" encoding="UTF-8" standalone="yes"?>
<Relationships xmlns="http://schemas.openxmlformats.org/package/2006/relationships"><Relationship Id="rId2" Type="http://schemas.openxmlformats.org/officeDocument/2006/relationships/slide" Target="../slides/slide172.xml"/><Relationship Id="rId1" Type="http://schemas.openxmlformats.org/officeDocument/2006/relationships/notesMaster" Target="../notesMasters/notesMaster1.xml"/></Relationships>
</file>

<file path=ppt/notesSlides/_rels/notesSlide173.xml.rels><?xml version="1.0" encoding="UTF-8" standalone="yes"?>
<Relationships xmlns="http://schemas.openxmlformats.org/package/2006/relationships"><Relationship Id="rId2" Type="http://schemas.openxmlformats.org/officeDocument/2006/relationships/slide" Target="../slides/slide173.xml"/><Relationship Id="rId1" Type="http://schemas.openxmlformats.org/officeDocument/2006/relationships/notesMaster" Target="../notesMasters/notesMaster1.xml"/></Relationships>
</file>

<file path=ppt/notesSlides/_rels/notesSlide174.xml.rels><?xml version="1.0" encoding="UTF-8" standalone="yes"?>
<Relationships xmlns="http://schemas.openxmlformats.org/package/2006/relationships"><Relationship Id="rId2" Type="http://schemas.openxmlformats.org/officeDocument/2006/relationships/slide" Target="../slides/slide174.xml"/><Relationship Id="rId1" Type="http://schemas.openxmlformats.org/officeDocument/2006/relationships/notesMaster" Target="../notesMasters/notesMaster1.xml"/></Relationships>
</file>

<file path=ppt/notesSlides/_rels/notesSlide175.xml.rels><?xml version="1.0" encoding="UTF-8" standalone="yes"?>
<Relationships xmlns="http://schemas.openxmlformats.org/package/2006/relationships"><Relationship Id="rId2" Type="http://schemas.openxmlformats.org/officeDocument/2006/relationships/slide" Target="../slides/slide175.xml"/><Relationship Id="rId1" Type="http://schemas.openxmlformats.org/officeDocument/2006/relationships/notesMaster" Target="../notesMasters/notesMaster1.xml"/></Relationships>
</file>

<file path=ppt/notesSlides/_rels/notesSlide176.xml.rels><?xml version="1.0" encoding="UTF-8" standalone="yes"?>
<Relationships xmlns="http://schemas.openxmlformats.org/package/2006/relationships"><Relationship Id="rId2" Type="http://schemas.openxmlformats.org/officeDocument/2006/relationships/slide" Target="../slides/slide176.xml"/><Relationship Id="rId1" Type="http://schemas.openxmlformats.org/officeDocument/2006/relationships/notesMaster" Target="../notesMasters/notesMaster1.xml"/></Relationships>
</file>

<file path=ppt/notesSlides/_rels/notesSlide177.xml.rels><?xml version="1.0" encoding="UTF-8" standalone="yes"?>
<Relationships xmlns="http://schemas.openxmlformats.org/package/2006/relationships"><Relationship Id="rId2" Type="http://schemas.openxmlformats.org/officeDocument/2006/relationships/slide" Target="../slides/slide177.xml"/><Relationship Id="rId1" Type="http://schemas.openxmlformats.org/officeDocument/2006/relationships/notesMaster" Target="../notesMasters/notesMaster1.xml"/></Relationships>
</file>

<file path=ppt/notesSlides/_rels/notesSlide178.xml.rels><?xml version="1.0" encoding="UTF-8" standalone="yes"?>
<Relationships xmlns="http://schemas.openxmlformats.org/package/2006/relationships"><Relationship Id="rId2" Type="http://schemas.openxmlformats.org/officeDocument/2006/relationships/slide" Target="../slides/slide178.xml"/><Relationship Id="rId1" Type="http://schemas.openxmlformats.org/officeDocument/2006/relationships/notesMaster" Target="../notesMasters/notesMaster1.xml"/></Relationships>
</file>

<file path=ppt/notesSlides/_rels/notesSlide179.xml.rels><?xml version="1.0" encoding="UTF-8" standalone="yes"?>
<Relationships xmlns="http://schemas.openxmlformats.org/package/2006/relationships"><Relationship Id="rId2" Type="http://schemas.openxmlformats.org/officeDocument/2006/relationships/slide" Target="../slides/slide179.xml"/><Relationship Id="rId1" Type="http://schemas.openxmlformats.org/officeDocument/2006/relationships/notesMaster" Target="../notesMasters/notesMaster1.xml"/></Relationships>
</file>

<file path=ppt/notesSlides/_rels/notesSlide180.xml.rels><?xml version="1.0" encoding="UTF-8" standalone="yes"?>
<Relationships xmlns="http://schemas.openxmlformats.org/package/2006/relationships"><Relationship Id="rId2" Type="http://schemas.openxmlformats.org/officeDocument/2006/relationships/slide" Target="../slides/slide180.xml"/><Relationship Id="rId1" Type="http://schemas.openxmlformats.org/officeDocument/2006/relationships/notesMaster" Target="../notesMasters/notesMaster1.xml"/></Relationships>
</file>

<file path=ppt/notesSlides/_rels/notesSlide181.xml.rels><?xml version="1.0" encoding="UTF-8" standalone="yes"?>
<Relationships xmlns="http://schemas.openxmlformats.org/package/2006/relationships"><Relationship Id="rId2" Type="http://schemas.openxmlformats.org/officeDocument/2006/relationships/slide" Target="../slides/slide181.xml"/><Relationship Id="rId1" Type="http://schemas.openxmlformats.org/officeDocument/2006/relationships/notesMaster" Target="../notesMasters/notesMaster1.xml"/></Relationships>
</file>

<file path=ppt/notesSlides/_rels/notesSlide182.xml.rels><?xml version="1.0" encoding="UTF-8" standalone="yes"?>
<Relationships xmlns="http://schemas.openxmlformats.org/package/2006/relationships"><Relationship Id="rId2" Type="http://schemas.openxmlformats.org/officeDocument/2006/relationships/slide" Target="../slides/slide182.xml"/><Relationship Id="rId1" Type="http://schemas.openxmlformats.org/officeDocument/2006/relationships/notesMaster" Target="../notesMasters/notesMaster1.xml"/></Relationships>
</file>

<file path=ppt/notesSlides/_rels/notesSlide183.xml.rels><?xml version="1.0" encoding="UTF-8" standalone="yes"?>
<Relationships xmlns="http://schemas.openxmlformats.org/package/2006/relationships"><Relationship Id="rId2" Type="http://schemas.openxmlformats.org/officeDocument/2006/relationships/slide" Target="../slides/slide183.xml"/><Relationship Id="rId1" Type="http://schemas.openxmlformats.org/officeDocument/2006/relationships/notesMaster" Target="../notesMasters/notesMaster1.xml"/></Relationships>
</file>

<file path=ppt/notesSlides/_rels/notesSlide184.xml.rels><?xml version="1.0" encoding="UTF-8" standalone="yes"?>
<Relationships xmlns="http://schemas.openxmlformats.org/package/2006/relationships"><Relationship Id="rId2" Type="http://schemas.openxmlformats.org/officeDocument/2006/relationships/slide" Target="../slides/slide184.xml"/><Relationship Id="rId1" Type="http://schemas.openxmlformats.org/officeDocument/2006/relationships/notesMaster" Target="../notesMasters/notesMaster1.xml"/></Relationships>
</file>

<file path=ppt/notesSlides/_rels/notesSlide185.xml.rels><?xml version="1.0" encoding="UTF-8" standalone="yes"?>
<Relationships xmlns="http://schemas.openxmlformats.org/package/2006/relationships"><Relationship Id="rId2" Type="http://schemas.openxmlformats.org/officeDocument/2006/relationships/slide" Target="../slides/slide185.xml"/><Relationship Id="rId1" Type="http://schemas.openxmlformats.org/officeDocument/2006/relationships/notesMaster" Target="../notesMasters/notesMaster1.xml"/></Relationships>
</file>

<file path=ppt/notesSlides/_rels/notesSlide186.xml.rels><?xml version="1.0" encoding="UTF-8" standalone="yes"?>
<Relationships xmlns="http://schemas.openxmlformats.org/package/2006/relationships"><Relationship Id="rId2" Type="http://schemas.openxmlformats.org/officeDocument/2006/relationships/slide" Target="../slides/slide186.xml"/><Relationship Id="rId1" Type="http://schemas.openxmlformats.org/officeDocument/2006/relationships/notesMaster" Target="../notesMasters/notesMaster1.xml"/></Relationships>
</file>

<file path=ppt/notesSlides/_rels/notesSlide187.xml.rels><?xml version="1.0" encoding="UTF-8" standalone="yes"?>
<Relationships xmlns="http://schemas.openxmlformats.org/package/2006/relationships"><Relationship Id="rId2" Type="http://schemas.openxmlformats.org/officeDocument/2006/relationships/slide" Target="../slides/slide187.xml"/><Relationship Id="rId1" Type="http://schemas.openxmlformats.org/officeDocument/2006/relationships/notesMaster" Target="../notesMasters/notesMaster1.xml"/></Relationships>
</file>

<file path=ppt/notesSlides/_rels/notesSlide188.xml.rels><?xml version="1.0" encoding="UTF-8" standalone="yes"?>
<Relationships xmlns="http://schemas.openxmlformats.org/package/2006/relationships"><Relationship Id="rId2" Type="http://schemas.openxmlformats.org/officeDocument/2006/relationships/slide" Target="../slides/slide188.xml"/><Relationship Id="rId1" Type="http://schemas.openxmlformats.org/officeDocument/2006/relationships/notesMaster" Target="../notesMasters/notesMaster1.xml"/></Relationships>
</file>

<file path=ppt/notesSlides/_rels/notesSlide189.xml.rels><?xml version="1.0" encoding="UTF-8" standalone="yes"?>
<Relationships xmlns="http://schemas.openxmlformats.org/package/2006/relationships"><Relationship Id="rId2" Type="http://schemas.openxmlformats.org/officeDocument/2006/relationships/slide" Target="../slides/slide189.xml"/><Relationship Id="rId1" Type="http://schemas.openxmlformats.org/officeDocument/2006/relationships/notesMaster" Target="../notesMasters/notesMaster1.xml"/></Relationships>
</file>

<file path=ppt/notesSlides/_rels/notesSlide190.xml.rels><?xml version="1.0" encoding="UTF-8" standalone="yes"?>
<Relationships xmlns="http://schemas.openxmlformats.org/package/2006/relationships"><Relationship Id="rId2" Type="http://schemas.openxmlformats.org/officeDocument/2006/relationships/slide" Target="../slides/slide190.xml"/><Relationship Id="rId1" Type="http://schemas.openxmlformats.org/officeDocument/2006/relationships/notesMaster" Target="../notesMasters/notesMaster1.xml"/></Relationships>
</file>

<file path=ppt/notesSlides/_rels/notesSlide191.xml.rels><?xml version="1.0" encoding="UTF-8" standalone="yes"?>
<Relationships xmlns="http://schemas.openxmlformats.org/package/2006/relationships"><Relationship Id="rId2" Type="http://schemas.openxmlformats.org/officeDocument/2006/relationships/slide" Target="../slides/slide191.xml"/><Relationship Id="rId1" Type="http://schemas.openxmlformats.org/officeDocument/2006/relationships/notesMaster" Target="../notesMasters/notesMaster1.xml"/></Relationships>
</file>

<file path=ppt/notesSlides/_rels/notesSlide192.xml.rels><?xml version="1.0" encoding="UTF-8" standalone="yes"?>
<Relationships xmlns="http://schemas.openxmlformats.org/package/2006/relationships"><Relationship Id="rId2" Type="http://schemas.openxmlformats.org/officeDocument/2006/relationships/slide" Target="../slides/slide192.xml"/><Relationship Id="rId1" Type="http://schemas.openxmlformats.org/officeDocument/2006/relationships/notesMaster" Target="../notesMasters/notesMaster1.xml"/></Relationships>
</file>

<file path=ppt/notesSlides/_rels/notesSlide193.xml.rels><?xml version="1.0" encoding="UTF-8" standalone="yes"?>
<Relationships xmlns="http://schemas.openxmlformats.org/package/2006/relationships"><Relationship Id="rId2" Type="http://schemas.openxmlformats.org/officeDocument/2006/relationships/slide" Target="../slides/slide193.xml"/><Relationship Id="rId1" Type="http://schemas.openxmlformats.org/officeDocument/2006/relationships/notesMaster" Target="../notesMasters/notesMaster1.xml"/></Relationships>
</file>

<file path=ppt/notesSlides/_rels/notesSlide194.xml.rels><?xml version="1.0" encoding="UTF-8" standalone="yes"?>
<Relationships xmlns="http://schemas.openxmlformats.org/package/2006/relationships"><Relationship Id="rId2" Type="http://schemas.openxmlformats.org/officeDocument/2006/relationships/slide" Target="../slides/slide194.xml"/><Relationship Id="rId1" Type="http://schemas.openxmlformats.org/officeDocument/2006/relationships/notesMaster" Target="../notesMasters/notesMaster1.xml"/></Relationships>
</file>

<file path=ppt/notesSlides/_rels/notesSlide195.xml.rels><?xml version="1.0" encoding="UTF-8" standalone="yes"?>
<Relationships xmlns="http://schemas.openxmlformats.org/package/2006/relationships"><Relationship Id="rId2" Type="http://schemas.openxmlformats.org/officeDocument/2006/relationships/slide" Target="../slides/slide195.xml"/><Relationship Id="rId1" Type="http://schemas.openxmlformats.org/officeDocument/2006/relationships/notesMaster" Target="../notesMasters/notesMaster1.xml"/></Relationships>
</file>

<file path=ppt/notesSlides/_rels/notesSlide196.xml.rels><?xml version="1.0" encoding="UTF-8" standalone="yes"?>
<Relationships xmlns="http://schemas.openxmlformats.org/package/2006/relationships"><Relationship Id="rId2" Type="http://schemas.openxmlformats.org/officeDocument/2006/relationships/slide" Target="../slides/slide196.xml"/><Relationship Id="rId1" Type="http://schemas.openxmlformats.org/officeDocument/2006/relationships/notesMaster" Target="../notesMasters/notesMaster1.xml"/></Relationships>
</file>

<file path=ppt/notesSlides/_rels/notesSlide197.xml.rels><?xml version="1.0" encoding="UTF-8" standalone="yes"?>
<Relationships xmlns="http://schemas.openxmlformats.org/package/2006/relationships"><Relationship Id="rId2" Type="http://schemas.openxmlformats.org/officeDocument/2006/relationships/slide" Target="../slides/slide197.xml"/><Relationship Id="rId1" Type="http://schemas.openxmlformats.org/officeDocument/2006/relationships/notesMaster" Target="../notesMasters/notesMaster1.xml"/></Relationships>
</file>

<file path=ppt/notesSlides/_rels/notesSlide198.xml.rels><?xml version="1.0" encoding="UTF-8" standalone="yes"?>
<Relationships xmlns="http://schemas.openxmlformats.org/package/2006/relationships"><Relationship Id="rId2" Type="http://schemas.openxmlformats.org/officeDocument/2006/relationships/slide" Target="../slides/slide198.xml"/><Relationship Id="rId1" Type="http://schemas.openxmlformats.org/officeDocument/2006/relationships/notesMaster" Target="../notesMasters/notesMaster1.xml"/></Relationships>
</file>

<file path=ppt/notesSlides/_rels/notesSlide199.xml.rels><?xml version="1.0" encoding="UTF-8" standalone="yes"?>
<Relationships xmlns="http://schemas.openxmlformats.org/package/2006/relationships"><Relationship Id="rId2" Type="http://schemas.openxmlformats.org/officeDocument/2006/relationships/slide" Target="../slides/slide199.xml"/><Relationship Id="rId1" Type="http://schemas.openxmlformats.org/officeDocument/2006/relationships/notesMaster" Target="../notesMasters/notesMaster1.xml"/></Relationships>
</file>

<file path=ppt/notesSlides/_rels/notesSlide200.xml.rels><?xml version="1.0" encoding="UTF-8" standalone="yes"?>
<Relationships xmlns="http://schemas.openxmlformats.org/package/2006/relationships"><Relationship Id="rId2" Type="http://schemas.openxmlformats.org/officeDocument/2006/relationships/slide" Target="../slides/slide200.xml"/><Relationship Id="rId1" Type="http://schemas.openxmlformats.org/officeDocument/2006/relationships/notesMaster" Target="../notesMasters/notesMaster1.xml"/></Relationships>
</file>

<file path=ppt/notesSlides/_rels/notesSlide201.xml.rels><?xml version="1.0" encoding="UTF-8" standalone="yes"?>
<Relationships xmlns="http://schemas.openxmlformats.org/package/2006/relationships"><Relationship Id="rId2" Type="http://schemas.openxmlformats.org/officeDocument/2006/relationships/slide" Target="../slides/slide201.xml"/><Relationship Id="rId1" Type="http://schemas.openxmlformats.org/officeDocument/2006/relationships/notesMaster" Target="../notesMasters/notesMaster1.xml"/></Relationships>
</file>

<file path=ppt/notesSlides/_rels/notesSlide202.xml.rels><?xml version="1.0" encoding="UTF-8" standalone="yes"?>
<Relationships xmlns="http://schemas.openxmlformats.org/package/2006/relationships"><Relationship Id="rId2" Type="http://schemas.openxmlformats.org/officeDocument/2006/relationships/slide" Target="../slides/slide202.xml"/><Relationship Id="rId1" Type="http://schemas.openxmlformats.org/officeDocument/2006/relationships/notesMaster" Target="../notesMasters/notesMaster1.xml"/></Relationships>
</file>

<file path=ppt/notesSlides/_rels/notesSlide203.xml.rels><?xml version="1.0" encoding="UTF-8" standalone="yes"?>
<Relationships xmlns="http://schemas.openxmlformats.org/package/2006/relationships"><Relationship Id="rId2" Type="http://schemas.openxmlformats.org/officeDocument/2006/relationships/slide" Target="../slides/slide203.xml"/><Relationship Id="rId1" Type="http://schemas.openxmlformats.org/officeDocument/2006/relationships/notesMaster" Target="../notesMasters/notesMaster1.xml"/></Relationships>
</file>

<file path=ppt/notesSlides/_rels/notesSlide204.xml.rels><?xml version="1.0" encoding="UTF-8" standalone="yes"?>
<Relationships xmlns="http://schemas.openxmlformats.org/package/2006/relationships"><Relationship Id="rId2" Type="http://schemas.openxmlformats.org/officeDocument/2006/relationships/slide" Target="../slides/slide204.xml"/><Relationship Id="rId1" Type="http://schemas.openxmlformats.org/officeDocument/2006/relationships/notesMaster" Target="../notesMasters/notesMaster1.xml"/></Relationships>
</file>

<file path=ppt/notesSlides/_rels/notesSlide205.xml.rels><?xml version="1.0" encoding="UTF-8" standalone="yes"?>
<Relationships xmlns="http://schemas.openxmlformats.org/package/2006/relationships"><Relationship Id="rId2" Type="http://schemas.openxmlformats.org/officeDocument/2006/relationships/slide" Target="../slides/slide205.xml"/><Relationship Id="rId1" Type="http://schemas.openxmlformats.org/officeDocument/2006/relationships/notesMaster" Target="../notesMasters/notesMaster1.xml"/></Relationships>
</file>

<file path=ppt/notesSlides/_rels/notesSlide206.xml.rels><?xml version="1.0" encoding="UTF-8" standalone="yes"?>
<Relationships xmlns="http://schemas.openxmlformats.org/package/2006/relationships"><Relationship Id="rId2" Type="http://schemas.openxmlformats.org/officeDocument/2006/relationships/slide" Target="../slides/slide206.xml"/><Relationship Id="rId1" Type="http://schemas.openxmlformats.org/officeDocument/2006/relationships/notesMaster" Target="../notesMasters/notesMaster1.xml"/></Relationships>
</file>

<file path=ppt/notesSlides/_rels/notesSlide207.xml.rels><?xml version="1.0" encoding="UTF-8" standalone="yes"?>
<Relationships xmlns="http://schemas.openxmlformats.org/package/2006/relationships"><Relationship Id="rId2" Type="http://schemas.openxmlformats.org/officeDocument/2006/relationships/slide" Target="../slides/slide207.xml"/><Relationship Id="rId1" Type="http://schemas.openxmlformats.org/officeDocument/2006/relationships/notesMaster" Target="../notesMasters/notesMaster1.xml"/></Relationships>
</file>

<file path=ppt/notesSlides/_rels/notesSlide208.xml.rels><?xml version="1.0" encoding="UTF-8" standalone="yes"?>
<Relationships xmlns="http://schemas.openxmlformats.org/package/2006/relationships"><Relationship Id="rId2" Type="http://schemas.openxmlformats.org/officeDocument/2006/relationships/slide" Target="../slides/slide208.xml"/><Relationship Id="rId1" Type="http://schemas.openxmlformats.org/officeDocument/2006/relationships/notesMaster" Target="../notesMasters/notesMaster1.xml"/></Relationships>
</file>

<file path=ppt/notesSlides/_rels/notesSlide209.xml.rels><?xml version="1.0" encoding="UTF-8" standalone="yes"?>
<Relationships xmlns="http://schemas.openxmlformats.org/package/2006/relationships"><Relationship Id="rId2" Type="http://schemas.openxmlformats.org/officeDocument/2006/relationships/slide" Target="../slides/slide209.xml"/><Relationship Id="rId1" Type="http://schemas.openxmlformats.org/officeDocument/2006/relationships/notesMaster" Target="../notesMasters/notesMaster1.xml"/></Relationships>
</file>

<file path=ppt/notesSlides/_rels/notesSlide210.xml.rels><?xml version="1.0" encoding="UTF-8" standalone="yes"?>
<Relationships xmlns="http://schemas.openxmlformats.org/package/2006/relationships"><Relationship Id="rId2" Type="http://schemas.openxmlformats.org/officeDocument/2006/relationships/slide" Target="../slides/slide210.xml"/><Relationship Id="rId1" Type="http://schemas.openxmlformats.org/officeDocument/2006/relationships/notesMaster" Target="../notesMasters/notesMaster1.xml"/></Relationships>
</file>

<file path=ppt/notesSlides/_rels/notesSlide211.xml.rels><?xml version="1.0" encoding="UTF-8" standalone="yes"?>
<Relationships xmlns="http://schemas.openxmlformats.org/package/2006/relationships"><Relationship Id="rId2" Type="http://schemas.openxmlformats.org/officeDocument/2006/relationships/slide" Target="../slides/slide211.xml"/><Relationship Id="rId1" Type="http://schemas.openxmlformats.org/officeDocument/2006/relationships/notesMaster" Target="../notesMasters/notesMaster1.xml"/></Relationships>
</file>

<file path=ppt/notesSlides/_rels/notesSlide212.xml.rels><?xml version="1.0" encoding="UTF-8" standalone="yes"?>
<Relationships xmlns="http://schemas.openxmlformats.org/package/2006/relationships"><Relationship Id="rId2" Type="http://schemas.openxmlformats.org/officeDocument/2006/relationships/slide" Target="../slides/slide212.xml"/><Relationship Id="rId1" Type="http://schemas.openxmlformats.org/officeDocument/2006/relationships/notesMaster" Target="../notesMasters/notesMaster1.xml"/></Relationships>
</file>

<file path=ppt/notesSlides/_rels/notesSlide213.xml.rels><?xml version="1.0" encoding="UTF-8" standalone="yes"?>
<Relationships xmlns="http://schemas.openxmlformats.org/package/2006/relationships"><Relationship Id="rId2" Type="http://schemas.openxmlformats.org/officeDocument/2006/relationships/slide" Target="../slides/slide213.xml"/><Relationship Id="rId1" Type="http://schemas.openxmlformats.org/officeDocument/2006/relationships/notesMaster" Target="../notesMasters/notesMaster1.xml"/></Relationships>
</file>

<file path=ppt/notesSlides/_rels/notesSlide214.xml.rels><?xml version="1.0" encoding="UTF-8" standalone="yes"?>
<Relationships xmlns="http://schemas.openxmlformats.org/package/2006/relationships"><Relationship Id="rId2" Type="http://schemas.openxmlformats.org/officeDocument/2006/relationships/slide" Target="../slides/slide214.xml"/><Relationship Id="rId1" Type="http://schemas.openxmlformats.org/officeDocument/2006/relationships/notesMaster" Target="../notesMasters/notesMaster1.xml"/></Relationships>
</file>

<file path=ppt/notesSlides/_rels/notesSlide215.xml.rels><?xml version="1.0" encoding="UTF-8" standalone="yes"?>
<Relationships xmlns="http://schemas.openxmlformats.org/package/2006/relationships"><Relationship Id="rId2" Type="http://schemas.openxmlformats.org/officeDocument/2006/relationships/slide" Target="../slides/slide215.xml"/><Relationship Id="rId1" Type="http://schemas.openxmlformats.org/officeDocument/2006/relationships/notesMaster" Target="../notesMasters/notesMaster1.xml"/></Relationships>
</file>

<file path=ppt/notesSlides/_rels/notesSlide216.xml.rels><?xml version="1.0" encoding="UTF-8" standalone="yes"?>
<Relationships xmlns="http://schemas.openxmlformats.org/package/2006/relationships"><Relationship Id="rId2" Type="http://schemas.openxmlformats.org/officeDocument/2006/relationships/slide" Target="../slides/slide216.xml"/><Relationship Id="rId1" Type="http://schemas.openxmlformats.org/officeDocument/2006/relationships/notesMaster" Target="../notesMasters/notesMaster1.xml"/></Relationships>
</file>

<file path=ppt/notesSlides/_rels/notesSlide217.xml.rels><?xml version="1.0" encoding="UTF-8" standalone="yes"?>
<Relationships xmlns="http://schemas.openxmlformats.org/package/2006/relationships"><Relationship Id="rId2" Type="http://schemas.openxmlformats.org/officeDocument/2006/relationships/slide" Target="../slides/slide217.xml"/><Relationship Id="rId1" Type="http://schemas.openxmlformats.org/officeDocument/2006/relationships/notesMaster" Target="../notesMasters/notesMaster1.xml"/></Relationships>
</file>

<file path=ppt/notesSlides/_rels/notesSlide218.xml.rels><?xml version="1.0" encoding="UTF-8" standalone="yes"?>
<Relationships xmlns="http://schemas.openxmlformats.org/package/2006/relationships"><Relationship Id="rId2" Type="http://schemas.openxmlformats.org/officeDocument/2006/relationships/slide" Target="../slides/slide218.xml"/><Relationship Id="rId1" Type="http://schemas.openxmlformats.org/officeDocument/2006/relationships/notesMaster" Target="../notesMasters/notesMaster1.xml"/></Relationships>
</file>

<file path=ppt/notesSlides/_rels/notesSlide219.xml.rels><?xml version="1.0" encoding="UTF-8" standalone="yes"?>
<Relationships xmlns="http://schemas.openxmlformats.org/package/2006/relationships"><Relationship Id="rId2" Type="http://schemas.openxmlformats.org/officeDocument/2006/relationships/slide" Target="../slides/slide219.xml"/><Relationship Id="rId1" Type="http://schemas.openxmlformats.org/officeDocument/2006/relationships/notesMaster" Target="../notesMasters/notesMaster1.xml"/></Relationships>
</file>

<file path=ppt/notesSlides/_rels/notesSlide220.xml.rels><?xml version="1.0" encoding="UTF-8" standalone="yes"?>
<Relationships xmlns="http://schemas.openxmlformats.org/package/2006/relationships"><Relationship Id="rId2" Type="http://schemas.openxmlformats.org/officeDocument/2006/relationships/slide" Target="../slides/slide2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4.1–4.8 분할·결합과 복잡도을 확인하는 문항입니다. 먼저 조건과 요구한 반환값을 읽어 주세요. 다섯 보기 중 가장 적절한 하나를 골라 주세요.</a:t>
            </a:r>
          </a:p>
          <a:p>
            <a:endParaRPr/>
          </a:p>
          <a:p>
            <a:r>
              <a:t>출제 기준: 4장 강의 내용과 그 응용.</a:t>
            </a:r>
          </a:p>
          <a:p>
            <a:r>
              <a:t>배점: 정답 2점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3번, 분할→부분 문제 해결→결합입니다.</a:t>
            </a:r>
          </a:p>
          <a:p>
            <a:r>
              <a:t>작은 문제를 해결한 결과를 이용해 원래 문제의 답을 구성한다.</a:t>
            </a:r>
          </a:p>
          <a:p>
            <a:r>
              <a:t>여기서는 4.1–4.8 분할·결합과 복잡도의 조건을 놓치지 않았는지 확인해 주세요.</a:t>
            </a:r>
          </a:p>
          <a:p>
            <a:endParaRPr/>
          </a:p>
          <a:p>
            <a:r>
              <a:t>채점 기준</a:t>
            </a:r>
          </a:p>
          <a:p>
            <a:r>
              <a:t>- 정답 2점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4.1–4.8 분할·결합과 복잡도을 확인하는 문항입니다. 먼저 조건과 요구한 반환값을 읽어 주세요. 다섯 보기 중 가장 적절한 하나를 골라 주세요.</a:t>
            </a:r>
          </a:p>
          <a:p>
            <a:endParaRPr/>
          </a:p>
          <a:p>
            <a:r>
              <a:t>출제 기준: 4장 강의 내용과 그 응용.</a:t>
            </a:r>
          </a:p>
          <a:p>
            <a:r>
              <a:t>배점: 정답 2점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3번, 두 부분을 각각 정렬한 뒤 병합한다입니다.</a:t>
            </a:r>
          </a:p>
          <a:p>
            <a:r>
              <a:t>병합은 정렬된 두 배열을 입력으로 받는다. 중복과 홀수 길이도 처리할 수 있다.</a:t>
            </a:r>
          </a:p>
          <a:p>
            <a:r>
              <a:t>여기서는 4.1–4.8 분할·결합과 복잡도의 조건을 놓치지 않았는지 확인해 주세요.</a:t>
            </a:r>
          </a:p>
          <a:p>
            <a:endParaRPr/>
          </a:p>
          <a:p>
            <a:r>
              <a:t>채점 기준</a:t>
            </a:r>
          </a:p>
          <a:p>
            <a:r>
              <a:t>- 정답 2점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4.1–4.8 분할·결합과 복잡도을 확인하는 문항입니다. 먼저 조건과 요구한 반환값을 읽어 주세요. 다섯 보기 중 가장 적절한 하나를 골라 주세요.</a:t>
            </a:r>
          </a:p>
          <a:p>
            <a:endParaRPr/>
          </a:p>
          <a:p>
            <a:r>
              <a:t>출제 기준: 4장 강의 내용과 그 응용.</a:t>
            </a:r>
          </a:p>
          <a:p>
            <a:r>
              <a:t>배점: 정답 2점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5번, p+q−1입니다.</a:t>
            </a:r>
          </a:p>
          <a:p>
            <a:r>
              <a:t>한쪽이 먼저 소진되면 남은 원소는 비교 없이 복사한다. 마지막 하나를 남길 때까지 비교할 수 있다.</a:t>
            </a:r>
          </a:p>
          <a:p>
            <a:r>
              <a:t>여기서는 4.1–4.8 분할·결합과 복잡도의 조건을 놓치지 않았는지 확인해 주세요.</a:t>
            </a:r>
          </a:p>
          <a:p>
            <a:endParaRPr/>
          </a:p>
          <a:p>
            <a:r>
              <a:t>채점 기준</a:t>
            </a:r>
          </a:p>
          <a:p>
            <a:r>
              <a:t>- 정답 2점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4.1–4.8 분할·결합과 복잡도을 확인하는 문항입니다. 먼저 조건과 요구한 반환값을 읽어 주세요. 다섯 보기 중 가장 적절한 하나를 골라 주세요.</a:t>
            </a:r>
          </a:p>
          <a:p>
            <a:endParaRPr/>
          </a:p>
          <a:p>
            <a:r>
              <a:t>출제 기준: 4장 강의 내용과 그 응용.</a:t>
            </a:r>
          </a:p>
          <a:p>
            <a:r>
              <a:t>배점: 정답 2점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5번, 왼쪽 부분의 원소입니다.</a:t>
            </a:r>
          </a:p>
          <a:p>
            <a:r>
              <a:t>원래 배열에서 왼쪽 부분이 앞에 있으므로 동등 키의 상대 순서를 보존한다.</a:t>
            </a:r>
          </a:p>
          <a:p>
            <a:r>
              <a:t>여기서는 4.1–4.8 분할·결합과 복잡도의 조건을 놓치지 않았는지 확인해 주세요.</a:t>
            </a:r>
          </a:p>
          <a:p>
            <a:endParaRPr/>
          </a:p>
          <a:p>
            <a:r>
              <a:t>채점 기준</a:t>
            </a:r>
          </a:p>
          <a:p>
            <a:r>
              <a:t>- 정답 2점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4.1–4.8 분할·결합과 복잡도을 확인하는 문항입니다. 먼저 조건과 요구한 반환값을 읽어 주세요. 다섯 보기 중 가장 적절한 하나를 골라 주세요.</a:t>
            </a:r>
          </a:p>
          <a:p>
            <a:endParaRPr/>
          </a:p>
          <a:p>
            <a:r>
              <a:t>출제 기준: 4장 강의 내용과 그 응용.</a:t>
            </a:r>
          </a:p>
          <a:p>
            <a:r>
              <a:t>배점: 정답 2점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5번, T(n)=2T(n/2)+Θ(n)입니다.</a:t>
            </a:r>
          </a:p>
          <a:p>
            <a:r>
              <a:t>두 부분을 모두 재귀적으로 정렬하고 전체 길이에 비례해 병합한다.</a:t>
            </a:r>
          </a:p>
          <a:p>
            <a:r>
              <a:t>여기서는 4.1–4.8 분할·결합과 복잡도의 조건을 놓치지 않았는지 확인해 주세요.</a:t>
            </a:r>
          </a:p>
          <a:p>
            <a:endParaRPr/>
          </a:p>
          <a:p>
            <a:r>
              <a:t>채점 기준</a:t>
            </a:r>
          </a:p>
          <a:p>
            <a:r>
              <a:t>- 정답 2점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4.1–4.8 분할·결합과 복잡도을 확인하는 문항입니다. 먼저 조건과 요구한 반환값을 읽어 주세요. 다섯 보기 중 가장 적절한 하나를 골라 주세요.</a:t>
            </a:r>
          </a:p>
          <a:p>
            <a:endParaRPr/>
          </a:p>
          <a:p>
            <a:r>
              <a:t>출제 기준: 4장 강의 내용과 그 응용.</a:t>
            </a:r>
          </a:p>
          <a:p>
            <a:r>
              <a:t>배점: 정답 2점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3번, Θ(n log n)입니다.</a:t>
            </a:r>
          </a:p>
          <a:p>
            <a:r>
              <a:t>모든 재귀 단계에서 각 원소를 병합하므로 최선 입력에서도 같은 점근적 비용이다.</a:t>
            </a:r>
          </a:p>
          <a:p>
            <a:r>
              <a:t>여기서는 4.1–4.8 분할·결합과 복잡도의 조건을 놓치지 않았는지 확인해 주세요.</a:t>
            </a:r>
          </a:p>
          <a:p>
            <a:endParaRPr/>
          </a:p>
          <a:p>
            <a:r>
              <a:t>채점 기준</a:t>
            </a:r>
          </a:p>
          <a:p>
            <a:r>
              <a:t>- 정답 2점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4.1–4.8 분할·결합과 복잡도을 확인하는 문항입니다. 먼저 조건과 요구한 반환값을 읽어 주세요. 다섯 보기 중 가장 적절한 하나를 골라 주세요.</a:t>
            </a:r>
          </a:p>
          <a:p>
            <a:endParaRPr/>
          </a:p>
          <a:p>
            <a:r>
              <a:t>출제 기준: 4장 강의 내용과 그 응용.</a:t>
            </a:r>
          </a:p>
          <a:p>
            <a:r>
              <a:t>배점: 정답 2점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5번, Θ(n)입니다.</a:t>
            </a:r>
          </a:p>
          <a:p>
            <a:r>
              <a:t>한 번의 비교마다 원소 하나가 확정된다. 최악 n−1번 비교하므로 Θ(n)이다.</a:t>
            </a:r>
          </a:p>
          <a:p>
            <a:r>
              <a:t>여기서는 4.1–4.8 분할·결합과 복잡도의 조건을 놓치지 않았는지 확인해 주세요.</a:t>
            </a:r>
          </a:p>
          <a:p>
            <a:endParaRPr/>
          </a:p>
          <a:p>
            <a:r>
              <a:t>채점 기준</a:t>
            </a:r>
          </a:p>
          <a:p>
            <a:r>
              <a:t>- 정답 2점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4.1–4.8 분할·결합과 복잡도을 확인하는 문항입니다. 먼저 조건과 요구한 반환값을 읽어 주세요. 다섯 보기 중 가장 적절한 하나를 골라 주세요.</a:t>
            </a:r>
          </a:p>
          <a:p>
            <a:endParaRPr/>
          </a:p>
          <a:p>
            <a:r>
              <a:t>출제 기준: 4장 강의 내용과 그 응용.</a:t>
            </a:r>
          </a:p>
          <a:p>
            <a:r>
              <a:t>배점: 정답 2점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5번, 이미 정렬되어 있고 더 나눌 필요가 없다입니다.</a:t>
            </a:r>
          </a:p>
          <a:p>
            <a:r>
              <a:t>빈 배열도 정렬된 배열로 취급하면 경계 처리가 자연스럽다.</a:t>
            </a:r>
          </a:p>
          <a:p>
            <a:r>
              <a:t>여기서는 4.1–4.8 분할·결합과 복잡도의 조건을 놓치지 않았는지 확인해 주세요.</a:t>
            </a:r>
          </a:p>
          <a:p>
            <a:endParaRPr/>
          </a:p>
          <a:p>
            <a:r>
              <a:t>채점 기준</a:t>
            </a:r>
          </a:p>
          <a:p>
            <a:r>
              <a:t>- 정답 2점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4.1–4.8 분할·결합과 복잡도을 확인하는 문항입니다. 먼저 조건과 요구한 반환값을 읽어 주세요. 다섯 보기 중 가장 적절한 하나를 골라 주세요.</a:t>
            </a:r>
          </a:p>
          <a:p>
            <a:endParaRPr/>
          </a:p>
          <a:p>
            <a:r>
              <a:t>출제 기준: 4장 강의 내용과 그 응용.</a:t>
            </a:r>
          </a:p>
          <a:p>
            <a:r>
              <a:t>배점: 정답 2점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2번, 가장 큰 원소 하나입니다.</a:t>
            </a:r>
          </a:p>
          <a:p>
            <a:r>
              <a:t>빈 구간을 허용하지 않으므로 0으로 초기화하면 잘못된 답이 될 수 있다.</a:t>
            </a:r>
          </a:p>
          <a:p>
            <a:r>
              <a:t>여기서는 4.1–4.8 분할·결합과 복잡도의 조건을 놓치지 않았는지 확인해 주세요.</a:t>
            </a:r>
          </a:p>
          <a:p>
            <a:endParaRPr/>
          </a:p>
          <a:p>
            <a:r>
              <a:t>채점 기준</a:t>
            </a:r>
          </a:p>
          <a:p>
            <a:r>
              <a:t>- 정답 2점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4.1–4.8 분할·결합과 복잡도을 확인하는 문항입니다. 먼저 조건과 요구한 반환값을 읽어 주세요. 다섯 보기 중 가장 적절한 하나를 골라 주세요.</a:t>
            </a:r>
          </a:p>
          <a:p>
            <a:endParaRPr/>
          </a:p>
          <a:p>
            <a:r>
              <a:t>출제 기준: 4장 강의 내용과 그 응용.</a:t>
            </a:r>
          </a:p>
          <a:p>
            <a:r>
              <a:t>배점: 정답 2점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5번, 왼쪽 내부·오른쪽 내부·경계를 가로지르는 구간입니다.</a:t>
            </a:r>
          </a:p>
          <a:p>
            <a:r>
              <a:t>모든 연속 구간은 이 세 경우 중 하나에 속한다.</a:t>
            </a:r>
          </a:p>
          <a:p>
            <a:r>
              <a:t>여기서는 4.1–4.8 분할·결합과 복잡도의 조건을 놓치지 않았는지 확인해 주세요.</a:t>
            </a:r>
          </a:p>
          <a:p>
            <a:endParaRPr/>
          </a:p>
          <a:p>
            <a:r>
              <a:t>채점 기준</a:t>
            </a:r>
          </a:p>
          <a:p>
            <a:r>
              <a:t>- 정답 2점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4.1–4.8 분할·결합과 복잡도을 확인하는 문항입니다. 먼저 조건과 요구한 반환값을 읽어 주세요. 다섯 보기 중 가장 적절한 하나를 골라 주세요.</a:t>
            </a:r>
          </a:p>
          <a:p>
            <a:endParaRPr/>
          </a:p>
          <a:p>
            <a:r>
              <a:t>출제 기준: 4장 강의 내용과 그 응용.</a:t>
            </a:r>
          </a:p>
          <a:p>
            <a:r>
              <a:t>배점: 정답 2점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4번, 왼쪽 최대 접미 합+오른쪽 최대 접두 합입니다.</a:t>
            </a:r>
          </a:p>
          <a:p>
            <a:r>
              <a:t>경계를 반드시 포함해야 하므로 왼쪽 끝부분과 오른쪽 앞부분이 이어져야 한다.</a:t>
            </a:r>
          </a:p>
          <a:p>
            <a:r>
              <a:t>여기서는 4.1–4.8 분할·결합과 복잡도의 조건을 놓치지 않았는지 확인해 주세요.</a:t>
            </a:r>
          </a:p>
          <a:p>
            <a:endParaRPr/>
          </a:p>
          <a:p>
            <a:r>
              <a:t>채점 기준</a:t>
            </a:r>
          </a:p>
          <a:p>
            <a:r>
              <a:t>- 정답 2점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4.1–4.8 분할·결합과 복잡도을 확인하는 문항입니다. 먼저 조건과 요구한 반환값을 읽어 주세요. 다섯 보기 중 가장 적절한 하나를 골라 주세요.</a:t>
            </a:r>
          </a:p>
          <a:p>
            <a:endParaRPr/>
          </a:p>
          <a:p>
            <a:r>
              <a:t>출제 기준: 4장 강의 내용과 그 응용.</a:t>
            </a:r>
          </a:p>
          <a:p>
            <a:r>
              <a:t>배점: 정답 2점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4번, mid와 mid+1입니다.</a:t>
            </a:r>
          </a:p>
          <a:p>
            <a:r>
              <a:t>왼쪽 부분은 mid를 포함하고 오른쪽 부분은 mid+1에서 시작한다.</a:t>
            </a:r>
          </a:p>
          <a:p>
            <a:r>
              <a:t>여기서는 4.1–4.8 분할·결합과 복잡도의 조건을 놓치지 않았는지 확인해 주세요.</a:t>
            </a:r>
          </a:p>
          <a:p>
            <a:endParaRPr/>
          </a:p>
          <a:p>
            <a:r>
              <a:t>채점 기준</a:t>
            </a:r>
          </a:p>
          <a:p>
            <a:r>
              <a:t>- 정답 2점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4.1–4.8 분할·결합과 복잡도을 확인하는 문항입니다. 먼저 조건과 요구한 반환값을 읽어 주세요. 다섯 보기 중 가장 적절한 하나를 골라 주세요.</a:t>
            </a:r>
          </a:p>
          <a:p>
            <a:endParaRPr/>
          </a:p>
          <a:p>
            <a:r>
              <a:t>출제 기준: 4장 강의 내용과 그 응용.</a:t>
            </a:r>
          </a:p>
          <a:p>
            <a:r>
              <a:t>배점: 정답 2점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2번, Θ(n log n)입니다.</a:t>
            </a:r>
          </a:p>
          <a:p>
            <a:r>
              <a:t>두 절반의 답과 선형 결합으로 T(n)=2T(n/2)+Θ(n)이다.</a:t>
            </a:r>
          </a:p>
          <a:p>
            <a:r>
              <a:t>여기서는 4.1–4.8 분할·결합과 복잡도의 조건을 놓치지 않았는지 확인해 주세요.</a:t>
            </a:r>
          </a:p>
          <a:p>
            <a:endParaRPr/>
          </a:p>
          <a:p>
            <a:r>
              <a:t>채점 기준</a:t>
            </a:r>
          </a:p>
          <a:p>
            <a:r>
              <a:t>- 정답 2점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4.1–4.8 분할·결합과 복잡도을 확인하는 문항입니다. 먼저 조건과 요구한 반환값을 읽어 주세요. 다섯 보기 중 가장 적절한 하나를 골라 주세요.</a:t>
            </a:r>
          </a:p>
          <a:p>
            <a:endParaRPr/>
          </a:p>
          <a:p>
            <a:r>
              <a:t>출제 기준: 4장 강의 내용과 그 응용.</a:t>
            </a:r>
          </a:p>
          <a:p>
            <a:r>
              <a:t>배점: 정답 2점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5번, 선택한 인덱스가 연속이어야 한다입니다.</a:t>
            </a:r>
          </a:p>
          <a:p>
            <a:r>
              <a:t>중간 음수도 구간의 일부로 포함해야 한다. 양수만 골라 더하는 문제와 다르다.</a:t>
            </a:r>
          </a:p>
          <a:p>
            <a:r>
              <a:t>여기서는 4.1–4.8 분할·결합과 복잡도의 조건을 놓치지 않았는지 확인해 주세요.</a:t>
            </a:r>
          </a:p>
          <a:p>
            <a:endParaRPr/>
          </a:p>
          <a:p>
            <a:r>
              <a:t>채점 기준</a:t>
            </a:r>
          </a:p>
          <a:p>
            <a:r>
              <a:t>- 정답 2점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4.1–4.8 분할·결합과 복잡도을 확인하는 문항입니다. 먼저 조건과 요구한 반환값을 읽어 주세요. 다섯 보기 중 가장 적절한 하나를 골라 주세요.</a:t>
            </a:r>
          </a:p>
          <a:p>
            <a:endParaRPr/>
          </a:p>
          <a:p>
            <a:r>
              <a:t>출제 기준: 4장 강의 내용과 그 응용.</a:t>
            </a:r>
          </a:p>
          <a:p>
            <a:r>
              <a:t>배점: 정답 2점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1번, n(n−1)/2입니다.</a:t>
            </a:r>
          </a:p>
          <a:p>
            <a:r>
              <a:t>순서 없는 두 점 조합을 한 번씩 비교한다.</a:t>
            </a:r>
          </a:p>
          <a:p>
            <a:r>
              <a:t>여기서는 4.1–4.8 분할·결합과 복잡도의 조건을 놓치지 않았는지 확인해 주세요.</a:t>
            </a:r>
          </a:p>
          <a:p>
            <a:endParaRPr/>
          </a:p>
          <a:p>
            <a:r>
              <a:t>채점 기준</a:t>
            </a:r>
          </a:p>
          <a:p>
            <a:r>
              <a:t>- 정답 2점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4.1–4.8 분할·결합과 복잡도을 확인하는 문항입니다. 먼저 조건과 요구한 반환값을 읽어 주세요. 다섯 보기 중 가장 적절한 하나를 골라 주세요.</a:t>
            </a:r>
          </a:p>
          <a:p>
            <a:endParaRPr/>
          </a:p>
          <a:p>
            <a:r>
              <a:t>출제 기준: 4장 강의 내용과 그 응용.</a:t>
            </a:r>
          </a:p>
          <a:p>
            <a:r>
              <a:t>배점: 정답 2점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2번, 띠 밖 점을 포함한 교차 쌍은 거리가 d보다 작을 수 없다입니다.</a:t>
            </a:r>
          </a:p>
          <a:p>
            <a:r>
              <a:t>교차 쌍의 수평 거리만으로도 d 이상이 되면 개선할 수 없다.</a:t>
            </a:r>
          </a:p>
          <a:p>
            <a:r>
              <a:t>여기서는 4.1–4.8 분할·결합과 복잡도의 조건을 놓치지 않았는지 확인해 주세요.</a:t>
            </a:r>
          </a:p>
          <a:p>
            <a:endParaRPr/>
          </a:p>
          <a:p>
            <a:r>
              <a:t>채점 기준</a:t>
            </a:r>
          </a:p>
          <a:p>
            <a:r>
              <a:t>- 정답 2점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4.1–4.8 분할·결합과 복잡도을 확인하는 문항입니다. 먼저 조건과 요구한 반환값을 읽어 주세요. 다섯 보기 중 가장 적절한 하나를 골라 주세요.</a:t>
            </a:r>
          </a:p>
          <a:p>
            <a:endParaRPr/>
          </a:p>
          <a:p>
            <a:r>
              <a:t>출제 기준: 4장 강의 내용과 그 응용.</a:t>
            </a:r>
          </a:p>
          <a:p>
            <a:r>
              <a:t>배점: 정답 2점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1번, 세로 거리가 d 이상인 후보를 제외한다입니다.</a:t>
            </a:r>
          </a:p>
          <a:p>
            <a:r>
              <a:t>y 차이가 이미 d 이상이면 유클리드 거리도 d 이상이다.</a:t>
            </a:r>
          </a:p>
          <a:p>
            <a:r>
              <a:t>여기서는 4.1–4.8 분할·결합과 복잡도의 조건을 놓치지 않았는지 확인해 주세요.</a:t>
            </a:r>
          </a:p>
          <a:p>
            <a:endParaRPr/>
          </a:p>
          <a:p>
            <a:r>
              <a:t>채점 기준</a:t>
            </a:r>
          </a:p>
          <a:p>
            <a:r>
              <a:t>- 정답 2점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4.1–4.8 분할·결합과 복잡도을 확인하는 문항입니다. 먼저 조건과 요구한 반환값을 읽어 주세요. 다섯 보기 중 가장 적절한 하나를 골라 주세요.</a:t>
            </a:r>
          </a:p>
          <a:p>
            <a:endParaRPr/>
          </a:p>
          <a:p>
            <a:r>
              <a:t>출제 기준: 4장 강의 내용과 그 응용.</a:t>
            </a:r>
          </a:p>
          <a:p>
            <a:r>
              <a:t>배점: 정답 2점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3번, Θ(n log² n)입니다.</a:t>
            </a:r>
          </a:p>
          <a:p>
            <a:r>
              <a:t>T(n)=2T(n/2)+Θ(n log n)을 층별로 합하면 로그 인수가 하나 더 생긴다.</a:t>
            </a:r>
          </a:p>
          <a:p>
            <a:r>
              <a:t>여기서는 4.1–4.8 분할·결합과 복잡도의 조건을 놓치지 않았는지 확인해 주세요.</a:t>
            </a:r>
          </a:p>
          <a:p>
            <a:endParaRPr/>
          </a:p>
          <a:p>
            <a:r>
              <a:t>채점 기준</a:t>
            </a:r>
          </a:p>
          <a:p>
            <a:r>
              <a:t>- 정답 2점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4.1–4.8 분할·결합과 복잡도을 확인하는 문항입니다. 먼저 조건과 요구한 반환값을 읽어 주세요. 다섯 보기 중 가장 적절한 하나를 골라 주세요.</a:t>
            </a:r>
          </a:p>
          <a:p>
            <a:endParaRPr/>
          </a:p>
          <a:p>
            <a:r>
              <a:t>출제 기준: 4장 강의 내용과 그 응용.</a:t>
            </a:r>
          </a:p>
          <a:p>
            <a:r>
              <a:t>배점: 정답 2점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1번, y 정렬 순서를 재사용하여 결합을 선형으로 한다입니다.</a:t>
            </a:r>
          </a:p>
          <a:p>
            <a:r>
              <a:t>초기 정렬 뒤 정렬 순서를 재귀 분할과 병합으로 유지하면 각 층 비용이 선형이다.</a:t>
            </a:r>
          </a:p>
          <a:p>
            <a:r>
              <a:t>여기서는 4.1–4.8 분할·결합과 복잡도의 조건을 놓치지 않았는지 확인해 주세요.</a:t>
            </a:r>
          </a:p>
          <a:p>
            <a:endParaRPr/>
          </a:p>
          <a:p>
            <a:r>
              <a:t>채점 기준</a:t>
            </a:r>
          </a:p>
          <a:p>
            <a:r>
              <a:t>- 정답 2점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4.1–4.8 분할·결합과 복잡도을 확인하는 문항입니다. 먼저 조건과 요구한 반환값을 읽어 주세요. 다섯 보기 중 가장 적절한 하나를 골라 주세요.</a:t>
            </a:r>
          </a:p>
          <a:p>
            <a:endParaRPr/>
          </a:p>
          <a:p>
            <a:r>
              <a:t>출제 기준: 4장 강의 내용과 그 응용.</a:t>
            </a:r>
          </a:p>
          <a:p>
            <a:r>
              <a:t>배점: 정답 2점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5번, 0입니다.</a:t>
            </a:r>
          </a:p>
          <a:p>
            <a:r>
              <a:t>같은 좌표의 두 점도 서로 다른 점 항목이면 거리가 0이다.</a:t>
            </a:r>
          </a:p>
          <a:p>
            <a:r>
              <a:t>여기서는 4.1–4.8 분할·결합과 복잡도의 조건을 놓치지 않았는지 확인해 주세요.</a:t>
            </a:r>
          </a:p>
          <a:p>
            <a:endParaRPr/>
          </a:p>
          <a:p>
            <a:r>
              <a:t>채점 기준</a:t>
            </a:r>
          </a:p>
          <a:p>
            <a:r>
              <a:t>- 정답 2점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4.1–4.8 분할·결합과 복잡도을 확인하는 문항입니다. 먼저 조건과 요구한 반환값을 읽어 주세요. 다섯 보기 중 가장 적절한 하나를 골라 주세요.</a:t>
            </a:r>
          </a:p>
          <a:p>
            <a:endParaRPr/>
          </a:p>
          <a:p>
            <a:r>
              <a:t>출제 기준: 4장 강의 내용과 그 응용.</a:t>
            </a:r>
          </a:p>
          <a:p>
            <a:r>
              <a:t>배점: 정답 2점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3번, 비음수에서 제곱근이 엄격히 증가한다입니다.</a:t>
            </a:r>
          </a:p>
          <a:p>
            <a:r>
              <a:t>거리 순위는 제곱거리 순위와 같으므로 비교마다 제곱근을 구하지 않아도 된다.</a:t>
            </a:r>
          </a:p>
          <a:p>
            <a:r>
              <a:t>여기서는 4.1–4.8 분할·결합과 복잡도의 조건을 놓치지 않았는지 확인해 주세요.</a:t>
            </a:r>
          </a:p>
          <a:p>
            <a:endParaRPr/>
          </a:p>
          <a:p>
            <a:r>
              <a:t>채점 기준</a:t>
            </a:r>
          </a:p>
          <a:p>
            <a:r>
              <a:t>- 정답 2점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4.1–4.8 분할·결합과 복잡도을 확인하는 문항입니다. 먼저 조건과 요구한 반환값을 읽어 주세요. 다섯 보기 중 가장 적절한 하나를 골라 주세요.</a:t>
            </a:r>
          </a:p>
          <a:p>
            <a:endParaRPr/>
          </a:p>
          <a:p>
            <a:r>
              <a:t>출제 기준: 4장 강의 내용과 그 응용.</a:t>
            </a:r>
          </a:p>
          <a:p>
            <a:r>
              <a:t>배점: 정답 2점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1번, 그 색 하나를 기록하고 종료한다입니다.</a:t>
            </a:r>
          </a:p>
          <a:p>
            <a:r>
              <a:t>균일 영역을 리프 하나로 표현하는 것이 압축의 핵심이다.</a:t>
            </a:r>
          </a:p>
          <a:p>
            <a:r>
              <a:t>여기서는 4.1–4.8 분할·결합과 복잡도의 조건을 놓치지 않았는지 확인해 주세요.</a:t>
            </a:r>
          </a:p>
          <a:p>
            <a:endParaRPr/>
          </a:p>
          <a:p>
            <a:r>
              <a:t>채점 기준</a:t>
            </a:r>
          </a:p>
          <a:p>
            <a:r>
              <a:t>- 정답 2점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4.1–4.8 분할·결합과 복잡도을 확인하는 문항입니다. 먼저 조건과 요구한 반환값을 읽어 주세요. 다섯 보기 중 가장 적절한 하나를 골라 주세요.</a:t>
            </a:r>
          </a:p>
          <a:p>
            <a:endParaRPr/>
          </a:p>
          <a:p>
            <a:r>
              <a:t>출제 기준: 4장 강의 내용과 그 응용.</a:t>
            </a:r>
          </a:p>
          <a:p>
            <a:r>
              <a:t>배점: 정답 2점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4번, 4입니다.</a:t>
            </a:r>
          </a:p>
          <a:p>
            <a:r>
              <a:t>좌상·우상·좌하·우하의 네 사분면으로 나눈다.</a:t>
            </a:r>
          </a:p>
          <a:p>
            <a:r>
              <a:t>여기서는 4.1–4.8 분할·결합과 복잡도의 조건을 놓치지 않았는지 확인해 주세요.</a:t>
            </a:r>
          </a:p>
          <a:p>
            <a:endParaRPr/>
          </a:p>
          <a:p>
            <a:r>
              <a:t>채점 기준</a:t>
            </a:r>
          </a:p>
          <a:p>
            <a:r>
              <a:t>- 정답 2점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4.1–4.8 분할·결합과 복잡도을 확인하는 문항입니다. 먼저 조건과 요구한 반환값을 읽어 주세요. 다섯 보기 중 가장 적절한 하나를 골라 주세요.</a:t>
            </a:r>
          </a:p>
          <a:p>
            <a:endParaRPr/>
          </a:p>
          <a:p>
            <a:r>
              <a:t>출제 기준: 4장 강의 내용과 그 응용.</a:t>
            </a:r>
          </a:p>
          <a:p>
            <a:r>
              <a:t>배점: 정답 2점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3번, 각 부분의 공간 위치를 복원해야 하기 때문이다입니다.</a:t>
            </a:r>
          </a:p>
          <a:p>
            <a:r>
              <a:t>색 목록만 같아도 자식 순서가 달라지면 복원 영상이 달라진다.</a:t>
            </a:r>
          </a:p>
          <a:p>
            <a:r>
              <a:t>여기서는 4.1–4.8 분할·결합과 복잡도의 조건을 놓치지 않았는지 확인해 주세요.</a:t>
            </a:r>
          </a:p>
          <a:p>
            <a:endParaRPr/>
          </a:p>
          <a:p>
            <a:r>
              <a:t>채점 기준</a:t>
            </a:r>
          </a:p>
          <a:p>
            <a:r>
              <a:t>- 정답 2점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4.1–4.8 분할·결합과 복잡도을 확인하는 문항입니다. 먼저 조건과 요구한 반환값을 읽어 주세요. 다섯 보기 중 가장 적절한 하나를 골라 주세요.</a:t>
            </a:r>
          </a:p>
          <a:p>
            <a:endParaRPr/>
          </a:p>
          <a:p>
            <a:r>
              <a:t>출제 기준: 4장 강의 내용과 그 응용.</a:t>
            </a:r>
          </a:p>
          <a:p>
            <a:r>
              <a:t>배점: 정답 2점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3번, 전체가 한 색인 영상입니다.</a:t>
            </a:r>
          </a:p>
          <a:p>
            <a:r>
              <a:t>전체 한 색이면 크기와 무관하게 색 기호 하나로 표현할 수 있다.</a:t>
            </a:r>
          </a:p>
          <a:p>
            <a:r>
              <a:t>여기서는 4.1–4.8 분할·결합과 복잡도의 조건을 놓치지 않았는지 확인해 주세요.</a:t>
            </a:r>
          </a:p>
          <a:p>
            <a:endParaRPr/>
          </a:p>
          <a:p>
            <a:r>
              <a:t>채점 기준</a:t>
            </a:r>
          </a:p>
          <a:p>
            <a:r>
              <a:t>- 정답 2점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4.1–4.8 분할·결합과 복잡도을 확인하는 문항입니다. 먼저 조건과 요구한 반환값을 읽어 주세요. 다섯 보기 중 가장 적절한 하나를 골라 주세요.</a:t>
            </a:r>
          </a:p>
          <a:p>
            <a:endParaRPr/>
          </a:p>
          <a:p>
            <a:r>
              <a:t>출제 기준: 4장 강의 내용과 그 응용.</a:t>
            </a:r>
          </a:p>
          <a:p>
            <a:r>
              <a:t>배점: 정답 2점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2번, 경계를 걸친 객체와 이웃 영역을 누락하지 않는다입니다.</a:t>
            </a:r>
          </a:p>
          <a:p>
            <a:r>
              <a:t>공간 분할은 후보를 줄이는 장치다. 실제 영역이 겹치는 객체는 경계 양쪽에도 있을 수 있다.</a:t>
            </a:r>
          </a:p>
          <a:p>
            <a:r>
              <a:t>여기서는 4.1–4.8 분할·결합과 복잡도의 조건을 놓치지 않았는지 확인해 주세요.</a:t>
            </a:r>
          </a:p>
          <a:p>
            <a:endParaRPr/>
          </a:p>
          <a:p>
            <a:r>
              <a:t>채점 기준</a:t>
            </a:r>
          </a:p>
          <a:p>
            <a:r>
              <a:t>- 정답 2점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4.1–4.8 분할·결합과 복잡도을 확인하는 문항입니다. 먼저 조건과 요구한 반환값을 읽어 주세요. 다섯 보기 중 가장 적절한 하나를 골라 주세요.</a:t>
            </a:r>
          </a:p>
          <a:p>
            <a:endParaRPr/>
          </a:p>
          <a:p>
            <a:r>
              <a:t>출제 기준: 4장 강의 내용과 그 응용.</a:t>
            </a:r>
          </a:p>
          <a:p>
            <a:r>
              <a:t>배점: 정답 2점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1번, 재귀 부분 문제의 개수입니다.</a:t>
            </a:r>
          </a:p>
          <a:p>
            <a:r>
              <a:t>b는 크기 축소 비율, f(n)은 재귀 호출 외 작업 비용이다.</a:t>
            </a:r>
          </a:p>
          <a:p>
            <a:r>
              <a:t>여기서는 4.1–4.8 분할·결합과 복잡도의 조건을 놓치지 않았는지 확인해 주세요.</a:t>
            </a:r>
          </a:p>
          <a:p>
            <a:endParaRPr/>
          </a:p>
          <a:p>
            <a:r>
              <a:t>채점 기준</a:t>
            </a:r>
          </a:p>
          <a:p>
            <a:r>
              <a:t>- 정답 2점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4.1–4.8 분할·결합과 복잡도을 확인하는 문항입니다. 먼저 조건과 요구한 반환값을 읽어 주세요. 다섯 보기 중 가장 적절한 하나를 골라 주세요.</a:t>
            </a:r>
          </a:p>
          <a:p>
            <a:endParaRPr/>
          </a:p>
          <a:p>
            <a:r>
              <a:t>출제 기준: 4장 강의 내용과 그 응용.</a:t>
            </a:r>
          </a:p>
          <a:p>
            <a:r>
              <a:t>배점: 정답 2점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2번, Θ(n²)입니다.</a:t>
            </a:r>
          </a:p>
          <a:p>
            <a:r>
              <a:t>기준 지수 log₂4=2이고 결합 비용은 그보다 다항식 차이로 작다.</a:t>
            </a:r>
          </a:p>
          <a:p>
            <a:r>
              <a:t>여기서는 4.1–4.8 분할·결합과 복잡도의 조건을 놓치지 않았는지 확인해 주세요.</a:t>
            </a:r>
          </a:p>
          <a:p>
            <a:endParaRPr/>
          </a:p>
          <a:p>
            <a:r>
              <a:t>채점 기준</a:t>
            </a:r>
          </a:p>
          <a:p>
            <a:r>
              <a:t>- 정답 2점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4.1–4.8 분할·결합과 복잡도을 확인하는 문항입니다. 먼저 조건과 요구한 반환값을 읽어 주세요. 다섯 보기 중 가장 적절한 하나를 골라 주세요.</a:t>
            </a:r>
          </a:p>
          <a:p>
            <a:endParaRPr/>
          </a:p>
          <a:p>
            <a:r>
              <a:t>출제 기준: 4장 강의 내용과 그 응용.</a:t>
            </a:r>
          </a:p>
          <a:p>
            <a:r>
              <a:t>배점: 정답 2점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4번, Θ(n²)입니다.</a:t>
            </a:r>
          </a:p>
          <a:p>
            <a:r>
              <a:t>각 아래 층의 전체 비용이 절반으로 줄어 최상위 층이 지배한다.</a:t>
            </a:r>
          </a:p>
          <a:p>
            <a:r>
              <a:t>여기서는 4.1–4.8 분할·결합과 복잡도의 조건을 놓치지 않았는지 확인해 주세요.</a:t>
            </a:r>
          </a:p>
          <a:p>
            <a:endParaRPr/>
          </a:p>
          <a:p>
            <a:r>
              <a:t>채점 기준</a:t>
            </a:r>
          </a:p>
          <a:p>
            <a:r>
              <a:t>- 정답 2점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4.1–4.8 분할·결합과 복잡도을 확인하는 문항입니다. 먼저 조건과 요구한 반환값을 읽어 주세요. 다섯 보기 중 가장 적절한 하나를 골라 주세요.</a:t>
            </a:r>
          </a:p>
          <a:p>
            <a:endParaRPr/>
          </a:p>
          <a:p>
            <a:r>
              <a:t>출제 기준: 4장 강의 내용과 그 응용.</a:t>
            </a:r>
          </a:p>
          <a:p>
            <a:r>
              <a:t>배점: 정답 2점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1번, Θ(n^(log₂3))입니다.</a:t>
            </a:r>
          </a:p>
          <a:p>
            <a:r>
              <a:t>기준 지수 log₂3≈1.585가 결합 비용의 지수 1보다 크다.</a:t>
            </a:r>
          </a:p>
          <a:p>
            <a:r>
              <a:t>여기서는 4.1–4.8 분할·결합과 복잡도의 조건을 놓치지 않았는지 확인해 주세요.</a:t>
            </a:r>
          </a:p>
          <a:p>
            <a:endParaRPr/>
          </a:p>
          <a:p>
            <a:r>
              <a:t>채점 기준</a:t>
            </a:r>
          </a:p>
          <a:p>
            <a:r>
              <a:t>- 정답 2점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4.1–4.8 분할·결합과 복잡도을 확인하는 문항입니다. 먼저 조건과 요구한 반환값을 읽어 주세요. 다섯 보기 중 가장 적절한 하나를 골라 주세요.</a:t>
            </a:r>
          </a:p>
          <a:p>
            <a:endParaRPr/>
          </a:p>
          <a:p>
            <a:r>
              <a:t>출제 기준: 4장 강의 내용과 그 응용.</a:t>
            </a:r>
          </a:p>
          <a:p>
            <a:r>
              <a:t>배점: 정답 2점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1번, 부분 문제 크기가 n/b 꼴의 고정 비율이 아니다입니다.</a:t>
            </a:r>
          </a:p>
          <a:p>
            <a:r>
              <a:t>한 칸 감소 점화식은 대입이나 합으로 분석한다.</a:t>
            </a:r>
          </a:p>
          <a:p>
            <a:r>
              <a:t>여기서는 4.1–4.8 분할·결합과 복잡도의 조건을 놓치지 않았는지 확인해 주세요.</a:t>
            </a:r>
          </a:p>
          <a:p>
            <a:endParaRPr/>
          </a:p>
          <a:p>
            <a:r>
              <a:t>채점 기준</a:t>
            </a:r>
          </a:p>
          <a:p>
            <a:r>
              <a:t>- 정답 2점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4.1–4.8 분할·결합과 복잡도을 확인하는 문항입니다. 먼저 조건과 요구한 반환값을 읽어 주세요. 다섯 보기 중 가장 적절한 하나를 골라 주세요.</a:t>
            </a:r>
          </a:p>
          <a:p>
            <a:endParaRPr/>
          </a:p>
          <a:p>
            <a:r>
              <a:t>출제 기준: 4장 강의 내용과 그 응용.</a:t>
            </a:r>
          </a:p>
          <a:p>
            <a:r>
              <a:t>배점: 정답 2점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2번, 충분히 큰 모든 n에서 a·f(n/b)≤c·f(n), 어떤 0&lt;c&lt;1입니다.</a:t>
            </a:r>
          </a:p>
          <a:p>
            <a:r>
              <a:t>정규성 조건은 결합 비용이 아래 층으로 갈 때 적절히 감소하도록 보장한다.</a:t>
            </a:r>
          </a:p>
          <a:p>
            <a:r>
              <a:t>여기서는 4.1–4.8 분할·결합과 복잡도의 조건을 놓치지 않았는지 확인해 주세요.</a:t>
            </a:r>
          </a:p>
          <a:p>
            <a:endParaRPr/>
          </a:p>
          <a:p>
            <a:r>
              <a:t>채점 기준</a:t>
            </a:r>
          </a:p>
          <a:p>
            <a:r>
              <a:t>- 정답 2점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정렬된 A=[1,4], B=[2,3]을 오름차순으로 병합한다. 완성된 배열은? 지금은 큰 계산을 할 필요가 없습니다. 문제에 주어진 배열이나 구간을 그대로 보고, 현재 상태에서 어떤 값을 고르는지 차례로 확인해 보세요. 답과 함께 짧은 판단 근거도 적어주세요.</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255690879"/>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정답을 같이 확인하겠습니다. 2번 [1,2,3,4]입니다. 두 배열의 맨 앞에서 남아 있는 값 중 작은 값을 고른다. 1, 2, 3, 4 순서로 결과에 넣는다. 결과만 외우지 말고 문제에 나온 상태에서 이 답이 나오는 과정을 다시 따라가 보세요. 같은 뜻으로 설명했다면 표현이 달라도 맞는 답입니다.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36010218"/>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A=[1,4], B=[2,5]를 병합하는 중 i=1, j=0이다. A[i]와 B[j] 중 다음에 넣을 값과 갱신할 인덱스는? 지금은 큰 계산을 할 필요가 없습니다. 문제에 주어진 배열이나 구간을 그대로 보고, 현재 상태에서 어떤 값을 고르는지 차례로 확인해 보세요. 답과 함께 짧은 판단 근거도 적어주세요.</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681301133"/>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정답을 같이 확인하겠습니다. 4번 2를 넣고 j를 1로 바꾼다입니다. 현재 값은 A[1]=4와 B[0]=2이다. 작은 값 2를 넣는다. B에서 값을 꺼냈으므로 j만 0에서 1로 늘린다. 결과만 외우지 말고 문제에 나온 상태에서 이 답이 나오는 과정을 다시 따라가 보세요. 같은 뜻으로 설명했다면 표현이 달라도 맞는 답입니다.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671576078"/>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병합 중 A의 원소는 모두 사용했고 B에는 [3,7]이 남았다. 남은 원소를 처리하는 올바른 방법은? 지금은 큰 계산을 할 필요가 없습니다. 문제에 주어진 배열이나 구간을 그대로 보고, 현재 상태에서 어떤 값을 고르는지 차례로 확인해 보세요. 답과 함께 짧은 판단 근거도 적어주세요.</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58439356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정답을 같이 확인하겠습니다. 1번 3과 7을 그 순서대로 결과 뒤에 붙인다입니다. B 자체가 정렬되어 있으므로 남은 3, 7의 순서를 유지한다. 반대쪽 배열이 비었으므로 두 배열 사이의 비교는 더 필요 없다. 결과만 외우지 말고 문제에 나온 상태에서 이 답이 나오는 과정을 다시 따라가 보세요. 같은 뜻으로 설명했다면 표현이 달라도 맞는 답입니다.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012536889"/>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A=[2,6], B=[1,5]를 i=0, j=0부터 병합한다. 1, 2를 차례로 결과에 넣은 직후의 i, j는? 지금은 큰 계산을 할 필요가 없습니다. 문제에 주어진 배열이나 구간을 그대로 보고, 현재 상태에서 어떤 값을 고르는지 차례로 확인해 보세요. 답과 함께 짧은 판단 근거도 적어주세요.</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916730933"/>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정답을 같이 확인하겠습니다. 5번 i=1, j=1입니다. 1은 B에서 꺼냈으므로 j가 1이 된다. 2는 A에서 꺼냈으므로 i도 1이 된다. 결과만 외우지 말고 문제에 나온 상태에서 이 답이 나오는 과정을 다시 따라가 보세요. 같은 뜻으로 설명했다면 표현이 달라도 맞는 답입니다.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851923587"/>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퀵 정렬에서 a=[8,4,6,3,7,1], lo=0, hi=5이다. 가운데 인덱스 (lo+hi)//2의 값을 피벗으로 고르면 피벗 값은? 지금은 큰 계산을 할 필요가 없습니다. 문제에 주어진 배열이나 구간을 그대로 보고, 현재 상태에서 어떤 값을 고르는지 차례로 확인해 보세요. 답과 함께 짧은 판단 근거도 적어주세요.</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574853477"/>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정답을 같이 확인하겠습니다. 3번 6입니다. 가운데 인덱스는 (0+5)//2=2이고 a[2]=6이다. 인덱스 2와 그 위치의 값 6을 구분한다. 결과만 외우지 말고 문제에 나온 상태에서 이 답이 나오는 과정을 다시 따라가 보세요. 같은 뜻으로 설명했다면 표현이 달라도 맞는 답입니다.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793580224"/>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피벗은 a[5]=6이고 a=[3,4,1,8,7,6], L=3이다. 마지막에 a[L]과 a[5]를 교환하면 피벗의 인덱스는? 지금은 큰 계산을 할 필요가 없습니다. 문제에 주어진 배열이나 구간을 그대로 보고, 현재 상태에서 어떤 값을 고르는지 차례로 확인해 보세요. 답과 함께 짧은 판단 근거도 적어주세요.</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061622937"/>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정답을 같이 확인하겠습니다. 4번 3입니다. 마지막 교환으로 피벗 6이 L이 가리킨 자리로 이동한다. L=3이므로 확정된 피벗 인덱스는 3이다. 결과만 외우지 말고 문제에 나온 상태에서 이 답이 나오는 과정을 다시 따라가 보세요. 같은 뜻으로 설명했다면 표현이 달라도 맞는 답입니다.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138995256"/>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퀵 정렬의 [2,7] 구간에서 피벗 인덱스 p=4가 확정되었다. 피벗을 제외하고 재귀 정렬할 두 구간은? 양 끝을 포함한다. 지금은 큰 계산을 할 필요가 없습니다. 문제에 주어진 배열이나 구간을 그대로 보고, 현재 상태에서 어떤 값을 고르는지 차례로 확인해 보세요. 답과 함께 짧은 판단 근거도 적어주세요.</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592377679"/>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정답을 같이 확인하겠습니다. 2번 [2,3]와 [5,7]입니다. 피벗 p=4는 이미 제자리를 찾았다. 왼쪽은 [lo,p-1]=[2,3], 오른쪽은 [p+1,hi]=[5,7]이다. 결과만 외우지 말고 문제에 나온 상태에서 이 답이 나오는 과정을 다시 따라가 보세요. 같은 뜻으로 설명했다면 표현이 달라도 맞는 답입니다.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916928043"/>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퀵 정렬의 포인터 탐색에서 배열 값을 읽기 전에 L≤R인지 먼저 확인하는 주된 이유는? 지금은 큰 계산을 할 필요가 없습니다. 문제에 주어진 배열이나 구간을 그대로 보고, 현재 상태에서 어떤 값을 고르는지 차례로 확인해 보세요. 답과 함께 짧은 판단 근거도 적어주세요.</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677023116"/>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정답을 같이 확인하겠습니다. 1번 현재 탐색 구간 밖의 값을 읽지 않기 위해입니다. 포인터가 서로 지나친 뒤에는 현재 탐색 구간이 비어 있다. L≤R을 먼저 검사하면 구간 밖의 값을 읽지 않고 탐색을 끝낸다. 결과만 외우지 말고 문제에 나온 상태에서 이 답이 나오는 과정을 다시 따라가 보세요. 같은 뜻으로 설명했다면 표현이 달라도 맞는 답입니다.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492127903"/>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4.2–4.8 계산과 실행 추적을 확인하는 문항입니다. 먼저 조건과 요구한 반환값을 읽어 주세요. 결과만 적지 말고 어떻게 판단했는지도 적어 주세요.</a:t>
            </a:r>
          </a:p>
          <a:p>
            <a:endParaRPr/>
          </a:p>
          <a:p>
            <a:r>
              <a:t>출제 기준: 4장 강의 내용과 그 응용.</a:t>
            </a:r>
          </a:p>
          <a:p>
            <a:r>
              <a:t>배점: 요구한 결과를 모두 정확히 제시 2점, 비교·전이·계산의 근거 제시 1점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[1,2,3,4,7,8], 5회입니다.</a:t>
            </a:r>
          </a:p>
          <a:p>
            <a:r>
              <a:t>1:2,4:2,4:3,4:8,7:8을 비교한 뒤 남은 8을 복사한다.</a:t>
            </a:r>
          </a:p>
          <a:p>
            <a:r>
              <a:t>여기서는 4.2–4.8 계산과 실행 추적의 조건을 놓치지 않았는지 확인해 주세요.</a:t>
            </a:r>
          </a:p>
          <a:p>
            <a:endParaRPr/>
          </a:p>
          <a:p>
            <a:r>
              <a:t>채점 기준</a:t>
            </a:r>
          </a:p>
          <a:p>
            <a:r>
              <a:t>- 요구한 결과를 모두 정확히 제시 2점</a:t>
            </a:r>
          </a:p>
          <a:p>
            <a:r>
              <a:t>- 비교·전이·계산의 근거 제시 1점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4.2–4.8 계산과 실행 추적을 확인하는 문항입니다. 먼저 조건과 요구한 반환값을 읽어 주세요. 결과만 적지 말고 어떻게 판단했는지도 적어 주세요.</a:t>
            </a:r>
          </a:p>
          <a:p>
            <a:endParaRPr/>
          </a:p>
          <a:p>
            <a:r>
              <a:t>출제 기준: 4장 강의 내용과 그 응용.</a:t>
            </a:r>
          </a:p>
          <a:p>
            <a:r>
              <a:t>배점: 요구한 결과를 모두 정확히 제시 2점, 비교·전이·계산의 근거 제시 1점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2회입니다.</a:t>
            </a:r>
          </a:p>
          <a:p>
            <a:r>
              <a:t>1과 3,2와 3을 비교한 뒤 오른쪽 나머지를 복사한다.</a:t>
            </a:r>
          </a:p>
          <a:p>
            <a:r>
              <a:t>여기서는 4.2–4.8 계산과 실행 추적의 조건을 놓치지 않았는지 확인해 주세요.</a:t>
            </a:r>
          </a:p>
          <a:p>
            <a:endParaRPr/>
          </a:p>
          <a:p>
            <a:r>
              <a:t>채점 기준</a:t>
            </a:r>
          </a:p>
          <a:p>
            <a:r>
              <a:t>- 요구한 결과를 모두 정확히 제시 2점</a:t>
            </a:r>
          </a:p>
          <a:p>
            <a:r>
              <a:t>- 비교·전이·계산의 근거 제시 1점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4.2–4.8 계산과 실행 추적을 확인하는 문항입니다. 먼저 조건과 요구한 반환값을 읽어 주세요. 결과만 적지 말고 어떻게 판단했는지도 적어 주세요.</a:t>
            </a:r>
          </a:p>
          <a:p>
            <a:endParaRPr/>
          </a:p>
          <a:p>
            <a:r>
              <a:t>출제 기준: 4장 강의 내용과 그 응용.</a:t>
            </a:r>
          </a:p>
          <a:p>
            <a:r>
              <a:t>배점: 요구한 결과를 모두 정확히 제시 2점, 비교·전이·계산의 근거 제시 1점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[3,8], [1,6]; [1,3,6,8]입니다.</a:t>
            </a:r>
          </a:p>
          <a:p>
            <a:r>
              <a:t>각 두 원소를 먼저 정렬한 뒤 두 정렬 배열을 병합한다.</a:t>
            </a:r>
          </a:p>
          <a:p>
            <a:r>
              <a:t>여기서는 4.2–4.8 계산과 실행 추적의 조건을 놓치지 않았는지 확인해 주세요.</a:t>
            </a:r>
          </a:p>
          <a:p>
            <a:endParaRPr/>
          </a:p>
          <a:p>
            <a:r>
              <a:t>채점 기준</a:t>
            </a:r>
          </a:p>
          <a:p>
            <a:r>
              <a:t>- 요구한 결과를 모두 정확히 제시 2점</a:t>
            </a:r>
          </a:p>
          <a:p>
            <a:r>
              <a:t>- 비교·전이·계산의 근거 제시 1점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4.2–4.8 계산과 실행 추적을 확인하는 문항입니다. 먼저 조건과 요구한 반환값을 읽어 주세요. 결과만 적지 말고 어떻게 판단했는지도 적어 주세요.</a:t>
            </a:r>
          </a:p>
          <a:p>
            <a:endParaRPr/>
          </a:p>
          <a:p>
            <a:r>
              <a:t>출제 기준: 4장 강의 내용과 그 응용.</a:t>
            </a:r>
          </a:p>
          <a:p>
            <a:r>
              <a:t>배점: 요구한 결과를 모두 정확히 제시 2점, 비교·전이·계산의 근거 제시 1점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8개, 7회입니다.</a:t>
            </a:r>
          </a:p>
          <a:p>
            <a:r>
              <a:t>리프 8개인 완전 이진 재귀 트리의 내부 노드는 7개이다.</a:t>
            </a:r>
          </a:p>
          <a:p>
            <a:r>
              <a:t>여기서는 4.2–4.8 계산과 실행 추적의 조건을 놓치지 않았는지 확인해 주세요.</a:t>
            </a:r>
          </a:p>
          <a:p>
            <a:endParaRPr/>
          </a:p>
          <a:p>
            <a:r>
              <a:t>채점 기준</a:t>
            </a:r>
          </a:p>
          <a:p>
            <a:r>
              <a:t>- 요구한 결과를 모두 정확히 제시 2점</a:t>
            </a:r>
          </a:p>
          <a:p>
            <a:r>
              <a:t>- 비교·전이·계산의 근거 제시 1점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4.2–4.8 계산과 실행 추적을 확인하는 문항입니다. 먼저 조건과 요구한 반환값을 읽어 주세요. 결과만 적지 말고 어떻게 판단했는지도 적어 주세요.</a:t>
            </a:r>
          </a:p>
          <a:p>
            <a:endParaRPr/>
          </a:p>
          <a:p>
            <a:r>
              <a:t>출제 기준: 4장 강의 내용과 그 응용.</a:t>
            </a:r>
          </a:p>
          <a:p>
            <a:r>
              <a:t>배점: 요구한 결과를 모두 정확히 제시 2점, 비교·전이·계산의 근거 제시 1점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24입니다.</a:t>
            </a:r>
          </a:p>
          <a:p>
            <a:r>
              <a:t>각 병합 층 비용이 8이고 병합 층이 3개이다.</a:t>
            </a:r>
          </a:p>
          <a:p>
            <a:r>
              <a:t>여기서는 4.2–4.8 계산과 실행 추적의 조건을 놓치지 않았는지 확인해 주세요.</a:t>
            </a:r>
          </a:p>
          <a:p>
            <a:endParaRPr/>
          </a:p>
          <a:p>
            <a:r>
              <a:t>채점 기준</a:t>
            </a:r>
          </a:p>
          <a:p>
            <a:r>
              <a:t>- 요구한 결과를 모두 정확히 제시 2점</a:t>
            </a:r>
          </a:p>
          <a:p>
            <a:r>
              <a:t>- 비교·전이·계산의 근거 제시 1점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4.2–4.8 계산과 실행 추적을 확인하는 문항입니다. 먼저 조건과 요구한 반환값을 읽어 주세요. 결과만 적지 말고 어떻게 판단했는지도 적어 주세요.</a:t>
            </a:r>
          </a:p>
          <a:p>
            <a:endParaRPr/>
          </a:p>
          <a:p>
            <a:r>
              <a:t>출제 기준: 4장 강의 내용과 그 응용.</a:t>
            </a:r>
          </a:p>
          <a:p>
            <a:r>
              <a:t>배점: 요구한 결과를 모두 정확히 제시 2점, 비교·전이·계산의 근거 제시 1점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10, [1,3]입니다.</a:t>
            </a:r>
          </a:p>
          <a:p>
            <a:r>
              <a:t>7−2+5=10이며 양옆의 −4나 −9를 포함하면 줄어든다.</a:t>
            </a:r>
          </a:p>
          <a:p>
            <a:r>
              <a:t>여기서는 4.2–4.8 계산과 실행 추적의 조건을 놓치지 않았는지 확인해 주세요.</a:t>
            </a:r>
          </a:p>
          <a:p>
            <a:endParaRPr/>
          </a:p>
          <a:p>
            <a:r>
              <a:t>채점 기준</a:t>
            </a:r>
          </a:p>
          <a:p>
            <a:r>
              <a:t>- 요구한 결과를 모두 정확히 제시 2점</a:t>
            </a:r>
          </a:p>
          <a:p>
            <a:r>
              <a:t>- 비교·전이·계산의 근거 제시 1점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4.2–4.8 계산과 실행 추적을 확인하는 문항입니다. 먼저 조건과 요구한 반환값을 읽어 주세요. 결과만 적지 말고 어떻게 판단했는지도 적어 주세요.</a:t>
            </a:r>
          </a:p>
          <a:p>
            <a:endParaRPr/>
          </a:p>
          <a:p>
            <a:r>
              <a:t>출제 기준: 4장 강의 내용과 그 응용.</a:t>
            </a:r>
          </a:p>
          <a:p>
            <a:r>
              <a:t>배점: 요구한 결과를 모두 정확히 제시 2점, 비교·전이·계산의 근거 제시 1점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−3, [1,1]입니다.</a:t>
            </a:r>
          </a:p>
          <a:p>
            <a:r>
              <a:t>가장 덜 작은 원소 하나를 고른다. 빈 구간 0은 허용되지 않는다.</a:t>
            </a:r>
          </a:p>
          <a:p>
            <a:r>
              <a:t>여기서는 4.2–4.8 계산과 실행 추적의 조건을 놓치지 않았는지 확인해 주세요.</a:t>
            </a:r>
          </a:p>
          <a:p>
            <a:endParaRPr/>
          </a:p>
          <a:p>
            <a:r>
              <a:t>채점 기준</a:t>
            </a:r>
          </a:p>
          <a:p>
            <a:r>
              <a:t>- 요구한 결과를 모두 정확히 제시 2점</a:t>
            </a:r>
          </a:p>
          <a:p>
            <a:r>
              <a:t>- 비교·전이·계산의 근거 제시 1점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4.2–4.8 계산과 실행 추적을 확인하는 문항입니다. 먼저 조건과 요구한 반환값을 읽어 주세요. 결과만 적지 말고 어떻게 판단했는지도 적어 주세요.</a:t>
            </a:r>
          </a:p>
          <a:p>
            <a:endParaRPr/>
          </a:p>
          <a:p>
            <a:r>
              <a:t>출제 기준: 4장 강의 내용과 그 응용.</a:t>
            </a:r>
          </a:p>
          <a:p>
            <a:r>
              <a:t>배점: 요구한 결과를 모두 정확히 제시 2점, 비교·전이·계산의 근거 제시 1점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3,5,8입니다.</a:t>
            </a:r>
          </a:p>
          <a:p>
            <a:r>
              <a:t>왼쪽은 [3]이 3, 오른쪽은 [5]가 5로 최대이다. 경계 연결 구간은 [3,5]이다.</a:t>
            </a:r>
          </a:p>
          <a:p>
            <a:r>
              <a:t>여기서는 4.2–4.8 계산과 실행 추적의 조건을 놓치지 않았는지 확인해 주세요.</a:t>
            </a:r>
          </a:p>
          <a:p>
            <a:endParaRPr/>
          </a:p>
          <a:p>
            <a:r>
              <a:t>채점 기준</a:t>
            </a:r>
          </a:p>
          <a:p>
            <a:r>
              <a:t>- 요구한 결과를 모두 정확히 제시 2점</a:t>
            </a:r>
          </a:p>
          <a:p>
            <a:r>
              <a:t>- 비교·전이·계산의 근거 제시 1점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4.2–4.8 계산과 실행 추적을 확인하는 문항입니다. 먼저 조건과 요구한 반환값을 읽어 주세요. 결과만 적지 말고 어떻게 판단했는지도 적어 주세요.</a:t>
            </a:r>
          </a:p>
          <a:p>
            <a:endParaRPr/>
          </a:p>
          <a:p>
            <a:r>
              <a:t>출제 기준: 4장 강의 내용과 그 응용.</a:t>
            </a:r>
          </a:p>
          <a:p>
            <a:r>
              <a:t>배점: 요구한 결과를 모두 정확히 제시 2점, 비교·전이·계산의 근거 제시 1점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11,6입니다.</a:t>
            </a:r>
          </a:p>
          <a:p>
            <a:r>
              <a:t>5와 6을 함께 포함하려면 −100도 포함해야 한다.</a:t>
            </a:r>
          </a:p>
          <a:p>
            <a:r>
              <a:t>여기서는 4.2–4.8 계산과 실행 추적의 조건을 놓치지 않았는지 확인해 주세요.</a:t>
            </a:r>
          </a:p>
          <a:p>
            <a:endParaRPr/>
          </a:p>
          <a:p>
            <a:r>
              <a:t>채점 기준</a:t>
            </a:r>
          </a:p>
          <a:p>
            <a:r>
              <a:t>- 요구한 결과를 모두 정확히 제시 2점</a:t>
            </a:r>
          </a:p>
          <a:p>
            <a:r>
              <a:t>- 비교·전이·계산의 근거 제시 1점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4.2–4.8 계산과 실행 추적을 확인하는 문항입니다. 먼저 조건과 요구한 반환값을 읽어 주세요. 결과만 적지 말고 어떻게 판단했는지도 적어 주세요.</a:t>
            </a:r>
          </a:p>
          <a:p>
            <a:endParaRPr/>
          </a:p>
          <a:p>
            <a:r>
              <a:t>출제 기준: 4장 강의 내용과 그 응용.</a:t>
            </a:r>
          </a:p>
          <a:p>
            <a:r>
              <a:t>배점: 요구한 결과를 모두 정확히 제시 2점, 비교·전이·계산의 근거 제시 1점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21개입니다.</a:t>
            </a:r>
          </a:p>
          <a:p>
            <a:r>
              <a:t>길이별 6+5+4+3+2+1=n(n+1)/2이다.</a:t>
            </a:r>
          </a:p>
          <a:p>
            <a:r>
              <a:t>여기서는 4.2–4.8 계산과 실행 추적의 조건을 놓치지 않았는지 확인해 주세요.</a:t>
            </a:r>
          </a:p>
          <a:p>
            <a:endParaRPr/>
          </a:p>
          <a:p>
            <a:r>
              <a:t>채점 기준</a:t>
            </a:r>
          </a:p>
          <a:p>
            <a:r>
              <a:t>- 요구한 결과를 모두 정확히 제시 2점</a:t>
            </a:r>
          </a:p>
          <a:p>
            <a:r>
              <a:t>- 비교·전이·계산의 근거 제시 1점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4.2–4.8 계산과 실행 추적을 확인하는 문항입니다. 먼저 조건과 요구한 반환값을 읽어 주세요. 결과만 적지 말고 어떻게 판단했는지도 적어 주세요.</a:t>
            </a:r>
          </a:p>
          <a:p>
            <a:endParaRPr/>
          </a:p>
          <a:p>
            <a:r>
              <a:t>출제 기준: 4장 강의 내용과 그 응용.</a:t>
            </a:r>
          </a:p>
          <a:p>
            <a:r>
              <a:t>배점: 요구한 결과를 모두 정확히 제시 2점, 비교·전이·계산의 근거 제시 1점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2,3,2,3입니다.</a:t>
            </a:r>
          </a:p>
          <a:p>
            <a:r>
              <a:t>접두 최대는 처음 3개, 접미 최대는 전체, 연속 최대는 인덱스 0~2이다.</a:t>
            </a:r>
          </a:p>
          <a:p>
            <a:r>
              <a:t>여기서는 4.2–4.8 계산과 실행 추적의 조건을 놓치지 않았는지 확인해 주세요.</a:t>
            </a:r>
          </a:p>
          <a:p>
            <a:endParaRPr/>
          </a:p>
          <a:p>
            <a:r>
              <a:t>채점 기준</a:t>
            </a:r>
          </a:p>
          <a:p>
            <a:r>
              <a:t>- 요구한 결과를 모두 정확히 제시 2점</a:t>
            </a:r>
          </a:p>
          <a:p>
            <a:r>
              <a:t>- 비교·전이·계산의 근거 제시 1점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4.2–4.8 계산과 실행 추적을 확인하는 문항입니다. 먼저 조건과 요구한 반환값을 읽어 주세요. 결과만 적지 말고 어떻게 판단했는지도 적어 주세요.</a:t>
            </a:r>
          </a:p>
          <a:p>
            <a:endParaRPr/>
          </a:p>
          <a:p>
            <a:r>
              <a:t>출제 기준: 4장 강의 내용과 그 응용.</a:t>
            </a:r>
          </a:p>
          <a:p>
            <a:r>
              <a:t>배점: 요구한 결과를 모두 정확히 제시 2점, 비교·전이·계산의 근거 제시 1점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A–C,9입니다.</a:t>
            </a:r>
          </a:p>
          <a:p>
            <a:r>
              <a:t>A–C는 3, B–C는 4이고 다른 쌍들은 더 멀다.</a:t>
            </a:r>
          </a:p>
          <a:p>
            <a:r>
              <a:t>여기서는 4.2–4.8 계산과 실행 추적의 조건을 놓치지 않았는지 확인해 주세요.</a:t>
            </a:r>
          </a:p>
          <a:p>
            <a:endParaRPr/>
          </a:p>
          <a:p>
            <a:r>
              <a:t>채점 기준</a:t>
            </a:r>
          </a:p>
          <a:p>
            <a:r>
              <a:t>- 요구한 결과를 모두 정확히 제시 2점</a:t>
            </a:r>
          </a:p>
          <a:p>
            <a:r>
              <a:t>- 비교·전이·계산의 근거 제시 1점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4.2–4.8 계산과 실행 추적을 확인하는 문항입니다. 먼저 조건과 요구한 반환값을 읽어 주세요. 결과만 적지 말고 어떻게 판단했는지도 적어 주세요.</a:t>
            </a:r>
          </a:p>
          <a:p>
            <a:endParaRPr/>
          </a:p>
          <a:p>
            <a:r>
              <a:t>출제 기준: 4장 강의 내용과 그 응용.</a:t>
            </a:r>
          </a:p>
          <a:p>
            <a:r>
              <a:t>배점: 요구한 결과를 모두 정확히 제시 2점, 비교·전이·계산의 근거 제시 1점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25,5입니다.</a:t>
            </a:r>
          </a:p>
          <a:p>
            <a:r>
              <a:t>좌표 차가 3과 4이므로 3²+4²=25이다.</a:t>
            </a:r>
          </a:p>
          <a:p>
            <a:r>
              <a:t>여기서는 4.2–4.8 계산과 실행 추적의 조건을 놓치지 않았는지 확인해 주세요.</a:t>
            </a:r>
          </a:p>
          <a:p>
            <a:endParaRPr/>
          </a:p>
          <a:p>
            <a:r>
              <a:t>채점 기준</a:t>
            </a:r>
          </a:p>
          <a:p>
            <a:r>
              <a:t>- 요구한 결과를 모두 정확히 제시 2점</a:t>
            </a:r>
          </a:p>
          <a:p>
            <a:r>
              <a:t>- 비교·전이·계산의 근거 제시 1점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4.2–4.8 계산과 실행 추적을 확인하는 문항입니다. 먼저 조건과 요구한 반환값을 읽어 주세요. 결과만 적지 말고 어떻게 판단했는지도 적어 주세요.</a:t>
            </a:r>
          </a:p>
          <a:p>
            <a:endParaRPr/>
          </a:p>
          <a:p>
            <a:r>
              <a:t>출제 기준: 4장 강의 내용과 그 응용.</a:t>
            </a:r>
          </a:p>
          <a:p>
            <a:r>
              <a:t>배점: 요구한 결과를 모두 정확히 제시 2점, 비교·전이·계산의 근거 제시 1점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d=4, 6&lt;x&lt;14입니다.</a:t>
            </a:r>
          </a:p>
          <a:p>
            <a:r>
              <a:t>기존 거리 4보다 엄격히 작은 쌍만 찾으려면 수평 거리도 4보다 작아야 한다.</a:t>
            </a:r>
          </a:p>
          <a:p>
            <a:r>
              <a:t>여기서는 4.2–4.8 계산과 실행 추적의 조건을 놓치지 않았는지 확인해 주세요.</a:t>
            </a:r>
          </a:p>
          <a:p>
            <a:endParaRPr/>
          </a:p>
          <a:p>
            <a:r>
              <a:t>채점 기준</a:t>
            </a:r>
          </a:p>
          <a:p>
            <a:r>
              <a:t>- 요구한 결과를 모두 정확히 제시 2점</a:t>
            </a:r>
          </a:p>
          <a:p>
            <a:r>
              <a:t>- 비교·전이·계산의 근거 제시 1점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4.2–4.8 계산과 실행 추적을 확인하는 문항입니다. 먼저 조건과 요구한 반환값을 읽어 주세요. 결과만 적지 말고 어떻게 판단했는지도 적어 주세요.</a:t>
            </a:r>
          </a:p>
          <a:p>
            <a:endParaRPr/>
          </a:p>
          <a:p>
            <a:r>
              <a:t>출제 기준: 4장 강의 내용과 그 응용.</a:t>
            </a:r>
          </a:p>
          <a:p>
            <a:r>
              <a:t>배점: 요구한 결과를 모두 정확히 제시 2점, 비교·전이·계산의 근거 제시 1점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66회입니다.</a:t>
            </a:r>
          </a:p>
          <a:p>
            <a:r>
              <a:t>12×11/2=66이다.</a:t>
            </a:r>
          </a:p>
          <a:p>
            <a:r>
              <a:t>여기서는 4.2–4.8 계산과 실행 추적의 조건을 놓치지 않았는지 확인해 주세요.</a:t>
            </a:r>
          </a:p>
          <a:p>
            <a:endParaRPr/>
          </a:p>
          <a:p>
            <a:r>
              <a:t>채점 기준</a:t>
            </a:r>
          </a:p>
          <a:p>
            <a:r>
              <a:t>- 요구한 결과를 모두 정확히 제시 2점</a:t>
            </a:r>
          </a:p>
          <a:p>
            <a:r>
              <a:t>- 비교·전이·계산의 근거 제시 1점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4.2–4.8 계산과 실행 추적을 확인하는 문항입니다. 먼저 조건과 요구한 반환값을 읽어 주세요. 결과만 적지 말고 어떻게 판단했는지도 적어 주세요.</a:t>
            </a:r>
          </a:p>
          <a:p>
            <a:endParaRPr/>
          </a:p>
          <a:p>
            <a:r>
              <a:t>출제 기준: 4장 강의 내용과 그 응용.</a:t>
            </a:r>
          </a:p>
          <a:p>
            <a:r>
              <a:t>배점: 요구한 결과를 모두 정확히 제시 2점, 비교·전이·계산의 근거 제시 1점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(0110)입니다.</a:t>
            </a:r>
          </a:p>
          <a:p>
            <a:r>
              <a:t>네 칸이 각각 0,1,1,0이므로 그 순서로 적는다.</a:t>
            </a:r>
          </a:p>
          <a:p>
            <a:r>
              <a:t>여기서는 4.2–4.8 계산과 실행 추적의 조건을 놓치지 않았는지 확인해 주세요.</a:t>
            </a:r>
          </a:p>
          <a:p>
            <a:endParaRPr/>
          </a:p>
          <a:p>
            <a:r>
              <a:t>채점 기준</a:t>
            </a:r>
          </a:p>
          <a:p>
            <a:r>
              <a:t>- 요구한 결과를 모두 정확히 제시 2점</a:t>
            </a:r>
          </a:p>
          <a:p>
            <a:r>
              <a:t>- 비교·전이·계산의 근거 제시 1점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4.2–4.8 계산과 실행 추적을 확인하는 문항입니다. 먼저 조건과 요구한 반환값을 읽어 주세요. 결과만 적지 말고 어떻게 판단했는지도 적어 주세요.</a:t>
            </a:r>
          </a:p>
          <a:p>
            <a:endParaRPr/>
          </a:p>
          <a:p>
            <a:r>
              <a:t>출제 기준: 4장 강의 내용과 그 응용.</a:t>
            </a:r>
          </a:p>
          <a:p>
            <a:r>
              <a:t>배점: 요구한 결과를 모두 정확히 제시 2점, 비교·전이·계산의 근거 제시 1점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(0110)입니다.</a:t>
            </a:r>
          </a:p>
          <a:p>
            <a:r>
              <a:t>네 사분면이 각각 한 색이므로 각 사분면을 한 기호로 기록한다.</a:t>
            </a:r>
          </a:p>
          <a:p>
            <a:r>
              <a:t>여기서는 4.2–4.8 계산과 실행 추적의 조건을 놓치지 않았는지 확인해 주세요.</a:t>
            </a:r>
          </a:p>
          <a:p>
            <a:endParaRPr/>
          </a:p>
          <a:p>
            <a:r>
              <a:t>채점 기준</a:t>
            </a:r>
          </a:p>
          <a:p>
            <a:r>
              <a:t>- 요구한 결과를 모두 정확히 제시 2점</a:t>
            </a:r>
          </a:p>
          <a:p>
            <a:r>
              <a:t>- 비교·전이·계산의 근거 제시 1점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4.2–4.8 계산과 실행 추적을 확인하는 문항입니다. 먼저 조건과 요구한 반환값을 읽어 주세요. 결과만 적지 말고 어떻게 판단했는지도 적어 주세요.</a:t>
            </a:r>
          </a:p>
          <a:p>
            <a:endParaRPr/>
          </a:p>
          <a:p>
            <a:r>
              <a:t>출제 기준: 4장 강의 내용과 그 응용.</a:t>
            </a:r>
          </a:p>
          <a:p>
            <a:r>
              <a:t>배점: 요구한 결과를 모두 정확히 제시 2점, 비교·전이·계산의 근거 제시 1점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1, 1개입니다.</a:t>
            </a:r>
          </a:p>
          <a:p>
            <a:r>
              <a:t>루트에서 균일하므로 자식을 만들지 않는다.</a:t>
            </a:r>
          </a:p>
          <a:p>
            <a:r>
              <a:t>여기서는 4.2–4.8 계산과 실행 추적의 조건을 놓치지 않았는지 확인해 주세요.</a:t>
            </a:r>
          </a:p>
          <a:p>
            <a:endParaRPr/>
          </a:p>
          <a:p>
            <a:r>
              <a:t>채점 기준</a:t>
            </a:r>
          </a:p>
          <a:p>
            <a:r>
              <a:t>- 요구한 결과를 모두 정확히 제시 2점</a:t>
            </a:r>
          </a:p>
          <a:p>
            <a:r>
              <a:t>- 비교·전이·계산의 근거 제시 1점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4.2–4.8 계산과 실행 추적을 확인하는 문항입니다. 먼저 조건과 요구한 반환값을 읽어 주세요. 결과만 적지 말고 어떻게 판단했는지도 적어 주세요.</a:t>
            </a:r>
          </a:p>
          <a:p>
            <a:endParaRPr/>
          </a:p>
          <a:p>
            <a:r>
              <a:t>출제 기준: 4장 강의 내용과 그 응용.</a:t>
            </a:r>
          </a:p>
          <a:p>
            <a:r>
              <a:t>배점: 요구한 결과를 모두 정확히 제시 2점, 비교·전이·계산의 근거 제시 1점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1개,4개입니다.</a:t>
            </a:r>
          </a:p>
          <a:p>
            <a:r>
              <a:t>혼합 루트 하나와 네 단위 칸 리프가 있다.</a:t>
            </a:r>
          </a:p>
          <a:p>
            <a:r>
              <a:t>여기서는 4.2–4.8 계산과 실행 추적의 조건을 놓치지 않았는지 확인해 주세요.</a:t>
            </a:r>
          </a:p>
          <a:p>
            <a:endParaRPr/>
          </a:p>
          <a:p>
            <a:r>
              <a:t>채점 기준</a:t>
            </a:r>
          </a:p>
          <a:p>
            <a:r>
              <a:t>- 요구한 결과를 모두 정확히 제시 2점</a:t>
            </a:r>
          </a:p>
          <a:p>
            <a:r>
              <a:t>- 비교·전이·계산의 근거 제시 1점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4.2–4.8 계산과 실행 추적을 확인하는 문항입니다. 먼저 조건과 요구한 반환값을 읽어 주세요. 결과만 적지 말고 어떻게 판단했는지도 적어 주세요.</a:t>
            </a:r>
          </a:p>
          <a:p>
            <a:endParaRPr/>
          </a:p>
          <a:p>
            <a:r>
              <a:t>출제 기준: 4장 강의 내용과 그 응용.</a:t>
            </a:r>
          </a:p>
          <a:p>
            <a:r>
              <a:t>배점: 요구한 결과를 모두 정확히 제시 2점, 비교·전이·계산의 근거 제시 1점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깊이 3,64개입니다.</a:t>
            </a:r>
          </a:p>
          <a:p>
            <a:r>
              <a:t>변 길이 8→4→2→1이며 마지막 칸은 8²개이다.</a:t>
            </a:r>
          </a:p>
          <a:p>
            <a:r>
              <a:t>여기서는 4.2–4.8 계산과 실행 추적의 조건을 놓치지 않았는지 확인해 주세요.</a:t>
            </a:r>
          </a:p>
          <a:p>
            <a:endParaRPr/>
          </a:p>
          <a:p>
            <a:r>
              <a:t>채점 기준</a:t>
            </a:r>
          </a:p>
          <a:p>
            <a:r>
              <a:t>- 요구한 결과를 모두 정확히 제시 2점</a:t>
            </a:r>
          </a:p>
          <a:p>
            <a:r>
              <a:t>- 비교·전이·계산의 근거 제시 1점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4.2–4.8 계산과 실행 추적을 확인하는 문항입니다. 먼저 조건과 요구한 반환값을 읽어 주세요. 결과만 적지 말고 어떻게 판단했는지도 적어 주세요.</a:t>
            </a:r>
          </a:p>
          <a:p>
            <a:endParaRPr/>
          </a:p>
          <a:p>
            <a:r>
              <a:t>출제 기준: 4장 강의 내용과 그 응용.</a:t>
            </a:r>
          </a:p>
          <a:p>
            <a:r>
              <a:t>배점: 요구한 결과를 모두 정확히 제시 2점, 비교·전이·계산의 근거 제시 1점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9,3,2입니다.</a:t>
            </a:r>
          </a:p>
          <a:p>
            <a:r>
              <a:t>부분 문제 9개가 각각 n/3 크기이고 3²=9이다.</a:t>
            </a:r>
          </a:p>
          <a:p>
            <a:r>
              <a:t>여기서는 4.2–4.8 계산과 실행 추적의 조건을 놓치지 않았는지 확인해 주세요.</a:t>
            </a:r>
          </a:p>
          <a:p>
            <a:endParaRPr/>
          </a:p>
          <a:p>
            <a:r>
              <a:t>채점 기준</a:t>
            </a:r>
          </a:p>
          <a:p>
            <a:r>
              <a:t>- 요구한 결과를 모두 정확히 제시 2점</a:t>
            </a:r>
          </a:p>
          <a:p>
            <a:r>
              <a:t>- 비교·전이·계산의 근거 제시 1점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4.2–4.8 계산과 실행 추적을 확인하는 문항입니다. 먼저 조건과 요구한 반환값을 읽어 주세요. 결과만 적지 말고 어떻게 판단했는지도 적어 주세요.</a:t>
            </a:r>
          </a:p>
          <a:p>
            <a:endParaRPr/>
          </a:p>
          <a:p>
            <a:r>
              <a:t>출제 기준: 4장 강의 내용과 그 응용.</a:t>
            </a:r>
          </a:p>
          <a:p>
            <a:r>
              <a:t>배점: 요구한 결과를 모두 정확히 제시 2점, 비교·전이·계산의 근거 제시 1점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Θ(n³)입니다.</a:t>
            </a:r>
          </a:p>
          <a:p>
            <a:r>
              <a:t>기준 지수 3이 결합 지수 2보다 크므로 재귀 하위 층이 지배한다.</a:t>
            </a:r>
          </a:p>
          <a:p>
            <a:r>
              <a:t>여기서는 4.2–4.8 계산과 실행 추적의 조건을 놓치지 않았는지 확인해 주세요.</a:t>
            </a:r>
          </a:p>
          <a:p>
            <a:endParaRPr/>
          </a:p>
          <a:p>
            <a:r>
              <a:t>채점 기준</a:t>
            </a:r>
          </a:p>
          <a:p>
            <a:r>
              <a:t>- 요구한 결과를 모두 정확히 제시 2점</a:t>
            </a:r>
          </a:p>
          <a:p>
            <a:r>
              <a:t>- 비교·전이·계산의 근거 제시 1점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4.2–4.8 계산과 실행 추적을 확인하는 문항입니다. 먼저 조건과 요구한 반환값을 읽어 주세요. 결과만 적지 말고 어떻게 판단했는지도 적어 주세요.</a:t>
            </a:r>
          </a:p>
          <a:p>
            <a:endParaRPr/>
          </a:p>
          <a:p>
            <a:r>
              <a:t>출제 기준: 4장 강의 내용과 그 응용.</a:t>
            </a:r>
          </a:p>
          <a:p>
            <a:r>
              <a:t>배점: 요구한 결과를 모두 정확히 제시 2점, 비교·전이·계산의 근거 제시 1점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Θ(n² log n)입니다.</a:t>
            </a:r>
          </a:p>
          <a:p>
            <a:r>
              <a:t>각 층 비용이 Θ(n²)이고 층 수가 Θ(log n)이다.</a:t>
            </a:r>
          </a:p>
          <a:p>
            <a:r>
              <a:t>여기서는 4.2–4.8 계산과 실행 추적의 조건을 놓치지 않았는지 확인해 주세요.</a:t>
            </a:r>
          </a:p>
          <a:p>
            <a:endParaRPr/>
          </a:p>
          <a:p>
            <a:r>
              <a:t>채점 기준</a:t>
            </a:r>
          </a:p>
          <a:p>
            <a:r>
              <a:t>- 요구한 결과를 모두 정확히 제시 2점</a:t>
            </a:r>
          </a:p>
          <a:p>
            <a:r>
              <a:t>- 비교·전이·계산의 근거 제시 1점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4.2–4.8 계산과 실행 추적을 확인하는 문항입니다. 먼저 조건과 요구한 반환값을 읽어 주세요. 결과만 적지 말고 어떻게 판단했는지도 적어 주세요.</a:t>
            </a:r>
          </a:p>
          <a:p>
            <a:endParaRPr/>
          </a:p>
          <a:p>
            <a:r>
              <a:t>출제 기준: 4장 강의 내용과 그 응용.</a:t>
            </a:r>
          </a:p>
          <a:p>
            <a:r>
              <a:t>배점: 요구한 결과를 모두 정확히 제시 2점, 비교·전이·계산의 근거 제시 1점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Θ(n log² n)입니다.</a:t>
            </a:r>
          </a:p>
          <a:p>
            <a:r>
              <a:t>층 비용은 n log n,n(log n−1),…이고 로그 길이 등차수열을 합한다.</a:t>
            </a:r>
          </a:p>
          <a:p>
            <a:r>
              <a:t>여기서는 4.2–4.8 계산과 실행 추적의 조건을 놓치지 않았는지 확인해 주세요.</a:t>
            </a:r>
          </a:p>
          <a:p>
            <a:endParaRPr/>
          </a:p>
          <a:p>
            <a:r>
              <a:t>채점 기준</a:t>
            </a:r>
          </a:p>
          <a:p>
            <a:r>
              <a:t>- 요구한 결과를 모두 정확히 제시 2점</a:t>
            </a:r>
          </a:p>
          <a:p>
            <a:r>
              <a:t>- 비교·전이·계산의 근거 제시 1점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병합 정렬로 [6,2,5,1]을 정렬하려 한다. 처음에 배열을 가운데에서 같은 길이로 나눌 때 왼쪽 배열과 오른쪽 배열을 각각 쓰시오. 지금은 큰 계산을 할 필요가 없습니다. 문제에 주어진 배열이나 구간을 그대로 보고, 현재 상태에서 어떤 값을 고르는지 차례로 확인해 보세요. 답과 함께 짧은 판단 근거도 적어주세요.</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584411222"/>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정답을 같이 확인하겠습니다. 왼쪽 [6,2], 오른쪽 [5,1]입니다. 첫 두 원소가 왼쪽 부분이고 뒤의 두 원소가 오른쪽 부분이다. 분할 단계에서는 원소를 정렬하거나 위치를 바꾸지 않는다. 결과만 외우지 말고 문제에 나온 상태에서 이 답이 나오는 과정을 다시 따라가 보세요. 같은 뜻으로 설명했다면 표현이 달라도 맞는 답입니다.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349836241"/>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병합 정렬에서 한 원소씩 나눈 [6], [2]를 병합하고, [5], [1]도 병합한다. 두 병합 결과를 순서대로 쓰시오. 지금은 큰 계산을 할 필요가 없습니다. 문제에 주어진 배열이나 구간을 그대로 보고, 현재 상태에서 어떤 값을 고르는지 차례로 확인해 보세요. 답과 함께 짧은 판단 근거도 적어주세요.</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734483259"/>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정답을 같이 확인하겠습니다. [2,6], [1,5]입니다. 6과 2 중 작은 값 2를 먼저 넣으면 [2,6]이 된다. 5와 1 중 작은 값 1을 먼저 넣으면 [1,5]가 된다. 결과만 외우지 말고 문제에 나온 상태에서 이 답이 나오는 과정을 다시 따라가 보세요. 같은 뜻으로 설명했다면 표현이 달라도 맞는 답입니다.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715436944"/>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정렬된 [2,6]과 [1,5]를 오름차순으로 병합한다. 작은 값을 차례로 넣어 완성된 배열을 쓰시오. 지금은 큰 계산을 할 필요가 없습니다. 문제에 주어진 배열이나 구간을 그대로 보고, 현재 상태에서 어떤 값을 고르는지 차례로 확인해 보세요. 답과 함께 짧은 판단 근거도 적어주세요.</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034191314"/>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정답을 같이 확인하겠습니다. [1,2,5,6]입니다. 2와 1 중 1, 2와 5 중 2, 6과 5 중 5를 고른다. 오른쪽이 비면 왼쪽에 남은 6을 마지막에 붙인다. 결과만 외우지 말고 문제에 나온 상태에서 이 답이 나오는 과정을 다시 따라가 보세요. 같은 뜻으로 설명했다면 표현이 달라도 맞는 답입니다.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411914276"/>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퀵 정렬의 분할이 끝나 a=[3,4,1,8,7,6], L=3, hi=5이다. 피벗 6을 제자리에 놓으려고 a[L]과 a[hi]를 교환한다. 교환 후 배열과 피벗 인덱스를 쓰시오. 지금은 큰 계산을 할 필요가 없습니다. 문제에 주어진 배열이나 구간을 그대로 보고, 현재 상태에서 어떤 값을 고르는지 차례로 확인해 보세요. 답과 함께 짧은 판단 근거도 적어주세요.</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546589620"/>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정답을 같이 확인하겠습니다. 배열 [3,4,1,6,7,8], 피벗 인덱스 3입니다. 인덱스 3의 값 8과 인덱스 5의 피벗 6을 교환한다. 피벗의 왼쪽 값은 6 이하이고 오른쪽 값은 6보다 크다. 결과만 외우지 말고 문제에 나온 상태에서 이 답이 나오는 과정을 다시 따라가 보세요. 같은 뜻으로 설명했다면 표현이 달라도 맞는 답입니다.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990818195"/>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a=[8,4,1,3,7,6]에서 피벗은 a[5]=6, L=0, R=4이다. L≤R이고 a[L]≤6인 동안 L을 늘린 뒤, L≤R이고 a[R]&gt;6인 동안 R을 줄인다. 멈춘 L, R은? 지금은 큰 계산을 할 필요가 없습니다. 문제에 주어진 배열이나 구간을 그대로 보고, 현재 상태에서 어떤 값을 고르는지 차례로 확인해 보세요. 답과 함께 짧은 판단 근거도 적어주세요.</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070543780"/>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정답을 같이 확인하겠습니다. L=0, R=3입니다. a[0]=8은 6보다 크므로 L은 0에서 멈춘다. a[4]=7은 6보다 커서 R을 3으로 줄인다. a[3]=3에서 멈춘다. 결과만 외우지 말고 문제에 나온 상태에서 이 답이 나오는 과정을 다시 따라가 보세요. 같은 뜻으로 설명했다면 표현이 달라도 맞는 답입니다.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627867576"/>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퀵 정렬의 [0,5] 구간에서 피벗 인덱스 p=3이 확정되었다. 피벗을 제외하고 재귀 정렬할 왼쪽·오른쪽 구간을 쓰시오. 구간은 양 끝 인덱스를 포함한다. 지금은 큰 계산을 할 필요가 없습니다. 문제에 주어진 배열이나 구간을 그대로 보고, 현재 상태에서 어떤 값을 고르는지 차례로 확인해 보세요. 답과 함께 짧은 판단 근거도 적어주세요.</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35982725"/>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정답을 같이 확인하겠습니다. 왼쪽 [0,2], 오른쪽 [4,5]입니다. 피벗 인덱스 3은 다시 정렬하지 않는다. 왼쪽은 [lo,p-1]=[0,2], 오른쪽은 [p+1,hi]=[4,5]이다. 결과만 외우지 말고 문제에 나온 상태에서 이 답이 나오는 과정을 다시 따라가 보세요. 같은 뜻으로 설명했다면 표현이 달라도 맞는 답입니다.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720062670"/>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4.1–4.8 정당성·반례·설계을 확인하는 문항입니다. 먼저 조건과 요구한 반환값을 읽어 주세요. 결과만 적지 말고 어떻게 판단했는지도 적어 주세요.</a:t>
            </a:r>
          </a:p>
          <a:p>
            <a:endParaRPr/>
          </a:p>
          <a:p>
            <a:r>
              <a:t>출제 기준: 4장 강의 내용과 그 응용.</a:t>
            </a:r>
          </a:p>
          <a:p>
            <a:r>
              <a:t>배점: 두 입력 정렬 전제 1점, 전체 최소 근거 3점, 반복 결론 1점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각 입력이 정렬되어 있어 현재 원소가 그 입력의 남은 최솟값이다.입니다.</a:t>
            </a:r>
          </a:p>
          <a:p>
            <a:r>
              <a:t>두 최솟값 중 작은 값은 전체 남은 원소의 최솟값이다. 이를 반복하면 정렬 결과가 된다.</a:t>
            </a:r>
          </a:p>
          <a:p>
            <a:r>
              <a:t>여기서는 4.1–4.8 정당성·반례·설계의 조건을 놓치지 않았는지 확인해 주세요.</a:t>
            </a:r>
          </a:p>
          <a:p>
            <a:endParaRPr/>
          </a:p>
          <a:p>
            <a:r>
              <a:t>채점 기준</a:t>
            </a:r>
          </a:p>
          <a:p>
            <a:r>
              <a:t>- 두 입력 정렬 전제 1점</a:t>
            </a:r>
          </a:p>
          <a:p>
            <a:r>
              <a:t>- 전체 최소 근거 3점</a:t>
            </a:r>
          </a:p>
          <a:p>
            <a:r>
              <a:t>- 반복 결론 1점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4.1–4.8 정당성·반례·설계을 확인하는 문항입니다. 먼저 조건과 요구한 반환값을 읽어 주세요. 결과만 적지 말고 어떻게 판단했는지도 적어 주세요.</a:t>
            </a:r>
          </a:p>
          <a:p>
            <a:endParaRPr/>
          </a:p>
          <a:p>
            <a:r>
              <a:t>출제 기준: 4장 강의 내용과 그 응용.</a:t>
            </a:r>
          </a:p>
          <a:p>
            <a:r>
              <a:t>배점: 반례 2점, 원래 순서 비교 2점, 수정 1점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왼쪽 [2A], 오른쪽 [2B]이면 결과가 [2B,2A]가 된다.입니다.</a:t>
            </a:r>
          </a:p>
          <a:p>
            <a:r>
              <a:t>원래 앞에 있던 A가 뒤로 이동했다. 왼쪽을 우선하면 같은 키의 상대 순서가 유지된다.</a:t>
            </a:r>
          </a:p>
          <a:p>
            <a:r>
              <a:t>여기서는 4.1–4.8 정당성·반례·설계의 조건을 놓치지 않았는지 확인해 주세요.</a:t>
            </a:r>
          </a:p>
          <a:p>
            <a:endParaRPr/>
          </a:p>
          <a:p>
            <a:r>
              <a:t>채점 기준</a:t>
            </a:r>
          </a:p>
          <a:p>
            <a:r>
              <a:t>- 반례 2점</a:t>
            </a:r>
          </a:p>
          <a:p>
            <a:r>
              <a:t>- 원래 순서 비교 2점</a:t>
            </a:r>
          </a:p>
          <a:p>
            <a:r>
              <a:t>- 수정 1점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4.1–4.8 정당성·반례·설계을 확인하는 문항입니다. 먼저 조건과 요구한 반환값을 읽어 주세요. 결과만 적지 말고 어떻게 판단했는지도 적어 주세요.</a:t>
            </a:r>
          </a:p>
          <a:p>
            <a:endParaRPr/>
          </a:p>
          <a:p>
            <a:r>
              <a:t>출제 기준: 4장 강의 내용과 그 응용.</a:t>
            </a:r>
          </a:p>
          <a:p>
            <a:r>
              <a:t>배점: 길이·기저 2점, 두 분할 구간 2점, 무누락 설명 1점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길이가 hi−lo이고 hi−lo≤1이면 종료한다. 분할은 [lo,mid),[mid,hi)이다.입니다.</a:t>
            </a:r>
          </a:p>
          <a:p>
            <a:r>
              <a:t>원소가 중복되거나 빠지지 않고 빈 구간도 길이 0으로 표현된다.</a:t>
            </a:r>
          </a:p>
          <a:p>
            <a:r>
              <a:t>여기서는 4.1–4.8 정당성·반례·설계의 조건을 놓치지 않았는지 확인해 주세요.</a:t>
            </a:r>
          </a:p>
          <a:p>
            <a:endParaRPr/>
          </a:p>
          <a:p>
            <a:r>
              <a:t>채점 기준</a:t>
            </a:r>
          </a:p>
          <a:p>
            <a:r>
              <a:t>- 길이·기저 2점</a:t>
            </a:r>
          </a:p>
          <a:p>
            <a:r>
              <a:t>- 두 분할 구간 2점</a:t>
            </a:r>
          </a:p>
          <a:p>
            <a:r>
              <a:t>- 무누락 설명 1점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4.1–4.8 정당성·반례·설계을 확인하는 문항입니다. 먼저 조건과 요구한 반환값을 읽어 주세요. 결과만 적지 말고 어떻게 판단했는지도 적어 주세요.</a:t>
            </a:r>
          </a:p>
          <a:p>
            <a:endParaRPr/>
          </a:p>
          <a:p>
            <a:r>
              <a:t>출제 기준: 4장 강의 내용과 그 응용.</a:t>
            </a:r>
          </a:p>
          <a:p>
            <a:r>
              <a:t>배점: 반례 2점, 실제 답 1점, 누락 경우와 수정 2점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[2,3]을 둘로 나누면 각 답은 2,3이나 전체 답은 5이다.입니다.</a:t>
            </a:r>
          </a:p>
          <a:p>
            <a:r>
              <a:t>경계를 가로지르는 구간을 빼먹었다. 왼쪽 최대 접미와 오른쪽 최대 접두를 더한 후보가 필요하다.</a:t>
            </a:r>
          </a:p>
          <a:p>
            <a:r>
              <a:t>여기서는 4.1–4.8 정당성·반례·설계의 조건을 놓치지 않았는지 확인해 주세요.</a:t>
            </a:r>
          </a:p>
          <a:p>
            <a:endParaRPr/>
          </a:p>
          <a:p>
            <a:r>
              <a:t>채점 기준</a:t>
            </a:r>
          </a:p>
          <a:p>
            <a:r>
              <a:t>- 반례 2점</a:t>
            </a:r>
          </a:p>
          <a:p>
            <a:r>
              <a:t>- 실제 답 1점</a:t>
            </a:r>
          </a:p>
          <a:p>
            <a:r>
              <a:t>- 누락 경우와 수정 2점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4.1–4.8 정당성·반례·설계을 확인하는 문항입니다. 먼저 조건과 요구한 반환값을 읽어 주세요. 결과만 적지 말고 어떻게 판단했는지도 적어 주세요.</a:t>
            </a:r>
          </a:p>
          <a:p>
            <a:endParaRPr/>
          </a:p>
          <a:p>
            <a:r>
              <a:t>출제 기준: 4장 강의 내용과 그 응용.</a:t>
            </a:r>
          </a:p>
          <a:p>
            <a:r>
              <a:t>배점: 반례 2점, 초기화 수정 2점, 비어 있지 않음 연결 1점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[−5,−2]에서 잘못된 0이 남는다. 첫 유효 합이나 음의 무한대로 초기화한다.입니다.</a:t>
            </a:r>
          </a:p>
          <a:p>
            <a:r>
              <a:t>빈 구간을 허용하지 않는 계약을 초기값과 기저 사례에도 반영해야 한다.</a:t>
            </a:r>
          </a:p>
          <a:p>
            <a:r>
              <a:t>여기서는 4.1–4.8 정당성·반례·설계의 조건을 놓치지 않았는지 확인해 주세요.</a:t>
            </a:r>
          </a:p>
          <a:p>
            <a:endParaRPr/>
          </a:p>
          <a:p>
            <a:r>
              <a:t>채점 기준</a:t>
            </a:r>
          </a:p>
          <a:p>
            <a:r>
              <a:t>- 반례 2점</a:t>
            </a:r>
          </a:p>
          <a:p>
            <a:r>
              <a:t>- 초기화 수정 2점</a:t>
            </a:r>
          </a:p>
          <a:p>
            <a:r>
              <a:t>- 비어 있지 않음 연결 1점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4.1–4.8 정당성·반례·설계을 확인하는 문항입니다. 먼저 조건과 요구한 반환값을 읽어 주세요. 결과만 적지 말고 어떻게 판단했는지도 적어 주세요.</a:t>
            </a:r>
          </a:p>
          <a:p>
            <a:endParaRPr/>
          </a:p>
          <a:p>
            <a:r>
              <a:t>출제 기준: 4장 강의 내용과 그 응용.</a:t>
            </a:r>
          </a:p>
          <a:p>
            <a:r>
              <a:t>배점: 경계 두 위치 포함 2점, 접미·접두 도출 2점, 독립 최대화 1점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경계를 지나는 연속 구간은 반드시 mid와 mid+1을 포함한다.입니다.</a:t>
            </a:r>
          </a:p>
          <a:p>
            <a:r>
              <a:t>따라서 왼쪽 선택은 mid에서 끝나고 오른쪽 선택은 mid+1에서 시작한다. 두 쪽을 각각 최대화해 합한다.</a:t>
            </a:r>
          </a:p>
          <a:p>
            <a:r>
              <a:t>여기서는 4.1–4.8 정당성·반례·설계의 조건을 놓치지 않았는지 확인해 주세요.</a:t>
            </a:r>
          </a:p>
          <a:p>
            <a:endParaRPr/>
          </a:p>
          <a:p>
            <a:r>
              <a:t>채점 기준</a:t>
            </a:r>
          </a:p>
          <a:p>
            <a:r>
              <a:t>- 경계 두 위치 포함 2점</a:t>
            </a:r>
          </a:p>
          <a:p>
            <a:r>
              <a:t>- 접미·접두 도출 2점</a:t>
            </a:r>
          </a:p>
          <a:p>
            <a:r>
              <a:t>- 독립 최대화 1점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4.1–4.8 정당성·반례·설계을 확인하는 문항입니다. 먼저 조건과 요구한 반환값을 읽어 주세요. 결과만 적지 말고 어떻게 판단했는지도 적어 주세요.</a:t>
            </a:r>
          </a:p>
          <a:p>
            <a:endParaRPr/>
          </a:p>
          <a:p>
            <a:r>
              <a:t>출제 기준: 4장 강의 내용과 그 응용.</a:t>
            </a:r>
          </a:p>
          <a:p>
            <a:r>
              <a:t>배점: 많은 점 배치 2점, 전체 수와 점당 수 구분 3점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분할선 주변에 세로로 길게 많은 점이 있을 수 있어 띠에는 Θ(n)개가 들어갈 수 있다.입니다.</a:t>
            </a:r>
          </a:p>
          <a:p>
            <a:r>
              <a:t>상수는 각 점에 대해 검사해야 하는 인접 후보 수이다. 띠 전체가 7개 이하라는 뜻이 아니다.</a:t>
            </a:r>
          </a:p>
          <a:p>
            <a:r>
              <a:t>여기서는 4.1–4.8 정당성·반례·설계의 조건을 놓치지 않았는지 확인해 주세요.</a:t>
            </a:r>
          </a:p>
          <a:p>
            <a:endParaRPr/>
          </a:p>
          <a:p>
            <a:r>
              <a:t>채점 기준</a:t>
            </a:r>
          </a:p>
          <a:p>
            <a:r>
              <a:t>- 많은 점 배치 2점</a:t>
            </a:r>
          </a:p>
          <a:p>
            <a:r>
              <a:t>- 전체 수와 점당 수 구분 3점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4.1–4.8 정당성·반례·설계을 확인하는 문항입니다. 먼저 조건과 요구한 반환값을 읽어 주세요. 결과만 적지 말고 어떻게 판단했는지도 적어 주세요.</a:t>
            </a:r>
          </a:p>
          <a:p>
            <a:endParaRPr/>
          </a:p>
          <a:p>
            <a:r>
              <a:t>출제 기준: 4장 강의 내용과 그 응용.</a:t>
            </a:r>
          </a:p>
          <a:p>
            <a:r>
              <a:t>배점: 추가 정렬 비용 2점, 총 차수 2점, 개선 방향 1점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결합 비용이 O(n)이 아니라 O(n log n)이 되어 전체 O(n log² n)이 된다.입니다.</a:t>
            </a:r>
          </a:p>
          <a:p>
            <a:r>
              <a:t>정렬된 y 순서를 분할·병합으로 재사용해야 층별 선형 비용을 얻는다.</a:t>
            </a:r>
          </a:p>
          <a:p>
            <a:r>
              <a:t>여기서는 4.1–4.8 정당성·반례·설계의 조건을 놓치지 않았는지 확인해 주세요.</a:t>
            </a:r>
          </a:p>
          <a:p>
            <a:endParaRPr/>
          </a:p>
          <a:p>
            <a:r>
              <a:t>채점 기준</a:t>
            </a:r>
          </a:p>
          <a:p>
            <a:r>
              <a:t>- 추가 정렬 비용 2점</a:t>
            </a:r>
          </a:p>
          <a:p>
            <a:r>
              <a:t>- 총 차수 2점</a:t>
            </a:r>
          </a:p>
          <a:p>
            <a:r>
              <a:t>- 개선 방향 1점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4.1–4.8 정당성·반례·설계을 확인하는 문항입니다. 먼저 조건과 요구한 반환값을 읽어 주세요. 결과만 적지 말고 어떻게 판단했는지도 적어 주세요.</a:t>
            </a:r>
          </a:p>
          <a:p>
            <a:endParaRPr/>
          </a:p>
          <a:p>
            <a:r>
              <a:t>출제 기준: 4장 강의 내용과 그 응용.</a:t>
            </a:r>
          </a:p>
          <a:p>
            <a:r>
              <a:t>배점: 0 쌍 손실 2점, 인덱스 구분 2점, 대안 1점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서로 다른 항목의 거리 0인 최적 쌍을 삭제할 수 있다.입니다.</a:t>
            </a:r>
          </a:p>
          <a:p>
            <a:r>
              <a:t>문제의 점은 입력 인덱스로 구분한다. 중복 좌표를 허용하는 계약이면 그대로 처리하거나 즉시 0을 반환한다.</a:t>
            </a:r>
          </a:p>
          <a:p>
            <a:r>
              <a:t>여기서는 4.1–4.8 정당성·반례·설계의 조건을 놓치지 않았는지 확인해 주세요.</a:t>
            </a:r>
          </a:p>
          <a:p>
            <a:endParaRPr/>
          </a:p>
          <a:p>
            <a:r>
              <a:t>채점 기준</a:t>
            </a:r>
          </a:p>
          <a:p>
            <a:r>
              <a:t>- 0 쌍 손실 2점</a:t>
            </a:r>
          </a:p>
          <a:p>
            <a:r>
              <a:t>- 인덱스 구분 2점</a:t>
            </a:r>
          </a:p>
          <a:p>
            <a:r>
              <a:t>- 대안 1점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4.1–4.8 정당성·반례·설계을 확인하는 문항입니다. 먼저 조건과 요구한 반환값을 읽어 주세요. 결과만 적지 말고 어떻게 판단했는지도 적어 주세요.</a:t>
            </a:r>
          </a:p>
          <a:p>
            <a:endParaRPr/>
          </a:p>
          <a:p>
            <a:r>
              <a:t>출제 기준: 4장 강의 내용과 그 응용.</a:t>
            </a:r>
          </a:p>
          <a:p>
            <a:r>
              <a:t>배점: 위치·크기 2점, 색으로 복원 2점, 혼합 영역 구별 1점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영역의 위치와 크기를 알고 있으므로 색 하나로 모든 칸을 채울 수 있다.입니다.</a:t>
            </a:r>
          </a:p>
          <a:p>
            <a:r>
              <a:t>혼합 영역만 정해진 순서의 네 자식을 읽는다. 리프의 색과 재귀 위치가 함께 정보를 보존한다.</a:t>
            </a:r>
          </a:p>
          <a:p>
            <a:r>
              <a:t>여기서는 4.1–4.8 정당성·반례·설계의 조건을 놓치지 않았는지 확인해 주세요.</a:t>
            </a:r>
          </a:p>
          <a:p>
            <a:endParaRPr/>
          </a:p>
          <a:p>
            <a:r>
              <a:t>채점 기준</a:t>
            </a:r>
          </a:p>
          <a:p>
            <a:r>
              <a:t>- 위치·크기 2점</a:t>
            </a:r>
          </a:p>
          <a:p>
            <a:r>
              <a:t>- 색으로 복원 2점</a:t>
            </a:r>
          </a:p>
          <a:p>
            <a:r>
              <a:t>- 혼합 영역 구별 1점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4.1–4.8 정당성·반례·설계을 확인하는 문항입니다. 먼저 조건과 요구한 반환값을 읽어 주세요. 결과만 적지 말고 어떻게 판단했는지도 적어 주세요.</a:t>
            </a:r>
          </a:p>
          <a:p>
            <a:endParaRPr/>
          </a:p>
          <a:p>
            <a:r>
              <a:t>출제 기준: 4장 강의 내용과 그 응용.</a:t>
            </a:r>
          </a:p>
          <a:p>
            <a:r>
              <a:t>배점: 혼합성 2점, 리프 수 2점, 출력 차수 1점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작은 영역에도 색이 섞여 결국 1×1까지 내려가야 한다.입니다.</a:t>
            </a:r>
          </a:p>
          <a:p>
            <a:r>
              <a:t>N²개 리프 기호와 내부 구조 기호가 필요하므로 균일 영상과 달리 출력 크기가 Θ(N²)이다.</a:t>
            </a:r>
          </a:p>
          <a:p>
            <a:r>
              <a:t>여기서는 4.1–4.8 정당성·반례·설계의 조건을 놓치지 않았는지 확인해 주세요.</a:t>
            </a:r>
          </a:p>
          <a:p>
            <a:endParaRPr/>
          </a:p>
          <a:p>
            <a:r>
              <a:t>채점 기준</a:t>
            </a:r>
          </a:p>
          <a:p>
            <a:r>
              <a:t>- 혼합성 2점</a:t>
            </a:r>
          </a:p>
          <a:p>
            <a:r>
              <a:t>- 리프 수 2점</a:t>
            </a:r>
          </a:p>
          <a:p>
            <a:r>
              <a:t>- 출력 차수 1점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4.1–4.8 정당성·반례·설계을 확인하는 문항입니다. 먼저 조건과 요구한 반환값을 읽어 주세요. 결과만 적지 말고 어떻게 판단했는지도 적어 주세요.</a:t>
            </a:r>
          </a:p>
          <a:p>
            <a:endParaRPr/>
          </a:p>
          <a:p>
            <a:r>
              <a:t>출제 기준: 4장 강의 내용과 그 응용.</a:t>
            </a:r>
          </a:p>
          <a:p>
            <a:r>
              <a:t>배점: 경계 반례 2점, 객체 크기 고려 1점, 수정 방향 2점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경계 양쪽에 있는 두 큰 객체의 영역이 경계를 넘어 겹칠 수 있다.입니다.</a:t>
            </a:r>
          </a:p>
          <a:p>
            <a:r>
              <a:t>서로 다른 리프에 등록됐더라도 경계·이웃 영역을 조회하거나 객체의 전체 경계 상자를 이용해야 한다.</a:t>
            </a:r>
          </a:p>
          <a:p>
            <a:r>
              <a:t>여기서는 4.1–4.8 정당성·반례·설계의 조건을 놓치지 않았는지 확인해 주세요.</a:t>
            </a:r>
          </a:p>
          <a:p>
            <a:endParaRPr/>
          </a:p>
          <a:p>
            <a:r>
              <a:t>채점 기준</a:t>
            </a:r>
          </a:p>
          <a:p>
            <a:r>
              <a:t>- 경계 반례 2점</a:t>
            </a:r>
          </a:p>
          <a:p>
            <a:r>
              <a:t>- 객체 크기 고려 1점</a:t>
            </a:r>
          </a:p>
          <a:p>
            <a:r>
              <a:t>- 수정 방향 2점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4.1–4.8 정당성·반례·설계을 확인하는 문항입니다. 먼저 조건과 요구한 반환값을 읽어 주세요. 결과만 적지 말고 어떻게 판단했는지도 적어 주세요.</a:t>
            </a:r>
          </a:p>
          <a:p>
            <a:endParaRPr/>
          </a:p>
          <a:p>
            <a:r>
              <a:t>출제 기준: 4장 강의 내용과 그 응용.</a:t>
            </a:r>
          </a:p>
          <a:p>
            <a:r>
              <a:t>배점: 조건 불일치 2점, 올바른 분석 2점, 차수 1점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n log n은 Θ(n)이 아니므로 그 경우의 조건을 만족하지 않는다.입니다.</a:t>
            </a:r>
          </a:p>
          <a:p>
            <a:r>
              <a:t>층별 비용 n(log n−i)을 합하거나 확장 정리를 사용하면 Θ(n log² n)이다.</a:t>
            </a:r>
          </a:p>
          <a:p>
            <a:r>
              <a:t>여기서는 4.1–4.8 정당성·반례·설계의 조건을 놓치지 않았는지 확인해 주세요.</a:t>
            </a:r>
          </a:p>
          <a:p>
            <a:endParaRPr/>
          </a:p>
          <a:p>
            <a:r>
              <a:t>채점 기준</a:t>
            </a:r>
          </a:p>
          <a:p>
            <a:r>
              <a:t>- 조건 불일치 2점</a:t>
            </a:r>
          </a:p>
          <a:p>
            <a:r>
              <a:t>- 올바른 분석 2점</a:t>
            </a:r>
          </a:p>
          <a:p>
            <a:r>
              <a:t>- 차수 1점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4.1–4.8 정당성·반례·설계을 확인하는 문항입니다. 먼저 조건과 요구한 반환값을 읽어 주세요. 결과만 적지 말고 어떻게 판단했는지도 적어 주세요.</a:t>
            </a:r>
          </a:p>
          <a:p>
            <a:endParaRPr/>
          </a:p>
          <a:p>
            <a:r>
              <a:t>출제 기준: 4장 강의 내용과 그 응용.</a:t>
            </a:r>
          </a:p>
          <a:p>
            <a:r>
              <a:t>배점: 전개 2점, 합 계산 2점, 적용 범위 구별 1점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n+(n−1)+…+1=Θ(n²)이다.입니다.</a:t>
            </a:r>
          </a:p>
          <a:p>
            <a:r>
              <a:t>부분 문제 크기가 고정 비율 감소가 아니므로 기본 마스터 정리를 억지로 적용하지 않는다.</a:t>
            </a:r>
          </a:p>
          <a:p>
            <a:r>
              <a:t>여기서는 4.1–4.8 정당성·반례·설계의 조건을 놓치지 않았는지 확인해 주세요.</a:t>
            </a:r>
          </a:p>
          <a:p>
            <a:endParaRPr/>
          </a:p>
          <a:p>
            <a:r>
              <a:t>채점 기준</a:t>
            </a:r>
          </a:p>
          <a:p>
            <a:r>
              <a:t>- 전개 2점</a:t>
            </a:r>
          </a:p>
          <a:p>
            <a:r>
              <a:t>- 합 계산 2점</a:t>
            </a:r>
          </a:p>
          <a:p>
            <a:r>
              <a:t>- 적용 범위 구별 1점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정렬된 두 배열을 병합하다 한쪽 배열을 모두 사용했다. 다른 배열의 남은 원소를 순서대로 붙여도 되는 이유를 설명하시오. 지금은 큰 계산을 할 필요가 없습니다. 문제에 주어진 배열이나 구간을 그대로 보고, 현재 상태에서 어떤 값을 고르는지 차례로 확인해 보세요. 답과 함께 짧은 판단 근거도 적어주세요.</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192314678"/>
      </p:ext>
    </p:extLst>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정답을 같이 확인하겠습니다. 남은 배열도 정렬되어 있고 비교할 반대쪽 원소가 없다.입니다. 병합 과정에서 앞의 작은 값들을 이미 결과에 넣었다. 남은 배열 내부의 순서를 유지하면 전체 오름차순도 유지된다. 결과만 외우지 말고 문제에 나온 상태에서 이 답이 나오는 과정을 다시 따라가 보세요. 같은 뜻으로 설명했다면 표현이 달라도 맞는 답입니다.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054917763"/>
      </p:ext>
    </p:extLst>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[1,5]와 [2,4]는 각각 정렬되어 있다. 그대로 이어 붙이면 [1,5,2,4]가 된다. 이 결과가 정렬되지 않은 이유와 올바르게 병합하는 방법을 설명하시오. 지금은 큰 계산을 할 필요가 없습니다. 문제에 주어진 배열이나 구간을 그대로 보고, 현재 상태에서 어떤 값을 고르는지 차례로 확인해 보세요. 답과 함께 짧은 판단 근거도 적어주세요.</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83672010"/>
      </p:ext>
    </p:extLst>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정답을 같이 확인하겠습니다. 5 뒤의 2가 더 작다. 양쪽 현재 값 중 작은 값을 먼저 넣는다.입니다. 각 부분이 정렬되어 있어도 두 부분의 값 범위는 겹칠 수 있다. 양쪽 앞의 값을 비교해 1, 2, 4, 5 순서로 결과를 만든다. 결과만 외우지 말고 문제에 나온 상태에서 이 답이 나오는 과정을 다시 따라가 보세요. 같은 뜻으로 설명했다면 표현이 달라도 맞는 답입니다.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638918575"/>
      </p:ext>
    </p:extLst>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(점수,이름)이 [(2,A),(1,B),(2,C)]인 배열을 점수로 정렬한다. 안정 정렬은 같은 점수의 원래 순서를 유지한다. 안정적인 병합 정렬의 결과와 A·C의 순서를 설명하시오. 지금은 큰 계산을 할 필요가 없습니다. 문제에 주어진 배열이나 구간을 그대로 보고, 현재 상태에서 어떤 값을 고르는지 차례로 확인해 보세요. 답과 함께 짧은 판단 근거도 적어주세요.</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093144747"/>
      </p:ext>
    </p:extLst>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정답을 같이 확인하겠습니다. [(1,B),(2,A),(2,C)]. 같은 점수에서 A가 C보다 앞선다.입니다. 점수 1인 B를 먼저 놓고 점수 2인 A와 C를 놓는다. A가 원래 먼저였으므로 같은 점수에서도 A, C 순서를 보존한다. 결과만 외우지 말고 문제에 나온 상태에서 이 답이 나오는 과정을 다시 따라가 보세요. 같은 뜻으로 설명했다면 표현이 달라도 맞는 답입니다.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064511740"/>
      </p:ext>
    </p:extLst>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양 끝 인덱스를 포함하는 quick_sort(a,lo,hi)에서 lo≥hi이면 바로 종료한다. lo=hi일 때와 lo&gt;hi일 때 각각 종료해도 되는 이유를 설명하시오. 지금은 큰 계산을 할 필요가 없습니다. 문제에 주어진 배열이나 구간을 그대로 보고, 현재 상태에서 어떤 값을 고르는지 차례로 확인해 보세요. 답과 함께 짧은 판단 근거도 적어주세요.</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573696022"/>
      </p:ext>
    </p:extLst>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정답을 같이 확인하겠습니다. lo=hi는 원소 1개, lo&gt;hi는 빈 구간이므로 이미 정렬되었다.입니다. 원소가 하나이면 비교할 다른 값이 없고, 빈 구간에는 원소가 없다. 두 경우 모두 더 나누거나 피벗을 고를 필요가 없다. 결과만 외우지 말고 문제에 나온 상태에서 이 답이 나오는 과정을 다시 따라가 보세요. 같은 뜻으로 설명했다면 표현이 달라도 맞는 답입니다.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649569685"/>
      </p:ext>
    </p:extLst>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퀵 정렬에서 피벗이 인덱스 p에 확정되면 [lo,p-1]과 [p+1,hi]만 재귀 정렬한다. 피벗을 다시 포함하지 않는 이유를 설명하시오. 지금은 큰 계산을 할 필요가 없습니다. 문제에 주어진 배열이나 구간을 그대로 보고, 현재 상태에서 어떤 값을 고르는지 차례로 확인해 보세요. 답과 함께 짧은 판단 근거도 적어주세요.</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624592962"/>
      </p:ext>
    </p:extLst>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정답을 같이 확인하겠습니다. 피벗은 이미 제자리이고, 남은 두 구간만 정렬하면 된다.입니다. 분할 후 피벗 왼쪽은 피벗 이하, 오른쪽은 피벗보다 크다. 확정된 피벗을 제외하면 재귀 구간이 작아지고 종료할 수 있다. 결과만 외우지 말고 문제에 나온 상태에서 이 답이 나오는 과정을 다시 따라가 보세요. 같은 뜻으로 설명했다면 표현이 달라도 맞는 답입니다.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850013251"/>
      </p:ext>
    </p:extLst>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4.1–4.8 정당성·반례·설계을 확인하는 문항입니다. 먼저 조건과 요구한 반환값을 읽어 주세요. 결과만 적지 말고 어떻게 판단했는지도 적어 주세요.</a:t>
            </a:r>
          </a:p>
          <a:p>
            <a:endParaRPr/>
          </a:p>
          <a:p>
            <a:r>
              <a:t>출제 기준: 4장 강의 내용과 그 응용.</a:t>
            </a:r>
          </a:p>
          <a:p>
            <a:r>
              <a:t>배점: 0 고정점 2점, 기저 수정 1점, 문제별 계약 2점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n=0을 계속 둘로 나눠도 0이어서 종료하지 않을 수 있다. n≤1을 기저로 처리한다.입니다.</a:t>
            </a:r>
          </a:p>
          <a:p>
            <a:r>
              <a:t>빈 입력의 반환값은 문제마다 다르다. 정렬은 빈 배열을 반환하지만 비어 있지 않은 최대 연속합은 빈 입력을 금지할 수 있다.</a:t>
            </a:r>
          </a:p>
          <a:p>
            <a:r>
              <a:t>여기서는 4.1–4.8 정당성·반례·설계의 조건을 놓치지 않았는지 확인해 주세요.</a:t>
            </a:r>
          </a:p>
          <a:p>
            <a:endParaRPr/>
          </a:p>
          <a:p>
            <a:r>
              <a:t>채점 기준</a:t>
            </a:r>
          </a:p>
          <a:p>
            <a:r>
              <a:t>- 0 고정점 2점</a:t>
            </a:r>
          </a:p>
          <a:p>
            <a:r>
              <a:t>- 기저 수정 1점</a:t>
            </a:r>
          </a:p>
          <a:p>
            <a:r>
              <a:t>- 문제별 계약 2점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정렬 배열 병합을 확인하는 문항입니다. 먼저 조건과 요구한 반환값을 읽어 주세요. 결과만 적지 말고 어떻게 판단했는지도 적어 주세요.</a:t>
            </a:r>
          </a:p>
          <a:p>
            <a:endParaRPr/>
          </a:p>
          <a:p>
            <a:r>
              <a:t>출제 기준: 4장 강의 내용과 그 응용.</a:t>
            </a:r>
          </a:p>
          <a:p>
            <a:r>
              <a:t>배점: 입력·경계 처리 2점, 핵심 알고리즘 4점, 정확한 반환값 2점, 복잡도 설명 2점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두 배열의 맨 앞 미처리 원소를 비교하고 작은 쪽을 출력한다.입니다.</a:t>
            </a:r>
          </a:p>
          <a:p>
            <a:r>
              <a:t>시간 O(n+m)..</a:t>
            </a:r>
          </a:p>
          <a:p>
            <a:r>
              <a:t>여기서는 정렬 배열 병합의 조건을 놓치지 않았는지 확인해 주세요.</a:t>
            </a:r>
          </a:p>
          <a:p>
            <a:endParaRPr/>
          </a:p>
          <a:p>
            <a:r>
              <a:t>채점 기준</a:t>
            </a:r>
          </a:p>
          <a:p>
            <a:r>
              <a:t>- 입력·경계 처리 2점</a:t>
            </a:r>
          </a:p>
          <a:p>
            <a:r>
              <a:t>- 핵심 알고리즘 4점</a:t>
            </a:r>
          </a:p>
          <a:p>
            <a:r>
              <a:t>- 정확한 반환값 2점</a:t>
            </a:r>
          </a:p>
          <a:p>
            <a:r>
              <a:t>- 복잡도 설명 2점</a:t>
            </a:r>
          </a:p>
          <a:p>
            <a:r>
              <a:t>검증 예시</a:t>
            </a:r>
          </a:p>
          <a:p>
            <a:r>
              <a:t>[[1,4,7],[2,3,8],[1,2,3,4,7,8]]</a:t>
            </a:r>
          </a:p>
          <a:p>
            <a:r>
              <a: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코드는 이미 정렬된 두 배열 a와 b를 하나의 정렬된 배열로 합치는 예시입니다. 아이와 제이는 각 배열에서 다음에 읽을 위치이고, out은 결과를 모을 빈 리스트입니다. 맨 위 while에서는 양쪽에 값이 남아 있는지 확인하고 현재 값을 비교합니다. 작은 쪽의 값을 append로 하나 붙인 뒤, 그쪽 인덱스만 1 늘립니다. 같은 값이면 a 쪽을 먼저 넣습니다.</a:t>
            </a:r>
          </a:p>
          <a:p>
            <a:endParaRPr/>
          </a:p>
          <a:p>
            <a:r>
              <a:t>예를 들어 a가 1, 4, 7이고 b가 2, 3, 8이면, 1과 2를 비교해 1을 넣습니다. 다음에는 4와 2를 비교해 2를 넣고, 이어 4와 3을 비교해 3을 넣습니다. 그다음 4와 8에서 4를, 7과 8에서 7을 넣으면 a를 모두 사용하게 됩니다. 첫 번째 while은 여기서 끝나지만 b에는 아직 8이 남아 있습니다.</a:t>
            </a:r>
          </a:p>
          <a:p>
            <a:endParaRPr/>
          </a:p>
          <a:p>
            <a:r>
              <a:t>아래의 두 while이 남은 값을 처리합니다. 두 번째 while은 a에 남은 값이 있으면 하나씩 붙입니다. 이번에는 a를 다 사용했으므로 건너뜁니다. 세 번째 while은 b에 남은 8을 붙이고 제이를 1 늘립니다. 결과는 1, 2, 3, 4, 7, 8이고 return으로 돌려줍니다. a가 먼저 끝나든 b가 먼저 끝나든 같은 코드로 처리하며, 빈 배열도 이 조건으로 처리됩니다. 모든 원소를 한 번씩 결과에 넣으므로 두 배열의 길이가 n과 m일 때 시간은 O(n+m)입니다.</a:t>
            </a:r>
          </a:p>
          <a:p>
            <a:endParaRPr/>
          </a:p>
          <a:p>
            <a:r>
              <a:t>동일한 명세와 복잡도를 만족하는 다른 구현도 정답으로 인정합니다.</a:t>
            </a:r>
          </a:p>
          <a:p>
            <a:endParaRPr/>
          </a:p>
          <a:p>
            <a:r>
              <a:t>입력·경계 처리 2점</a:t>
            </a:r>
          </a:p>
          <a:p>
            <a:r>
              <a:t>핵심 알고리즘 4점</a:t>
            </a:r>
          </a:p>
          <a:p>
            <a:r>
              <a:t>정확한 반환값 2점</a:t>
            </a:r>
          </a:p>
          <a:p>
            <a:r>
              <a:t>복잡도 설명 2점</a:t>
            </a:r>
          </a:p>
          <a:p>
            <a:endParaRPr/>
          </a:p>
          <a:p>
            <a:r>
              <a:t>[[1,4,7],[2,3,8],[1,2,3,4,7,8]]</a:t>
            </a:r>
          </a:p>
          <a:p>
            <a:r>
              <a: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코드는 정렬 배열 병합의 한 가지 정답 예시입니다.</a:t>
            </a:r>
          </a:p>
          <a:p>
            <a:r>
              <a:t>두 배열의 맨 앞 미처리 원소를 비교하고 작은 쪽을 출력한다.</a:t>
            </a:r>
          </a:p>
          <a:p>
            <a:r>
              <a:t>시간 O(n+m)..</a:t>
            </a:r>
          </a:p>
          <a:p>
            <a:r>
              <a:t>동일한 명세와 복잡도를 만족하는 다른 구현도 정답으로 인정합니다.</a:t>
            </a:r>
          </a:p>
          <a:p>
            <a:endParaRPr/>
          </a:p>
          <a:p>
            <a:r>
              <a:t>입력·경계 처리 2점</a:t>
            </a:r>
          </a:p>
          <a:p>
            <a:r>
              <a:t>핵심 알고리즘 4점</a:t>
            </a:r>
          </a:p>
          <a:p>
            <a:r>
              <a:t>정확한 반환값 2점</a:t>
            </a:r>
          </a:p>
          <a:p>
            <a:r>
              <a:t>복잡도 설명 2점</a:t>
            </a:r>
          </a:p>
          <a:p>
            <a:endParaRPr/>
          </a:p>
          <a:p>
            <a:r>
              <a:t>[[1,4,7],[2,3,8],[1,2,3,4,7,8]]</a:t>
            </a:r>
          </a:p>
          <a:p>
            <a:r>
              <a: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a:t>이 문제는 병합 정렬을 확인하는 문항입니다</a:t>
            </a:r>
            <a:r>
              <a:rPr lang="en-US" altLang="ko-KR"/>
              <a:t>. </a:t>
            </a:r>
            <a:r>
              <a:rPr lang="ko-KR" altLang="en-US"/>
              <a:t>먼저 조건과 요구한 반환값을 읽어 주세요</a:t>
            </a:r>
            <a:r>
              <a:rPr lang="en-US" altLang="ko-KR"/>
              <a:t>. </a:t>
            </a:r>
            <a:r>
              <a:rPr lang="ko-KR" altLang="en-US"/>
              <a:t>결과만 적지 말고 어떻게 판단했는지도 적어 주세요</a:t>
            </a:r>
            <a:r>
              <a:rPr lang="en-US" altLang="ko-KR"/>
              <a:t>.</a:t>
            </a:r>
          </a:p>
          <a:p>
            <a:endParaRPr lang="en-US" altLang="ko-KR"/>
          </a:p>
          <a:p>
            <a:r>
              <a:rPr lang="ko-KR" altLang="en-US"/>
              <a:t>출제 기준</a:t>
            </a:r>
            <a:r>
              <a:rPr lang="en-US" altLang="ko-KR"/>
              <a:t>: 4</a:t>
            </a:r>
            <a:r>
              <a:rPr lang="ko-KR" altLang="en-US"/>
              <a:t>장 강의 내용과 그 응용</a:t>
            </a:r>
            <a:r>
              <a:rPr lang="en-US" altLang="ko-KR"/>
              <a:t>.</a:t>
            </a:r>
          </a:p>
          <a:p>
            <a:r>
              <a:rPr lang="ko-KR" altLang="en-US"/>
              <a:t>배점</a:t>
            </a:r>
            <a:r>
              <a:rPr lang="en-US" altLang="ko-KR"/>
              <a:t>: </a:t>
            </a:r>
            <a:r>
              <a:rPr lang="ko-KR" altLang="en-US"/>
              <a:t>입력</a:t>
            </a:r>
            <a:r>
              <a:rPr lang="en-US" altLang="ko-KR"/>
              <a:t>·</a:t>
            </a:r>
            <a:r>
              <a:rPr lang="ko-KR" altLang="en-US"/>
              <a:t>경계 처리 </a:t>
            </a:r>
            <a:r>
              <a:rPr lang="en-US" altLang="ko-KR"/>
              <a:t>2</a:t>
            </a:r>
            <a:r>
              <a:rPr lang="ko-KR" altLang="en-US"/>
              <a:t>점</a:t>
            </a:r>
            <a:r>
              <a:rPr lang="en-US" altLang="ko-KR"/>
              <a:t>, </a:t>
            </a:r>
            <a:r>
              <a:rPr lang="ko-KR" altLang="en-US"/>
              <a:t>핵심 알고리즘 </a:t>
            </a:r>
            <a:r>
              <a:rPr lang="en-US" altLang="ko-KR"/>
              <a:t>4</a:t>
            </a:r>
            <a:r>
              <a:rPr lang="ko-KR" altLang="en-US"/>
              <a:t>점</a:t>
            </a:r>
            <a:r>
              <a:rPr lang="en-US" altLang="ko-KR"/>
              <a:t>, </a:t>
            </a:r>
            <a:r>
              <a:rPr lang="ko-KR" altLang="en-US"/>
              <a:t>정확한 반환값 </a:t>
            </a:r>
            <a:r>
              <a:rPr lang="en-US" altLang="ko-KR"/>
              <a:t>2</a:t>
            </a:r>
            <a:r>
              <a:rPr lang="ko-KR" altLang="en-US"/>
              <a:t>점</a:t>
            </a:r>
            <a:r>
              <a:rPr lang="en-US" altLang="ko-KR"/>
              <a:t>, </a:t>
            </a:r>
            <a:r>
              <a:rPr lang="ko-KR" altLang="en-US"/>
              <a:t>복잡도 설명 </a:t>
            </a:r>
            <a:r>
              <a:rPr lang="en-US" altLang="ko-KR"/>
              <a:t>2</a:t>
            </a:r>
            <a:r>
              <a:rPr lang="ko-KR" altLang="en-US"/>
              <a:t>점</a:t>
            </a:r>
          </a:p>
          <a:p>
            <a:r>
              <a:rPr lang="ko-KR" altLang="en-US"/>
              <a:t>정답과 해설은 다음 슬라이드에 있습니다</a:t>
            </a:r>
            <a:r>
              <a:rPr lang="en-US" altLang="ko-KR"/>
              <a:t>.</a:t>
            </a:r>
          </a:p>
          <a:p>
            <a:r>
              <a:rPr lang="ko-KR" altLang="en-US"/>
              <a:t>이 연습문제의 </a:t>
            </a:r>
            <a:r>
              <a:rPr lang="en-US" altLang="ko-KR"/>
              <a:t>C </a:t>
            </a:r>
            <a:r>
              <a:rPr lang="ko-KR" altLang="en-US"/>
              <a:t>함수는 </a:t>
            </a:r>
            <a:r>
              <a:rPr lang="en-US" altLang="ko-KR"/>
              <a:t>hi</a:t>
            </a:r>
            <a:r>
              <a:rPr lang="ko-KR" altLang="en-US"/>
              <a:t>를 포함하지 않습니다</a:t>
            </a:r>
            <a:r>
              <a:rPr lang="en-US" altLang="ko-KR"/>
              <a:t>. </a:t>
            </a:r>
            <a:r>
              <a:rPr lang="ko-KR" altLang="en-US"/>
              <a:t>전체 배열은 </a:t>
            </a:r>
            <a:r>
              <a:rPr lang="en-US" altLang="ko-KR"/>
              <a:t>hi</a:t>
            </a:r>
            <a:r>
              <a:rPr lang="ko-KR" altLang="en-US"/>
              <a:t>에 </a:t>
            </a:r>
            <a:r>
              <a:rPr lang="en-US" altLang="ko-KR"/>
              <a:t>n</a:t>
            </a:r>
            <a:r>
              <a:rPr lang="ko-KR" altLang="en-US"/>
              <a:t>을 넘깁니다</a:t>
            </a:r>
            <a:r>
              <a:rPr lang="en-US" altLang="ko-KR"/>
              <a:t>. </a:t>
            </a:r>
            <a:r>
              <a:rPr lang="ko-KR" altLang="en-US"/>
              <a:t>강의의 다른 병합 예제는 끝 인덱스를 포함하므로 처음 호출의 </a:t>
            </a:r>
            <a:r>
              <a:rPr lang="en-US" altLang="ko-KR"/>
              <a:t>hi</a:t>
            </a:r>
            <a:r>
              <a:rPr lang="ko-KR" altLang="en-US"/>
              <a:t>가 </a:t>
            </a:r>
            <a:r>
              <a:rPr lang="en-US" altLang="ko-KR"/>
              <a:t>n </a:t>
            </a:r>
            <a:r>
              <a:rPr lang="ko-KR" altLang="en-US"/>
              <a:t>마이너스 </a:t>
            </a:r>
            <a:r>
              <a:rPr lang="en-US" altLang="ko-KR"/>
              <a:t>1</a:t>
            </a:r>
            <a:r>
              <a:rPr lang="ko-KR" altLang="en-US"/>
              <a:t>입니다</a:t>
            </a:r>
            <a:r>
              <a:rPr lang="en-US" altLang="ko-KR"/>
              <a:t>. </a:t>
            </a:r>
            <a:r>
              <a:rPr lang="ko-KR" altLang="en-US"/>
              <a:t>두 구간 약속을 섞지 말고 문제의 함수 형식을 확인하세요</a:t>
            </a:r>
            <a:r>
              <a:rPr lang="en-US" altLang="ko-KR"/>
              <a:t>.</a:t>
            </a:r>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a:t>정답은 길이 </a:t>
            </a:r>
            <a:r>
              <a:rPr lang="en-US" altLang="ko-KR"/>
              <a:t>1 </a:t>
            </a:r>
            <a:r>
              <a:rPr lang="ko-KR" altLang="en-US"/>
              <a:t>이하에서 멈추고 양쪽 정렬 결과를 안정적으로 병합한다</a:t>
            </a:r>
            <a:r>
              <a:rPr lang="en-US" altLang="ko-KR"/>
              <a:t>.</a:t>
            </a:r>
            <a:r>
              <a:rPr lang="ko-KR" altLang="en-US"/>
              <a:t>입니다</a:t>
            </a:r>
            <a:r>
              <a:rPr lang="en-US" altLang="ko-KR"/>
              <a:t>.</a:t>
            </a:r>
          </a:p>
          <a:p>
            <a:r>
              <a:rPr lang="ko-KR" altLang="en-US"/>
              <a:t>시간 </a:t>
            </a:r>
            <a:r>
              <a:rPr lang="en-US" altLang="ko-KR"/>
              <a:t>O(n log(n+1)). Python</a:t>
            </a:r>
            <a:r>
              <a:rPr lang="ko-KR" altLang="en-US"/>
              <a:t>은 앞 문항 </a:t>
            </a:r>
            <a:r>
              <a:rPr lang="en-US" altLang="ko-KR"/>
              <a:t>merge_arrays</a:t>
            </a:r>
            <a:r>
              <a:rPr lang="ko-KR" altLang="en-US"/>
              <a:t>를 사용한다</a:t>
            </a:r>
            <a:r>
              <a:rPr lang="en-US" altLang="ko-KR"/>
              <a:t>.</a:t>
            </a:r>
          </a:p>
          <a:p>
            <a:r>
              <a:rPr lang="ko-KR" altLang="en-US"/>
              <a:t>여기서는 병합 정렬의 조건을 놓치지 않았는지 확인해 주세요</a:t>
            </a:r>
            <a:r>
              <a:rPr lang="en-US" altLang="ko-KR"/>
              <a:t>.</a:t>
            </a:r>
          </a:p>
          <a:p>
            <a:endParaRPr lang="en-US" altLang="ko-KR"/>
          </a:p>
          <a:p>
            <a:r>
              <a:rPr lang="ko-KR" altLang="en-US"/>
              <a:t>채점 기준</a:t>
            </a:r>
          </a:p>
          <a:p>
            <a:r>
              <a:rPr lang="en-US" altLang="ko-KR"/>
              <a:t>- </a:t>
            </a:r>
            <a:r>
              <a:rPr lang="ko-KR" altLang="en-US"/>
              <a:t>입력</a:t>
            </a:r>
            <a:r>
              <a:rPr lang="en-US" altLang="ko-KR"/>
              <a:t>·</a:t>
            </a:r>
            <a:r>
              <a:rPr lang="ko-KR" altLang="en-US"/>
              <a:t>경계 처리 </a:t>
            </a:r>
            <a:r>
              <a:rPr lang="en-US" altLang="ko-KR"/>
              <a:t>2</a:t>
            </a:r>
            <a:r>
              <a:rPr lang="ko-KR" altLang="en-US"/>
              <a:t>점</a:t>
            </a:r>
          </a:p>
          <a:p>
            <a:r>
              <a:rPr lang="en-US" altLang="ko-KR"/>
              <a:t>- </a:t>
            </a:r>
            <a:r>
              <a:rPr lang="ko-KR" altLang="en-US"/>
              <a:t>핵심 알고리즘 </a:t>
            </a:r>
            <a:r>
              <a:rPr lang="en-US" altLang="ko-KR"/>
              <a:t>4</a:t>
            </a:r>
            <a:r>
              <a:rPr lang="ko-KR" altLang="en-US"/>
              <a:t>점</a:t>
            </a:r>
          </a:p>
          <a:p>
            <a:r>
              <a:rPr lang="en-US" altLang="ko-KR"/>
              <a:t>- </a:t>
            </a:r>
            <a:r>
              <a:rPr lang="ko-KR" altLang="en-US"/>
              <a:t>정확한 반환값 </a:t>
            </a:r>
            <a:r>
              <a:rPr lang="en-US" altLang="ko-KR"/>
              <a:t>2</a:t>
            </a:r>
            <a:r>
              <a:rPr lang="ko-KR" altLang="en-US"/>
              <a:t>점</a:t>
            </a:r>
          </a:p>
          <a:p>
            <a:r>
              <a:rPr lang="en-US" altLang="ko-KR"/>
              <a:t>- </a:t>
            </a:r>
            <a:r>
              <a:rPr lang="ko-KR" altLang="en-US"/>
              <a:t>복잡도 설명 </a:t>
            </a:r>
            <a:r>
              <a:rPr lang="en-US" altLang="ko-KR"/>
              <a:t>2</a:t>
            </a:r>
            <a:r>
              <a:rPr lang="ko-KR" altLang="en-US"/>
              <a:t>점</a:t>
            </a:r>
          </a:p>
          <a:p>
            <a:r>
              <a:rPr lang="ko-KR" altLang="en-US"/>
              <a:t>검증 예시</a:t>
            </a:r>
          </a:p>
          <a:p>
            <a:r>
              <a:rPr lang="en-US" altLang="ko-KR"/>
              <a:t>[[8,3,6,1],[1,3,6,8]]</a:t>
            </a:r>
          </a:p>
          <a:p>
            <a:r>
              <a:rPr lang="en-US" altLang="ko-KR"/>
              <a:t>[[],[]]</a:t>
            </a:r>
          </a:p>
          <a:p>
            <a:r>
              <a:rPr lang="ko-KR" altLang="en-US"/>
              <a:t>이 연습문제의 </a:t>
            </a:r>
            <a:r>
              <a:rPr lang="en-US" altLang="ko-KR"/>
              <a:t>C </a:t>
            </a:r>
            <a:r>
              <a:rPr lang="ko-KR" altLang="en-US"/>
              <a:t>함수는 </a:t>
            </a:r>
            <a:r>
              <a:rPr lang="en-US" altLang="ko-KR"/>
              <a:t>hi</a:t>
            </a:r>
            <a:r>
              <a:rPr lang="ko-KR" altLang="en-US"/>
              <a:t>를 포함하지 않습니다</a:t>
            </a:r>
            <a:r>
              <a:rPr lang="en-US" altLang="ko-KR"/>
              <a:t>. </a:t>
            </a:r>
            <a:r>
              <a:rPr lang="ko-KR" altLang="en-US"/>
              <a:t>전체 배열은 </a:t>
            </a:r>
            <a:r>
              <a:rPr lang="en-US" altLang="ko-KR"/>
              <a:t>hi</a:t>
            </a:r>
            <a:r>
              <a:rPr lang="ko-KR" altLang="en-US"/>
              <a:t>에 </a:t>
            </a:r>
            <a:r>
              <a:rPr lang="en-US" altLang="ko-KR"/>
              <a:t>n</a:t>
            </a:r>
            <a:r>
              <a:rPr lang="ko-KR" altLang="en-US"/>
              <a:t>을 넘깁니다</a:t>
            </a:r>
            <a:r>
              <a:rPr lang="en-US" altLang="ko-KR"/>
              <a:t>. </a:t>
            </a:r>
            <a:r>
              <a:rPr lang="ko-KR" altLang="en-US"/>
              <a:t>강의의 다른 병합 예제는 끝 인덱스를 포함하므로 처음 호출의 </a:t>
            </a:r>
            <a:r>
              <a:rPr lang="en-US" altLang="ko-KR"/>
              <a:t>hi</a:t>
            </a:r>
            <a:r>
              <a:rPr lang="ko-KR" altLang="en-US"/>
              <a:t>가 </a:t>
            </a:r>
            <a:r>
              <a:rPr lang="en-US" altLang="ko-KR"/>
              <a:t>n </a:t>
            </a:r>
            <a:r>
              <a:rPr lang="ko-KR" altLang="en-US"/>
              <a:t>마이너스 </a:t>
            </a:r>
            <a:r>
              <a:rPr lang="en-US" altLang="ko-KR"/>
              <a:t>1</a:t>
            </a:r>
            <a:r>
              <a:rPr lang="ko-KR" altLang="en-US"/>
              <a:t>입니다</a:t>
            </a:r>
            <a:r>
              <a:rPr lang="en-US" altLang="ko-KR"/>
              <a:t>. </a:t>
            </a:r>
            <a:r>
              <a:rPr lang="ko-KR" altLang="en-US"/>
              <a:t>두 구간 약속을 섞지 말고 문제의 함수 형식을 확인하세요</a:t>
            </a:r>
            <a:r>
              <a:rPr lang="en-US" altLang="ko-KR"/>
              <a:t>.</a:t>
            </a:r>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a:t>이 코드는 병합 정렬의 한 가지 정답 예시입니다</a:t>
            </a:r>
            <a:r>
              <a:rPr lang="en-US" altLang="ko-KR"/>
              <a:t>.</a:t>
            </a:r>
          </a:p>
          <a:p>
            <a:r>
              <a:rPr lang="ko-KR" altLang="en-US"/>
              <a:t>길이 </a:t>
            </a:r>
            <a:r>
              <a:rPr lang="en-US" altLang="ko-KR"/>
              <a:t>1 </a:t>
            </a:r>
            <a:r>
              <a:rPr lang="ko-KR" altLang="en-US"/>
              <a:t>이하에서 멈추고 양쪽 정렬 결과를 안정적으로 병합한다</a:t>
            </a:r>
            <a:r>
              <a:rPr lang="en-US" altLang="ko-KR"/>
              <a:t>.</a:t>
            </a:r>
          </a:p>
          <a:p>
            <a:r>
              <a:rPr lang="ko-KR" altLang="en-US"/>
              <a:t>시간 </a:t>
            </a:r>
            <a:r>
              <a:rPr lang="en-US" altLang="ko-KR"/>
              <a:t>O(n log(n+1)). Python</a:t>
            </a:r>
            <a:r>
              <a:rPr lang="ko-KR" altLang="en-US"/>
              <a:t>은 앞 문항 </a:t>
            </a:r>
            <a:r>
              <a:rPr lang="en-US" altLang="ko-KR"/>
              <a:t>merge_arrays</a:t>
            </a:r>
            <a:r>
              <a:rPr lang="ko-KR" altLang="en-US"/>
              <a:t>를 사용한다</a:t>
            </a:r>
            <a:r>
              <a:rPr lang="en-US" altLang="ko-KR"/>
              <a:t>.</a:t>
            </a:r>
          </a:p>
          <a:p>
            <a:r>
              <a:rPr lang="ko-KR" altLang="en-US"/>
              <a:t>동일한 명세와 복잡도를 만족하는 다른 구현도 정답으로 인정합니다</a:t>
            </a:r>
            <a:r>
              <a:rPr lang="en-US" altLang="ko-KR"/>
              <a:t>.</a:t>
            </a:r>
          </a:p>
          <a:p>
            <a:endParaRPr lang="en-US" altLang="ko-KR"/>
          </a:p>
          <a:p>
            <a:r>
              <a:rPr lang="ko-KR" altLang="en-US"/>
              <a:t>입력</a:t>
            </a:r>
            <a:r>
              <a:rPr lang="en-US" altLang="ko-KR"/>
              <a:t>·</a:t>
            </a:r>
            <a:r>
              <a:rPr lang="ko-KR" altLang="en-US"/>
              <a:t>경계 처리 </a:t>
            </a:r>
            <a:r>
              <a:rPr lang="en-US" altLang="ko-KR"/>
              <a:t>2</a:t>
            </a:r>
            <a:r>
              <a:rPr lang="ko-KR" altLang="en-US"/>
              <a:t>점</a:t>
            </a:r>
          </a:p>
          <a:p>
            <a:r>
              <a:rPr lang="ko-KR" altLang="en-US"/>
              <a:t>핵심 알고리즘 </a:t>
            </a:r>
            <a:r>
              <a:rPr lang="en-US" altLang="ko-KR"/>
              <a:t>4</a:t>
            </a:r>
            <a:r>
              <a:rPr lang="ko-KR" altLang="en-US"/>
              <a:t>점</a:t>
            </a:r>
          </a:p>
          <a:p>
            <a:r>
              <a:rPr lang="ko-KR" altLang="en-US"/>
              <a:t>정확한 반환값 </a:t>
            </a:r>
            <a:r>
              <a:rPr lang="en-US" altLang="ko-KR"/>
              <a:t>2</a:t>
            </a:r>
            <a:r>
              <a:rPr lang="ko-KR" altLang="en-US"/>
              <a:t>점</a:t>
            </a:r>
          </a:p>
          <a:p>
            <a:r>
              <a:rPr lang="ko-KR" altLang="en-US"/>
              <a:t>복잡도 설명 </a:t>
            </a:r>
            <a:r>
              <a:rPr lang="en-US" altLang="ko-KR"/>
              <a:t>2</a:t>
            </a:r>
            <a:r>
              <a:rPr lang="ko-KR" altLang="en-US"/>
              <a:t>점</a:t>
            </a:r>
          </a:p>
          <a:p>
            <a:endParaRPr lang="ko-KR" altLang="en-US"/>
          </a:p>
          <a:p>
            <a:r>
              <a:rPr lang="en-US" altLang="ko-KR"/>
              <a:t>[[8,3,6,1],[1,3,6,8]]</a:t>
            </a:r>
          </a:p>
          <a:p>
            <a:r>
              <a:rPr lang="en-US" altLang="ko-KR"/>
              <a:t>[[],[]]</a:t>
            </a:r>
          </a:p>
          <a:p>
            <a:r>
              <a:rPr lang="ko-KR" altLang="en-US"/>
              <a:t>이 연습문제의 </a:t>
            </a:r>
            <a:r>
              <a:rPr lang="en-US" altLang="ko-KR"/>
              <a:t>C </a:t>
            </a:r>
            <a:r>
              <a:rPr lang="ko-KR" altLang="en-US"/>
              <a:t>함수는 </a:t>
            </a:r>
            <a:r>
              <a:rPr lang="en-US" altLang="ko-KR"/>
              <a:t>hi</a:t>
            </a:r>
            <a:r>
              <a:rPr lang="ko-KR" altLang="en-US"/>
              <a:t>를 포함하지 않습니다</a:t>
            </a:r>
            <a:r>
              <a:rPr lang="en-US" altLang="ko-KR"/>
              <a:t>. </a:t>
            </a:r>
            <a:r>
              <a:rPr lang="ko-KR" altLang="en-US"/>
              <a:t>전체 배열은 </a:t>
            </a:r>
            <a:r>
              <a:rPr lang="en-US" altLang="ko-KR"/>
              <a:t>hi</a:t>
            </a:r>
            <a:r>
              <a:rPr lang="ko-KR" altLang="en-US"/>
              <a:t>에 </a:t>
            </a:r>
            <a:r>
              <a:rPr lang="en-US" altLang="ko-KR"/>
              <a:t>n</a:t>
            </a:r>
            <a:r>
              <a:rPr lang="ko-KR" altLang="en-US"/>
              <a:t>을 넘깁니다</a:t>
            </a:r>
            <a:r>
              <a:rPr lang="en-US" altLang="ko-KR"/>
              <a:t>. </a:t>
            </a:r>
            <a:r>
              <a:rPr lang="ko-KR" altLang="en-US"/>
              <a:t>강의의 다른 병합 예제는 끝 인덱스를 포함하므로 처음 호출의 </a:t>
            </a:r>
            <a:r>
              <a:rPr lang="en-US" altLang="ko-KR"/>
              <a:t>hi</a:t>
            </a:r>
            <a:r>
              <a:rPr lang="ko-KR" altLang="en-US"/>
              <a:t>가 </a:t>
            </a:r>
            <a:r>
              <a:rPr lang="en-US" altLang="ko-KR"/>
              <a:t>n </a:t>
            </a:r>
            <a:r>
              <a:rPr lang="ko-KR" altLang="en-US"/>
              <a:t>마이너스 </a:t>
            </a:r>
            <a:r>
              <a:rPr lang="en-US" altLang="ko-KR"/>
              <a:t>1</a:t>
            </a:r>
            <a:r>
              <a:rPr lang="ko-KR" altLang="en-US"/>
              <a:t>입니다</a:t>
            </a:r>
            <a:r>
              <a:rPr lang="en-US" altLang="ko-KR"/>
              <a:t>. </a:t>
            </a:r>
            <a:r>
              <a:rPr lang="ko-KR" altLang="en-US"/>
              <a:t>두 구간 약속을 섞지 말고 문제의 함수 형식을 확인하세요</a:t>
            </a:r>
            <a:r>
              <a:rPr lang="en-US" altLang="ko-KR"/>
              <a:t>.</a:t>
            </a:r>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a:t>이 코드는 병합 정렬의 한 가지 정답 예시입니다</a:t>
            </a:r>
            <a:r>
              <a:rPr lang="en-US" altLang="ko-KR"/>
              <a:t>.</a:t>
            </a:r>
          </a:p>
          <a:p>
            <a:r>
              <a:rPr lang="ko-KR" altLang="en-US"/>
              <a:t>길이 </a:t>
            </a:r>
            <a:r>
              <a:rPr lang="en-US" altLang="ko-KR"/>
              <a:t>1 </a:t>
            </a:r>
            <a:r>
              <a:rPr lang="ko-KR" altLang="en-US"/>
              <a:t>이하에서 멈추고 양쪽 정렬 결과를 안정적으로 병합한다</a:t>
            </a:r>
            <a:r>
              <a:rPr lang="en-US" altLang="ko-KR"/>
              <a:t>.</a:t>
            </a:r>
          </a:p>
          <a:p>
            <a:r>
              <a:rPr lang="ko-KR" altLang="en-US"/>
              <a:t>시간 </a:t>
            </a:r>
            <a:r>
              <a:rPr lang="en-US" altLang="ko-KR"/>
              <a:t>O(n log(n+1)). Python</a:t>
            </a:r>
            <a:r>
              <a:rPr lang="ko-KR" altLang="en-US"/>
              <a:t>은 앞 문항 </a:t>
            </a:r>
            <a:r>
              <a:rPr lang="en-US" altLang="ko-KR"/>
              <a:t>merge_arrays</a:t>
            </a:r>
            <a:r>
              <a:rPr lang="ko-KR" altLang="en-US"/>
              <a:t>를 사용한다</a:t>
            </a:r>
            <a:r>
              <a:rPr lang="en-US" altLang="ko-KR"/>
              <a:t>.</a:t>
            </a:r>
          </a:p>
          <a:p>
            <a:r>
              <a:rPr lang="ko-KR" altLang="en-US"/>
              <a:t>동일한 명세와 복잡도를 만족하는 다른 구현도 정답으로 인정합니다</a:t>
            </a:r>
            <a:r>
              <a:rPr lang="en-US" altLang="ko-KR"/>
              <a:t>.</a:t>
            </a:r>
          </a:p>
          <a:p>
            <a:endParaRPr lang="en-US" altLang="ko-KR"/>
          </a:p>
          <a:p>
            <a:r>
              <a:rPr lang="ko-KR" altLang="en-US"/>
              <a:t>입력</a:t>
            </a:r>
            <a:r>
              <a:rPr lang="en-US" altLang="ko-KR"/>
              <a:t>·</a:t>
            </a:r>
            <a:r>
              <a:rPr lang="ko-KR" altLang="en-US"/>
              <a:t>경계 처리 </a:t>
            </a:r>
            <a:r>
              <a:rPr lang="en-US" altLang="ko-KR"/>
              <a:t>2</a:t>
            </a:r>
            <a:r>
              <a:rPr lang="ko-KR" altLang="en-US"/>
              <a:t>점</a:t>
            </a:r>
          </a:p>
          <a:p>
            <a:r>
              <a:rPr lang="ko-KR" altLang="en-US"/>
              <a:t>핵심 알고리즘 </a:t>
            </a:r>
            <a:r>
              <a:rPr lang="en-US" altLang="ko-KR"/>
              <a:t>4</a:t>
            </a:r>
            <a:r>
              <a:rPr lang="ko-KR" altLang="en-US"/>
              <a:t>점</a:t>
            </a:r>
          </a:p>
          <a:p>
            <a:r>
              <a:rPr lang="ko-KR" altLang="en-US"/>
              <a:t>정확한 반환값 </a:t>
            </a:r>
            <a:r>
              <a:rPr lang="en-US" altLang="ko-KR"/>
              <a:t>2</a:t>
            </a:r>
            <a:r>
              <a:rPr lang="ko-KR" altLang="en-US"/>
              <a:t>점</a:t>
            </a:r>
          </a:p>
          <a:p>
            <a:r>
              <a:rPr lang="ko-KR" altLang="en-US"/>
              <a:t>복잡도 설명 </a:t>
            </a:r>
            <a:r>
              <a:rPr lang="en-US" altLang="ko-KR"/>
              <a:t>2</a:t>
            </a:r>
            <a:r>
              <a:rPr lang="ko-KR" altLang="en-US"/>
              <a:t>점</a:t>
            </a:r>
          </a:p>
          <a:p>
            <a:endParaRPr lang="ko-KR" altLang="en-US"/>
          </a:p>
          <a:p>
            <a:r>
              <a:rPr lang="en-US" altLang="ko-KR"/>
              <a:t>[[8,3,6,1],[1,3,6,8]]</a:t>
            </a:r>
          </a:p>
          <a:p>
            <a:r>
              <a:rPr lang="en-US" altLang="ko-KR"/>
              <a:t>[[],[]]</a:t>
            </a:r>
          </a:p>
          <a:p>
            <a:r>
              <a:rPr lang="ko-KR" altLang="en-US"/>
              <a:t>이 연습문제의 </a:t>
            </a:r>
            <a:r>
              <a:rPr lang="en-US" altLang="ko-KR"/>
              <a:t>C </a:t>
            </a:r>
            <a:r>
              <a:rPr lang="ko-KR" altLang="en-US"/>
              <a:t>함수는 </a:t>
            </a:r>
            <a:r>
              <a:rPr lang="en-US" altLang="ko-KR"/>
              <a:t>hi</a:t>
            </a:r>
            <a:r>
              <a:rPr lang="ko-KR" altLang="en-US"/>
              <a:t>를 포함하지 않습니다</a:t>
            </a:r>
            <a:r>
              <a:rPr lang="en-US" altLang="ko-KR"/>
              <a:t>. </a:t>
            </a:r>
            <a:r>
              <a:rPr lang="ko-KR" altLang="en-US"/>
              <a:t>전체 배열은 </a:t>
            </a:r>
            <a:r>
              <a:rPr lang="en-US" altLang="ko-KR"/>
              <a:t>hi</a:t>
            </a:r>
            <a:r>
              <a:rPr lang="ko-KR" altLang="en-US"/>
              <a:t>에 </a:t>
            </a:r>
            <a:r>
              <a:rPr lang="en-US" altLang="ko-KR"/>
              <a:t>n</a:t>
            </a:r>
            <a:r>
              <a:rPr lang="ko-KR" altLang="en-US"/>
              <a:t>을 넘깁니다</a:t>
            </a:r>
            <a:r>
              <a:rPr lang="en-US" altLang="ko-KR"/>
              <a:t>. </a:t>
            </a:r>
            <a:r>
              <a:rPr lang="ko-KR" altLang="en-US"/>
              <a:t>강의의 다른 병합 예제는 끝 인덱스를 포함하므로 처음 호출의 </a:t>
            </a:r>
            <a:r>
              <a:rPr lang="en-US" altLang="ko-KR"/>
              <a:t>hi</a:t>
            </a:r>
            <a:r>
              <a:rPr lang="ko-KR" altLang="en-US"/>
              <a:t>가 </a:t>
            </a:r>
            <a:r>
              <a:rPr lang="en-US" altLang="ko-KR"/>
              <a:t>n </a:t>
            </a:r>
            <a:r>
              <a:rPr lang="ko-KR" altLang="en-US"/>
              <a:t>마이너스 </a:t>
            </a:r>
            <a:r>
              <a:rPr lang="en-US" altLang="ko-KR"/>
              <a:t>1</a:t>
            </a:r>
            <a:r>
              <a:rPr lang="ko-KR" altLang="en-US"/>
              <a:t>입니다</a:t>
            </a:r>
            <a:r>
              <a:rPr lang="en-US" altLang="ko-KR"/>
              <a:t>. </a:t>
            </a:r>
            <a:r>
              <a:rPr lang="ko-KR" altLang="en-US"/>
              <a:t>두 구간 약속을 섞지 말고 문제의 함수 형식을 확인하세요</a:t>
            </a:r>
            <a:r>
              <a:rPr lang="en-US" altLang="ko-KR"/>
              <a:t>.</a:t>
            </a:r>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경계를 가로지르는 합을 확인하는 문항입니다. 먼저 조건과 요구한 반환값을 읽어 주세요. 결과만 적지 말고 어떻게 판단했는지도 적어 주세요.</a:t>
            </a:r>
          </a:p>
          <a:p>
            <a:endParaRPr/>
          </a:p>
          <a:p>
            <a:r>
              <a:t>출제 기준: 4장 강의 내용과 그 응용.</a:t>
            </a:r>
          </a:p>
          <a:p>
            <a:r>
              <a:t>배점: 입력·경계 처리 2점, 핵심 알고리즘 4점, 정확한 반환값 2점, 복잡도 설명 2점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왼쪽의 최대 접미사 합과 오른쪽의 최대 접두사 합을 더한다.입니다.</a:t>
            </a:r>
          </a:p>
          <a:p>
            <a:r>
              <a:t>시간 O(hi−lo). 모두 음수여도 빈 구간을 허용하지 않는다.</a:t>
            </a:r>
          </a:p>
          <a:p>
            <a:r>
              <a:t>여기서는 경계를 가로지르는 합의 조건을 놓치지 않았는지 확인해 주세요.</a:t>
            </a:r>
          </a:p>
          <a:p>
            <a:endParaRPr/>
          </a:p>
          <a:p>
            <a:r>
              <a:t>채점 기준</a:t>
            </a:r>
          </a:p>
          <a:p>
            <a:r>
              <a:t>- 입력·경계 처리 2점</a:t>
            </a:r>
          </a:p>
          <a:p>
            <a:r>
              <a:t>- 핵심 알고리즘 4점</a:t>
            </a:r>
          </a:p>
          <a:p>
            <a:r>
              <a:t>- 정확한 반환값 2점</a:t>
            </a:r>
          </a:p>
          <a:p>
            <a:r>
              <a:t>- 복잡도 설명 2점</a:t>
            </a:r>
          </a:p>
          <a:p>
            <a:r>
              <a:t>검증 예시</a:t>
            </a:r>
          </a:p>
          <a:p>
            <a:r>
              <a:t>[[4,-6,3,5,-2,1],0,3,6,8]</a:t>
            </a:r>
          </a:p>
          <a:p>
            <a:r>
              <a:t>[[-5,-2],0,1,2,-7]</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코드는 경계를 가로지르는 합의 한 가지 정답 예시입니다.</a:t>
            </a:r>
          </a:p>
          <a:p>
            <a:r>
              <a:t>왼쪽의 최대 접미사 합과 오른쪽의 최대 접두사 합을 더한다.</a:t>
            </a:r>
          </a:p>
          <a:p>
            <a:r>
              <a:t>시간 O(hi−lo). 모두 음수여도 빈 구간을 허용하지 않는다.</a:t>
            </a:r>
          </a:p>
          <a:p>
            <a:r>
              <a:t>동일한 명세와 복잡도를 만족하는 다른 구현도 정답으로 인정합니다.</a:t>
            </a:r>
          </a:p>
          <a:p>
            <a:endParaRPr/>
          </a:p>
          <a:p>
            <a:r>
              <a:t>입력·경계 처리 2점</a:t>
            </a:r>
          </a:p>
          <a:p>
            <a:r>
              <a:t>핵심 알고리즘 4점</a:t>
            </a:r>
          </a:p>
          <a:p>
            <a:r>
              <a:t>정확한 반환값 2점</a:t>
            </a:r>
          </a:p>
          <a:p>
            <a:r>
              <a:t>복잡도 설명 2점</a:t>
            </a:r>
          </a:p>
          <a:p>
            <a:endParaRPr/>
          </a:p>
          <a:p>
            <a:r>
              <a:t>[[4,-6,3,5,-2,1],0,3,6,8]</a:t>
            </a:r>
          </a:p>
          <a:p>
            <a:r>
              <a:t>[[-5,-2],0,1,2,-7]</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코드는 경계를 가로지르는 합의 한 가지 정답 예시입니다.</a:t>
            </a:r>
          </a:p>
          <a:p>
            <a:r>
              <a:t>왼쪽의 최대 접미사 합과 오른쪽의 최대 접두사 합을 더한다.</a:t>
            </a:r>
          </a:p>
          <a:p>
            <a:r>
              <a:t>시간 O(hi−lo). 모두 음수여도 빈 구간을 허용하지 않는다.</a:t>
            </a:r>
          </a:p>
          <a:p>
            <a:r>
              <a:t>동일한 명세와 복잡도를 만족하는 다른 구현도 정답으로 인정합니다.</a:t>
            </a:r>
          </a:p>
          <a:p>
            <a:endParaRPr/>
          </a:p>
          <a:p>
            <a:r>
              <a:t>입력·경계 처리 2점</a:t>
            </a:r>
          </a:p>
          <a:p>
            <a:r>
              <a:t>핵심 알고리즘 4점</a:t>
            </a:r>
          </a:p>
          <a:p>
            <a:r>
              <a:t>정확한 반환값 2점</a:t>
            </a:r>
          </a:p>
          <a:p>
            <a:r>
              <a:t>복잡도 설명 2점</a:t>
            </a:r>
          </a:p>
          <a:p>
            <a:endParaRPr/>
          </a:p>
          <a:p>
            <a:r>
              <a:t>[[4,-6,3,5,-2,1],0,3,6,8]</a:t>
            </a:r>
          </a:p>
          <a:p>
            <a:r>
              <a:t>[[-5,-2],0,1,2,-7]</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분할 정복 최대 연속합을 확인하는 문항입니다. 먼저 조건과 요구한 반환값을 읽어 주세요. 결과만 적지 말고 어떻게 판단했는지도 적어 주세요.</a:t>
            </a:r>
          </a:p>
          <a:p>
            <a:endParaRPr/>
          </a:p>
          <a:p>
            <a:r>
              <a:t>출제 기준: 4장 강의 내용과 그 응용.</a:t>
            </a:r>
          </a:p>
          <a:p>
            <a:r>
              <a:t>배점: 입력·경계 처리 2점, 핵심 알고리즘 4점, 정확한 반환값 2점, 복잡도 설명 2점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왼쪽, 오른쪽, 경계를 가로지르는 세 후보 중 최댓값을 반환한다.입니다.</a:t>
            </a:r>
          </a:p>
          <a:p>
            <a:r>
              <a:t>시간 O(n log n).</a:t>
            </a:r>
          </a:p>
          <a:p>
            <a:r>
              <a:t>여기서는 분할 정복 최대 연속합의 조건을 놓치지 않았는지 확인해 주세요.</a:t>
            </a:r>
          </a:p>
          <a:p>
            <a:endParaRPr/>
          </a:p>
          <a:p>
            <a:r>
              <a:t>채점 기준</a:t>
            </a:r>
          </a:p>
          <a:p>
            <a:r>
              <a:t>- 입력·경계 처리 2점</a:t>
            </a:r>
          </a:p>
          <a:p>
            <a:r>
              <a:t>- 핵심 알고리즘 4점</a:t>
            </a:r>
          </a:p>
          <a:p>
            <a:r>
              <a:t>- 정확한 반환값 2점</a:t>
            </a:r>
          </a:p>
          <a:p>
            <a:r>
              <a:t>- 복잡도 설명 2점</a:t>
            </a:r>
          </a:p>
          <a:p>
            <a:r>
              <a:t>검증 예시</a:t>
            </a:r>
          </a:p>
          <a:p>
            <a:r>
              <a:t>[[-4,7,-2,5,-9,3],0,6,10]</a:t>
            </a:r>
          </a:p>
          <a:p>
            <a:r>
              <a:t>[[-8,-3,-5],0,3,-3]</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코드는 분할 정복 최대 연속합의 한 가지 정답 예시입니다.</a:t>
            </a:r>
          </a:p>
          <a:p>
            <a:r>
              <a:t>왼쪽, 오른쪽, 경계를 가로지르는 세 후보 중 최댓값을 반환한다.</a:t>
            </a:r>
          </a:p>
          <a:p>
            <a:r>
              <a:t>시간 O(n log n).</a:t>
            </a:r>
          </a:p>
          <a:p>
            <a:r>
              <a:t>동일한 명세와 복잡도를 만족하는 다른 구현도 정답으로 인정합니다.</a:t>
            </a:r>
          </a:p>
          <a:p>
            <a:endParaRPr/>
          </a:p>
          <a:p>
            <a:r>
              <a:t>입력·경계 처리 2점</a:t>
            </a:r>
          </a:p>
          <a:p>
            <a:r>
              <a:t>핵심 알고리즘 4점</a:t>
            </a:r>
          </a:p>
          <a:p>
            <a:r>
              <a:t>정확한 반환값 2점</a:t>
            </a:r>
          </a:p>
          <a:p>
            <a:r>
              <a:t>복잡도 설명 2점</a:t>
            </a:r>
          </a:p>
          <a:p>
            <a:endParaRPr/>
          </a:p>
          <a:p>
            <a:r>
              <a:t>[[-4,7,-2,5,-9,3],0,6,10]</a:t>
            </a:r>
          </a:p>
          <a:p>
            <a:r>
              <a:t>[[-8,-3,-5],0,3,-3]</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코드는 분할 정복 최대 연속합의 한 가지 정답 예시입니다.</a:t>
            </a:r>
          </a:p>
          <a:p>
            <a:r>
              <a:t>왼쪽, 오른쪽, 경계를 가로지르는 세 후보 중 최댓값을 반환한다.</a:t>
            </a:r>
          </a:p>
          <a:p>
            <a:r>
              <a:t>시간 O(n log n).</a:t>
            </a:r>
          </a:p>
          <a:p>
            <a:r>
              <a:t>동일한 명세와 복잡도를 만족하는 다른 구현도 정답으로 인정합니다.</a:t>
            </a:r>
          </a:p>
          <a:p>
            <a:endParaRPr/>
          </a:p>
          <a:p>
            <a:r>
              <a:t>입력·경계 처리 2점</a:t>
            </a:r>
          </a:p>
          <a:p>
            <a:r>
              <a:t>핵심 알고리즘 4점</a:t>
            </a:r>
          </a:p>
          <a:p>
            <a:r>
              <a:t>정확한 반환값 2점</a:t>
            </a:r>
          </a:p>
          <a:p>
            <a:r>
              <a:t>복잡도 설명 2점</a:t>
            </a:r>
          </a:p>
          <a:p>
            <a:endParaRPr/>
          </a:p>
          <a:p>
            <a:r>
              <a:t>[[-4,7,-2,5,-9,3],0,6,10]</a:t>
            </a:r>
          </a:p>
          <a:p>
            <a:r>
              <a:t>[[-8,-3,-5],0,3,-3]</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최근접 쌍의 기저 사례을 확인하는 문항입니다. 먼저 조건과 요구한 반환값을 읽어 주세요. 결과만 적지 말고 어떻게 판단했는지도 적어 주세요.</a:t>
            </a:r>
          </a:p>
          <a:p>
            <a:endParaRPr/>
          </a:p>
          <a:p>
            <a:r>
              <a:t>출제 기준: 4장 강의 내용과 그 응용.</a:t>
            </a:r>
          </a:p>
          <a:p>
            <a:r>
              <a:t>배점: 입력·경계 처리 2점, 핵심 알고리즘 4점, 정확한 반환값 2점, 복잡도 설명 2점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기저 구간의 모든 두 점을 비교하며 제곱 거리의 최솟값을 구한다.입니다.</a:t>
            </a:r>
          </a:p>
          <a:p>
            <a:r>
              <a:t>O(k²) 비교, 이 기저에서는 k≤3이므로 O(1). 전체 최근접 쌍 알고리즘의 시간과 구별한다.</a:t>
            </a:r>
          </a:p>
          <a:p>
            <a:r>
              <a:t>여기서는 최근접 쌍의 기저 사례의 조건을 놓치지 않았는지 확인해 주세요.</a:t>
            </a:r>
          </a:p>
          <a:p>
            <a:endParaRPr/>
          </a:p>
          <a:p>
            <a:r>
              <a:t>채점 기준</a:t>
            </a:r>
          </a:p>
          <a:p>
            <a:r>
              <a:t>- 입력·경계 처리 2점</a:t>
            </a:r>
          </a:p>
          <a:p>
            <a:r>
              <a:t>- 핵심 알고리즘 4점</a:t>
            </a:r>
          </a:p>
          <a:p>
            <a:r>
              <a:t>- 정확한 반환값 2점</a:t>
            </a:r>
          </a:p>
          <a:p>
            <a:r>
              <a:t>- 복잡도 설명 2점</a:t>
            </a:r>
          </a:p>
          <a:p>
            <a:r>
              <a:t>검증 예시</a:t>
            </a:r>
          </a:p>
          <a:p>
            <a:r>
              <a:t>[[[0,0],[3,4],[3,0]],9]</a:t>
            </a:r>
          </a:p>
          <a:p>
            <a:r>
              <a:t>[[[2,2],[2,2]],0]</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코드는 최근접 쌍의 기저 사례의 한 가지 정답 예시입니다.</a:t>
            </a:r>
          </a:p>
          <a:p>
            <a:r>
              <a:t>기저 구간의 모든 두 점을 비교하며 제곱 거리의 최솟값을 구한다.</a:t>
            </a:r>
          </a:p>
          <a:p>
            <a:r>
              <a:t>O(k²) 비교, 이 기저에서는 k≤3이므로 O(1). 전체 최근접 쌍 알고리즘의 시간과 구별한다.</a:t>
            </a:r>
          </a:p>
          <a:p>
            <a:r>
              <a:t>동일한 명세와 복잡도를 만족하는 다른 구현도 정답으로 인정합니다.</a:t>
            </a:r>
          </a:p>
          <a:p>
            <a:endParaRPr/>
          </a:p>
          <a:p>
            <a:r>
              <a:t>입력·경계 처리 2점</a:t>
            </a:r>
          </a:p>
          <a:p>
            <a:r>
              <a:t>핵심 알고리즘 4점</a:t>
            </a:r>
          </a:p>
          <a:p>
            <a:r>
              <a:t>정확한 반환값 2점</a:t>
            </a:r>
          </a:p>
          <a:p>
            <a:r>
              <a:t>복잡도 설명 2점</a:t>
            </a:r>
          </a:p>
          <a:p>
            <a:endParaRPr/>
          </a:p>
          <a:p>
            <a:r>
              <a:t>[[[0,0],[3,4],[3,0]],9]</a:t>
            </a:r>
          </a:p>
          <a:p>
            <a:r>
              <a:t>[[[2,2],[2,2]],0]</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코드는 최근접 쌍의 기저 사례의 한 가지 정답 예시입니다.</a:t>
            </a:r>
          </a:p>
          <a:p>
            <a:r>
              <a:t>기저 구간의 모든 두 점을 비교하며 제곱 거리의 최솟값을 구한다.</a:t>
            </a:r>
          </a:p>
          <a:p>
            <a:r>
              <a:t>O(k²) 비교, 이 기저에서는 k≤3이므로 O(1). 전체 최근접 쌍 알고리즘의 시간과 구별한다.</a:t>
            </a:r>
          </a:p>
          <a:p>
            <a:r>
              <a:t>동일한 명세와 복잡도를 만족하는 다른 구현도 정답으로 인정합니다.</a:t>
            </a:r>
          </a:p>
          <a:p>
            <a:endParaRPr/>
          </a:p>
          <a:p>
            <a:r>
              <a:t>입력·경계 처리 2점</a:t>
            </a:r>
          </a:p>
          <a:p>
            <a:r>
              <a:t>핵심 알고리즘 4점</a:t>
            </a:r>
          </a:p>
          <a:p>
            <a:r>
              <a:t>정확한 반환값 2점</a:t>
            </a:r>
          </a:p>
          <a:p>
            <a:r>
              <a:t>복잡도 설명 2점</a:t>
            </a:r>
          </a:p>
          <a:p>
            <a:endParaRPr/>
          </a:p>
          <a:p>
            <a:r>
              <a:t>[[[0,0],[3,4],[3,0]],9]</a:t>
            </a:r>
          </a:p>
          <a:p>
            <a:r>
              <a:t>[[[2,2],[2,2]],0]</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쿼드트리 부호화을 확인하는 문항입니다. 먼저 조건과 요구한 반환값을 읽어 주세요. 결과만 적지 말고 어떻게 판단했는지도 적어 주세요.</a:t>
            </a:r>
          </a:p>
          <a:p>
            <a:endParaRPr/>
          </a:p>
          <a:p>
            <a:r>
              <a:t>출제 기준: 4장 강의 내용과 그 응용.</a:t>
            </a:r>
          </a:p>
          <a:p>
            <a:r>
              <a:t>배점: 입력·경계 처리 2점, 핵심 알고리즘 4점, 정확한 반환값 2점, 복잡도 설명 2점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wrap="square"/>
          <a:lstStyle/>
          <a:p>
            <a:r>
              <a:t>정답은 균일성을 검사하고 서로 다르면 네 사분면을 재귀 호출한다.입니다.</a:t>
            </a:r>
          </a:p>
          <a:p>
            <a:r>
              <a:t>이 전체 균일성 검사 구현은 O(n² log(n+1)) 시간 상한. .</a:t>
            </a:r>
          </a:p>
          <a:p>
            <a:r>
              <a:t>여기서는 쿼드트리 부호화의 조건을 놓치지 않았는지 확인해 주세요.</a:t>
            </a:r>
          </a:p>
          <a:p>
            <a:endParaRPr/>
          </a:p>
          <a:p>
            <a:r>
              <a:t>채점 기준</a:t>
            </a:r>
          </a:p>
          <a:p>
            <a:r>
              <a:t>- 입력·경계 처리 2점</a:t>
            </a:r>
          </a:p>
          <a:p>
            <a:r>
              <a:t>- 핵심 알고리즘 4점</a:t>
            </a:r>
          </a:p>
          <a:p>
            <a:r>
              <a:t>- 정확한 반환값 2점</a:t>
            </a:r>
          </a:p>
          <a:p>
            <a:r>
              <a:t>- 복잡도 설명 2점</a:t>
            </a:r>
          </a:p>
          <a:p>
            <a:r>
              <a:t>검증 예시</a:t>
            </a:r>
          </a:p>
          <a:p>
            <a:r>
              <a:t>[[[0,1],[1,0]],0,0,2,"(0110)"]</a:t>
            </a:r>
          </a:p>
          <a:p>
            <a:r>
              <a:t>[[[1]],0,0,1,"1"]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wrap="square"/>
          <a:lstStyle/>
          <a:p>
            <a:r>
              <a:t>이 코드는 쿼드트리 부호화의 한 가지 정답 예시입니다.</a:t>
            </a:r>
          </a:p>
          <a:p>
            <a:r>
              <a:t>균일성을 검사하고 서로 다르면 네 사분면을 재귀 호출한다.</a:t>
            </a:r>
          </a:p>
          <a:p>
            <a:r>
              <a:t>이 전체 균일성 검사 구현은 O(n² log(n+1)) 시간 상한. .</a:t>
            </a:r>
          </a:p>
          <a:p>
            <a:r>
              <a:t>동일한 명세와 복잡도를 만족하는 다른 구현도 정답으로 인정합니다.</a:t>
            </a:r>
          </a:p>
          <a:p>
            <a:endParaRPr/>
          </a:p>
          <a:p>
            <a:r>
              <a:t>입력·경계 처리 2점</a:t>
            </a:r>
          </a:p>
          <a:p>
            <a:r>
              <a:t>핵심 알고리즘 4점</a:t>
            </a:r>
          </a:p>
          <a:p>
            <a:r>
              <a:t>정확한 반환값 2점</a:t>
            </a:r>
          </a:p>
          <a:p>
            <a:r>
              <a:t>복잡도 설명 2점</a:t>
            </a:r>
          </a:p>
          <a:p>
            <a:endParaRPr/>
          </a:p>
          <a:p>
            <a:r>
              <a:t>[[[0,1],[1,0]],0,0,2,"(0110)"]</a:t>
            </a:r>
          </a:p>
          <a:p>
            <a:r>
              <a:t>[[[1]],0,0,1,"1"]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wrap="square"/>
          <a:lstStyle/>
          <a:p>
            <a:r>
              <a:t>이 코드는 쿼드트리 부호화의 한 가지 정답 예시입니다.</a:t>
            </a:r>
          </a:p>
          <a:p>
            <a:r>
              <a:t>균일성을 검사하고 서로 다르면 네 사분면을 재귀 호출한다.</a:t>
            </a:r>
          </a:p>
          <a:p>
            <a:r>
              <a:t>이 전체 균일성 검사 구현은 O(n² log(n+1)) 시간 상한. .</a:t>
            </a:r>
          </a:p>
          <a:p>
            <a:r>
              <a:t>동일한 명세와 복잡도를 만족하는 다른 구현도 정답으로 인정합니다.</a:t>
            </a:r>
          </a:p>
          <a:p>
            <a:endParaRPr/>
          </a:p>
          <a:p>
            <a:r>
              <a:t>입력·경계 처리 2점</a:t>
            </a:r>
          </a:p>
          <a:p>
            <a:r>
              <a:t>핵심 알고리즘 4점</a:t>
            </a:r>
          </a:p>
          <a:p>
            <a:r>
              <a:t>정확한 반환값 2점</a:t>
            </a:r>
          </a:p>
          <a:p>
            <a:r>
              <a:t>복잡도 설명 2점</a:t>
            </a:r>
          </a:p>
          <a:p>
            <a:endParaRPr/>
          </a:p>
          <a:p>
            <a:r>
              <a:t>[[[0,1],[1,0]],0,0,2,"(0110)"]</a:t>
            </a:r>
          </a:p>
          <a:p>
            <a:r>
              <a:t>[[[1]],0,0,1,"1"]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a:t>이번에는 강의에서 화살표로 따라간 분할 과정을 직접 구현하겠습니다</a:t>
            </a:r>
            <a:r>
              <a:rPr lang="en-US" altLang="ko-KR"/>
              <a:t>. </a:t>
            </a:r>
            <a:r>
              <a:rPr lang="ko-KR" altLang="en-US"/>
              <a:t>구간의 양 끝을 모두 포함합니다</a:t>
            </a:r>
            <a:r>
              <a:rPr lang="en-US" altLang="ko-KR"/>
              <a:t>. </a:t>
            </a:r>
            <a:r>
              <a:rPr lang="ko-KR" altLang="en-US"/>
              <a:t>가운데 위치의 숫자를 피벗으로 선택해서 끝으로 옮겨두세요</a:t>
            </a:r>
            <a:r>
              <a:rPr lang="en-US" altLang="ko-KR"/>
              <a:t>. L</a:t>
            </a:r>
            <a:r>
              <a:rPr lang="ko-KR" altLang="en-US"/>
              <a:t>과 </a:t>
            </a:r>
            <a:r>
              <a:rPr lang="en-US" altLang="ko-KR"/>
              <a:t>R</a:t>
            </a:r>
            <a:r>
              <a:rPr lang="ko-KR" altLang="en-US"/>
              <a:t>을 움직일 때는 먼저 서로 교차했는지 검사해야 배열 범위를 벗어나지 않습니다</a:t>
            </a:r>
            <a:r>
              <a:rPr lang="en-US" altLang="ko-KR"/>
              <a:t>. </a:t>
            </a:r>
            <a:r>
              <a:rPr lang="ko-KR" altLang="en-US"/>
              <a:t>이 문항은 적혀 있는 순서 그대로 분할한 배열과 피벗 인덱스를 함께 확인합니다</a:t>
            </a:r>
            <a:r>
              <a:rPr lang="en-US" altLang="ko-KR"/>
              <a:t>. </a:t>
            </a:r>
            <a:r>
              <a:rPr lang="ko-KR" altLang="en-US"/>
              <a:t>서로 다른 분할 방식을 섞지 말고 강의의 예제를 그대로 따라가 보세요</a:t>
            </a:r>
            <a:r>
              <a:rPr lang="en-US" altLang="ko-KR"/>
              <a:t>.</a:t>
            </a:r>
            <a:endParaRP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807390215"/>
      </p:ext>
    </p:extLst>
  </p:cSld>
  <p:clrMapOvr>
    <a:masterClrMapping/>
  </p:clrMapOvr>
</p:notes>
</file>

<file path=ppt/notesSlides/notesSlide2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a:t>첫 예제를 같이 확인하겠습니다</a:t>
            </a:r>
            <a:r>
              <a:rPr lang="en-US" altLang="ko-KR"/>
              <a:t>. </a:t>
            </a:r>
            <a:r>
              <a:rPr lang="ko-KR" altLang="en-US"/>
              <a:t>피벗 </a:t>
            </a:r>
            <a:r>
              <a:rPr lang="en-US" altLang="ko-KR"/>
              <a:t>6</a:t>
            </a:r>
            <a:r>
              <a:rPr lang="ko-KR" altLang="en-US"/>
              <a:t>을 끝으로 보내면 </a:t>
            </a:r>
            <a:r>
              <a:rPr lang="en-US" altLang="ko-KR"/>
              <a:t>1</a:t>
            </a:r>
            <a:r>
              <a:rPr lang="ko-KR" altLang="en-US"/>
              <a:t>이 원래 피벗 자리에 옵니다</a:t>
            </a:r>
            <a:r>
              <a:rPr lang="en-US" altLang="ko-KR"/>
              <a:t>. L</a:t>
            </a:r>
            <a:r>
              <a:rPr lang="ko-KR" altLang="en-US"/>
              <a:t>은 </a:t>
            </a:r>
            <a:r>
              <a:rPr lang="en-US" altLang="ko-KR"/>
              <a:t>8</a:t>
            </a:r>
            <a:r>
              <a:rPr lang="ko-KR" altLang="en-US"/>
              <a:t>에서 멈추고 </a:t>
            </a:r>
            <a:r>
              <a:rPr lang="en-US" altLang="ko-KR"/>
              <a:t>R</a:t>
            </a:r>
            <a:r>
              <a:rPr lang="ko-KR" altLang="en-US"/>
              <a:t>은 </a:t>
            </a:r>
            <a:r>
              <a:rPr lang="en-US" altLang="ko-KR"/>
              <a:t>7</a:t>
            </a:r>
            <a:r>
              <a:rPr lang="ko-KR" altLang="en-US"/>
              <a:t>을 지나 </a:t>
            </a:r>
            <a:r>
              <a:rPr lang="en-US" altLang="ko-KR"/>
              <a:t>3</a:t>
            </a:r>
            <a:r>
              <a:rPr lang="ko-KR" altLang="en-US"/>
              <a:t>에서 멈춥니다</a:t>
            </a:r>
            <a:r>
              <a:rPr lang="en-US" altLang="ko-KR"/>
              <a:t>. </a:t>
            </a:r>
            <a:r>
              <a:rPr lang="ko-KR" altLang="en-US"/>
              <a:t>두 값을 바꾸면 </a:t>
            </a:r>
            <a:r>
              <a:rPr lang="en-US" altLang="ko-KR"/>
              <a:t>3, 4, 1, 8, 7, 6</a:t>
            </a:r>
            <a:r>
              <a:rPr lang="ko-KR" altLang="en-US"/>
              <a:t>이 됩니다</a:t>
            </a:r>
            <a:r>
              <a:rPr lang="en-US" altLang="ko-KR"/>
              <a:t>. L</a:t>
            </a:r>
            <a:r>
              <a:rPr lang="ko-KR" altLang="en-US"/>
              <a:t>이 인덱스 </a:t>
            </a:r>
            <a:r>
              <a:rPr lang="en-US" altLang="ko-KR"/>
              <a:t>3</a:t>
            </a:r>
            <a:r>
              <a:rPr lang="ko-KR" altLang="en-US"/>
              <a:t>에 도착하고 </a:t>
            </a:r>
            <a:r>
              <a:rPr lang="en-US" altLang="ko-KR"/>
              <a:t>R</a:t>
            </a:r>
            <a:r>
              <a:rPr lang="ko-KR" altLang="en-US"/>
              <a:t>이 </a:t>
            </a:r>
            <a:r>
              <a:rPr lang="en-US" altLang="ko-KR"/>
              <a:t>2</a:t>
            </a:r>
            <a:r>
              <a:rPr lang="ko-KR" altLang="en-US"/>
              <a:t>로 이동하면 서로 교차합니다</a:t>
            </a:r>
            <a:r>
              <a:rPr lang="en-US" altLang="ko-KR"/>
              <a:t>. </a:t>
            </a:r>
            <a:r>
              <a:rPr lang="ko-KR" altLang="en-US"/>
              <a:t>마지막으로 </a:t>
            </a:r>
            <a:r>
              <a:rPr lang="en-US" altLang="ko-KR"/>
              <a:t>8</a:t>
            </a:r>
            <a:r>
              <a:rPr lang="ko-KR" altLang="en-US"/>
              <a:t>과 피벗 </a:t>
            </a:r>
            <a:r>
              <a:rPr lang="en-US" altLang="ko-KR"/>
              <a:t>6</a:t>
            </a:r>
            <a:r>
              <a:rPr lang="ko-KR" altLang="en-US"/>
              <a:t>을 바꾸고 </a:t>
            </a:r>
            <a:r>
              <a:rPr lang="en-US" altLang="ko-KR"/>
              <a:t>3</a:t>
            </a:r>
            <a:r>
              <a:rPr lang="ko-KR" altLang="en-US"/>
              <a:t>을 반환합니다</a:t>
            </a:r>
            <a:r>
              <a:rPr lang="en-US" altLang="ko-KR"/>
              <a:t>. </a:t>
            </a:r>
            <a:r>
              <a:rPr lang="ko-KR" altLang="en-US"/>
              <a:t>중요한 것은 반환값만 맞추는 게 아니라 배열도 이 순서대로 바뀌어야 한다는 점입니다</a:t>
            </a:r>
            <a:r>
              <a:rPr lang="en-US" altLang="ko-KR"/>
              <a:t>.</a:t>
            </a:r>
            <a:endParaRP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94266316"/>
      </p:ext>
    </p:extLst>
  </p:cSld>
  <p:clrMapOvr>
    <a:masterClrMapping/>
  </p:clrMapOvr>
</p:notes>
</file>

<file path=ppt/notesSlides/notesSlide2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a:t>그림에서 움직인 </a:t>
            </a:r>
            <a:r>
              <a:rPr lang="en-US" altLang="ko-KR"/>
              <a:t>L</a:t>
            </a:r>
            <a:r>
              <a:rPr lang="ko-KR" altLang="en-US"/>
              <a:t>과 </a:t>
            </a:r>
            <a:r>
              <a:rPr lang="en-US" altLang="ko-KR"/>
              <a:t>R</a:t>
            </a:r>
            <a:r>
              <a:rPr lang="ko-KR" altLang="en-US"/>
              <a:t>을 코드 변수로 그대로 옮겼습니다</a:t>
            </a:r>
            <a:r>
              <a:rPr lang="en-US" altLang="ko-KR"/>
              <a:t>. </a:t>
            </a:r>
            <a:r>
              <a:rPr lang="ko-KR" altLang="en-US"/>
              <a:t>피벗을 마지막으로 옮긴 다음부터는 피벗 값을 별도 변수에 저장해 비교합니다</a:t>
            </a:r>
            <a:r>
              <a:rPr lang="en-US" altLang="ko-KR"/>
              <a:t>. </a:t>
            </a:r>
            <a:r>
              <a:rPr lang="ko-KR" altLang="en-US"/>
              <a:t>두 </a:t>
            </a:r>
            <a:r>
              <a:rPr lang="en-US" altLang="ko-KR"/>
              <a:t>while</a:t>
            </a:r>
            <a:r>
              <a:rPr lang="ko-KR" altLang="en-US"/>
              <a:t>은 </a:t>
            </a:r>
            <a:r>
              <a:rPr lang="en-US" altLang="ko-KR"/>
              <a:t>L </a:t>
            </a:r>
            <a:r>
              <a:rPr lang="ko-KR" altLang="en-US"/>
              <a:t>이하 </a:t>
            </a:r>
            <a:r>
              <a:rPr lang="en-US" altLang="ko-KR"/>
              <a:t>R</a:t>
            </a:r>
            <a:r>
              <a:rPr lang="ko-KR" altLang="en-US"/>
              <a:t>을 먼저 검사합니다</a:t>
            </a:r>
            <a:r>
              <a:rPr lang="en-US" altLang="ko-KR"/>
              <a:t>. and</a:t>
            </a:r>
            <a:r>
              <a:rPr lang="ko-KR" altLang="en-US"/>
              <a:t>는 앞이 거짓이면 뒤를 계산하지 않으므로 배열 접근이 안전합니다</a:t>
            </a:r>
            <a:r>
              <a:rPr lang="en-US" altLang="ko-KR"/>
              <a:t>. </a:t>
            </a:r>
            <a:r>
              <a:rPr lang="ko-KR" altLang="en-US"/>
              <a:t>두 값의 교환 뒤에는 다음 반복에서 다시 같은 두 칸부터 검사합니다</a:t>
            </a:r>
            <a:r>
              <a:rPr lang="en-US" altLang="ko-KR"/>
              <a:t>. </a:t>
            </a:r>
            <a:r>
              <a:rPr lang="ko-KR" altLang="en-US"/>
              <a:t>교환한 값은 자기 쪽의 조건을 만족해서 다음 칸으로 넘어갑니다</a:t>
            </a:r>
            <a:r>
              <a:rPr lang="en-US" altLang="ko-KR"/>
              <a:t>. </a:t>
            </a:r>
            <a:r>
              <a:rPr lang="ko-KR" altLang="en-US"/>
              <a:t>교차하면 마지막 교환으로 피벗의 자리를 확정합니다</a:t>
            </a:r>
            <a:r>
              <a:rPr lang="en-US" altLang="ko-KR"/>
              <a:t>.</a:t>
            </a:r>
            <a:endParaRP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078572785"/>
      </p:ext>
    </p:extLst>
  </p:cSld>
  <p:clrMapOvr>
    <a:masterClrMapping/>
  </p:clrMapOvr>
</p:notes>
</file>

<file path=ppt/notesSlides/notesSlide2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ko-KR"/>
              <a:t>C</a:t>
            </a:r>
            <a:r>
              <a:rPr lang="ko-KR" altLang="en-US"/>
              <a:t>도 같은 순서입니다</a:t>
            </a:r>
            <a:r>
              <a:rPr lang="en-US" altLang="ko-KR"/>
              <a:t>. </a:t>
            </a:r>
            <a:r>
              <a:rPr lang="ko-KR" altLang="en-US"/>
              <a:t>가운데 인덱스는 </a:t>
            </a:r>
            <a:r>
              <a:rPr lang="en-US" altLang="ko-KR"/>
              <a:t>lo</a:t>
            </a:r>
            <a:r>
              <a:rPr lang="ko-KR" altLang="en-US"/>
              <a:t>에 </a:t>
            </a:r>
            <a:r>
              <a:rPr lang="en-US" altLang="ko-KR"/>
              <a:t>hi </a:t>
            </a:r>
            <a:r>
              <a:rPr lang="ko-KR" altLang="en-US"/>
              <a:t>마이너스 </a:t>
            </a:r>
            <a:r>
              <a:rPr lang="en-US" altLang="ko-KR"/>
              <a:t>lo</a:t>
            </a:r>
            <a:r>
              <a:rPr lang="ko-KR" altLang="en-US"/>
              <a:t>의 절반을 더해 구합니다</a:t>
            </a:r>
            <a:r>
              <a:rPr lang="en-US" altLang="ko-KR"/>
              <a:t>. </a:t>
            </a:r>
            <a:r>
              <a:rPr lang="ko-KR" altLang="en-US"/>
              <a:t>두 정수의 교환에는 임시 변수 </a:t>
            </a:r>
            <a:r>
              <a:rPr lang="en-US" altLang="ko-KR"/>
              <a:t>t</a:t>
            </a:r>
            <a:r>
              <a:rPr lang="ko-KR" altLang="en-US"/>
              <a:t>가 필요합니다</a:t>
            </a:r>
            <a:r>
              <a:rPr lang="en-US" altLang="ko-KR"/>
              <a:t>. </a:t>
            </a:r>
            <a:r>
              <a:rPr lang="ko-KR" altLang="en-US"/>
              <a:t>배열 원소를 먼저 덮어쓰면 원래 값이 사라지기 때문입니다</a:t>
            </a:r>
            <a:r>
              <a:rPr lang="en-US" altLang="ko-KR"/>
              <a:t>. </a:t>
            </a:r>
            <a:r>
              <a:rPr lang="ko-KR" altLang="en-US"/>
              <a:t>논리곱 조건에서도 교차 검사부터 합니다</a:t>
            </a:r>
            <a:r>
              <a:rPr lang="en-US" altLang="ko-KR"/>
              <a:t>. </a:t>
            </a:r>
            <a:r>
              <a:rPr lang="ko-KR" altLang="en-US"/>
              <a:t>원소가 하나인 경우 </a:t>
            </a:r>
            <a:r>
              <a:rPr lang="en-US" altLang="ko-KR"/>
              <a:t>R</a:t>
            </a:r>
            <a:r>
              <a:rPr lang="ko-KR" altLang="en-US"/>
              <a:t>은 </a:t>
            </a:r>
            <a:r>
              <a:rPr lang="en-US" altLang="ko-KR"/>
              <a:t>lo </a:t>
            </a:r>
            <a:r>
              <a:rPr lang="ko-KR" altLang="en-US"/>
              <a:t>마이너스 </a:t>
            </a:r>
            <a:r>
              <a:rPr lang="en-US" altLang="ko-KR"/>
              <a:t>1</a:t>
            </a:r>
            <a:r>
              <a:rPr lang="ko-KR" altLang="en-US"/>
              <a:t>이지만 조건이 먼저 거짓이 되어 배열을 읽지 않습니다</a:t>
            </a:r>
            <a:r>
              <a:rPr lang="en-US" altLang="ko-KR"/>
              <a:t>. </a:t>
            </a:r>
            <a:r>
              <a:rPr lang="ko-KR" altLang="en-US"/>
              <a:t>마지막 자기 자신과의 교환 뒤 </a:t>
            </a:r>
            <a:r>
              <a:rPr lang="en-US" altLang="ko-KR"/>
              <a:t>lo</a:t>
            </a:r>
            <a:r>
              <a:rPr lang="ko-KR" altLang="en-US"/>
              <a:t>를 반환하면 됩니다</a:t>
            </a:r>
            <a:r>
              <a:rPr lang="en-US" altLang="ko-KR"/>
              <a:t>.</a:t>
            </a:r>
            <a:endParaRP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264705731"/>
      </p:ext>
    </p:extLst>
  </p:cSld>
  <p:clrMapOvr>
    <a:masterClrMapping/>
  </p:clrMapOvr>
</p:notes>
</file>

<file path=ppt/notesSlides/notesSlide2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a:t>앞 문제에서 만든 분할 함수를 이용해 전체 정렬을 완성하겠습니다</a:t>
            </a:r>
            <a:r>
              <a:rPr lang="en-US" altLang="ko-KR"/>
              <a:t>. </a:t>
            </a:r>
            <a:r>
              <a:rPr lang="ko-KR" altLang="en-US"/>
              <a:t>실행 환경에 </a:t>
            </a:r>
            <a:r>
              <a:rPr lang="en-US" altLang="ko-KR"/>
              <a:t>partition</a:t>
            </a:r>
            <a:r>
              <a:rPr lang="ko-KR" altLang="en-US"/>
              <a:t>이 이미 준비되어 있으므로 이번에는 </a:t>
            </a:r>
            <a:r>
              <a:rPr lang="en-US" altLang="ko-KR"/>
              <a:t>quick_sort</a:t>
            </a:r>
            <a:r>
              <a:rPr lang="ko-KR" altLang="en-US"/>
              <a:t>만 작성합니다</a:t>
            </a:r>
            <a:r>
              <a:rPr lang="en-US" altLang="ko-KR"/>
              <a:t>. lo</a:t>
            </a:r>
            <a:r>
              <a:rPr lang="ko-KR" altLang="en-US"/>
              <a:t>와 </a:t>
            </a:r>
            <a:r>
              <a:rPr lang="en-US" altLang="ko-KR"/>
              <a:t>hi</a:t>
            </a:r>
            <a:r>
              <a:rPr lang="ko-KR" altLang="en-US"/>
              <a:t>가 같으면 한 개이고 </a:t>
            </a:r>
            <a:r>
              <a:rPr lang="en-US" altLang="ko-KR"/>
              <a:t>lo</a:t>
            </a:r>
            <a:r>
              <a:rPr lang="ko-KR" altLang="en-US"/>
              <a:t>가 더 크면 빈 구간입니다</a:t>
            </a:r>
            <a:r>
              <a:rPr lang="en-US" altLang="ko-KR"/>
              <a:t>. </a:t>
            </a:r>
            <a:r>
              <a:rPr lang="ko-KR" altLang="en-US"/>
              <a:t>이때 바로 끝내세요</a:t>
            </a:r>
            <a:r>
              <a:rPr lang="en-US" altLang="ko-KR"/>
              <a:t>. </a:t>
            </a:r>
            <a:r>
              <a:rPr lang="ko-KR" altLang="en-US"/>
              <a:t>피벗은 제자리를 찾았으니 다시 정렬하지 않습니다</a:t>
            </a:r>
            <a:r>
              <a:rPr lang="en-US" altLang="ko-KR"/>
              <a:t>. </a:t>
            </a:r>
            <a:r>
              <a:rPr lang="ko-KR" altLang="en-US"/>
              <a:t>왼쪽은 </a:t>
            </a:r>
            <a:r>
              <a:rPr lang="en-US" altLang="ko-KR"/>
              <a:t>p </a:t>
            </a:r>
            <a:r>
              <a:rPr lang="ko-KR" altLang="en-US"/>
              <a:t>마이너스 </a:t>
            </a:r>
            <a:r>
              <a:rPr lang="en-US" altLang="ko-KR"/>
              <a:t>1</a:t>
            </a:r>
            <a:r>
              <a:rPr lang="ko-KR" altLang="en-US"/>
              <a:t>까지</a:t>
            </a:r>
            <a:r>
              <a:rPr lang="en-US" altLang="ko-KR"/>
              <a:t>, </a:t>
            </a:r>
            <a:r>
              <a:rPr lang="ko-KR" altLang="en-US"/>
              <a:t>오른쪽은 </a:t>
            </a:r>
            <a:r>
              <a:rPr lang="en-US" altLang="ko-KR"/>
              <a:t>p </a:t>
            </a:r>
            <a:r>
              <a:rPr lang="ko-KR" altLang="en-US"/>
              <a:t>플러스 </a:t>
            </a:r>
            <a:r>
              <a:rPr lang="en-US" altLang="ko-KR"/>
              <a:t>1</a:t>
            </a:r>
            <a:r>
              <a:rPr lang="ko-KR" altLang="en-US"/>
              <a:t>부터 호출합니다</a:t>
            </a:r>
            <a:r>
              <a:rPr lang="en-US" altLang="ko-KR"/>
              <a:t>. </a:t>
            </a:r>
            <a:r>
              <a:rPr lang="ko-KR" altLang="en-US"/>
              <a:t>반환값 대신 원래 배열이 바뀌었는지 확인합니다</a:t>
            </a:r>
            <a:r>
              <a:rPr lang="en-US" altLang="ko-KR"/>
              <a:t>.</a:t>
            </a:r>
            <a:endParaRP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0353631"/>
      </p:ext>
    </p:extLst>
  </p:cSld>
  <p:clrMapOvr>
    <a:masterClrMapping/>
  </p:clrMapOvr>
</p:notes>
</file>

<file path=ppt/notesSlides/notesSlide2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a:t>첫 분할이 끝나도 전체가 정렬된 것은 아닙니다</a:t>
            </a:r>
            <a:r>
              <a:rPr lang="en-US" altLang="ko-KR"/>
              <a:t>. </a:t>
            </a:r>
            <a:r>
              <a:rPr lang="ko-KR" altLang="en-US"/>
              <a:t>왼쪽 </a:t>
            </a:r>
            <a:r>
              <a:rPr lang="en-US" altLang="ko-KR"/>
              <a:t>3, 4, 1</a:t>
            </a:r>
            <a:r>
              <a:rPr lang="ko-KR" altLang="en-US"/>
              <a:t>은 아직 순서가 틀렸죠</a:t>
            </a:r>
            <a:r>
              <a:rPr lang="en-US" altLang="ko-KR"/>
              <a:t>. </a:t>
            </a:r>
            <a:r>
              <a:rPr lang="ko-KR" altLang="en-US"/>
              <a:t>이 왼쪽 구간에 똑같은 정렬 함수를 다시 부릅니다</a:t>
            </a:r>
            <a:r>
              <a:rPr lang="en-US" altLang="ko-KR"/>
              <a:t>. </a:t>
            </a:r>
            <a:r>
              <a:rPr lang="ko-KR" altLang="en-US"/>
              <a:t>오른쪽도 따로 부릅니다</a:t>
            </a:r>
            <a:r>
              <a:rPr lang="en-US" altLang="ko-KR"/>
              <a:t>. </a:t>
            </a:r>
            <a:r>
              <a:rPr lang="ko-KR" altLang="en-US"/>
              <a:t>피벗 자리는 두 호출에서 제외하므로 구간이 계속 줄어듭니다</a:t>
            </a:r>
            <a:r>
              <a:rPr lang="en-US" altLang="ko-KR"/>
              <a:t>. </a:t>
            </a:r>
            <a:r>
              <a:rPr lang="ko-KR" altLang="en-US"/>
              <a:t>빈 배열을 넣으면 </a:t>
            </a:r>
            <a:r>
              <a:rPr lang="en-US" altLang="ko-KR"/>
              <a:t>hi</a:t>
            </a:r>
            <a:r>
              <a:rPr lang="ko-KR" altLang="en-US"/>
              <a:t>가 마이너스 </a:t>
            </a:r>
            <a:r>
              <a:rPr lang="en-US" altLang="ko-KR"/>
              <a:t>1</a:t>
            </a:r>
            <a:r>
              <a:rPr lang="ko-KR" altLang="en-US"/>
              <a:t>입니다</a:t>
            </a:r>
            <a:r>
              <a:rPr lang="en-US" altLang="ko-KR"/>
              <a:t>. </a:t>
            </a:r>
            <a:r>
              <a:rPr lang="ko-KR" altLang="en-US"/>
              <a:t>종료 조건을 맨 먼저 확인하니 잘못된 배열 접근 없이 끝납니다</a:t>
            </a:r>
            <a:r>
              <a:rPr lang="en-US" altLang="ko-KR"/>
              <a:t>. </a:t>
            </a:r>
            <a:r>
              <a:rPr lang="ko-KR" altLang="en-US"/>
              <a:t>평균과 최악 시간이 다른 이유는 피벗이 매번 균형 있게 나누어 준다는 보장이 없기 때문입니다</a:t>
            </a:r>
            <a:r>
              <a:rPr lang="en-US" altLang="ko-KR"/>
              <a:t>.</a:t>
            </a:r>
            <a:endParaRP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051220347"/>
      </p:ext>
    </p:extLst>
  </p:cSld>
  <p:clrMapOvr>
    <a:masterClrMapping/>
  </p:clrMapOvr>
</p:notes>
</file>

<file path=ppt/notesSlides/notesSlide2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ko-KR"/>
              <a:t>Python </a:t>
            </a:r>
            <a:r>
              <a:rPr lang="ko-KR" altLang="en-US"/>
              <a:t>코드는 짧지만 호출 범위를 주의해서 보겠습니다</a:t>
            </a:r>
            <a:r>
              <a:rPr lang="en-US" altLang="ko-KR"/>
              <a:t>. </a:t>
            </a:r>
            <a:r>
              <a:rPr lang="ko-KR" altLang="en-US"/>
              <a:t>종료 조건은 </a:t>
            </a:r>
            <a:r>
              <a:rPr lang="en-US" altLang="ko-KR"/>
              <a:t>lo</a:t>
            </a:r>
            <a:r>
              <a:rPr lang="ko-KR" altLang="en-US"/>
              <a:t>가 </a:t>
            </a:r>
            <a:r>
              <a:rPr lang="en-US" altLang="ko-KR"/>
              <a:t>hi </a:t>
            </a:r>
            <a:r>
              <a:rPr lang="ko-KR" altLang="en-US"/>
              <a:t>이상일 때입니다</a:t>
            </a:r>
            <a:r>
              <a:rPr lang="en-US" altLang="ko-KR"/>
              <a:t>. </a:t>
            </a:r>
            <a:r>
              <a:rPr lang="ko-KR" altLang="en-US"/>
              <a:t>그러면 빈 구간과 원소 한 개를 모두 처리할 수 있습니다</a:t>
            </a:r>
            <a:r>
              <a:rPr lang="en-US" altLang="ko-KR"/>
              <a:t>. partition</a:t>
            </a:r>
            <a:r>
              <a:rPr lang="ko-KR" altLang="en-US"/>
              <a:t>은 배열을 직접 바꾸고 피벗 인덱스를 반환합니다</a:t>
            </a:r>
            <a:r>
              <a:rPr lang="en-US" altLang="ko-KR"/>
              <a:t>. </a:t>
            </a:r>
            <a:r>
              <a:rPr lang="ko-KR" altLang="en-US"/>
              <a:t>그 인덱스의 양쪽만 재귀 호출하면 됩니다</a:t>
            </a:r>
            <a:r>
              <a:rPr lang="en-US" altLang="ko-KR"/>
              <a:t>. </a:t>
            </a:r>
            <a:r>
              <a:rPr lang="ko-KR" altLang="en-US"/>
              <a:t>이 함수는 새 목록을 반환하지 않습니다</a:t>
            </a:r>
            <a:r>
              <a:rPr lang="en-US" altLang="ko-KR"/>
              <a:t>. </a:t>
            </a:r>
            <a:r>
              <a:rPr lang="ko-KR" altLang="en-US"/>
              <a:t>실행한 뒤 원래 </a:t>
            </a:r>
            <a:r>
              <a:rPr lang="en-US" altLang="ko-KR"/>
              <a:t>a</a:t>
            </a:r>
            <a:r>
              <a:rPr lang="ko-KR" altLang="en-US"/>
              <a:t>를 출력하거나 확인해야 합니다</a:t>
            </a:r>
            <a:r>
              <a:rPr lang="en-US" altLang="ko-KR"/>
              <a:t>. </a:t>
            </a:r>
            <a:r>
              <a:rPr lang="ko-KR" altLang="en-US"/>
              <a:t>정렬 라이브러리로 대신하지 말고 이 재귀 구조를 직접 작성해 보세요</a:t>
            </a:r>
            <a:r>
              <a:rPr lang="en-US" altLang="ko-KR"/>
              <a:t>.</a:t>
            </a:r>
            <a:endParaRP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202069549"/>
      </p:ext>
    </p:extLst>
  </p:cSld>
  <p:clrMapOvr>
    <a:masterClrMapping/>
  </p:clrMapOvr>
</p:notes>
</file>

<file path=ppt/notesSlides/notesSlide2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ko-KR"/>
              <a:t>C </a:t>
            </a:r>
            <a:r>
              <a:rPr lang="ko-KR" altLang="en-US"/>
              <a:t>실행 환경에도 앞 문항의 </a:t>
            </a:r>
            <a:r>
              <a:rPr lang="en-US" altLang="ko-KR"/>
              <a:t>partition</a:t>
            </a:r>
            <a:r>
              <a:rPr lang="ko-KR" altLang="en-US"/>
              <a:t>이 함께 제공됩니다</a:t>
            </a:r>
            <a:r>
              <a:rPr lang="en-US" altLang="ko-KR"/>
              <a:t>. </a:t>
            </a:r>
            <a:r>
              <a:rPr lang="ko-KR" altLang="en-US"/>
              <a:t>그래서 이 슬라이드의 </a:t>
            </a:r>
            <a:r>
              <a:rPr lang="en-US" altLang="ko-KR"/>
              <a:t>quick_sort</a:t>
            </a:r>
            <a:r>
              <a:rPr lang="ko-KR" altLang="en-US"/>
              <a:t>만 작성해서 실습할 수 있습니다</a:t>
            </a:r>
            <a:r>
              <a:rPr lang="en-US" altLang="ko-KR"/>
              <a:t>. </a:t>
            </a:r>
            <a:r>
              <a:rPr lang="ko-KR" altLang="en-US"/>
              <a:t>직접 파일을 만들어 실행할 때는 </a:t>
            </a:r>
            <a:r>
              <a:rPr lang="en-US" altLang="ko-KR"/>
              <a:t>partition</a:t>
            </a:r>
            <a:r>
              <a:rPr lang="ko-KR" altLang="en-US"/>
              <a:t>의 정의를 같은 파일 앞쪽에 넣거나 선언을 준비하세요</a:t>
            </a:r>
            <a:r>
              <a:rPr lang="en-US" altLang="ko-KR"/>
              <a:t>. </a:t>
            </a:r>
            <a:r>
              <a:rPr lang="ko-KR" altLang="en-US"/>
              <a:t>이 함수 역시 배열을 직접 수정하는 </a:t>
            </a:r>
            <a:r>
              <a:rPr lang="en-US" altLang="ko-KR"/>
              <a:t>void </a:t>
            </a:r>
            <a:r>
              <a:rPr lang="ko-KR" altLang="en-US"/>
              <a:t>함수입니다</a:t>
            </a:r>
            <a:r>
              <a:rPr lang="en-US" altLang="ko-KR"/>
              <a:t>. </a:t>
            </a:r>
            <a:r>
              <a:rPr lang="ko-KR" altLang="en-US"/>
              <a:t>처음에는 길이 </a:t>
            </a:r>
            <a:r>
              <a:rPr lang="en-US" altLang="ko-KR"/>
              <a:t>n</a:t>
            </a:r>
            <a:r>
              <a:rPr lang="ko-KR" altLang="en-US"/>
              <a:t>의 배열에 </a:t>
            </a:r>
            <a:r>
              <a:rPr lang="en-US" altLang="ko-KR"/>
              <a:t>0</a:t>
            </a:r>
            <a:r>
              <a:rPr lang="ko-KR" altLang="en-US"/>
              <a:t>과 </a:t>
            </a:r>
            <a:r>
              <a:rPr lang="en-US" altLang="ko-KR"/>
              <a:t>n </a:t>
            </a:r>
            <a:r>
              <a:rPr lang="ko-KR" altLang="en-US"/>
              <a:t>마이너스 </a:t>
            </a:r>
            <a:r>
              <a:rPr lang="en-US" altLang="ko-KR"/>
              <a:t>1</a:t>
            </a:r>
            <a:r>
              <a:rPr lang="ko-KR" altLang="en-US"/>
              <a:t>을 넘깁니다</a:t>
            </a:r>
            <a:r>
              <a:rPr lang="en-US" altLang="ko-KR"/>
              <a:t>. </a:t>
            </a:r>
            <a:r>
              <a:rPr lang="ko-KR" altLang="en-US"/>
              <a:t>빈 배열도 </a:t>
            </a:r>
            <a:r>
              <a:rPr lang="en-US" altLang="ko-KR"/>
              <a:t>0</a:t>
            </a:r>
            <a:r>
              <a:rPr lang="ko-KR" altLang="en-US"/>
              <a:t>과 마이너스 </a:t>
            </a:r>
            <a:r>
              <a:rPr lang="en-US" altLang="ko-KR"/>
              <a:t>1</a:t>
            </a:r>
            <a:r>
              <a:rPr lang="ko-KR" altLang="en-US"/>
              <a:t>로 호출하면 첫 조건에서 종료합니다</a:t>
            </a:r>
            <a:r>
              <a:rPr lang="en-US" altLang="ko-KR"/>
              <a:t>.</a:t>
            </a:r>
            <a:endParaRP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787977286"/>
      </p:ext>
    </p:extLst>
  </p:cSld>
  <p:clrMapOvr>
    <a:masterClrMapping/>
  </p:clrMapOvr>
</p:notes>
</file>

<file path=ppt/notesSlides/notesSlide2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단색 종이 조각 수을 확인하는 문항입니다. 먼저 조건과 요구한 반환값을 읽어 주세요. 결과만 적지 말고 어떻게 판단했는지도 적어 주세요.</a:t>
            </a:r>
          </a:p>
          <a:p>
            <a:endParaRPr/>
          </a:p>
          <a:p>
            <a:r>
              <a:t>출제 기준: 4장 강의 내용과 그 응용.</a:t>
            </a:r>
          </a:p>
          <a:p>
            <a:r>
              <a:t>배점: 입력·경계 처리 2점, 핵심 알고리즘 4점, 정확한 반환값 2점, 복잡도 설명 2점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wrap="square"/>
          <a:lstStyle/>
          <a:p>
            <a:r>
              <a:t>정답은 균일한 1 영역은 한 조각, 균일한 0 영역은 0개로 세고 나머지는 네 결과를 합한다.입니다.</a:t>
            </a:r>
          </a:p>
          <a:p>
            <a:r>
              <a:t>시간 O(n² log(n+1)) 상한. 1인 칸 수와 조각 수는 다르다.</a:t>
            </a:r>
          </a:p>
          <a:p>
            <a:r>
              <a:t>여기서는 단색 종이 조각 수의 조건을 놓치지 않았는지 확인해 주세요.</a:t>
            </a:r>
          </a:p>
          <a:p>
            <a:endParaRPr/>
          </a:p>
          <a:p>
            <a:r>
              <a:t>채점 기준</a:t>
            </a:r>
          </a:p>
          <a:p>
            <a:r>
              <a:t>- 입력·경계 처리 2점</a:t>
            </a:r>
          </a:p>
          <a:p>
            <a:r>
              <a:t>- 핵심 알고리즘 4점</a:t>
            </a:r>
          </a:p>
          <a:p>
            <a:r>
              <a:t>- 정확한 반환값 2점</a:t>
            </a:r>
          </a:p>
          <a:p>
            <a:r>
              <a:t>- 복잡도 설명 2점</a:t>
            </a:r>
          </a:p>
          <a:p>
            <a:r>
              <a:t>검증 예시</a:t>
            </a:r>
          </a:p>
          <a:p>
            <a:r>
              <a:t>[[[1,1],[1,1]],0,0,2,1]</a:t>
            </a:r>
          </a:p>
          <a:p>
            <a:r>
              <a:t>[[[0,1],[1,0]],0,0,2,2]</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wrap="square"/>
          <a:lstStyle/>
          <a:p>
            <a:r>
              <a:t>이 코드는 단색 종이 조각 수의 한 가지 정답 예시입니다.</a:t>
            </a:r>
          </a:p>
          <a:p>
            <a:r>
              <a:t>균일한 1 영역은 한 조각, 균일한 0 영역은 0개로 세고 나머지는 네 결과를 합한다.</a:t>
            </a:r>
          </a:p>
          <a:p>
            <a:r>
              <a:t>시간 O(n² log(n+1)) 상한. 1인 칸 수와 조각 수는 다르다.</a:t>
            </a:r>
          </a:p>
          <a:p>
            <a:r>
              <a:t>동일한 명세와 복잡도를 만족하는 다른 구현도 정답으로 인정합니다.</a:t>
            </a:r>
          </a:p>
          <a:p>
            <a:endParaRPr/>
          </a:p>
          <a:p>
            <a:r>
              <a:t>입력·경계 처리 2점</a:t>
            </a:r>
          </a:p>
          <a:p>
            <a:r>
              <a:t>핵심 알고리즘 4점</a:t>
            </a:r>
          </a:p>
          <a:p>
            <a:r>
              <a:t>정확한 반환값 2점</a:t>
            </a:r>
          </a:p>
          <a:p>
            <a:r>
              <a:t>복잡도 설명 2점</a:t>
            </a:r>
          </a:p>
          <a:p>
            <a:endParaRPr/>
          </a:p>
          <a:p>
            <a:r>
              <a:t>[[[1,1],[1,1]],0,0,2,1]</a:t>
            </a:r>
          </a:p>
          <a:p>
            <a:r>
              <a:t>[[[0,1],[1,0]],0,0,2,2]</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wrap="square"/>
          <a:lstStyle/>
          <a:p>
            <a:r>
              <a:t>이 코드는 단색 종이 조각 수의 한 가지 정답 예시입니다.</a:t>
            </a:r>
          </a:p>
          <a:p>
            <a:r>
              <a:t>균일한 1 영역은 한 조각, 균일한 0 영역은 0개로 세고 나머지는 네 결과를 합한다.</a:t>
            </a:r>
          </a:p>
          <a:p>
            <a:r>
              <a:t>시간 O(n² log(n+1)) 상한. 1인 칸 수와 조각 수는 다르다.</a:t>
            </a:r>
          </a:p>
          <a:p>
            <a:r>
              <a:t>동일한 명세와 복잡도를 만족하는 다른 구현도 정답으로 인정합니다.</a:t>
            </a:r>
          </a:p>
          <a:p>
            <a:endParaRPr/>
          </a:p>
          <a:p>
            <a:r>
              <a:t>입력·경계 처리 2점</a:t>
            </a:r>
          </a:p>
          <a:p>
            <a:r>
              <a:t>핵심 알고리즘 4점</a:t>
            </a:r>
          </a:p>
          <a:p>
            <a:r>
              <a:t>정확한 반환값 2점</a:t>
            </a:r>
          </a:p>
          <a:p>
            <a:r>
              <a:t>복잡도 설명 2점</a:t>
            </a:r>
          </a:p>
          <a:p>
            <a:endParaRPr/>
          </a:p>
          <a:p>
            <a:r>
              <a:t>[[[1,1],[1,1]],0,0,2,1]</a:t>
            </a:r>
          </a:p>
          <a:p>
            <a:r>
              <a:t>[[[0,1],[1,0]],0,0,2,2]</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병합 중 역전 쌍 세기을 확인하는 문항입니다. 먼저 조건과 요구한 반환값을 읽어 주세요. 결과만 적지 말고 어떻게 판단했는지도 적어 주세요.</a:t>
            </a:r>
          </a:p>
          <a:p>
            <a:endParaRPr/>
          </a:p>
          <a:p>
            <a:r>
              <a:t>출제 기준: 4장 강의 내용과 그 응용.</a:t>
            </a:r>
          </a:p>
          <a:p>
            <a:r>
              <a:t>배점: 입력·경계 처리 2점, 핵심 알고리즘 4점, 정확한 반환값 2점, 복잡도 설명 2점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오른쪽 값이 더 작으면 남은 왼쪽 원소 모두와 역전 쌍을 만든다.입니다.</a:t>
            </a:r>
          </a:p>
          <a:p>
            <a:r>
              <a:t>시간 O(n+m). 같은 값은 역전 쌍으로 세지 않는다.</a:t>
            </a:r>
          </a:p>
          <a:p>
            <a:r>
              <a:t>여기서는 병합 중 역전 쌍 세기의 조건을 놓치지 않았는지 확인해 주세요.</a:t>
            </a:r>
          </a:p>
          <a:p>
            <a:endParaRPr/>
          </a:p>
          <a:p>
            <a:r>
              <a:t>채점 기준</a:t>
            </a:r>
          </a:p>
          <a:p>
            <a:r>
              <a:t>- 입력·경계 처리 2점</a:t>
            </a:r>
          </a:p>
          <a:p>
            <a:r>
              <a:t>- 핵심 알고리즘 4점</a:t>
            </a:r>
          </a:p>
          <a:p>
            <a:r>
              <a:t>- 정확한 반환값 2점</a:t>
            </a:r>
          </a:p>
          <a:p>
            <a:r>
              <a:t>- 복잡도 설명 2점</a:t>
            </a:r>
          </a:p>
          <a:p>
            <a:r>
              <a:t>검증 예시</a:t>
            </a:r>
          </a:p>
          <a:p>
            <a:r>
              <a:t>[[1,4,7],[2,3,8],4]</a:t>
            </a:r>
          </a:p>
          <a:p>
            <a:r>
              <a:t>[[2,2],[2],0]</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코드는 병합 중 역전 쌍 세기의 한 가지 정답 예시입니다.</a:t>
            </a:r>
          </a:p>
          <a:p>
            <a:r>
              <a:t>오른쪽 값이 더 작으면 남은 왼쪽 원소 모두와 역전 쌍을 만든다.</a:t>
            </a:r>
          </a:p>
          <a:p>
            <a:r>
              <a:t>시간 O(n+m). 같은 값은 역전 쌍으로 세지 않는다.</a:t>
            </a:r>
          </a:p>
          <a:p>
            <a:r>
              <a:t>동일한 명세와 복잡도를 만족하는 다른 구현도 정답으로 인정합니다.</a:t>
            </a:r>
          </a:p>
          <a:p>
            <a:endParaRPr/>
          </a:p>
          <a:p>
            <a:r>
              <a:t>입력·경계 처리 2점</a:t>
            </a:r>
          </a:p>
          <a:p>
            <a:r>
              <a:t>핵심 알고리즘 4점</a:t>
            </a:r>
          </a:p>
          <a:p>
            <a:r>
              <a:t>정확한 반환값 2점</a:t>
            </a:r>
          </a:p>
          <a:p>
            <a:r>
              <a:t>복잡도 설명 2점</a:t>
            </a:r>
          </a:p>
          <a:p>
            <a:endParaRPr/>
          </a:p>
          <a:p>
            <a:r>
              <a:t>[[1,4,7],[2,3,8],4]</a:t>
            </a:r>
          </a:p>
          <a:p>
            <a:r>
              <a:t>[[2,2],[2],0]</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코드는 병합 중 역전 쌍 세기의 한 가지 정답 예시입니다.</a:t>
            </a:r>
          </a:p>
          <a:p>
            <a:r>
              <a:t>오른쪽 값이 더 작으면 남은 왼쪽 원소 모두와 역전 쌍을 만든다.</a:t>
            </a:r>
          </a:p>
          <a:p>
            <a:r>
              <a:t>시간 O(n+m). 같은 값은 역전 쌍으로 세지 않는다.</a:t>
            </a:r>
          </a:p>
          <a:p>
            <a:r>
              <a:t>동일한 명세와 복잡도를 만족하는 다른 구현도 정답으로 인정합니다.</a:t>
            </a:r>
          </a:p>
          <a:p>
            <a:endParaRPr/>
          </a:p>
          <a:p>
            <a:r>
              <a:t>입력·경계 처리 2점</a:t>
            </a:r>
          </a:p>
          <a:p>
            <a:r>
              <a:t>핵심 알고리즘 4점</a:t>
            </a:r>
          </a:p>
          <a:p>
            <a:r>
              <a:t>정확한 반환값 2점</a:t>
            </a:r>
          </a:p>
          <a:p>
            <a:r>
              <a:t>복잡도 설명 2점</a:t>
            </a:r>
          </a:p>
          <a:p>
            <a:endParaRPr/>
          </a:p>
          <a:p>
            <a:r>
              <a:t>[[1,4,7],[2,3,8],4]</a:t>
            </a:r>
          </a:p>
          <a:p>
            <a:r>
              <a:t>[[2,2],[2],0]</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2715486705"/>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a:spcBef>
          <a:spcPct val="0"/>
        </a:spcBef>
        <a:buNone/>
        <a:defRPr sz="4400" kern="1200">
          <a:solidFill>
            <a:schemeClr val="tx1"/>
          </a:solidFill>
          <a:latin typeface="+mj-lt"/>
          <a:ea typeface="+mj-lt"/>
          <a:cs typeface="+mj-lt"/>
        </a:defRPr>
      </a:lvl1pPr>
    </p:titleStyle>
    <p:bodyStyle>
      <a:lvl1pPr marL="342900" indent="-342900" algn="l" defTabSz="914400">
        <a:spcBef>
          <a:spcPct val="20000"/>
        </a:spcBef>
        <a:buFont typeface="Arial"/>
        <a:buChar char="•"/>
        <a:defRPr sz="3200" kern="1200">
          <a:solidFill>
            <a:schemeClr val="tx1"/>
          </a:solidFill>
          <a:latin typeface="+mn-lt"/>
          <a:ea typeface="+mn-lt"/>
          <a:cs typeface="+mn-lt"/>
        </a:defRPr>
      </a:lvl1pPr>
      <a:lvl2pPr marL="742950" indent="-285750" algn="l" defTabSz="914400">
        <a:spcBef>
          <a:spcPct val="20000"/>
        </a:spcBef>
        <a:buFont typeface="Arial"/>
        <a:buChar char="–"/>
        <a:defRPr sz="2800" kern="1200">
          <a:solidFill>
            <a:schemeClr val="tx1"/>
          </a:solidFill>
          <a:latin typeface="+mn-lt"/>
          <a:ea typeface="+mn-lt"/>
          <a:cs typeface="+mn-lt"/>
        </a:defRPr>
      </a:lvl2pPr>
      <a:lvl3pPr marL="1143000" indent="-228600" algn="l" defTabSz="914400">
        <a:spcBef>
          <a:spcPct val="20000"/>
        </a:spcBef>
        <a:buFont typeface="Arial"/>
        <a:buChar char="•"/>
        <a:defRPr sz="2400" kern="1200">
          <a:solidFill>
            <a:schemeClr val="tx1"/>
          </a:solidFill>
          <a:latin typeface="+mn-lt"/>
          <a:ea typeface="+mn-lt"/>
          <a:cs typeface="+mn-lt"/>
        </a:defRPr>
      </a:lvl3pPr>
      <a:lvl4pPr marL="1600200" indent="-228600" algn="l" defTabSz="914400">
        <a:spcBef>
          <a:spcPct val="20000"/>
        </a:spcBef>
        <a:buFont typeface="Arial"/>
        <a:buChar char="–"/>
        <a:defRPr sz="2000" kern="1200">
          <a:solidFill>
            <a:schemeClr val="tx1"/>
          </a:solidFill>
          <a:latin typeface="+mn-lt"/>
          <a:ea typeface="+mn-lt"/>
          <a:cs typeface="+mn-lt"/>
        </a:defRPr>
      </a:lvl4pPr>
      <a:lvl5pPr marL="2057400" indent="-228600" algn="l" defTabSz="914400">
        <a:spcBef>
          <a:spcPct val="20000"/>
        </a:spcBef>
        <a:buFont typeface="Arial"/>
        <a:buChar char="»"/>
        <a:defRPr sz="2000" kern="1200">
          <a:solidFill>
            <a:schemeClr val="tx1"/>
          </a:solidFill>
          <a:latin typeface="+mn-lt"/>
          <a:ea typeface="+mn-lt"/>
          <a:cs typeface="+mn-lt"/>
        </a:defRPr>
      </a:lvl5pPr>
      <a:lvl6pPr marL="2514600" indent="-228600" algn="l" defTabSz="914400">
        <a:spcBef>
          <a:spcPct val="20000"/>
        </a:spcBef>
        <a:buFont typeface="Arial"/>
        <a:buChar char="•"/>
        <a:defRPr sz="2000" kern="1200">
          <a:solidFill>
            <a:schemeClr val="tx1"/>
          </a:solidFill>
          <a:latin typeface="+mn-lt"/>
          <a:ea typeface="+mn-lt"/>
          <a:cs typeface="+mn-lt"/>
        </a:defRPr>
      </a:lvl6pPr>
      <a:lvl7pPr marL="2971800" indent="-228600" algn="l" defTabSz="914400">
        <a:spcBef>
          <a:spcPct val="20000"/>
        </a:spcBef>
        <a:buFont typeface="Arial"/>
        <a:buChar char="•"/>
        <a:defRPr sz="2000" kern="1200">
          <a:solidFill>
            <a:schemeClr val="tx1"/>
          </a:solidFill>
          <a:latin typeface="+mn-lt"/>
          <a:ea typeface="+mn-lt"/>
          <a:cs typeface="+mn-lt"/>
        </a:defRPr>
      </a:lvl7pPr>
      <a:lvl8pPr marL="3429000" indent="-228600" algn="l" defTabSz="914400">
        <a:spcBef>
          <a:spcPct val="20000"/>
        </a:spcBef>
        <a:buFont typeface="Arial"/>
        <a:buChar char="•"/>
        <a:defRPr sz="2000" kern="1200">
          <a:solidFill>
            <a:schemeClr val="tx1"/>
          </a:solidFill>
          <a:latin typeface="+mn-lt"/>
          <a:ea typeface="+mn-lt"/>
          <a:cs typeface="+mn-lt"/>
        </a:defRPr>
      </a:lvl8pPr>
      <a:lvl9pPr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3.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3.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3.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3.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3.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3.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3.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3.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3.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3.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3.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3.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3.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3.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3.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3.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1.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1.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87.xml"/><Relationship Id="rId1" Type="http://schemas.openxmlformats.org/officeDocument/2006/relationships/slideLayout" Target="../slideLayouts/slideLayout1.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1.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1.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90.xml"/><Relationship Id="rId1" Type="http://schemas.openxmlformats.org/officeDocument/2006/relationships/slideLayout" Target="../slideLayouts/slideLayout1.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1.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1.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1.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1.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1.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1.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1.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1.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1.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1.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1.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1.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103.xml"/><Relationship Id="rId1" Type="http://schemas.openxmlformats.org/officeDocument/2006/relationships/slideLayout" Target="../slideLayouts/slideLayout1.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104.xml"/><Relationship Id="rId1" Type="http://schemas.openxmlformats.org/officeDocument/2006/relationships/slideLayout" Target="../slideLayouts/slideLayout1.xml"/></Relationships>
</file>

<file path=ppt/slides/_rels/slide105.xml.rels><?xml version="1.0" encoding="UTF-8" standalone="yes"?>
<Relationships xmlns="http://schemas.openxmlformats.org/package/2006/relationships"><Relationship Id="rId2" Type="http://schemas.openxmlformats.org/officeDocument/2006/relationships/notesSlide" Target="../notesSlides/notesSlide105.xml"/><Relationship Id="rId1" Type="http://schemas.openxmlformats.org/officeDocument/2006/relationships/slideLayout" Target="../slideLayouts/slideLayout1.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106.xml"/><Relationship Id="rId1" Type="http://schemas.openxmlformats.org/officeDocument/2006/relationships/slideLayout" Target="../slideLayouts/slideLayout1.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107.xml"/><Relationship Id="rId1" Type="http://schemas.openxmlformats.org/officeDocument/2006/relationships/slideLayout" Target="../slideLayouts/slideLayout1.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108.xml"/><Relationship Id="rId1" Type="http://schemas.openxmlformats.org/officeDocument/2006/relationships/slideLayout" Target="../slideLayouts/slideLayout1.xml"/></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109.xml"/><Relationship Id="rId1" Type="http://schemas.openxmlformats.org/officeDocument/2006/relationships/slideLayout" Target="../slideLayouts/slideLayout1.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110.xml"/><Relationship Id="rId1" Type="http://schemas.openxmlformats.org/officeDocument/2006/relationships/slideLayout" Target="../slideLayouts/slideLayout1.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111.xml"/><Relationship Id="rId1" Type="http://schemas.openxmlformats.org/officeDocument/2006/relationships/slideLayout" Target="../slideLayouts/slideLayout1.xm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112.xml"/><Relationship Id="rId1" Type="http://schemas.openxmlformats.org/officeDocument/2006/relationships/slideLayout" Target="../slideLayouts/slideLayout1.xml"/></Relationships>
</file>

<file path=ppt/slides/_rels/slide113.xml.rels><?xml version="1.0" encoding="UTF-8" standalone="yes"?>
<Relationships xmlns="http://schemas.openxmlformats.org/package/2006/relationships"><Relationship Id="rId2" Type="http://schemas.openxmlformats.org/officeDocument/2006/relationships/notesSlide" Target="../notesSlides/notesSlide113.xml"/><Relationship Id="rId1" Type="http://schemas.openxmlformats.org/officeDocument/2006/relationships/slideLayout" Target="../slideLayouts/slideLayout1.xml"/></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114.xml"/><Relationship Id="rId1" Type="http://schemas.openxmlformats.org/officeDocument/2006/relationships/slideLayout" Target="../slideLayouts/slideLayout1.xml"/></Relationships>
</file>

<file path=ppt/slides/_rels/slide115.xml.rels><?xml version="1.0" encoding="UTF-8" standalone="yes"?>
<Relationships xmlns="http://schemas.openxmlformats.org/package/2006/relationships"><Relationship Id="rId2" Type="http://schemas.openxmlformats.org/officeDocument/2006/relationships/notesSlide" Target="../notesSlides/notesSlide115.xml"/><Relationship Id="rId1" Type="http://schemas.openxmlformats.org/officeDocument/2006/relationships/slideLayout" Target="../slideLayouts/slideLayout1.xml"/></Relationships>
</file>

<file path=ppt/slides/_rels/slide116.xml.rels><?xml version="1.0" encoding="UTF-8" standalone="yes"?>
<Relationships xmlns="http://schemas.openxmlformats.org/package/2006/relationships"><Relationship Id="rId2" Type="http://schemas.openxmlformats.org/officeDocument/2006/relationships/notesSlide" Target="../notesSlides/notesSlide116.xml"/><Relationship Id="rId1" Type="http://schemas.openxmlformats.org/officeDocument/2006/relationships/slideLayout" Target="../slideLayouts/slideLayout1.xml"/></Relationships>
</file>

<file path=ppt/slides/_rels/slide117.xml.rels><?xml version="1.0" encoding="UTF-8" standalone="yes"?>
<Relationships xmlns="http://schemas.openxmlformats.org/package/2006/relationships"><Relationship Id="rId2" Type="http://schemas.openxmlformats.org/officeDocument/2006/relationships/notesSlide" Target="../notesSlides/notesSlide117.xml"/><Relationship Id="rId1" Type="http://schemas.openxmlformats.org/officeDocument/2006/relationships/slideLayout" Target="../slideLayouts/slideLayout1.xml"/></Relationships>
</file>

<file path=ppt/slides/_rels/slide118.xml.rels><?xml version="1.0" encoding="UTF-8" standalone="yes"?>
<Relationships xmlns="http://schemas.openxmlformats.org/package/2006/relationships"><Relationship Id="rId2" Type="http://schemas.openxmlformats.org/officeDocument/2006/relationships/notesSlide" Target="../notesSlides/notesSlide118.xml"/><Relationship Id="rId1" Type="http://schemas.openxmlformats.org/officeDocument/2006/relationships/slideLayout" Target="../slideLayouts/slideLayout1.xml"/></Relationships>
</file>

<file path=ppt/slides/_rels/slide119.xml.rels><?xml version="1.0" encoding="UTF-8" standalone="yes"?>
<Relationships xmlns="http://schemas.openxmlformats.org/package/2006/relationships"><Relationship Id="rId2" Type="http://schemas.openxmlformats.org/officeDocument/2006/relationships/notesSlide" Target="../notesSlides/notesSlide119.xml"/><Relationship Id="rId1" Type="http://schemas.openxmlformats.org/officeDocument/2006/relationships/slideLayout" Target="../slideLayouts/slideLayout1.xml"/></Relationships>
</file>

<file path=ppt/slides/_rels/slide120.xml.rels><?xml version="1.0" encoding="UTF-8" standalone="yes"?>
<Relationships xmlns="http://schemas.openxmlformats.org/package/2006/relationships"><Relationship Id="rId2" Type="http://schemas.openxmlformats.org/officeDocument/2006/relationships/notesSlide" Target="../notesSlides/notesSlide120.xml"/><Relationship Id="rId1" Type="http://schemas.openxmlformats.org/officeDocument/2006/relationships/slideLayout" Target="../slideLayouts/slideLayout1.xml"/></Relationships>
</file>

<file path=ppt/slides/_rels/slide121.xml.rels><?xml version="1.0" encoding="UTF-8" standalone="yes"?>
<Relationships xmlns="http://schemas.openxmlformats.org/package/2006/relationships"><Relationship Id="rId2" Type="http://schemas.openxmlformats.org/officeDocument/2006/relationships/notesSlide" Target="../notesSlides/notesSlide121.xml"/><Relationship Id="rId1" Type="http://schemas.openxmlformats.org/officeDocument/2006/relationships/slideLayout" Target="../slideLayouts/slideLayout1.xml"/></Relationships>
</file>

<file path=ppt/slides/_rels/slide122.xml.rels><?xml version="1.0" encoding="UTF-8" standalone="yes"?>
<Relationships xmlns="http://schemas.openxmlformats.org/package/2006/relationships"><Relationship Id="rId2" Type="http://schemas.openxmlformats.org/officeDocument/2006/relationships/notesSlide" Target="../notesSlides/notesSlide122.xml"/><Relationship Id="rId1" Type="http://schemas.openxmlformats.org/officeDocument/2006/relationships/slideLayout" Target="../slideLayouts/slideLayout1.xml"/></Relationships>
</file>

<file path=ppt/slides/_rels/slide123.xml.rels><?xml version="1.0" encoding="UTF-8" standalone="yes"?>
<Relationships xmlns="http://schemas.openxmlformats.org/package/2006/relationships"><Relationship Id="rId2" Type="http://schemas.openxmlformats.org/officeDocument/2006/relationships/notesSlide" Target="../notesSlides/notesSlide123.xml"/><Relationship Id="rId1" Type="http://schemas.openxmlformats.org/officeDocument/2006/relationships/slideLayout" Target="../slideLayouts/slideLayout1.xml"/></Relationships>
</file>

<file path=ppt/slides/_rels/slide124.xml.rels><?xml version="1.0" encoding="UTF-8" standalone="yes"?>
<Relationships xmlns="http://schemas.openxmlformats.org/package/2006/relationships"><Relationship Id="rId2" Type="http://schemas.openxmlformats.org/officeDocument/2006/relationships/notesSlide" Target="../notesSlides/notesSlide124.xml"/><Relationship Id="rId1" Type="http://schemas.openxmlformats.org/officeDocument/2006/relationships/slideLayout" Target="../slideLayouts/slideLayout1.xml"/></Relationships>
</file>

<file path=ppt/slides/_rels/slide125.xml.rels><?xml version="1.0" encoding="UTF-8" standalone="yes"?>
<Relationships xmlns="http://schemas.openxmlformats.org/package/2006/relationships"><Relationship Id="rId2" Type="http://schemas.openxmlformats.org/officeDocument/2006/relationships/notesSlide" Target="../notesSlides/notesSlide125.xml"/><Relationship Id="rId1" Type="http://schemas.openxmlformats.org/officeDocument/2006/relationships/slideLayout" Target="../slideLayouts/slideLayout1.xml"/></Relationships>
</file>

<file path=ppt/slides/_rels/slide126.xml.rels><?xml version="1.0" encoding="UTF-8" standalone="yes"?>
<Relationships xmlns="http://schemas.openxmlformats.org/package/2006/relationships"><Relationship Id="rId2" Type="http://schemas.openxmlformats.org/officeDocument/2006/relationships/notesSlide" Target="../notesSlides/notesSlide126.xml"/><Relationship Id="rId1" Type="http://schemas.openxmlformats.org/officeDocument/2006/relationships/slideLayout" Target="../slideLayouts/slideLayout1.xml"/></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127.xml"/><Relationship Id="rId1" Type="http://schemas.openxmlformats.org/officeDocument/2006/relationships/slideLayout" Target="../slideLayouts/slideLayout1.xml"/></Relationships>
</file>

<file path=ppt/slides/_rels/slide128.xml.rels><?xml version="1.0" encoding="UTF-8" standalone="yes"?>
<Relationships xmlns="http://schemas.openxmlformats.org/package/2006/relationships"><Relationship Id="rId2" Type="http://schemas.openxmlformats.org/officeDocument/2006/relationships/notesSlide" Target="../notesSlides/notesSlide128.xml"/><Relationship Id="rId1" Type="http://schemas.openxmlformats.org/officeDocument/2006/relationships/slideLayout" Target="../slideLayouts/slideLayout1.xml"/></Relationships>
</file>

<file path=ppt/slides/_rels/slide129.xml.rels><?xml version="1.0" encoding="UTF-8" standalone="yes"?>
<Relationships xmlns="http://schemas.openxmlformats.org/package/2006/relationships"><Relationship Id="rId2" Type="http://schemas.openxmlformats.org/officeDocument/2006/relationships/notesSlide" Target="../notesSlides/notesSlide129.xml"/><Relationship Id="rId1" Type="http://schemas.openxmlformats.org/officeDocument/2006/relationships/slideLayout" Target="../slideLayouts/slideLayout3.xml"/></Relationships>
</file>

<file path=ppt/slides/_rels/slide130.xml.rels><?xml version="1.0" encoding="UTF-8" standalone="yes"?>
<Relationships xmlns="http://schemas.openxmlformats.org/package/2006/relationships"><Relationship Id="rId2" Type="http://schemas.openxmlformats.org/officeDocument/2006/relationships/notesSlide" Target="../notesSlides/notesSlide130.xml"/><Relationship Id="rId1" Type="http://schemas.openxmlformats.org/officeDocument/2006/relationships/slideLayout" Target="../slideLayouts/slideLayout3.xml"/></Relationships>
</file>

<file path=ppt/slides/_rels/slide131.xml.rels><?xml version="1.0" encoding="UTF-8" standalone="yes"?>
<Relationships xmlns="http://schemas.openxmlformats.org/package/2006/relationships"><Relationship Id="rId2" Type="http://schemas.openxmlformats.org/officeDocument/2006/relationships/notesSlide" Target="../notesSlides/notesSlide131.xml"/><Relationship Id="rId1" Type="http://schemas.openxmlformats.org/officeDocument/2006/relationships/slideLayout" Target="../slideLayouts/slideLayout3.xml"/></Relationships>
</file>

<file path=ppt/slides/_rels/slide132.xml.rels><?xml version="1.0" encoding="UTF-8" standalone="yes"?>
<Relationships xmlns="http://schemas.openxmlformats.org/package/2006/relationships"><Relationship Id="rId2" Type="http://schemas.openxmlformats.org/officeDocument/2006/relationships/notesSlide" Target="../notesSlides/notesSlide132.xml"/><Relationship Id="rId1" Type="http://schemas.openxmlformats.org/officeDocument/2006/relationships/slideLayout" Target="../slideLayouts/slideLayout3.xml"/></Relationships>
</file>

<file path=ppt/slides/_rels/slide133.xml.rels><?xml version="1.0" encoding="UTF-8" standalone="yes"?>
<Relationships xmlns="http://schemas.openxmlformats.org/package/2006/relationships"><Relationship Id="rId2" Type="http://schemas.openxmlformats.org/officeDocument/2006/relationships/notesSlide" Target="../notesSlides/notesSlide133.xml"/><Relationship Id="rId1" Type="http://schemas.openxmlformats.org/officeDocument/2006/relationships/slideLayout" Target="../slideLayouts/slideLayout3.xml"/></Relationships>
</file>

<file path=ppt/slides/_rels/slide134.xml.rels><?xml version="1.0" encoding="UTF-8" standalone="yes"?>
<Relationships xmlns="http://schemas.openxmlformats.org/package/2006/relationships"><Relationship Id="rId2" Type="http://schemas.openxmlformats.org/officeDocument/2006/relationships/notesSlide" Target="../notesSlides/notesSlide134.xml"/><Relationship Id="rId1" Type="http://schemas.openxmlformats.org/officeDocument/2006/relationships/slideLayout" Target="../slideLayouts/slideLayout3.xml"/></Relationships>
</file>

<file path=ppt/slides/_rels/slide135.xml.rels><?xml version="1.0" encoding="UTF-8" standalone="yes"?>
<Relationships xmlns="http://schemas.openxmlformats.org/package/2006/relationships"><Relationship Id="rId2" Type="http://schemas.openxmlformats.org/officeDocument/2006/relationships/notesSlide" Target="../notesSlides/notesSlide135.xml"/><Relationship Id="rId1" Type="http://schemas.openxmlformats.org/officeDocument/2006/relationships/slideLayout" Target="../slideLayouts/slideLayout3.xml"/></Relationships>
</file>

<file path=ppt/slides/_rels/slide136.xml.rels><?xml version="1.0" encoding="UTF-8" standalone="yes"?>
<Relationships xmlns="http://schemas.openxmlformats.org/package/2006/relationships"><Relationship Id="rId2" Type="http://schemas.openxmlformats.org/officeDocument/2006/relationships/notesSlide" Target="../notesSlides/notesSlide136.xml"/><Relationship Id="rId1" Type="http://schemas.openxmlformats.org/officeDocument/2006/relationships/slideLayout" Target="../slideLayouts/slideLayout3.xml"/></Relationships>
</file>

<file path=ppt/slides/_rels/slide137.xml.rels><?xml version="1.0" encoding="UTF-8" standalone="yes"?>
<Relationships xmlns="http://schemas.openxmlformats.org/package/2006/relationships"><Relationship Id="rId2" Type="http://schemas.openxmlformats.org/officeDocument/2006/relationships/notesSlide" Target="../notesSlides/notesSlide137.xml"/><Relationship Id="rId1" Type="http://schemas.openxmlformats.org/officeDocument/2006/relationships/slideLayout" Target="../slideLayouts/slideLayout3.xml"/></Relationships>
</file>

<file path=ppt/slides/_rels/slide138.xml.rels><?xml version="1.0" encoding="UTF-8" standalone="yes"?>
<Relationships xmlns="http://schemas.openxmlformats.org/package/2006/relationships"><Relationship Id="rId2" Type="http://schemas.openxmlformats.org/officeDocument/2006/relationships/notesSlide" Target="../notesSlides/notesSlide138.xml"/><Relationship Id="rId1" Type="http://schemas.openxmlformats.org/officeDocument/2006/relationships/slideLayout" Target="../slideLayouts/slideLayout3.xml"/></Relationships>
</file>

<file path=ppt/slides/_rels/slide139.xml.rels><?xml version="1.0" encoding="UTF-8" standalone="yes"?>
<Relationships xmlns="http://schemas.openxmlformats.org/package/2006/relationships"><Relationship Id="rId2" Type="http://schemas.openxmlformats.org/officeDocument/2006/relationships/notesSlide" Target="../notesSlides/notesSlide139.xml"/><Relationship Id="rId1" Type="http://schemas.openxmlformats.org/officeDocument/2006/relationships/slideLayout" Target="../slideLayouts/slideLayout3.xml"/></Relationships>
</file>

<file path=ppt/slides/_rels/slide140.xml.rels><?xml version="1.0" encoding="UTF-8" standalone="yes"?>
<Relationships xmlns="http://schemas.openxmlformats.org/package/2006/relationships"><Relationship Id="rId2" Type="http://schemas.openxmlformats.org/officeDocument/2006/relationships/notesSlide" Target="../notesSlides/notesSlide140.xml"/><Relationship Id="rId1" Type="http://schemas.openxmlformats.org/officeDocument/2006/relationships/slideLayout" Target="../slideLayouts/slideLayout3.xml"/></Relationships>
</file>

<file path=ppt/slides/_rels/slide141.xml.rels><?xml version="1.0" encoding="UTF-8" standalone="yes"?>
<Relationships xmlns="http://schemas.openxmlformats.org/package/2006/relationships"><Relationship Id="rId2" Type="http://schemas.openxmlformats.org/officeDocument/2006/relationships/notesSlide" Target="../notesSlides/notesSlide141.xml"/><Relationship Id="rId1" Type="http://schemas.openxmlformats.org/officeDocument/2006/relationships/slideLayout" Target="../slideLayouts/slideLayout1.xml"/></Relationships>
</file>

<file path=ppt/slides/_rels/slide142.xml.rels><?xml version="1.0" encoding="UTF-8" standalone="yes"?>
<Relationships xmlns="http://schemas.openxmlformats.org/package/2006/relationships"><Relationship Id="rId2" Type="http://schemas.openxmlformats.org/officeDocument/2006/relationships/notesSlide" Target="../notesSlides/notesSlide142.xml"/><Relationship Id="rId1" Type="http://schemas.openxmlformats.org/officeDocument/2006/relationships/slideLayout" Target="../slideLayouts/slideLayout1.xml"/></Relationships>
</file>

<file path=ppt/slides/_rels/slide143.xml.rels><?xml version="1.0" encoding="UTF-8" standalone="yes"?>
<Relationships xmlns="http://schemas.openxmlformats.org/package/2006/relationships"><Relationship Id="rId2" Type="http://schemas.openxmlformats.org/officeDocument/2006/relationships/notesSlide" Target="../notesSlides/notesSlide143.xml"/><Relationship Id="rId1" Type="http://schemas.openxmlformats.org/officeDocument/2006/relationships/slideLayout" Target="../slideLayouts/slideLayout1.xml"/></Relationships>
</file>

<file path=ppt/slides/_rels/slide144.xml.rels><?xml version="1.0" encoding="UTF-8" standalone="yes"?>
<Relationships xmlns="http://schemas.openxmlformats.org/package/2006/relationships"><Relationship Id="rId2" Type="http://schemas.openxmlformats.org/officeDocument/2006/relationships/notesSlide" Target="../notesSlides/notesSlide144.xml"/><Relationship Id="rId1" Type="http://schemas.openxmlformats.org/officeDocument/2006/relationships/slideLayout" Target="../slideLayouts/slideLayout1.xml"/></Relationships>
</file>

<file path=ppt/slides/_rels/slide145.xml.rels><?xml version="1.0" encoding="UTF-8" standalone="yes"?>
<Relationships xmlns="http://schemas.openxmlformats.org/package/2006/relationships"><Relationship Id="rId2" Type="http://schemas.openxmlformats.org/officeDocument/2006/relationships/notesSlide" Target="../notesSlides/notesSlide145.xml"/><Relationship Id="rId1" Type="http://schemas.openxmlformats.org/officeDocument/2006/relationships/slideLayout" Target="../slideLayouts/slideLayout1.xml"/></Relationships>
</file>

<file path=ppt/slides/_rels/slide146.xml.rels><?xml version="1.0" encoding="UTF-8" standalone="yes"?>
<Relationships xmlns="http://schemas.openxmlformats.org/package/2006/relationships"><Relationship Id="rId2" Type="http://schemas.openxmlformats.org/officeDocument/2006/relationships/notesSlide" Target="../notesSlides/notesSlide146.xml"/><Relationship Id="rId1" Type="http://schemas.openxmlformats.org/officeDocument/2006/relationships/slideLayout" Target="../slideLayouts/slideLayout1.xml"/></Relationships>
</file>

<file path=ppt/slides/_rels/slide147.xml.rels><?xml version="1.0" encoding="UTF-8" standalone="yes"?>
<Relationships xmlns="http://schemas.openxmlformats.org/package/2006/relationships"><Relationship Id="rId2" Type="http://schemas.openxmlformats.org/officeDocument/2006/relationships/notesSlide" Target="../notesSlides/notesSlide147.xml"/><Relationship Id="rId1" Type="http://schemas.openxmlformats.org/officeDocument/2006/relationships/slideLayout" Target="../slideLayouts/slideLayout1.xml"/></Relationships>
</file>

<file path=ppt/slides/_rels/slide148.xml.rels><?xml version="1.0" encoding="UTF-8" standalone="yes"?>
<Relationships xmlns="http://schemas.openxmlformats.org/package/2006/relationships"><Relationship Id="rId2" Type="http://schemas.openxmlformats.org/officeDocument/2006/relationships/notesSlide" Target="../notesSlides/notesSlide148.xml"/><Relationship Id="rId1" Type="http://schemas.openxmlformats.org/officeDocument/2006/relationships/slideLayout" Target="../slideLayouts/slideLayout1.xml"/></Relationships>
</file>

<file path=ppt/slides/_rels/slide149.xml.rels><?xml version="1.0" encoding="UTF-8" standalone="yes"?>
<Relationships xmlns="http://schemas.openxmlformats.org/package/2006/relationships"><Relationship Id="rId2" Type="http://schemas.openxmlformats.org/officeDocument/2006/relationships/notesSlide" Target="../notesSlides/notesSlide149.xml"/><Relationship Id="rId1" Type="http://schemas.openxmlformats.org/officeDocument/2006/relationships/slideLayout" Target="../slideLayouts/slideLayout1.xml"/></Relationships>
</file>

<file path=ppt/slides/_rels/slide150.xml.rels><?xml version="1.0" encoding="UTF-8" standalone="yes"?>
<Relationships xmlns="http://schemas.openxmlformats.org/package/2006/relationships"><Relationship Id="rId2" Type="http://schemas.openxmlformats.org/officeDocument/2006/relationships/notesSlide" Target="../notesSlides/notesSlide150.xml"/><Relationship Id="rId1" Type="http://schemas.openxmlformats.org/officeDocument/2006/relationships/slideLayout" Target="../slideLayouts/slideLayout1.xml"/></Relationships>
</file>

<file path=ppt/slides/_rels/slide151.xml.rels><?xml version="1.0" encoding="UTF-8" standalone="yes"?>
<Relationships xmlns="http://schemas.openxmlformats.org/package/2006/relationships"><Relationship Id="rId2" Type="http://schemas.openxmlformats.org/officeDocument/2006/relationships/notesSlide" Target="../notesSlides/notesSlide151.xml"/><Relationship Id="rId1" Type="http://schemas.openxmlformats.org/officeDocument/2006/relationships/slideLayout" Target="../slideLayouts/slideLayout1.xml"/></Relationships>
</file>

<file path=ppt/slides/_rels/slide152.xml.rels><?xml version="1.0" encoding="UTF-8" standalone="yes"?>
<Relationships xmlns="http://schemas.openxmlformats.org/package/2006/relationships"><Relationship Id="rId2" Type="http://schemas.openxmlformats.org/officeDocument/2006/relationships/notesSlide" Target="../notesSlides/notesSlide152.xml"/><Relationship Id="rId1" Type="http://schemas.openxmlformats.org/officeDocument/2006/relationships/slideLayout" Target="../slideLayouts/slideLayout1.xml"/></Relationships>
</file>

<file path=ppt/slides/_rels/slide153.xml.rels><?xml version="1.0" encoding="UTF-8" standalone="yes"?>
<Relationships xmlns="http://schemas.openxmlformats.org/package/2006/relationships"><Relationship Id="rId2" Type="http://schemas.openxmlformats.org/officeDocument/2006/relationships/notesSlide" Target="../notesSlides/notesSlide153.xml"/><Relationship Id="rId1" Type="http://schemas.openxmlformats.org/officeDocument/2006/relationships/slideLayout" Target="../slideLayouts/slideLayout1.xml"/></Relationships>
</file>

<file path=ppt/slides/_rels/slide154.xml.rels><?xml version="1.0" encoding="UTF-8" standalone="yes"?>
<Relationships xmlns="http://schemas.openxmlformats.org/package/2006/relationships"><Relationship Id="rId2" Type="http://schemas.openxmlformats.org/officeDocument/2006/relationships/notesSlide" Target="../notesSlides/notesSlide154.xml"/><Relationship Id="rId1" Type="http://schemas.openxmlformats.org/officeDocument/2006/relationships/slideLayout" Target="../slideLayouts/slideLayout1.xml"/></Relationships>
</file>

<file path=ppt/slides/_rels/slide155.xml.rels><?xml version="1.0" encoding="UTF-8" standalone="yes"?>
<Relationships xmlns="http://schemas.openxmlformats.org/package/2006/relationships"><Relationship Id="rId2" Type="http://schemas.openxmlformats.org/officeDocument/2006/relationships/notesSlide" Target="../notesSlides/notesSlide155.xml"/><Relationship Id="rId1" Type="http://schemas.openxmlformats.org/officeDocument/2006/relationships/slideLayout" Target="../slideLayouts/slideLayout1.xml"/></Relationships>
</file>

<file path=ppt/slides/_rels/slide156.xml.rels><?xml version="1.0" encoding="UTF-8" standalone="yes"?>
<Relationships xmlns="http://schemas.openxmlformats.org/package/2006/relationships"><Relationship Id="rId2" Type="http://schemas.openxmlformats.org/officeDocument/2006/relationships/notesSlide" Target="../notesSlides/notesSlide156.xml"/><Relationship Id="rId1" Type="http://schemas.openxmlformats.org/officeDocument/2006/relationships/slideLayout" Target="../slideLayouts/slideLayout1.xml"/></Relationships>
</file>

<file path=ppt/slides/_rels/slide157.xml.rels><?xml version="1.0" encoding="UTF-8" standalone="yes"?>
<Relationships xmlns="http://schemas.openxmlformats.org/package/2006/relationships"><Relationship Id="rId2" Type="http://schemas.openxmlformats.org/officeDocument/2006/relationships/notesSlide" Target="../notesSlides/notesSlide157.xml"/><Relationship Id="rId1" Type="http://schemas.openxmlformats.org/officeDocument/2006/relationships/slideLayout" Target="../slideLayouts/slideLayout1.xml"/></Relationships>
</file>

<file path=ppt/slides/_rels/slide158.xml.rels><?xml version="1.0" encoding="UTF-8" standalone="yes"?>
<Relationships xmlns="http://schemas.openxmlformats.org/package/2006/relationships"><Relationship Id="rId2" Type="http://schemas.openxmlformats.org/officeDocument/2006/relationships/notesSlide" Target="../notesSlides/notesSlide158.xml"/><Relationship Id="rId1" Type="http://schemas.openxmlformats.org/officeDocument/2006/relationships/slideLayout" Target="../slideLayouts/slideLayout1.xml"/></Relationships>
</file>

<file path=ppt/slides/_rels/slide159.xml.rels><?xml version="1.0" encoding="UTF-8" standalone="yes"?>
<Relationships xmlns="http://schemas.openxmlformats.org/package/2006/relationships"><Relationship Id="rId2" Type="http://schemas.openxmlformats.org/officeDocument/2006/relationships/notesSlide" Target="../notesSlides/notesSlide159.xml"/><Relationship Id="rId1" Type="http://schemas.openxmlformats.org/officeDocument/2006/relationships/slideLayout" Target="../slideLayouts/slideLayout1.xml"/></Relationships>
</file>

<file path=ppt/slides/_rels/slide160.xml.rels><?xml version="1.0" encoding="UTF-8" standalone="yes"?>
<Relationships xmlns="http://schemas.openxmlformats.org/package/2006/relationships"><Relationship Id="rId2" Type="http://schemas.openxmlformats.org/officeDocument/2006/relationships/notesSlide" Target="../notesSlides/notesSlide160.xml"/><Relationship Id="rId1" Type="http://schemas.openxmlformats.org/officeDocument/2006/relationships/slideLayout" Target="../slideLayouts/slideLayout1.xml"/></Relationships>
</file>

<file path=ppt/slides/_rels/slide161.xml.rels><?xml version="1.0" encoding="UTF-8" standalone="yes"?>
<Relationships xmlns="http://schemas.openxmlformats.org/package/2006/relationships"><Relationship Id="rId2" Type="http://schemas.openxmlformats.org/officeDocument/2006/relationships/notesSlide" Target="../notesSlides/notesSlide161.xml"/><Relationship Id="rId1" Type="http://schemas.openxmlformats.org/officeDocument/2006/relationships/slideLayout" Target="../slideLayouts/slideLayout1.xml"/></Relationships>
</file>

<file path=ppt/slides/_rels/slide162.xml.rels><?xml version="1.0" encoding="UTF-8" standalone="yes"?>
<Relationships xmlns="http://schemas.openxmlformats.org/package/2006/relationships"><Relationship Id="rId2" Type="http://schemas.openxmlformats.org/officeDocument/2006/relationships/notesSlide" Target="../notesSlides/notesSlide162.xml"/><Relationship Id="rId1" Type="http://schemas.openxmlformats.org/officeDocument/2006/relationships/slideLayout" Target="../slideLayouts/slideLayout1.xml"/></Relationships>
</file>

<file path=ppt/slides/_rels/slide163.xml.rels><?xml version="1.0" encoding="UTF-8" standalone="yes"?>
<Relationships xmlns="http://schemas.openxmlformats.org/package/2006/relationships"><Relationship Id="rId2" Type="http://schemas.openxmlformats.org/officeDocument/2006/relationships/notesSlide" Target="../notesSlides/notesSlide163.xml"/><Relationship Id="rId1" Type="http://schemas.openxmlformats.org/officeDocument/2006/relationships/slideLayout" Target="../slideLayouts/slideLayout1.xml"/></Relationships>
</file>

<file path=ppt/slides/_rels/slide164.xml.rels><?xml version="1.0" encoding="UTF-8" standalone="yes"?>
<Relationships xmlns="http://schemas.openxmlformats.org/package/2006/relationships"><Relationship Id="rId2" Type="http://schemas.openxmlformats.org/officeDocument/2006/relationships/notesSlide" Target="../notesSlides/notesSlide164.xml"/><Relationship Id="rId1" Type="http://schemas.openxmlformats.org/officeDocument/2006/relationships/slideLayout" Target="../slideLayouts/slideLayout1.xml"/></Relationships>
</file>

<file path=ppt/slides/_rels/slide165.xml.rels><?xml version="1.0" encoding="UTF-8" standalone="yes"?>
<Relationships xmlns="http://schemas.openxmlformats.org/package/2006/relationships"><Relationship Id="rId2" Type="http://schemas.openxmlformats.org/officeDocument/2006/relationships/notesSlide" Target="../notesSlides/notesSlide165.xml"/><Relationship Id="rId1" Type="http://schemas.openxmlformats.org/officeDocument/2006/relationships/slideLayout" Target="../slideLayouts/slideLayout1.xml"/></Relationships>
</file>

<file path=ppt/slides/_rels/slide166.xml.rels><?xml version="1.0" encoding="UTF-8" standalone="yes"?>
<Relationships xmlns="http://schemas.openxmlformats.org/package/2006/relationships"><Relationship Id="rId2" Type="http://schemas.openxmlformats.org/officeDocument/2006/relationships/notesSlide" Target="../notesSlides/notesSlide166.xml"/><Relationship Id="rId1" Type="http://schemas.openxmlformats.org/officeDocument/2006/relationships/slideLayout" Target="../slideLayouts/slideLayout1.xml"/></Relationships>
</file>

<file path=ppt/slides/_rels/slide167.xml.rels><?xml version="1.0" encoding="UTF-8" standalone="yes"?>
<Relationships xmlns="http://schemas.openxmlformats.org/package/2006/relationships"><Relationship Id="rId2" Type="http://schemas.openxmlformats.org/officeDocument/2006/relationships/notesSlide" Target="../notesSlides/notesSlide167.xml"/><Relationship Id="rId1" Type="http://schemas.openxmlformats.org/officeDocument/2006/relationships/slideLayout" Target="../slideLayouts/slideLayout1.xml"/></Relationships>
</file>

<file path=ppt/slides/_rels/slide168.xml.rels><?xml version="1.0" encoding="UTF-8" standalone="yes"?>
<Relationships xmlns="http://schemas.openxmlformats.org/package/2006/relationships"><Relationship Id="rId2" Type="http://schemas.openxmlformats.org/officeDocument/2006/relationships/notesSlide" Target="../notesSlides/notesSlide168.xml"/><Relationship Id="rId1" Type="http://schemas.openxmlformats.org/officeDocument/2006/relationships/slideLayout" Target="../slideLayouts/slideLayout1.xml"/></Relationships>
</file>

<file path=ppt/slides/_rels/slide169.xml.rels><?xml version="1.0" encoding="UTF-8" standalone="yes"?>
<Relationships xmlns="http://schemas.openxmlformats.org/package/2006/relationships"><Relationship Id="rId2" Type="http://schemas.openxmlformats.org/officeDocument/2006/relationships/notesSlide" Target="../notesSlides/notesSlide169.xml"/><Relationship Id="rId1" Type="http://schemas.openxmlformats.org/officeDocument/2006/relationships/slideLayout" Target="../slideLayouts/slideLayout3.xml"/></Relationships>
</file>

<file path=ppt/slides/_rels/slide170.xml.rels><?xml version="1.0" encoding="UTF-8" standalone="yes"?>
<Relationships xmlns="http://schemas.openxmlformats.org/package/2006/relationships"><Relationship Id="rId2" Type="http://schemas.openxmlformats.org/officeDocument/2006/relationships/notesSlide" Target="../notesSlides/notesSlide170.xml"/><Relationship Id="rId1" Type="http://schemas.openxmlformats.org/officeDocument/2006/relationships/slideLayout" Target="../slideLayouts/slideLayout3.xml"/></Relationships>
</file>

<file path=ppt/slides/_rels/slide171.xml.rels><?xml version="1.0" encoding="UTF-8" standalone="yes"?>
<Relationships xmlns="http://schemas.openxmlformats.org/package/2006/relationships"><Relationship Id="rId2" Type="http://schemas.openxmlformats.org/officeDocument/2006/relationships/notesSlide" Target="../notesSlides/notesSlide171.xml"/><Relationship Id="rId1" Type="http://schemas.openxmlformats.org/officeDocument/2006/relationships/slideLayout" Target="../slideLayouts/slideLayout3.xml"/></Relationships>
</file>

<file path=ppt/slides/_rels/slide172.xml.rels><?xml version="1.0" encoding="UTF-8" standalone="yes"?>
<Relationships xmlns="http://schemas.openxmlformats.org/package/2006/relationships"><Relationship Id="rId2" Type="http://schemas.openxmlformats.org/officeDocument/2006/relationships/notesSlide" Target="../notesSlides/notesSlide172.xml"/><Relationship Id="rId1" Type="http://schemas.openxmlformats.org/officeDocument/2006/relationships/slideLayout" Target="../slideLayouts/slideLayout3.xml"/></Relationships>
</file>

<file path=ppt/slides/_rels/slide173.xml.rels><?xml version="1.0" encoding="UTF-8" standalone="yes"?>
<Relationships xmlns="http://schemas.openxmlformats.org/package/2006/relationships"><Relationship Id="rId2" Type="http://schemas.openxmlformats.org/officeDocument/2006/relationships/notesSlide" Target="../notesSlides/notesSlide173.xml"/><Relationship Id="rId1" Type="http://schemas.openxmlformats.org/officeDocument/2006/relationships/slideLayout" Target="../slideLayouts/slideLayout3.xml"/></Relationships>
</file>

<file path=ppt/slides/_rels/slide174.xml.rels><?xml version="1.0" encoding="UTF-8" standalone="yes"?>
<Relationships xmlns="http://schemas.openxmlformats.org/package/2006/relationships"><Relationship Id="rId2" Type="http://schemas.openxmlformats.org/officeDocument/2006/relationships/notesSlide" Target="../notesSlides/notesSlide174.xml"/><Relationship Id="rId1" Type="http://schemas.openxmlformats.org/officeDocument/2006/relationships/slideLayout" Target="../slideLayouts/slideLayout3.xml"/></Relationships>
</file>

<file path=ppt/slides/_rels/slide175.xml.rels><?xml version="1.0" encoding="UTF-8" standalone="yes"?>
<Relationships xmlns="http://schemas.openxmlformats.org/package/2006/relationships"><Relationship Id="rId2" Type="http://schemas.openxmlformats.org/officeDocument/2006/relationships/notesSlide" Target="../notesSlides/notesSlide175.xml"/><Relationship Id="rId1" Type="http://schemas.openxmlformats.org/officeDocument/2006/relationships/slideLayout" Target="../slideLayouts/slideLayout3.xml"/></Relationships>
</file>

<file path=ppt/slides/_rels/slide176.xml.rels><?xml version="1.0" encoding="UTF-8" standalone="yes"?>
<Relationships xmlns="http://schemas.openxmlformats.org/package/2006/relationships"><Relationship Id="rId2" Type="http://schemas.openxmlformats.org/officeDocument/2006/relationships/notesSlide" Target="../notesSlides/notesSlide176.xml"/><Relationship Id="rId1" Type="http://schemas.openxmlformats.org/officeDocument/2006/relationships/slideLayout" Target="../slideLayouts/slideLayout3.xml"/></Relationships>
</file>

<file path=ppt/slides/_rels/slide177.xml.rels><?xml version="1.0" encoding="UTF-8" standalone="yes"?>
<Relationships xmlns="http://schemas.openxmlformats.org/package/2006/relationships"><Relationship Id="rId2" Type="http://schemas.openxmlformats.org/officeDocument/2006/relationships/notesSlide" Target="../notesSlides/notesSlide177.xml"/><Relationship Id="rId1" Type="http://schemas.openxmlformats.org/officeDocument/2006/relationships/slideLayout" Target="../slideLayouts/slideLayout3.xml"/></Relationships>
</file>

<file path=ppt/slides/_rels/slide178.xml.rels><?xml version="1.0" encoding="UTF-8" standalone="yes"?>
<Relationships xmlns="http://schemas.openxmlformats.org/package/2006/relationships"><Relationship Id="rId2" Type="http://schemas.openxmlformats.org/officeDocument/2006/relationships/notesSlide" Target="../notesSlides/notesSlide178.xml"/><Relationship Id="rId1" Type="http://schemas.openxmlformats.org/officeDocument/2006/relationships/slideLayout" Target="../slideLayouts/slideLayout3.xml"/></Relationships>
</file>

<file path=ppt/slides/_rels/slide179.xml.rels><?xml version="1.0" encoding="UTF-8" standalone="yes"?>
<Relationships xmlns="http://schemas.openxmlformats.org/package/2006/relationships"><Relationship Id="rId2" Type="http://schemas.openxmlformats.org/officeDocument/2006/relationships/notesSlide" Target="../notesSlides/notesSlide179.xml"/><Relationship Id="rId1" Type="http://schemas.openxmlformats.org/officeDocument/2006/relationships/slideLayout" Target="../slideLayouts/slideLayout1.xml"/></Relationships>
</file>

<file path=ppt/slides/_rels/slide180.xml.rels><?xml version="1.0" encoding="UTF-8" standalone="yes"?>
<Relationships xmlns="http://schemas.openxmlformats.org/package/2006/relationships"><Relationship Id="rId2" Type="http://schemas.openxmlformats.org/officeDocument/2006/relationships/notesSlide" Target="../notesSlides/notesSlide180.xml"/><Relationship Id="rId1" Type="http://schemas.openxmlformats.org/officeDocument/2006/relationships/slideLayout" Target="../slideLayouts/slideLayout1.xml"/></Relationships>
</file>

<file path=ppt/slides/_rels/slide181.xml.rels><?xml version="1.0" encoding="UTF-8" standalone="yes"?>
<Relationships xmlns="http://schemas.openxmlformats.org/package/2006/relationships"><Relationship Id="rId2" Type="http://schemas.openxmlformats.org/officeDocument/2006/relationships/notesSlide" Target="../notesSlides/notesSlide181.xml"/><Relationship Id="rId1" Type="http://schemas.openxmlformats.org/officeDocument/2006/relationships/slideLayout" Target="../slideLayouts/slideLayout1.xml"/></Relationships>
</file>

<file path=ppt/slides/_rels/slide182.xml.rels><?xml version="1.0" encoding="UTF-8" standalone="yes"?>
<Relationships xmlns="http://schemas.openxmlformats.org/package/2006/relationships"><Relationship Id="rId2" Type="http://schemas.openxmlformats.org/officeDocument/2006/relationships/notesSlide" Target="../notesSlides/notesSlide182.xml"/><Relationship Id="rId1" Type="http://schemas.openxmlformats.org/officeDocument/2006/relationships/slideLayout" Target="../slideLayouts/slideLayout1.xml"/></Relationships>
</file>

<file path=ppt/slides/_rels/slide183.xml.rels><?xml version="1.0" encoding="UTF-8" standalone="yes"?>
<Relationships xmlns="http://schemas.openxmlformats.org/package/2006/relationships"><Relationship Id="rId2" Type="http://schemas.openxmlformats.org/officeDocument/2006/relationships/notesSlide" Target="../notesSlides/notesSlide183.xml"/><Relationship Id="rId1" Type="http://schemas.openxmlformats.org/officeDocument/2006/relationships/slideLayout" Target="../slideLayouts/slideLayout1.xml"/></Relationships>
</file>

<file path=ppt/slides/_rels/slide184.xml.rels><?xml version="1.0" encoding="UTF-8" standalone="yes"?>
<Relationships xmlns="http://schemas.openxmlformats.org/package/2006/relationships"><Relationship Id="rId2" Type="http://schemas.openxmlformats.org/officeDocument/2006/relationships/notesSlide" Target="../notesSlides/notesSlide184.xml"/><Relationship Id="rId1" Type="http://schemas.openxmlformats.org/officeDocument/2006/relationships/slideLayout" Target="../slideLayouts/slideLayout1.xml"/></Relationships>
</file>

<file path=ppt/slides/_rels/slide185.xml.rels><?xml version="1.0" encoding="UTF-8" standalone="yes"?>
<Relationships xmlns="http://schemas.openxmlformats.org/package/2006/relationships"><Relationship Id="rId2" Type="http://schemas.openxmlformats.org/officeDocument/2006/relationships/notesSlide" Target="../notesSlides/notesSlide185.xml"/><Relationship Id="rId1" Type="http://schemas.openxmlformats.org/officeDocument/2006/relationships/slideLayout" Target="../slideLayouts/slideLayout1.xml"/></Relationships>
</file>

<file path=ppt/slides/_rels/slide186.xml.rels><?xml version="1.0" encoding="UTF-8" standalone="yes"?>
<Relationships xmlns="http://schemas.openxmlformats.org/package/2006/relationships"><Relationship Id="rId2" Type="http://schemas.openxmlformats.org/officeDocument/2006/relationships/notesSlide" Target="../notesSlides/notesSlide186.xml"/><Relationship Id="rId1" Type="http://schemas.openxmlformats.org/officeDocument/2006/relationships/slideLayout" Target="../slideLayouts/slideLayout1.xml"/></Relationships>
</file>

<file path=ppt/slides/_rels/slide187.xml.rels><?xml version="1.0" encoding="UTF-8" standalone="yes"?>
<Relationships xmlns="http://schemas.openxmlformats.org/package/2006/relationships"><Relationship Id="rId2" Type="http://schemas.openxmlformats.org/officeDocument/2006/relationships/notesSlide" Target="../notesSlides/notesSlide187.xml"/><Relationship Id="rId1" Type="http://schemas.openxmlformats.org/officeDocument/2006/relationships/slideLayout" Target="../slideLayouts/slideLayout1.xml"/></Relationships>
</file>

<file path=ppt/slides/_rels/slide188.xml.rels><?xml version="1.0" encoding="UTF-8" standalone="yes"?>
<Relationships xmlns="http://schemas.openxmlformats.org/package/2006/relationships"><Relationship Id="rId2" Type="http://schemas.openxmlformats.org/officeDocument/2006/relationships/notesSlide" Target="../notesSlides/notesSlide188.xml"/><Relationship Id="rId1" Type="http://schemas.openxmlformats.org/officeDocument/2006/relationships/slideLayout" Target="../slideLayouts/slideLayout1.xml"/></Relationships>
</file>

<file path=ppt/slides/_rels/slide189.xml.rels><?xml version="1.0" encoding="UTF-8" standalone="yes"?>
<Relationships xmlns="http://schemas.openxmlformats.org/package/2006/relationships"><Relationship Id="rId2" Type="http://schemas.openxmlformats.org/officeDocument/2006/relationships/notesSlide" Target="../notesSlides/notesSlide189.xml"/><Relationship Id="rId1" Type="http://schemas.openxmlformats.org/officeDocument/2006/relationships/slideLayout" Target="../slideLayouts/slideLayout1.xml"/></Relationships>
</file>

<file path=ppt/slides/_rels/slide190.xml.rels><?xml version="1.0" encoding="UTF-8" standalone="yes"?>
<Relationships xmlns="http://schemas.openxmlformats.org/package/2006/relationships"><Relationship Id="rId2" Type="http://schemas.openxmlformats.org/officeDocument/2006/relationships/notesSlide" Target="../notesSlides/notesSlide190.xml"/><Relationship Id="rId1" Type="http://schemas.openxmlformats.org/officeDocument/2006/relationships/slideLayout" Target="../slideLayouts/slideLayout1.xml"/></Relationships>
</file>

<file path=ppt/slides/_rels/slide191.xml.rels><?xml version="1.0" encoding="UTF-8" standalone="yes"?>
<Relationships xmlns="http://schemas.openxmlformats.org/package/2006/relationships"><Relationship Id="rId2" Type="http://schemas.openxmlformats.org/officeDocument/2006/relationships/notesSlide" Target="../notesSlides/notesSlide191.xml"/><Relationship Id="rId1" Type="http://schemas.openxmlformats.org/officeDocument/2006/relationships/slideLayout" Target="../slideLayouts/slideLayout1.xml"/></Relationships>
</file>

<file path=ppt/slides/_rels/slide192.xml.rels><?xml version="1.0" encoding="UTF-8" standalone="yes"?>
<Relationships xmlns="http://schemas.openxmlformats.org/package/2006/relationships"><Relationship Id="rId2" Type="http://schemas.openxmlformats.org/officeDocument/2006/relationships/notesSlide" Target="../notesSlides/notesSlide192.xml"/><Relationship Id="rId1" Type="http://schemas.openxmlformats.org/officeDocument/2006/relationships/slideLayout" Target="../slideLayouts/slideLayout1.xml"/></Relationships>
</file>

<file path=ppt/slides/_rels/slide193.xml.rels><?xml version="1.0" encoding="UTF-8" standalone="yes"?>
<Relationships xmlns="http://schemas.openxmlformats.org/package/2006/relationships"><Relationship Id="rId2" Type="http://schemas.openxmlformats.org/officeDocument/2006/relationships/notesSlide" Target="../notesSlides/notesSlide193.xml"/><Relationship Id="rId1" Type="http://schemas.openxmlformats.org/officeDocument/2006/relationships/slideLayout" Target="../slideLayouts/slideLayout1.xml"/></Relationships>
</file>

<file path=ppt/slides/_rels/slide194.xml.rels><?xml version="1.0" encoding="UTF-8" standalone="yes"?>
<Relationships xmlns="http://schemas.openxmlformats.org/package/2006/relationships"><Relationship Id="rId2" Type="http://schemas.openxmlformats.org/officeDocument/2006/relationships/notesSlide" Target="../notesSlides/notesSlide194.xml"/><Relationship Id="rId1" Type="http://schemas.openxmlformats.org/officeDocument/2006/relationships/slideLayout" Target="../slideLayouts/slideLayout1.xml"/></Relationships>
</file>

<file path=ppt/slides/_rels/slide195.xml.rels><?xml version="1.0" encoding="UTF-8" standalone="yes"?>
<Relationships xmlns="http://schemas.openxmlformats.org/package/2006/relationships"><Relationship Id="rId2" Type="http://schemas.openxmlformats.org/officeDocument/2006/relationships/notesSlide" Target="../notesSlides/notesSlide195.xml"/><Relationship Id="rId1" Type="http://schemas.openxmlformats.org/officeDocument/2006/relationships/slideLayout" Target="../slideLayouts/slideLayout1.xml"/></Relationships>
</file>

<file path=ppt/slides/_rels/slide196.xml.rels><?xml version="1.0" encoding="UTF-8" standalone="yes"?>
<Relationships xmlns="http://schemas.openxmlformats.org/package/2006/relationships"><Relationship Id="rId2" Type="http://schemas.openxmlformats.org/officeDocument/2006/relationships/notesSlide" Target="../notesSlides/notesSlide196.xml"/><Relationship Id="rId1" Type="http://schemas.openxmlformats.org/officeDocument/2006/relationships/slideLayout" Target="../slideLayouts/slideLayout1.xml"/></Relationships>
</file>

<file path=ppt/slides/_rels/slide197.xml.rels><?xml version="1.0" encoding="UTF-8" standalone="yes"?>
<Relationships xmlns="http://schemas.openxmlformats.org/package/2006/relationships"><Relationship Id="rId2" Type="http://schemas.openxmlformats.org/officeDocument/2006/relationships/notesSlide" Target="../notesSlides/notesSlide197.xml"/><Relationship Id="rId1" Type="http://schemas.openxmlformats.org/officeDocument/2006/relationships/slideLayout" Target="../slideLayouts/slideLayout1.xml"/></Relationships>
</file>

<file path=ppt/slides/_rels/slide198.xml.rels><?xml version="1.0" encoding="UTF-8" standalone="yes"?>
<Relationships xmlns="http://schemas.openxmlformats.org/package/2006/relationships"><Relationship Id="rId2" Type="http://schemas.openxmlformats.org/officeDocument/2006/relationships/notesSlide" Target="../notesSlides/notesSlide198.xml"/><Relationship Id="rId1" Type="http://schemas.openxmlformats.org/officeDocument/2006/relationships/slideLayout" Target="../slideLayouts/slideLayout1.xml"/></Relationships>
</file>

<file path=ppt/slides/_rels/slide199.xml.rels><?xml version="1.0" encoding="UTF-8" standalone="yes"?>
<Relationships xmlns="http://schemas.openxmlformats.org/package/2006/relationships"><Relationship Id="rId2" Type="http://schemas.openxmlformats.org/officeDocument/2006/relationships/notesSlide" Target="../notesSlides/notesSlide199.xml"/><Relationship Id="rId1" Type="http://schemas.openxmlformats.org/officeDocument/2006/relationships/slideLayout" Target="../slideLayouts/slideLayout1.xml"/></Relationships>
</file>

<file path=ppt/slides/_rels/slide200.xml.rels><?xml version="1.0" encoding="UTF-8" standalone="yes"?>
<Relationships xmlns="http://schemas.openxmlformats.org/package/2006/relationships"><Relationship Id="rId2" Type="http://schemas.openxmlformats.org/officeDocument/2006/relationships/notesSlide" Target="../notesSlides/notesSlide200.xml"/><Relationship Id="rId1" Type="http://schemas.openxmlformats.org/officeDocument/2006/relationships/slideLayout" Target="../slideLayouts/slideLayout1.xml"/></Relationships>
</file>

<file path=ppt/slides/_rels/slide201.xml.rels><?xml version="1.0" encoding="UTF-8" standalone="yes"?>
<Relationships xmlns="http://schemas.openxmlformats.org/package/2006/relationships"><Relationship Id="rId2" Type="http://schemas.openxmlformats.org/officeDocument/2006/relationships/notesSlide" Target="../notesSlides/notesSlide201.xml"/><Relationship Id="rId1" Type="http://schemas.openxmlformats.org/officeDocument/2006/relationships/slideLayout" Target="../slideLayouts/slideLayout1.xml"/></Relationships>
</file>

<file path=ppt/slides/_rels/slide202.xml.rels><?xml version="1.0" encoding="UTF-8" standalone="yes"?>
<Relationships xmlns="http://schemas.openxmlformats.org/package/2006/relationships"><Relationship Id="rId2" Type="http://schemas.openxmlformats.org/officeDocument/2006/relationships/notesSlide" Target="../notesSlides/notesSlide202.xml"/><Relationship Id="rId1" Type="http://schemas.openxmlformats.org/officeDocument/2006/relationships/slideLayout" Target="../slideLayouts/slideLayout1.xml"/></Relationships>
</file>

<file path=ppt/slides/_rels/slide203.xml.rels><?xml version="1.0" encoding="UTF-8" standalone="yes"?>
<Relationships xmlns="http://schemas.openxmlformats.org/package/2006/relationships"><Relationship Id="rId2" Type="http://schemas.openxmlformats.org/officeDocument/2006/relationships/notesSlide" Target="../notesSlides/notesSlide203.xml"/><Relationship Id="rId1" Type="http://schemas.openxmlformats.org/officeDocument/2006/relationships/slideLayout" Target="../slideLayouts/slideLayout1.xml"/></Relationships>
</file>

<file path=ppt/slides/_rels/slide204.xml.rels><?xml version="1.0" encoding="UTF-8" standalone="yes"?>
<Relationships xmlns="http://schemas.openxmlformats.org/package/2006/relationships"><Relationship Id="rId2" Type="http://schemas.openxmlformats.org/officeDocument/2006/relationships/notesSlide" Target="../notesSlides/notesSlide204.xml"/><Relationship Id="rId1" Type="http://schemas.openxmlformats.org/officeDocument/2006/relationships/slideLayout" Target="../slideLayouts/slideLayout1.xml"/></Relationships>
</file>

<file path=ppt/slides/_rels/slide205.xml.rels><?xml version="1.0" encoding="UTF-8" standalone="yes"?>
<Relationships xmlns="http://schemas.openxmlformats.org/package/2006/relationships"><Relationship Id="rId2" Type="http://schemas.openxmlformats.org/officeDocument/2006/relationships/notesSlide" Target="../notesSlides/notesSlide205.xml"/><Relationship Id="rId1" Type="http://schemas.openxmlformats.org/officeDocument/2006/relationships/slideLayout" Target="../slideLayouts/slideLayout3.xml"/></Relationships>
</file>

<file path=ppt/slides/_rels/slide206.xml.rels><?xml version="1.0" encoding="UTF-8" standalone="yes"?>
<Relationships xmlns="http://schemas.openxmlformats.org/package/2006/relationships"><Relationship Id="rId2" Type="http://schemas.openxmlformats.org/officeDocument/2006/relationships/notesSlide" Target="../notesSlides/notesSlide206.xml"/><Relationship Id="rId1" Type="http://schemas.openxmlformats.org/officeDocument/2006/relationships/slideLayout" Target="../slideLayouts/slideLayout3.xml"/></Relationships>
</file>

<file path=ppt/slides/_rels/slide207.xml.rels><?xml version="1.0" encoding="UTF-8" standalone="yes"?>
<Relationships xmlns="http://schemas.openxmlformats.org/package/2006/relationships"><Relationship Id="rId2" Type="http://schemas.openxmlformats.org/officeDocument/2006/relationships/notesSlide" Target="../notesSlides/notesSlide207.xml"/><Relationship Id="rId1" Type="http://schemas.openxmlformats.org/officeDocument/2006/relationships/slideLayout" Target="../slideLayouts/slideLayout3.xml"/></Relationships>
</file>

<file path=ppt/slides/_rels/slide208.xml.rels><?xml version="1.0" encoding="UTF-8" standalone="yes"?>
<Relationships xmlns="http://schemas.openxmlformats.org/package/2006/relationships"><Relationship Id="rId2" Type="http://schemas.openxmlformats.org/officeDocument/2006/relationships/notesSlide" Target="../notesSlides/notesSlide208.xml"/><Relationship Id="rId1" Type="http://schemas.openxmlformats.org/officeDocument/2006/relationships/slideLayout" Target="../slideLayouts/slideLayout3.xml"/></Relationships>
</file>

<file path=ppt/slides/_rels/slide209.xml.rels><?xml version="1.0" encoding="UTF-8" standalone="yes"?>
<Relationships xmlns="http://schemas.openxmlformats.org/package/2006/relationships"><Relationship Id="rId2" Type="http://schemas.openxmlformats.org/officeDocument/2006/relationships/notesSlide" Target="../notesSlides/notesSlide209.xml"/><Relationship Id="rId1" Type="http://schemas.openxmlformats.org/officeDocument/2006/relationships/slideLayout" Target="../slideLayouts/slideLayout3.xml"/></Relationships>
</file>

<file path=ppt/slides/_rels/slide210.xml.rels><?xml version="1.0" encoding="UTF-8" standalone="yes"?>
<Relationships xmlns="http://schemas.openxmlformats.org/package/2006/relationships"><Relationship Id="rId2" Type="http://schemas.openxmlformats.org/officeDocument/2006/relationships/notesSlide" Target="../notesSlides/notesSlide210.xml"/><Relationship Id="rId1" Type="http://schemas.openxmlformats.org/officeDocument/2006/relationships/slideLayout" Target="../slideLayouts/slideLayout3.xml"/></Relationships>
</file>

<file path=ppt/slides/_rels/slide211.xml.rels><?xml version="1.0" encoding="UTF-8" standalone="yes"?>
<Relationships xmlns="http://schemas.openxmlformats.org/package/2006/relationships"><Relationship Id="rId2" Type="http://schemas.openxmlformats.org/officeDocument/2006/relationships/notesSlide" Target="../notesSlides/notesSlide211.xml"/><Relationship Id="rId1" Type="http://schemas.openxmlformats.org/officeDocument/2006/relationships/slideLayout" Target="../slideLayouts/slideLayout3.xml"/></Relationships>
</file>

<file path=ppt/slides/_rels/slide212.xml.rels><?xml version="1.0" encoding="UTF-8" standalone="yes"?>
<Relationships xmlns="http://schemas.openxmlformats.org/package/2006/relationships"><Relationship Id="rId2" Type="http://schemas.openxmlformats.org/officeDocument/2006/relationships/notesSlide" Target="../notesSlides/notesSlide212.xml"/><Relationship Id="rId1" Type="http://schemas.openxmlformats.org/officeDocument/2006/relationships/slideLayout" Target="../slideLayouts/slideLayout3.xml"/></Relationships>
</file>

<file path=ppt/slides/_rels/slide213.xml.rels><?xml version="1.0" encoding="UTF-8" standalone="yes"?>
<Relationships xmlns="http://schemas.openxmlformats.org/package/2006/relationships"><Relationship Id="rId2" Type="http://schemas.openxmlformats.org/officeDocument/2006/relationships/notesSlide" Target="../notesSlides/notesSlide213.xml"/><Relationship Id="rId1" Type="http://schemas.openxmlformats.org/officeDocument/2006/relationships/slideLayout" Target="../slideLayouts/slideLayout1.xml"/></Relationships>
</file>

<file path=ppt/slides/_rels/slide214.xml.rels><?xml version="1.0" encoding="UTF-8" standalone="yes"?>
<Relationships xmlns="http://schemas.openxmlformats.org/package/2006/relationships"><Relationship Id="rId2" Type="http://schemas.openxmlformats.org/officeDocument/2006/relationships/notesSlide" Target="../notesSlides/notesSlide214.xml"/><Relationship Id="rId1" Type="http://schemas.openxmlformats.org/officeDocument/2006/relationships/slideLayout" Target="../slideLayouts/slideLayout1.xml"/></Relationships>
</file>

<file path=ppt/slides/_rels/slide215.xml.rels><?xml version="1.0" encoding="UTF-8" standalone="yes"?>
<Relationships xmlns="http://schemas.openxmlformats.org/package/2006/relationships"><Relationship Id="rId2" Type="http://schemas.openxmlformats.org/officeDocument/2006/relationships/notesSlide" Target="../notesSlides/notesSlide215.xml"/><Relationship Id="rId1" Type="http://schemas.openxmlformats.org/officeDocument/2006/relationships/slideLayout" Target="../slideLayouts/slideLayout1.xml"/></Relationships>
</file>

<file path=ppt/slides/_rels/slide216.xml.rels><?xml version="1.0" encoding="UTF-8" standalone="yes"?>
<Relationships xmlns="http://schemas.openxmlformats.org/package/2006/relationships"><Relationship Id="rId2" Type="http://schemas.openxmlformats.org/officeDocument/2006/relationships/notesSlide" Target="../notesSlides/notesSlide216.xml"/><Relationship Id="rId1" Type="http://schemas.openxmlformats.org/officeDocument/2006/relationships/slideLayout" Target="../slideLayouts/slideLayout1.xml"/></Relationships>
</file>

<file path=ppt/slides/_rels/slide217.xml.rels><?xml version="1.0" encoding="UTF-8" standalone="yes"?>
<Relationships xmlns="http://schemas.openxmlformats.org/package/2006/relationships"><Relationship Id="rId2" Type="http://schemas.openxmlformats.org/officeDocument/2006/relationships/notesSlide" Target="../notesSlides/notesSlide217.xml"/><Relationship Id="rId1" Type="http://schemas.openxmlformats.org/officeDocument/2006/relationships/slideLayout" Target="../slideLayouts/slideLayout1.xml"/></Relationships>
</file>

<file path=ppt/slides/_rels/slide218.xml.rels><?xml version="1.0" encoding="UTF-8" standalone="yes"?>
<Relationships xmlns="http://schemas.openxmlformats.org/package/2006/relationships"><Relationship Id="rId2" Type="http://schemas.openxmlformats.org/officeDocument/2006/relationships/notesSlide" Target="../notesSlides/notesSlide218.xml"/><Relationship Id="rId1" Type="http://schemas.openxmlformats.org/officeDocument/2006/relationships/slideLayout" Target="../slideLayouts/slideLayout1.xml"/></Relationships>
</file>

<file path=ppt/slides/_rels/slide219.xml.rels><?xml version="1.0" encoding="UTF-8" standalone="yes"?>
<Relationships xmlns="http://schemas.openxmlformats.org/package/2006/relationships"><Relationship Id="rId2" Type="http://schemas.openxmlformats.org/officeDocument/2006/relationships/notesSlide" Target="../notesSlides/notesSlide219.xml"/><Relationship Id="rId1" Type="http://schemas.openxmlformats.org/officeDocument/2006/relationships/slideLayout" Target="../slideLayouts/slideLayout1.xml"/></Relationships>
</file>

<file path=ppt/slides/_rels/slide220.xml.rels><?xml version="1.0" encoding="UTF-8" standalone="yes"?>
<Relationships xmlns="http://schemas.openxmlformats.org/package/2006/relationships"><Relationship Id="rId2" Type="http://schemas.openxmlformats.org/officeDocument/2006/relationships/notesSlide" Target="../notesSlides/notesSlide22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3" name="text-28-64">
            <a:extLst>
              <a:ext uri="{FF2B5EF4-FFF2-40B4-BE49-F238E27FC236}">
                <a16:creationId xmlns:a16="http://schemas.microsoft.com/office/drawing/2014/main" id="{04040E78-2DF7-4F1F-8F25-5A7ABDACC68D}"/>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F50FF9D4-8260-4184-911E-72DAF42C5A3C}"/>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EF69AA81-3BF6-492B-9EFB-CE5CB6D8EA4C}"/>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01  </a:t>
            </a:r>
          </a:p>
        </p:txBody>
      </p:sp>
      <p:sp>
        <p:nvSpPr>
          <p:cNvPr id="4" name="직사각형 3">
            <a:extLst>
              <a:ext uri="{FF2B5EF4-FFF2-40B4-BE49-F238E27FC236}">
                <a16:creationId xmlns:a16="http://schemas.microsoft.com/office/drawing/2014/main" id="{BDCA4381-27FF-4D06-AED0-69E75BC6FC56}"/>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253FABC6-F356-4012-9630-F21AD6623543}"/>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C50ECA67-F2D2-4EE5-BD4B-30CF721D419E}"/>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CBBE1FB9-4F0E-4173-9652-49822B803610}"/>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001</a:t>
            </a:r>
            <a:endParaRPr sz="1050" b="1" i="0">
              <a:solidFill>
                <a:srgbClr val="171717"/>
              </a:solidFill>
              <a:latin typeface="Consolas"/>
              <a:ea typeface="Consolas"/>
              <a:cs typeface="Consolas"/>
            </a:endParaRPr>
          </a:p>
        </p:txBody>
      </p:sp>
      <p:sp>
        <p:nvSpPr>
          <p:cNvPr id="8" name="text-178-64">
            <a:extLst>
              <a:ext uri="{FF2B5EF4-FFF2-40B4-BE49-F238E27FC236}">
                <a16:creationId xmlns:a16="http://schemas.microsoft.com/office/drawing/2014/main" id="{AA29E67A-F6AB-4B48-B285-201D2B01B021}"/>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분할 정복의 세 단계 순서로 옳은 것은?</a:t>
            </a:r>
          </a:p>
        </p:txBody>
      </p:sp>
      <p:sp>
        <p:nvSpPr>
          <p:cNvPr id="9" name="text-316-72">
            <a:extLst>
              <a:ext uri="{FF2B5EF4-FFF2-40B4-BE49-F238E27FC236}">
                <a16:creationId xmlns:a16="http://schemas.microsoft.com/office/drawing/2014/main" id="{7B3AF117-9156-4601-B312-32B394716416}"/>
              </a:ext>
            </a:extLst>
          </p:cNvPr>
          <p:cNvSpPr>
            <a:spLocks noGrp="1"/>
          </p:cNvSpPr>
          <p:nvPr/>
        </p:nvSpPr>
        <p:spPr>
          <a:xfrm>
            <a:off x="685800" y="30099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a:ext uri="{FF2B5EF4-FFF2-40B4-BE49-F238E27FC236}">
                <a16:creationId xmlns:a16="http://schemas.microsoft.com/office/drawing/2014/main" id="{FB03AD67-2C97-4260-A399-E76EA7052BEA}"/>
              </a:ext>
            </a:extLst>
          </p:cNvPr>
          <p:cNvSpPr>
            <a:spLocks noGrp="1"/>
          </p:cNvSpPr>
          <p:nvPr/>
        </p:nvSpPr>
        <p:spPr>
          <a:xfrm>
            <a:off x="1181100" y="30099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부분 문제 해결→분할→결합</a:t>
            </a:r>
          </a:p>
        </p:txBody>
      </p:sp>
      <p:sp>
        <p:nvSpPr>
          <p:cNvPr id="11" name="직사각형 10">
            <a:extLst>
              <a:ext uri="{FF2B5EF4-FFF2-40B4-BE49-F238E27FC236}">
                <a16:creationId xmlns:a16="http://schemas.microsoft.com/office/drawing/2014/main" id="{1470B9F2-706F-4D00-8D41-2D48F6FC5765}"/>
              </a:ext>
            </a:extLst>
          </p:cNvPr>
          <p:cNvSpPr>
            <a:spLocks noGrp="1"/>
          </p:cNvSpPr>
          <p:nvPr/>
        </p:nvSpPr>
        <p:spPr>
          <a:xfrm>
            <a:off x="1181100" y="3552825"/>
            <a:ext cx="10401300" cy="9525"/>
          </a:xfrm>
          <a:prstGeom prst="rect">
            <a:avLst/>
          </a:prstGeom>
          <a:solidFill>
            <a:srgbClr val="E7E7E7"/>
          </a:solidFill>
          <a:ln w="0">
            <a:noFill/>
          </a:ln>
        </p:spPr>
      </p:sp>
      <p:sp>
        <p:nvSpPr>
          <p:cNvPr id="12" name="text-382-72">
            <a:extLst>
              <a:ext uri="{FF2B5EF4-FFF2-40B4-BE49-F238E27FC236}">
                <a16:creationId xmlns:a16="http://schemas.microsoft.com/office/drawing/2014/main" id="{16AB51F0-1DDB-4655-9524-0321A14C8D2B}"/>
              </a:ext>
            </a:extLst>
          </p:cNvPr>
          <p:cNvSpPr>
            <a:spLocks noGrp="1"/>
          </p:cNvSpPr>
          <p:nvPr/>
        </p:nvSpPr>
        <p:spPr>
          <a:xfrm>
            <a:off x="685800" y="36385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a:ext uri="{FF2B5EF4-FFF2-40B4-BE49-F238E27FC236}">
                <a16:creationId xmlns:a16="http://schemas.microsoft.com/office/drawing/2014/main" id="{6BECA2AE-5BC7-47DD-B07A-2075D014A95A}"/>
              </a:ext>
            </a:extLst>
          </p:cNvPr>
          <p:cNvSpPr>
            <a:spLocks noGrp="1"/>
          </p:cNvSpPr>
          <p:nvPr/>
        </p:nvSpPr>
        <p:spPr>
          <a:xfrm>
            <a:off x="1181100" y="36385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결합→분할→부분 문제 해결</a:t>
            </a:r>
          </a:p>
        </p:txBody>
      </p:sp>
      <p:sp>
        <p:nvSpPr>
          <p:cNvPr id="14" name="직사각형 13">
            <a:extLst>
              <a:ext uri="{FF2B5EF4-FFF2-40B4-BE49-F238E27FC236}">
                <a16:creationId xmlns:a16="http://schemas.microsoft.com/office/drawing/2014/main" id="{7B65A35C-5C8A-4B63-85BF-091D0CC865F9}"/>
              </a:ext>
            </a:extLst>
          </p:cNvPr>
          <p:cNvSpPr>
            <a:spLocks noGrp="1"/>
          </p:cNvSpPr>
          <p:nvPr/>
        </p:nvSpPr>
        <p:spPr>
          <a:xfrm>
            <a:off x="1181100" y="4181475"/>
            <a:ext cx="10401300" cy="9525"/>
          </a:xfrm>
          <a:prstGeom prst="rect">
            <a:avLst/>
          </a:prstGeom>
          <a:solidFill>
            <a:srgbClr val="E7E7E7"/>
          </a:solidFill>
          <a:ln w="0">
            <a:noFill/>
          </a:ln>
        </p:spPr>
      </p:sp>
      <p:sp>
        <p:nvSpPr>
          <p:cNvPr id="15" name="text-448-72">
            <a:extLst>
              <a:ext uri="{FF2B5EF4-FFF2-40B4-BE49-F238E27FC236}">
                <a16:creationId xmlns:a16="http://schemas.microsoft.com/office/drawing/2014/main" id="{4BE118EF-37A6-4732-8F48-8C28F3C17625}"/>
              </a:ext>
            </a:extLst>
          </p:cNvPr>
          <p:cNvSpPr>
            <a:spLocks noGrp="1"/>
          </p:cNvSpPr>
          <p:nvPr/>
        </p:nvSpPr>
        <p:spPr>
          <a:xfrm>
            <a:off x="685800" y="42672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a:ext uri="{FF2B5EF4-FFF2-40B4-BE49-F238E27FC236}">
                <a16:creationId xmlns:a16="http://schemas.microsoft.com/office/drawing/2014/main" id="{0A229858-70C1-4DD0-A42B-A0ABA41ECD40}"/>
              </a:ext>
            </a:extLst>
          </p:cNvPr>
          <p:cNvSpPr>
            <a:spLocks noGrp="1"/>
          </p:cNvSpPr>
          <p:nvPr/>
        </p:nvSpPr>
        <p:spPr>
          <a:xfrm>
            <a:off x="1181100" y="42672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분할→부분 문제 해결→결합</a:t>
            </a:r>
          </a:p>
        </p:txBody>
      </p:sp>
      <p:sp>
        <p:nvSpPr>
          <p:cNvPr id="17" name="직사각형 16">
            <a:extLst>
              <a:ext uri="{FF2B5EF4-FFF2-40B4-BE49-F238E27FC236}">
                <a16:creationId xmlns:a16="http://schemas.microsoft.com/office/drawing/2014/main" id="{F32E5FA2-429C-4F98-ABE4-03D0283A78B6}"/>
              </a:ext>
            </a:extLst>
          </p:cNvPr>
          <p:cNvSpPr>
            <a:spLocks noGrp="1"/>
          </p:cNvSpPr>
          <p:nvPr/>
        </p:nvSpPr>
        <p:spPr>
          <a:xfrm>
            <a:off x="1181100" y="4810125"/>
            <a:ext cx="10401300" cy="9525"/>
          </a:xfrm>
          <a:prstGeom prst="rect">
            <a:avLst/>
          </a:prstGeom>
          <a:solidFill>
            <a:srgbClr val="E7E7E7"/>
          </a:solidFill>
          <a:ln w="0">
            <a:noFill/>
          </a:ln>
        </p:spPr>
      </p:sp>
      <p:sp>
        <p:nvSpPr>
          <p:cNvPr id="18" name="text-514-72">
            <a:extLst>
              <a:ext uri="{FF2B5EF4-FFF2-40B4-BE49-F238E27FC236}">
                <a16:creationId xmlns:a16="http://schemas.microsoft.com/office/drawing/2014/main" id="{538510A2-E21C-477B-9E19-924CFE2F86DD}"/>
              </a:ext>
            </a:extLst>
          </p:cNvPr>
          <p:cNvSpPr>
            <a:spLocks noGrp="1"/>
          </p:cNvSpPr>
          <p:nvPr/>
        </p:nvSpPr>
        <p:spPr>
          <a:xfrm>
            <a:off x="685800" y="48958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a:ext uri="{FF2B5EF4-FFF2-40B4-BE49-F238E27FC236}">
                <a16:creationId xmlns:a16="http://schemas.microsoft.com/office/drawing/2014/main" id="{40EC3C3C-3F20-4A30-B6F7-FF244D05CF60}"/>
              </a:ext>
            </a:extLst>
          </p:cNvPr>
          <p:cNvSpPr>
            <a:spLocks noGrp="1"/>
          </p:cNvSpPr>
          <p:nvPr/>
        </p:nvSpPr>
        <p:spPr>
          <a:xfrm>
            <a:off x="1181100" y="48958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부분 문제 해결→결합→분할</a:t>
            </a:r>
          </a:p>
        </p:txBody>
      </p:sp>
      <p:sp>
        <p:nvSpPr>
          <p:cNvPr id="20" name="직사각형 19">
            <a:extLst>
              <a:ext uri="{FF2B5EF4-FFF2-40B4-BE49-F238E27FC236}">
                <a16:creationId xmlns:a16="http://schemas.microsoft.com/office/drawing/2014/main" id="{E380A9DD-9DC9-461A-B12B-CF82FE7159F4}"/>
              </a:ext>
            </a:extLst>
          </p:cNvPr>
          <p:cNvSpPr>
            <a:spLocks noGrp="1"/>
          </p:cNvSpPr>
          <p:nvPr/>
        </p:nvSpPr>
        <p:spPr>
          <a:xfrm>
            <a:off x="1181100" y="5438775"/>
            <a:ext cx="10401300" cy="9525"/>
          </a:xfrm>
          <a:prstGeom prst="rect">
            <a:avLst/>
          </a:prstGeom>
          <a:solidFill>
            <a:srgbClr val="E7E7E7"/>
          </a:solidFill>
          <a:ln w="0">
            <a:noFill/>
          </a:ln>
        </p:spPr>
      </p:sp>
      <p:sp>
        <p:nvSpPr>
          <p:cNvPr id="21" name="text-580-72">
            <a:extLst>
              <a:ext uri="{FF2B5EF4-FFF2-40B4-BE49-F238E27FC236}">
                <a16:creationId xmlns:a16="http://schemas.microsoft.com/office/drawing/2014/main" id="{AD595732-DD41-4773-9B63-A9056D3EAA5F}"/>
              </a:ext>
            </a:extLst>
          </p:cNvPr>
          <p:cNvSpPr>
            <a:spLocks noGrp="1"/>
          </p:cNvSpPr>
          <p:nvPr/>
        </p:nvSpPr>
        <p:spPr>
          <a:xfrm>
            <a:off x="685800" y="55245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a:ext uri="{FF2B5EF4-FFF2-40B4-BE49-F238E27FC236}">
                <a16:creationId xmlns:a16="http://schemas.microsoft.com/office/drawing/2014/main" id="{4922FB90-49D8-4F4D-B289-FAA5BC003052}"/>
              </a:ext>
            </a:extLst>
          </p:cNvPr>
          <p:cNvSpPr>
            <a:spLocks noGrp="1"/>
          </p:cNvSpPr>
          <p:nvPr/>
        </p:nvSpPr>
        <p:spPr>
          <a:xfrm>
            <a:off x="1181100" y="55245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분할→결합→부분 문제 해결</a:t>
            </a:r>
          </a:p>
        </p:txBody>
      </p:sp>
    </p:spTree>
    <p:extLst>
      <p:ext uri="{BB962C8B-B14F-4D97-AF65-F5344CB8AC3E}">
        <p14:creationId xmlns:p14="http://schemas.microsoft.com/office/powerpoint/2010/main" val="46268551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100D2189-17C3-45AD-B161-54E284F7A244}"/>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10B7A186-7B17-46B5-BAC8-DD1DA612B639}"/>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45FBB087-BB8D-420A-A5C0-53B8D913C5F2}"/>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01  정답과 해설</a:t>
            </a:r>
          </a:p>
        </p:txBody>
      </p:sp>
      <p:sp>
        <p:nvSpPr>
          <p:cNvPr id="4" name="직사각형 3">
            <a:extLst>
              <a:ext uri="{FF2B5EF4-FFF2-40B4-BE49-F238E27FC236}">
                <a16:creationId xmlns:a16="http://schemas.microsoft.com/office/drawing/2014/main" id="{E0B69E81-CC56-4294-A865-E1ABF2CD2CCE}"/>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9C6B0A4D-B9C2-4DE6-956C-6DC51A975660}"/>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604EE961-4990-449D-8A30-90523135A2A2}"/>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271B7434-DF96-4484-B01A-ED58C1FA1640}"/>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002</a:t>
            </a:r>
            <a:endParaRPr sz="1050" b="1" i="0">
              <a:solidFill>
                <a:srgbClr val="171717"/>
              </a:solidFill>
              <a:latin typeface="Consolas"/>
              <a:ea typeface="Consolas"/>
              <a:cs typeface="Consolas"/>
            </a:endParaRPr>
          </a:p>
        </p:txBody>
      </p:sp>
      <p:sp>
        <p:nvSpPr>
          <p:cNvPr id="8" name="text-178-64">
            <a:extLst>
              <a:ext uri="{FF2B5EF4-FFF2-40B4-BE49-F238E27FC236}">
                <a16:creationId xmlns:a16="http://schemas.microsoft.com/office/drawing/2014/main" id="{F386D136-75F0-43B2-BE76-00198109E86E}"/>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분할 정복의 세 단계 순서로 옳은 것은?</a:t>
            </a:r>
          </a:p>
        </p:txBody>
      </p:sp>
      <p:sp>
        <p:nvSpPr>
          <p:cNvPr id="9" name="직사각형 8">
            <a:extLst>
              <a:ext uri="{FF2B5EF4-FFF2-40B4-BE49-F238E27FC236}">
                <a16:creationId xmlns:a16="http://schemas.microsoft.com/office/drawing/2014/main" id="{FD7F2FDC-AB16-4EF6-A8ED-40A87DCFDDDE}"/>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8D85F4A1-95B6-4333-AC89-FFB033A12A99}"/>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3번 분할→부분 문제 해결→결합</a:t>
            </a:r>
          </a:p>
        </p:txBody>
      </p:sp>
      <p:sp>
        <p:nvSpPr>
          <p:cNvPr id="11" name="text-324.4-64">
            <a:extLst>
              <a:ext uri="{FF2B5EF4-FFF2-40B4-BE49-F238E27FC236}">
                <a16:creationId xmlns:a16="http://schemas.microsoft.com/office/drawing/2014/main" id="{643ADE0A-6D83-46B0-AAC4-005B8C974983}"/>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C3C87C50-0807-4907-A11C-F405AE6690A2}"/>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169B81EB-D2D3-4B71-A34C-243175A64B4D}"/>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작은 문제를 해결한 결과를 이용해 원래 문제의 답을 구성한다.</a:t>
            </a:r>
          </a:p>
        </p:txBody>
      </p:sp>
    </p:spTree>
    <p:extLst>
      <p:ext uri="{BB962C8B-B14F-4D97-AF65-F5344CB8AC3E}">
        <p14:creationId xmlns:p14="http://schemas.microsoft.com/office/powerpoint/2010/main" val="46268551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3" name="text-28-64">
            <a:extLst>
              <a:ext uri="{FF2B5EF4-FFF2-40B4-BE49-F238E27FC236}">
                <a16:creationId xmlns:a16="http://schemas.microsoft.com/office/drawing/2014/main" id="{B722E107-2057-495A-AB9D-E220E149D2DB}"/>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A10459ED-4799-4FAD-B25D-01EF5953993F}"/>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47BCC1E4-8B12-4087-B09F-DB0A620AAE33}"/>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02  </a:t>
            </a:r>
          </a:p>
        </p:txBody>
      </p:sp>
      <p:sp>
        <p:nvSpPr>
          <p:cNvPr id="4" name="직사각형 3">
            <a:extLst>
              <a:ext uri="{FF2B5EF4-FFF2-40B4-BE49-F238E27FC236}">
                <a16:creationId xmlns:a16="http://schemas.microsoft.com/office/drawing/2014/main" id="{4683E169-A465-4A52-8660-04F6ED9F9D92}"/>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6BE38287-5DE7-4572-BB08-86183C359D66}"/>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0E0ADDC3-AE57-42BD-AAFE-5E442519C497}"/>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60C5D9E4-A59F-4231-97BB-FA0436A9806A}"/>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003</a:t>
            </a:r>
            <a:endParaRPr sz="1050" b="1" i="0">
              <a:solidFill>
                <a:srgbClr val="171717"/>
              </a:solidFill>
              <a:latin typeface="Consolas"/>
              <a:ea typeface="Consolas"/>
              <a:cs typeface="Consolas"/>
            </a:endParaRPr>
          </a:p>
        </p:txBody>
      </p:sp>
      <p:sp>
        <p:nvSpPr>
          <p:cNvPr id="8" name="text-178-64">
            <a:extLst>
              <a:ext uri="{FF2B5EF4-FFF2-40B4-BE49-F238E27FC236}">
                <a16:creationId xmlns:a16="http://schemas.microsoft.com/office/drawing/2014/main" id="{FEA9E021-01FE-4AFC-AF43-00D20DD00007}"/>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합병 정렬의 분할 뒤 반드시 필요한 전제는?</a:t>
            </a:r>
          </a:p>
        </p:txBody>
      </p:sp>
      <p:sp>
        <p:nvSpPr>
          <p:cNvPr id="9" name="text-316-72">
            <a:extLst>
              <a:ext uri="{FF2B5EF4-FFF2-40B4-BE49-F238E27FC236}">
                <a16:creationId xmlns:a16="http://schemas.microsoft.com/office/drawing/2014/main" id="{1E07537A-80CA-4EDB-8A75-AFBDC02A6AC1}"/>
              </a:ext>
            </a:extLst>
          </p:cNvPr>
          <p:cNvSpPr>
            <a:spLocks noGrp="1"/>
          </p:cNvSpPr>
          <p:nvPr/>
        </p:nvSpPr>
        <p:spPr>
          <a:xfrm>
            <a:off x="685800" y="30099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a:ext uri="{FF2B5EF4-FFF2-40B4-BE49-F238E27FC236}">
                <a16:creationId xmlns:a16="http://schemas.microsoft.com/office/drawing/2014/main" id="{15D024A5-9D4D-414C-9FB2-9D1F515035A2}"/>
              </a:ext>
            </a:extLst>
          </p:cNvPr>
          <p:cNvSpPr>
            <a:spLocks noGrp="1"/>
          </p:cNvSpPr>
          <p:nvPr/>
        </p:nvSpPr>
        <p:spPr>
          <a:xfrm>
            <a:off x="1181100" y="30099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모든 원소가 서로 다르다</a:t>
            </a:r>
          </a:p>
        </p:txBody>
      </p:sp>
      <p:sp>
        <p:nvSpPr>
          <p:cNvPr id="11" name="직사각형 10">
            <a:extLst>
              <a:ext uri="{FF2B5EF4-FFF2-40B4-BE49-F238E27FC236}">
                <a16:creationId xmlns:a16="http://schemas.microsoft.com/office/drawing/2014/main" id="{B94F38B4-1732-49E5-A7A8-F4FE418DD0A2}"/>
              </a:ext>
            </a:extLst>
          </p:cNvPr>
          <p:cNvSpPr>
            <a:spLocks noGrp="1"/>
          </p:cNvSpPr>
          <p:nvPr/>
        </p:nvSpPr>
        <p:spPr>
          <a:xfrm>
            <a:off x="1181100" y="3552825"/>
            <a:ext cx="10401300" cy="9525"/>
          </a:xfrm>
          <a:prstGeom prst="rect">
            <a:avLst/>
          </a:prstGeom>
          <a:solidFill>
            <a:srgbClr val="E7E7E7"/>
          </a:solidFill>
          <a:ln w="0">
            <a:noFill/>
          </a:ln>
        </p:spPr>
      </p:sp>
      <p:sp>
        <p:nvSpPr>
          <p:cNvPr id="12" name="text-382-72">
            <a:extLst>
              <a:ext uri="{FF2B5EF4-FFF2-40B4-BE49-F238E27FC236}">
                <a16:creationId xmlns:a16="http://schemas.microsoft.com/office/drawing/2014/main" id="{B3335335-BF7E-476E-B776-B1F2F964BD30}"/>
              </a:ext>
            </a:extLst>
          </p:cNvPr>
          <p:cNvSpPr>
            <a:spLocks noGrp="1"/>
          </p:cNvSpPr>
          <p:nvPr/>
        </p:nvSpPr>
        <p:spPr>
          <a:xfrm>
            <a:off x="685800" y="36385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a:ext uri="{FF2B5EF4-FFF2-40B4-BE49-F238E27FC236}">
                <a16:creationId xmlns:a16="http://schemas.microsoft.com/office/drawing/2014/main" id="{7A4AC74C-3065-4F09-9140-BCE0D9FC61C5}"/>
              </a:ext>
            </a:extLst>
          </p:cNvPr>
          <p:cNvSpPr>
            <a:spLocks noGrp="1"/>
          </p:cNvSpPr>
          <p:nvPr/>
        </p:nvSpPr>
        <p:spPr>
          <a:xfrm>
            <a:off x="1181100" y="36385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입력이 이미 정렬되어 있다</a:t>
            </a:r>
          </a:p>
        </p:txBody>
      </p:sp>
      <p:sp>
        <p:nvSpPr>
          <p:cNvPr id="14" name="직사각형 13">
            <a:extLst>
              <a:ext uri="{FF2B5EF4-FFF2-40B4-BE49-F238E27FC236}">
                <a16:creationId xmlns:a16="http://schemas.microsoft.com/office/drawing/2014/main" id="{75774A66-9554-4CE8-9EA2-0B9E211B21A4}"/>
              </a:ext>
            </a:extLst>
          </p:cNvPr>
          <p:cNvSpPr>
            <a:spLocks noGrp="1"/>
          </p:cNvSpPr>
          <p:nvPr/>
        </p:nvSpPr>
        <p:spPr>
          <a:xfrm>
            <a:off x="1181100" y="4181475"/>
            <a:ext cx="10401300" cy="9525"/>
          </a:xfrm>
          <a:prstGeom prst="rect">
            <a:avLst/>
          </a:prstGeom>
          <a:solidFill>
            <a:srgbClr val="E7E7E7"/>
          </a:solidFill>
          <a:ln w="0">
            <a:noFill/>
          </a:ln>
        </p:spPr>
      </p:sp>
      <p:sp>
        <p:nvSpPr>
          <p:cNvPr id="15" name="text-448-72">
            <a:extLst>
              <a:ext uri="{FF2B5EF4-FFF2-40B4-BE49-F238E27FC236}">
                <a16:creationId xmlns:a16="http://schemas.microsoft.com/office/drawing/2014/main" id="{256041B4-C7E3-48E9-B451-2E5BFB95E774}"/>
              </a:ext>
            </a:extLst>
          </p:cNvPr>
          <p:cNvSpPr>
            <a:spLocks noGrp="1"/>
          </p:cNvSpPr>
          <p:nvPr/>
        </p:nvSpPr>
        <p:spPr>
          <a:xfrm>
            <a:off x="685800" y="42672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a:ext uri="{FF2B5EF4-FFF2-40B4-BE49-F238E27FC236}">
                <a16:creationId xmlns:a16="http://schemas.microsoft.com/office/drawing/2014/main" id="{AF906C9B-3A42-44CD-9358-99276C918D92}"/>
              </a:ext>
            </a:extLst>
          </p:cNvPr>
          <p:cNvSpPr>
            <a:spLocks noGrp="1"/>
          </p:cNvSpPr>
          <p:nvPr/>
        </p:nvSpPr>
        <p:spPr>
          <a:xfrm>
            <a:off x="1181100" y="42672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두 부분을 각각 정렬한 뒤 병합한다</a:t>
            </a:r>
          </a:p>
        </p:txBody>
      </p:sp>
      <p:sp>
        <p:nvSpPr>
          <p:cNvPr id="17" name="직사각형 16">
            <a:extLst>
              <a:ext uri="{FF2B5EF4-FFF2-40B4-BE49-F238E27FC236}">
                <a16:creationId xmlns:a16="http://schemas.microsoft.com/office/drawing/2014/main" id="{FD7F17BD-BD1C-4C6A-A9C6-3A647906509A}"/>
              </a:ext>
            </a:extLst>
          </p:cNvPr>
          <p:cNvSpPr>
            <a:spLocks noGrp="1"/>
          </p:cNvSpPr>
          <p:nvPr/>
        </p:nvSpPr>
        <p:spPr>
          <a:xfrm>
            <a:off x="1181100" y="4810125"/>
            <a:ext cx="10401300" cy="9525"/>
          </a:xfrm>
          <a:prstGeom prst="rect">
            <a:avLst/>
          </a:prstGeom>
          <a:solidFill>
            <a:srgbClr val="E7E7E7"/>
          </a:solidFill>
          <a:ln w="0">
            <a:noFill/>
          </a:ln>
        </p:spPr>
      </p:sp>
      <p:sp>
        <p:nvSpPr>
          <p:cNvPr id="18" name="text-514-72">
            <a:extLst>
              <a:ext uri="{FF2B5EF4-FFF2-40B4-BE49-F238E27FC236}">
                <a16:creationId xmlns:a16="http://schemas.microsoft.com/office/drawing/2014/main" id="{F554E00E-540D-4205-9578-6320DBFDA53A}"/>
              </a:ext>
            </a:extLst>
          </p:cNvPr>
          <p:cNvSpPr>
            <a:spLocks noGrp="1"/>
          </p:cNvSpPr>
          <p:nvPr/>
        </p:nvSpPr>
        <p:spPr>
          <a:xfrm>
            <a:off x="685800" y="48958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a:ext uri="{FF2B5EF4-FFF2-40B4-BE49-F238E27FC236}">
                <a16:creationId xmlns:a16="http://schemas.microsoft.com/office/drawing/2014/main" id="{237A01A3-6A79-4C2E-B819-4F4A9A8AB966}"/>
              </a:ext>
            </a:extLst>
          </p:cNvPr>
          <p:cNvSpPr>
            <a:spLocks noGrp="1"/>
          </p:cNvSpPr>
          <p:nvPr/>
        </p:nvSpPr>
        <p:spPr>
          <a:xfrm>
            <a:off x="1181100" y="48958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두 부분의 길이가 항상 같다</a:t>
            </a:r>
          </a:p>
        </p:txBody>
      </p:sp>
      <p:sp>
        <p:nvSpPr>
          <p:cNvPr id="20" name="직사각형 19">
            <a:extLst>
              <a:ext uri="{FF2B5EF4-FFF2-40B4-BE49-F238E27FC236}">
                <a16:creationId xmlns:a16="http://schemas.microsoft.com/office/drawing/2014/main" id="{66616619-8AA2-44F5-A04B-2C16EEDA7855}"/>
              </a:ext>
            </a:extLst>
          </p:cNvPr>
          <p:cNvSpPr>
            <a:spLocks noGrp="1"/>
          </p:cNvSpPr>
          <p:nvPr/>
        </p:nvSpPr>
        <p:spPr>
          <a:xfrm>
            <a:off x="1181100" y="5438775"/>
            <a:ext cx="10401300" cy="9525"/>
          </a:xfrm>
          <a:prstGeom prst="rect">
            <a:avLst/>
          </a:prstGeom>
          <a:solidFill>
            <a:srgbClr val="E7E7E7"/>
          </a:solidFill>
          <a:ln w="0">
            <a:noFill/>
          </a:ln>
        </p:spPr>
      </p:sp>
      <p:sp>
        <p:nvSpPr>
          <p:cNvPr id="21" name="text-580-72">
            <a:extLst>
              <a:ext uri="{FF2B5EF4-FFF2-40B4-BE49-F238E27FC236}">
                <a16:creationId xmlns:a16="http://schemas.microsoft.com/office/drawing/2014/main" id="{B122D0AC-C101-4219-9A21-48BF8FF55BDF}"/>
              </a:ext>
            </a:extLst>
          </p:cNvPr>
          <p:cNvSpPr>
            <a:spLocks noGrp="1"/>
          </p:cNvSpPr>
          <p:nvPr/>
        </p:nvSpPr>
        <p:spPr>
          <a:xfrm>
            <a:off x="685800" y="55245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a:ext uri="{FF2B5EF4-FFF2-40B4-BE49-F238E27FC236}">
                <a16:creationId xmlns:a16="http://schemas.microsoft.com/office/drawing/2014/main" id="{E99DFDBC-3100-42A4-B736-F336C93476A7}"/>
              </a:ext>
            </a:extLst>
          </p:cNvPr>
          <p:cNvSpPr>
            <a:spLocks noGrp="1"/>
          </p:cNvSpPr>
          <p:nvPr/>
        </p:nvSpPr>
        <p:spPr>
          <a:xfrm>
            <a:off x="1181100" y="55245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두 부분의 값 범위가 겹치지 않는다</a:t>
            </a:r>
          </a:p>
        </p:txBody>
      </p:sp>
    </p:spTree>
    <p:extLst>
      <p:ext uri="{BB962C8B-B14F-4D97-AF65-F5344CB8AC3E}">
        <p14:creationId xmlns:p14="http://schemas.microsoft.com/office/powerpoint/2010/main" val="46268551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BA0F0BF4-95FC-4D90-968F-BF674708C901}"/>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1FFD4F32-01B6-4DAF-9CD4-B6EAA2663F03}"/>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AECBFDF7-84F6-423A-9D08-EFAFF3A5A87C}"/>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02  정답과 해설</a:t>
            </a:r>
          </a:p>
        </p:txBody>
      </p:sp>
      <p:sp>
        <p:nvSpPr>
          <p:cNvPr id="4" name="직사각형 3">
            <a:extLst>
              <a:ext uri="{FF2B5EF4-FFF2-40B4-BE49-F238E27FC236}">
                <a16:creationId xmlns:a16="http://schemas.microsoft.com/office/drawing/2014/main" id="{DA8E067E-6987-4991-8334-CBE8C15E61F0}"/>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B5ADF2E9-6351-4A3E-A64D-61E4FCD4729A}"/>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826C4BA6-5E11-4B1B-887F-72860522CC24}"/>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D5B722DE-052A-4705-85EB-37B047C47E36}"/>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004</a:t>
            </a:r>
            <a:endParaRPr sz="1050" b="1" i="0">
              <a:solidFill>
                <a:srgbClr val="171717"/>
              </a:solidFill>
              <a:latin typeface="Consolas"/>
              <a:ea typeface="Consolas"/>
              <a:cs typeface="Consolas"/>
            </a:endParaRPr>
          </a:p>
        </p:txBody>
      </p:sp>
      <p:sp>
        <p:nvSpPr>
          <p:cNvPr id="8" name="text-178-64">
            <a:extLst>
              <a:ext uri="{FF2B5EF4-FFF2-40B4-BE49-F238E27FC236}">
                <a16:creationId xmlns:a16="http://schemas.microsoft.com/office/drawing/2014/main" id="{5CD262E7-1D2E-40DF-8714-21F11F92ECDE}"/>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합병 정렬의 분할 뒤 반드시 필요한 전제는?</a:t>
            </a:r>
          </a:p>
        </p:txBody>
      </p:sp>
      <p:sp>
        <p:nvSpPr>
          <p:cNvPr id="9" name="직사각형 8">
            <a:extLst>
              <a:ext uri="{FF2B5EF4-FFF2-40B4-BE49-F238E27FC236}">
                <a16:creationId xmlns:a16="http://schemas.microsoft.com/office/drawing/2014/main" id="{E2E1F80B-5A42-4AE2-AA13-797853B84735}"/>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1DB3A49F-5F74-47D6-BBBA-E3CC3E5075F5}"/>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3번 두 부분을 각각 정렬한 뒤 병합한다</a:t>
            </a:r>
          </a:p>
        </p:txBody>
      </p:sp>
      <p:sp>
        <p:nvSpPr>
          <p:cNvPr id="11" name="text-324.4-64">
            <a:extLst>
              <a:ext uri="{FF2B5EF4-FFF2-40B4-BE49-F238E27FC236}">
                <a16:creationId xmlns:a16="http://schemas.microsoft.com/office/drawing/2014/main" id="{99967192-A19A-45B2-8B9D-D39D3FA08F87}"/>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80C8D628-08B0-45BF-BA9B-84315B127D0C}"/>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0EA8E369-C046-4F88-8484-91CE772A4534}"/>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병합은 정렬된 두 배열을 입력으로 받는다. 중복과 홀수 길이도 처리할 수 있다.</a:t>
            </a:r>
          </a:p>
        </p:txBody>
      </p:sp>
    </p:spTree>
    <p:extLst>
      <p:ext uri="{BB962C8B-B14F-4D97-AF65-F5344CB8AC3E}">
        <p14:creationId xmlns:p14="http://schemas.microsoft.com/office/powerpoint/2010/main" val="46268551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3" name="text-28-64">
            <a:extLst>
              <a:ext uri="{FF2B5EF4-FFF2-40B4-BE49-F238E27FC236}">
                <a16:creationId xmlns:a16="http://schemas.microsoft.com/office/drawing/2014/main" id="{EC591D6A-C66F-475B-9B91-32612EAB998F}"/>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F2C3850B-3FC3-42E2-BF37-ED97704C51BB}"/>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CADF1AC2-7918-4749-9E78-E4D5B3772080}"/>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03  </a:t>
            </a:r>
          </a:p>
        </p:txBody>
      </p:sp>
      <p:sp>
        <p:nvSpPr>
          <p:cNvPr id="4" name="직사각형 3">
            <a:extLst>
              <a:ext uri="{FF2B5EF4-FFF2-40B4-BE49-F238E27FC236}">
                <a16:creationId xmlns:a16="http://schemas.microsoft.com/office/drawing/2014/main" id="{981DAC65-9F89-4611-B57E-6D58E78A7F35}"/>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FFCC4A81-9BFB-4CE0-8F8B-3B2E1C27FF48}"/>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5FC83E83-787B-43F0-8E34-EF14FFD9EC6E}"/>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C9AC98CF-E6B1-4018-BAB8-FADDFD6EDB4E}"/>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005</a:t>
            </a:r>
            <a:endParaRPr sz="1050" b="1" i="0">
              <a:solidFill>
                <a:srgbClr val="171717"/>
              </a:solidFill>
              <a:latin typeface="Consolas"/>
              <a:ea typeface="Consolas"/>
              <a:cs typeface="Consolas"/>
            </a:endParaRPr>
          </a:p>
        </p:txBody>
      </p:sp>
      <p:sp>
        <p:nvSpPr>
          <p:cNvPr id="8" name="text-178-64">
            <a:extLst>
              <a:ext uri="{FF2B5EF4-FFF2-40B4-BE49-F238E27FC236}">
                <a16:creationId xmlns:a16="http://schemas.microsoft.com/office/drawing/2014/main" id="{B3EAD1B4-3E72-448E-947F-30D780BD4E83}"/>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길이 p,q인 정렬 배열의 표준 병합에서 최악 원소 비교 횟수는? p,q≥1이다.</a:t>
            </a:r>
          </a:p>
        </p:txBody>
      </p:sp>
      <p:sp>
        <p:nvSpPr>
          <p:cNvPr id="9" name="text-316-72">
            <a:extLst>
              <a:ext uri="{FF2B5EF4-FFF2-40B4-BE49-F238E27FC236}">
                <a16:creationId xmlns:a16="http://schemas.microsoft.com/office/drawing/2014/main" id="{2BB7EAD0-0A7C-4B8D-81AF-BAD9E796A197}"/>
              </a:ext>
            </a:extLst>
          </p:cNvPr>
          <p:cNvSpPr>
            <a:spLocks noGrp="1"/>
          </p:cNvSpPr>
          <p:nvPr/>
        </p:nvSpPr>
        <p:spPr>
          <a:xfrm>
            <a:off x="685800" y="30099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a:ext uri="{FF2B5EF4-FFF2-40B4-BE49-F238E27FC236}">
                <a16:creationId xmlns:a16="http://schemas.microsoft.com/office/drawing/2014/main" id="{3FB961AB-B7CF-499D-847C-78F8016DE94C}"/>
              </a:ext>
            </a:extLst>
          </p:cNvPr>
          <p:cNvSpPr>
            <a:spLocks noGrp="1"/>
          </p:cNvSpPr>
          <p:nvPr/>
        </p:nvSpPr>
        <p:spPr>
          <a:xfrm>
            <a:off x="1181100" y="30099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⌈log₂(p+q)⌉</a:t>
            </a:r>
          </a:p>
        </p:txBody>
      </p:sp>
      <p:sp>
        <p:nvSpPr>
          <p:cNvPr id="11" name="직사각형 10">
            <a:extLst>
              <a:ext uri="{FF2B5EF4-FFF2-40B4-BE49-F238E27FC236}">
                <a16:creationId xmlns:a16="http://schemas.microsoft.com/office/drawing/2014/main" id="{206E3DDF-C2BF-4483-AC49-C6C98481471E}"/>
              </a:ext>
            </a:extLst>
          </p:cNvPr>
          <p:cNvSpPr>
            <a:spLocks noGrp="1"/>
          </p:cNvSpPr>
          <p:nvPr/>
        </p:nvSpPr>
        <p:spPr>
          <a:xfrm>
            <a:off x="1181100" y="3552825"/>
            <a:ext cx="10401300" cy="9525"/>
          </a:xfrm>
          <a:prstGeom prst="rect">
            <a:avLst/>
          </a:prstGeom>
          <a:solidFill>
            <a:srgbClr val="E7E7E7"/>
          </a:solidFill>
          <a:ln w="0">
            <a:noFill/>
          </a:ln>
        </p:spPr>
      </p:sp>
      <p:sp>
        <p:nvSpPr>
          <p:cNvPr id="12" name="text-382-72">
            <a:extLst>
              <a:ext uri="{FF2B5EF4-FFF2-40B4-BE49-F238E27FC236}">
                <a16:creationId xmlns:a16="http://schemas.microsoft.com/office/drawing/2014/main" id="{DB1E13F2-5400-4EEF-9CA2-05209D378DA8}"/>
              </a:ext>
            </a:extLst>
          </p:cNvPr>
          <p:cNvSpPr>
            <a:spLocks noGrp="1"/>
          </p:cNvSpPr>
          <p:nvPr/>
        </p:nvSpPr>
        <p:spPr>
          <a:xfrm>
            <a:off x="685800" y="36385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a:ext uri="{FF2B5EF4-FFF2-40B4-BE49-F238E27FC236}">
                <a16:creationId xmlns:a16="http://schemas.microsoft.com/office/drawing/2014/main" id="{F17FF6EE-2B6E-43B4-8E16-5440A7E23075}"/>
              </a:ext>
            </a:extLst>
          </p:cNvPr>
          <p:cNvSpPr>
            <a:spLocks noGrp="1"/>
          </p:cNvSpPr>
          <p:nvPr/>
        </p:nvSpPr>
        <p:spPr>
          <a:xfrm>
            <a:off x="1181100" y="36385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min(p,q)−1</a:t>
            </a:r>
          </a:p>
        </p:txBody>
      </p:sp>
      <p:sp>
        <p:nvSpPr>
          <p:cNvPr id="14" name="직사각형 13">
            <a:extLst>
              <a:ext uri="{FF2B5EF4-FFF2-40B4-BE49-F238E27FC236}">
                <a16:creationId xmlns:a16="http://schemas.microsoft.com/office/drawing/2014/main" id="{014D6EF7-D553-40A9-80C2-BD11AC7764A7}"/>
              </a:ext>
            </a:extLst>
          </p:cNvPr>
          <p:cNvSpPr>
            <a:spLocks noGrp="1"/>
          </p:cNvSpPr>
          <p:nvPr/>
        </p:nvSpPr>
        <p:spPr>
          <a:xfrm>
            <a:off x="1181100" y="4181475"/>
            <a:ext cx="10401300" cy="9525"/>
          </a:xfrm>
          <a:prstGeom prst="rect">
            <a:avLst/>
          </a:prstGeom>
          <a:solidFill>
            <a:srgbClr val="E7E7E7"/>
          </a:solidFill>
          <a:ln w="0">
            <a:noFill/>
          </a:ln>
        </p:spPr>
      </p:sp>
      <p:sp>
        <p:nvSpPr>
          <p:cNvPr id="15" name="text-448-72">
            <a:extLst>
              <a:ext uri="{FF2B5EF4-FFF2-40B4-BE49-F238E27FC236}">
                <a16:creationId xmlns:a16="http://schemas.microsoft.com/office/drawing/2014/main" id="{86DA79DD-8FAE-4E5F-B918-842D01B7B4EA}"/>
              </a:ext>
            </a:extLst>
          </p:cNvPr>
          <p:cNvSpPr>
            <a:spLocks noGrp="1"/>
          </p:cNvSpPr>
          <p:nvPr/>
        </p:nvSpPr>
        <p:spPr>
          <a:xfrm>
            <a:off x="685800" y="42672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a:ext uri="{FF2B5EF4-FFF2-40B4-BE49-F238E27FC236}">
                <a16:creationId xmlns:a16="http://schemas.microsoft.com/office/drawing/2014/main" id="{A69E7D0B-886B-4C70-BC68-4C62F94C5EDE}"/>
              </a:ext>
            </a:extLst>
          </p:cNvPr>
          <p:cNvSpPr>
            <a:spLocks noGrp="1"/>
          </p:cNvSpPr>
          <p:nvPr/>
        </p:nvSpPr>
        <p:spPr>
          <a:xfrm>
            <a:off x="1181100" y="42672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p+q</a:t>
            </a:r>
          </a:p>
        </p:txBody>
      </p:sp>
      <p:sp>
        <p:nvSpPr>
          <p:cNvPr id="17" name="직사각형 16">
            <a:extLst>
              <a:ext uri="{FF2B5EF4-FFF2-40B4-BE49-F238E27FC236}">
                <a16:creationId xmlns:a16="http://schemas.microsoft.com/office/drawing/2014/main" id="{0C3E790F-4F76-428F-898B-B87029EE9D92}"/>
              </a:ext>
            </a:extLst>
          </p:cNvPr>
          <p:cNvSpPr>
            <a:spLocks noGrp="1"/>
          </p:cNvSpPr>
          <p:nvPr/>
        </p:nvSpPr>
        <p:spPr>
          <a:xfrm>
            <a:off x="1181100" y="4810125"/>
            <a:ext cx="10401300" cy="9525"/>
          </a:xfrm>
          <a:prstGeom prst="rect">
            <a:avLst/>
          </a:prstGeom>
          <a:solidFill>
            <a:srgbClr val="E7E7E7"/>
          </a:solidFill>
          <a:ln w="0">
            <a:noFill/>
          </a:ln>
        </p:spPr>
      </p:sp>
      <p:sp>
        <p:nvSpPr>
          <p:cNvPr id="18" name="text-514-72">
            <a:extLst>
              <a:ext uri="{FF2B5EF4-FFF2-40B4-BE49-F238E27FC236}">
                <a16:creationId xmlns:a16="http://schemas.microsoft.com/office/drawing/2014/main" id="{33852385-D540-400D-B11A-8E4014F20D07}"/>
              </a:ext>
            </a:extLst>
          </p:cNvPr>
          <p:cNvSpPr>
            <a:spLocks noGrp="1"/>
          </p:cNvSpPr>
          <p:nvPr/>
        </p:nvSpPr>
        <p:spPr>
          <a:xfrm>
            <a:off x="685800" y="48958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a:ext uri="{FF2B5EF4-FFF2-40B4-BE49-F238E27FC236}">
                <a16:creationId xmlns:a16="http://schemas.microsoft.com/office/drawing/2014/main" id="{E0F76C21-2527-41BE-BC72-323A20A8649E}"/>
              </a:ext>
            </a:extLst>
          </p:cNvPr>
          <p:cNvSpPr>
            <a:spLocks noGrp="1"/>
          </p:cNvSpPr>
          <p:nvPr/>
        </p:nvSpPr>
        <p:spPr>
          <a:xfrm>
            <a:off x="1181100" y="48958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pq</a:t>
            </a:r>
          </a:p>
        </p:txBody>
      </p:sp>
      <p:sp>
        <p:nvSpPr>
          <p:cNvPr id="20" name="직사각형 19">
            <a:extLst>
              <a:ext uri="{FF2B5EF4-FFF2-40B4-BE49-F238E27FC236}">
                <a16:creationId xmlns:a16="http://schemas.microsoft.com/office/drawing/2014/main" id="{4FEF3384-BCCF-4D26-BE4D-8323F08FFA72}"/>
              </a:ext>
            </a:extLst>
          </p:cNvPr>
          <p:cNvSpPr>
            <a:spLocks noGrp="1"/>
          </p:cNvSpPr>
          <p:nvPr/>
        </p:nvSpPr>
        <p:spPr>
          <a:xfrm>
            <a:off x="1181100" y="5438775"/>
            <a:ext cx="10401300" cy="9525"/>
          </a:xfrm>
          <a:prstGeom prst="rect">
            <a:avLst/>
          </a:prstGeom>
          <a:solidFill>
            <a:srgbClr val="E7E7E7"/>
          </a:solidFill>
          <a:ln w="0">
            <a:noFill/>
          </a:ln>
        </p:spPr>
      </p:sp>
      <p:sp>
        <p:nvSpPr>
          <p:cNvPr id="21" name="text-580-72">
            <a:extLst>
              <a:ext uri="{FF2B5EF4-FFF2-40B4-BE49-F238E27FC236}">
                <a16:creationId xmlns:a16="http://schemas.microsoft.com/office/drawing/2014/main" id="{3BE0EAF0-019F-4A31-BC03-62F104CB4481}"/>
              </a:ext>
            </a:extLst>
          </p:cNvPr>
          <p:cNvSpPr>
            <a:spLocks noGrp="1"/>
          </p:cNvSpPr>
          <p:nvPr/>
        </p:nvSpPr>
        <p:spPr>
          <a:xfrm>
            <a:off x="685800" y="55245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a:ext uri="{FF2B5EF4-FFF2-40B4-BE49-F238E27FC236}">
                <a16:creationId xmlns:a16="http://schemas.microsoft.com/office/drawing/2014/main" id="{39E30255-8459-441D-BF99-59F88DE82BED}"/>
              </a:ext>
            </a:extLst>
          </p:cNvPr>
          <p:cNvSpPr>
            <a:spLocks noGrp="1"/>
          </p:cNvSpPr>
          <p:nvPr/>
        </p:nvSpPr>
        <p:spPr>
          <a:xfrm>
            <a:off x="1181100" y="55245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p+q−1</a:t>
            </a:r>
          </a:p>
        </p:txBody>
      </p:sp>
    </p:spTree>
    <p:extLst>
      <p:ext uri="{BB962C8B-B14F-4D97-AF65-F5344CB8AC3E}">
        <p14:creationId xmlns:p14="http://schemas.microsoft.com/office/powerpoint/2010/main" val="46268551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DB299E3A-79EE-4DF6-A313-3C2188B87A70}"/>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CB1EEA0E-B734-422A-888F-C4EA9720FA86}"/>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353D1F23-9DEB-433F-92CA-3B2DBE479EB8}"/>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03  정답과 해설</a:t>
            </a:r>
          </a:p>
        </p:txBody>
      </p:sp>
      <p:sp>
        <p:nvSpPr>
          <p:cNvPr id="4" name="직사각형 3">
            <a:extLst>
              <a:ext uri="{FF2B5EF4-FFF2-40B4-BE49-F238E27FC236}">
                <a16:creationId xmlns:a16="http://schemas.microsoft.com/office/drawing/2014/main" id="{24F9958E-6E71-4259-B6A3-449F5317F0CF}"/>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5273954C-11A8-4449-ADB7-E512EF200129}"/>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1DE57794-6587-4114-8919-540452742B16}"/>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180FBACB-CD14-46B2-8D89-602E4C82A3F8}"/>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006</a:t>
            </a:r>
            <a:endParaRPr sz="1050" b="1" i="0">
              <a:solidFill>
                <a:srgbClr val="171717"/>
              </a:solidFill>
              <a:latin typeface="Consolas"/>
              <a:ea typeface="Consolas"/>
              <a:cs typeface="Consolas"/>
            </a:endParaRPr>
          </a:p>
        </p:txBody>
      </p:sp>
      <p:sp>
        <p:nvSpPr>
          <p:cNvPr id="8" name="text-178-64">
            <a:extLst>
              <a:ext uri="{FF2B5EF4-FFF2-40B4-BE49-F238E27FC236}">
                <a16:creationId xmlns:a16="http://schemas.microsoft.com/office/drawing/2014/main" id="{2C97659B-68BF-4D6C-80F2-9EB0B8FAB632}"/>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길이 p,q인 정렬 배열의 표준 병합에서 최악 원소 비교 횟수는? p,q≥1이다.</a:t>
            </a:r>
          </a:p>
        </p:txBody>
      </p:sp>
      <p:sp>
        <p:nvSpPr>
          <p:cNvPr id="9" name="직사각형 8">
            <a:extLst>
              <a:ext uri="{FF2B5EF4-FFF2-40B4-BE49-F238E27FC236}">
                <a16:creationId xmlns:a16="http://schemas.microsoft.com/office/drawing/2014/main" id="{0393F807-3234-4A3C-80E1-83A22F854F6F}"/>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B61C694E-18A7-408B-8F48-80E9F300DDAF}"/>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5번 p+q−1</a:t>
            </a:r>
          </a:p>
        </p:txBody>
      </p:sp>
      <p:sp>
        <p:nvSpPr>
          <p:cNvPr id="11" name="text-324.4-64">
            <a:extLst>
              <a:ext uri="{FF2B5EF4-FFF2-40B4-BE49-F238E27FC236}">
                <a16:creationId xmlns:a16="http://schemas.microsoft.com/office/drawing/2014/main" id="{9A6096C0-4476-4577-8353-54ED0F519A9F}"/>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BC703D5F-CD9F-42C2-9167-010347BF3DBF}"/>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0E87E543-E682-427F-85F4-4C4FED2F68C7}"/>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한쪽이 먼저 소진되면 남은 원소는 비교 없이 복사한다. 마지막 하나를 남길 때까지 비교할 수 있다.</a:t>
            </a:r>
          </a:p>
        </p:txBody>
      </p:sp>
    </p:spTree>
    <p:extLst>
      <p:ext uri="{BB962C8B-B14F-4D97-AF65-F5344CB8AC3E}">
        <p14:creationId xmlns:p14="http://schemas.microsoft.com/office/powerpoint/2010/main" val="46268551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3" name="text-28-64">
            <a:extLst>
              <a:ext uri="{FF2B5EF4-FFF2-40B4-BE49-F238E27FC236}">
                <a16:creationId xmlns:a16="http://schemas.microsoft.com/office/drawing/2014/main" id="{2F91A7F3-830A-4E4C-B7AD-C7FDFEE7ADB8}"/>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945EB671-A8D5-4DCE-9531-AABA74F8AB99}"/>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D700932C-1027-4BD0-852C-E1872525934F}"/>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04  </a:t>
            </a:r>
          </a:p>
        </p:txBody>
      </p:sp>
      <p:sp>
        <p:nvSpPr>
          <p:cNvPr id="4" name="직사각형 3">
            <a:extLst>
              <a:ext uri="{FF2B5EF4-FFF2-40B4-BE49-F238E27FC236}">
                <a16:creationId xmlns:a16="http://schemas.microsoft.com/office/drawing/2014/main" id="{F3E95B97-ABBF-4208-83E4-8D1A965916E4}"/>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A5A4EA0C-853A-4A8F-A95D-B919667699AA}"/>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4D59D37B-EAEA-42E5-AAE5-81E0F05833F2}"/>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FCA99402-09DD-4D99-9612-68AEFA9D2FB7}"/>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007</a:t>
            </a:r>
            <a:endParaRPr sz="1050" b="1" i="0">
              <a:solidFill>
                <a:srgbClr val="171717"/>
              </a:solidFill>
              <a:latin typeface="Consolas"/>
              <a:ea typeface="Consolas"/>
              <a:cs typeface="Consolas"/>
            </a:endParaRPr>
          </a:p>
        </p:txBody>
      </p:sp>
      <p:sp>
        <p:nvSpPr>
          <p:cNvPr id="8" name="text-178-64">
            <a:extLst>
              <a:ext uri="{FF2B5EF4-FFF2-40B4-BE49-F238E27FC236}">
                <a16:creationId xmlns:a16="http://schemas.microsoft.com/office/drawing/2014/main" id="{9465C2EE-2702-49EB-BA81-59AE6DFCFCE6}"/>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안정적인 병합 정렬에서 양쪽 현재 키가 같을 때 먼저 꺼낼 원소는?</a:t>
            </a:r>
          </a:p>
        </p:txBody>
      </p:sp>
      <p:sp>
        <p:nvSpPr>
          <p:cNvPr id="9" name="text-316-72">
            <a:extLst>
              <a:ext uri="{FF2B5EF4-FFF2-40B4-BE49-F238E27FC236}">
                <a16:creationId xmlns:a16="http://schemas.microsoft.com/office/drawing/2014/main" id="{70C14A0A-7118-4839-8ADD-C8AF896C9306}"/>
              </a:ext>
            </a:extLst>
          </p:cNvPr>
          <p:cNvSpPr>
            <a:spLocks noGrp="1"/>
          </p:cNvSpPr>
          <p:nvPr/>
        </p:nvSpPr>
        <p:spPr>
          <a:xfrm>
            <a:off x="685800" y="30099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a:ext uri="{FF2B5EF4-FFF2-40B4-BE49-F238E27FC236}">
                <a16:creationId xmlns:a16="http://schemas.microsoft.com/office/drawing/2014/main" id="{93450E5C-D749-4783-BCA3-1DE2A741B288}"/>
              </a:ext>
            </a:extLst>
          </p:cNvPr>
          <p:cNvSpPr>
            <a:spLocks noGrp="1"/>
          </p:cNvSpPr>
          <p:nvPr/>
        </p:nvSpPr>
        <p:spPr>
          <a:xfrm>
            <a:off x="1181100" y="30099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같은 키의 대표 하나만 남긴다</a:t>
            </a:r>
          </a:p>
        </p:txBody>
      </p:sp>
      <p:sp>
        <p:nvSpPr>
          <p:cNvPr id="11" name="직사각형 10">
            <a:extLst>
              <a:ext uri="{FF2B5EF4-FFF2-40B4-BE49-F238E27FC236}">
                <a16:creationId xmlns:a16="http://schemas.microsoft.com/office/drawing/2014/main" id="{22B45B6E-62C0-48A5-8FCF-900668754859}"/>
              </a:ext>
            </a:extLst>
          </p:cNvPr>
          <p:cNvSpPr>
            <a:spLocks noGrp="1"/>
          </p:cNvSpPr>
          <p:nvPr/>
        </p:nvSpPr>
        <p:spPr>
          <a:xfrm>
            <a:off x="1181100" y="3552825"/>
            <a:ext cx="10401300" cy="9525"/>
          </a:xfrm>
          <a:prstGeom prst="rect">
            <a:avLst/>
          </a:prstGeom>
          <a:solidFill>
            <a:srgbClr val="E7E7E7"/>
          </a:solidFill>
          <a:ln w="0">
            <a:noFill/>
          </a:ln>
        </p:spPr>
      </p:sp>
      <p:sp>
        <p:nvSpPr>
          <p:cNvPr id="12" name="text-382-72">
            <a:extLst>
              <a:ext uri="{FF2B5EF4-FFF2-40B4-BE49-F238E27FC236}">
                <a16:creationId xmlns:a16="http://schemas.microsoft.com/office/drawing/2014/main" id="{20C83EB4-F9E7-405B-900E-403628C58B41}"/>
              </a:ext>
            </a:extLst>
          </p:cNvPr>
          <p:cNvSpPr>
            <a:spLocks noGrp="1"/>
          </p:cNvSpPr>
          <p:nvPr/>
        </p:nvSpPr>
        <p:spPr>
          <a:xfrm>
            <a:off x="685800" y="36385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a:ext uri="{FF2B5EF4-FFF2-40B4-BE49-F238E27FC236}">
                <a16:creationId xmlns:a16="http://schemas.microsoft.com/office/drawing/2014/main" id="{912C60B9-FB8D-45EE-AEFE-864D7F23B995}"/>
              </a:ext>
            </a:extLst>
          </p:cNvPr>
          <p:cNvSpPr>
            <a:spLocks noGrp="1"/>
          </p:cNvSpPr>
          <p:nvPr/>
        </p:nvSpPr>
        <p:spPr>
          <a:xfrm>
            <a:off x="1181100" y="36385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오른쪽 원소를 먼저 꺼내고 끝에서 전체를 뒤집는다</a:t>
            </a:r>
          </a:p>
        </p:txBody>
      </p:sp>
      <p:sp>
        <p:nvSpPr>
          <p:cNvPr id="14" name="직사각형 13">
            <a:extLst>
              <a:ext uri="{FF2B5EF4-FFF2-40B4-BE49-F238E27FC236}">
                <a16:creationId xmlns:a16="http://schemas.microsoft.com/office/drawing/2014/main" id="{94A5AE89-E357-4290-A9BB-3E5DAEE24BFD}"/>
              </a:ext>
            </a:extLst>
          </p:cNvPr>
          <p:cNvSpPr>
            <a:spLocks noGrp="1"/>
          </p:cNvSpPr>
          <p:nvPr/>
        </p:nvSpPr>
        <p:spPr>
          <a:xfrm>
            <a:off x="1181100" y="4181475"/>
            <a:ext cx="10401300" cy="9525"/>
          </a:xfrm>
          <a:prstGeom prst="rect">
            <a:avLst/>
          </a:prstGeom>
          <a:solidFill>
            <a:srgbClr val="E7E7E7"/>
          </a:solidFill>
          <a:ln w="0">
            <a:noFill/>
          </a:ln>
        </p:spPr>
      </p:sp>
      <p:sp>
        <p:nvSpPr>
          <p:cNvPr id="15" name="text-448-72">
            <a:extLst>
              <a:ext uri="{FF2B5EF4-FFF2-40B4-BE49-F238E27FC236}">
                <a16:creationId xmlns:a16="http://schemas.microsoft.com/office/drawing/2014/main" id="{1B9D7FB2-47FC-4D5A-8D1A-6E5E576344B3}"/>
              </a:ext>
            </a:extLst>
          </p:cNvPr>
          <p:cNvSpPr>
            <a:spLocks noGrp="1"/>
          </p:cNvSpPr>
          <p:nvPr/>
        </p:nvSpPr>
        <p:spPr>
          <a:xfrm>
            <a:off x="685800" y="42672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a:ext uri="{FF2B5EF4-FFF2-40B4-BE49-F238E27FC236}">
                <a16:creationId xmlns:a16="http://schemas.microsoft.com/office/drawing/2014/main" id="{7EE721C1-06AC-46C4-ADFA-D40D1C67E18F}"/>
              </a:ext>
            </a:extLst>
          </p:cNvPr>
          <p:cNvSpPr>
            <a:spLocks noGrp="1"/>
          </p:cNvSpPr>
          <p:nvPr/>
        </p:nvSpPr>
        <p:spPr>
          <a:xfrm>
            <a:off x="1181100" y="42672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두 원소 중 삽입 위치가 더 뒤인 쪽을 먼저 쓴다</a:t>
            </a:r>
          </a:p>
        </p:txBody>
      </p:sp>
      <p:sp>
        <p:nvSpPr>
          <p:cNvPr id="17" name="직사각형 16">
            <a:extLst>
              <a:ext uri="{FF2B5EF4-FFF2-40B4-BE49-F238E27FC236}">
                <a16:creationId xmlns:a16="http://schemas.microsoft.com/office/drawing/2014/main" id="{CCA10692-265F-4955-9086-52EEC0FCF53B}"/>
              </a:ext>
            </a:extLst>
          </p:cNvPr>
          <p:cNvSpPr>
            <a:spLocks noGrp="1"/>
          </p:cNvSpPr>
          <p:nvPr/>
        </p:nvSpPr>
        <p:spPr>
          <a:xfrm>
            <a:off x="1181100" y="4810125"/>
            <a:ext cx="10401300" cy="9525"/>
          </a:xfrm>
          <a:prstGeom prst="rect">
            <a:avLst/>
          </a:prstGeom>
          <a:solidFill>
            <a:srgbClr val="E7E7E7"/>
          </a:solidFill>
          <a:ln w="0">
            <a:noFill/>
          </a:ln>
        </p:spPr>
      </p:sp>
      <p:sp>
        <p:nvSpPr>
          <p:cNvPr id="18" name="text-514-72">
            <a:extLst>
              <a:ext uri="{FF2B5EF4-FFF2-40B4-BE49-F238E27FC236}">
                <a16:creationId xmlns:a16="http://schemas.microsoft.com/office/drawing/2014/main" id="{647B3929-EAEE-4117-A744-F0D2F85C2661}"/>
              </a:ext>
            </a:extLst>
          </p:cNvPr>
          <p:cNvSpPr>
            <a:spLocks noGrp="1"/>
          </p:cNvSpPr>
          <p:nvPr/>
        </p:nvSpPr>
        <p:spPr>
          <a:xfrm>
            <a:off x="685800" y="48958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a:ext uri="{FF2B5EF4-FFF2-40B4-BE49-F238E27FC236}">
                <a16:creationId xmlns:a16="http://schemas.microsoft.com/office/drawing/2014/main" id="{5D76DDC2-59EE-4A49-BAD0-E10D72E0E382}"/>
              </a:ext>
            </a:extLst>
          </p:cNvPr>
          <p:cNvSpPr>
            <a:spLocks noGrp="1"/>
          </p:cNvSpPr>
          <p:nvPr/>
        </p:nvSpPr>
        <p:spPr>
          <a:xfrm>
            <a:off x="1181100" y="48958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동률을 임의로 처리해도 안정성이 항상 유지된다</a:t>
            </a:r>
          </a:p>
        </p:txBody>
      </p:sp>
      <p:sp>
        <p:nvSpPr>
          <p:cNvPr id="20" name="직사각형 19">
            <a:extLst>
              <a:ext uri="{FF2B5EF4-FFF2-40B4-BE49-F238E27FC236}">
                <a16:creationId xmlns:a16="http://schemas.microsoft.com/office/drawing/2014/main" id="{E98D2E6D-32AF-4995-9D7C-8B8AE5FB40C1}"/>
              </a:ext>
            </a:extLst>
          </p:cNvPr>
          <p:cNvSpPr>
            <a:spLocks noGrp="1"/>
          </p:cNvSpPr>
          <p:nvPr/>
        </p:nvSpPr>
        <p:spPr>
          <a:xfrm>
            <a:off x="1181100" y="5438775"/>
            <a:ext cx="10401300" cy="9525"/>
          </a:xfrm>
          <a:prstGeom prst="rect">
            <a:avLst/>
          </a:prstGeom>
          <a:solidFill>
            <a:srgbClr val="E7E7E7"/>
          </a:solidFill>
          <a:ln w="0">
            <a:noFill/>
          </a:ln>
        </p:spPr>
      </p:sp>
      <p:sp>
        <p:nvSpPr>
          <p:cNvPr id="21" name="text-580-72">
            <a:extLst>
              <a:ext uri="{FF2B5EF4-FFF2-40B4-BE49-F238E27FC236}">
                <a16:creationId xmlns:a16="http://schemas.microsoft.com/office/drawing/2014/main" id="{FEAA14F7-F285-4C26-9D31-3F97FC011235}"/>
              </a:ext>
            </a:extLst>
          </p:cNvPr>
          <p:cNvSpPr>
            <a:spLocks noGrp="1"/>
          </p:cNvSpPr>
          <p:nvPr/>
        </p:nvSpPr>
        <p:spPr>
          <a:xfrm>
            <a:off x="685800" y="55245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a:ext uri="{FF2B5EF4-FFF2-40B4-BE49-F238E27FC236}">
                <a16:creationId xmlns:a16="http://schemas.microsoft.com/office/drawing/2014/main" id="{FE25AA18-BF36-4DC9-BCA0-95FE3029913F}"/>
              </a:ext>
            </a:extLst>
          </p:cNvPr>
          <p:cNvSpPr>
            <a:spLocks noGrp="1"/>
          </p:cNvSpPr>
          <p:nvPr/>
        </p:nvSpPr>
        <p:spPr>
          <a:xfrm>
            <a:off x="1181100" y="55245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왼쪽 부분의 원소</a:t>
            </a:r>
          </a:p>
        </p:txBody>
      </p:sp>
    </p:spTree>
    <p:extLst>
      <p:ext uri="{BB962C8B-B14F-4D97-AF65-F5344CB8AC3E}">
        <p14:creationId xmlns:p14="http://schemas.microsoft.com/office/powerpoint/2010/main" val="46268551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FB370DA7-89D8-4998-8249-FC0CE02F616E}"/>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16238032-EE62-44D8-B276-781877ACEA5B}"/>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3CDC1417-3970-4031-BECE-9570C7FC4FE2}"/>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04  정답과 해설</a:t>
            </a:r>
          </a:p>
        </p:txBody>
      </p:sp>
      <p:sp>
        <p:nvSpPr>
          <p:cNvPr id="4" name="직사각형 3">
            <a:extLst>
              <a:ext uri="{FF2B5EF4-FFF2-40B4-BE49-F238E27FC236}">
                <a16:creationId xmlns:a16="http://schemas.microsoft.com/office/drawing/2014/main" id="{F2748A29-D1D3-43F0-8F3F-1E65E4AA822D}"/>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97878B8F-C3BF-4761-ADDC-411AD6C729E1}"/>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96CE7826-EB9E-4749-BADA-53C38BFB482B}"/>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8BCF21E6-8991-449F-AEF6-CF7C0A0A696C}"/>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008</a:t>
            </a:r>
            <a:endParaRPr sz="1050" b="1" i="0">
              <a:solidFill>
                <a:srgbClr val="171717"/>
              </a:solidFill>
              <a:latin typeface="Consolas"/>
              <a:ea typeface="Consolas"/>
              <a:cs typeface="Consolas"/>
            </a:endParaRPr>
          </a:p>
        </p:txBody>
      </p:sp>
      <p:sp>
        <p:nvSpPr>
          <p:cNvPr id="8" name="text-178-64">
            <a:extLst>
              <a:ext uri="{FF2B5EF4-FFF2-40B4-BE49-F238E27FC236}">
                <a16:creationId xmlns:a16="http://schemas.microsoft.com/office/drawing/2014/main" id="{6D9E33D7-A0E8-426D-96FD-5742C6687B4B}"/>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안정적인 병합 정렬에서 양쪽 현재 키가 같을 때 먼저 꺼낼 원소는?</a:t>
            </a:r>
          </a:p>
        </p:txBody>
      </p:sp>
      <p:sp>
        <p:nvSpPr>
          <p:cNvPr id="9" name="직사각형 8">
            <a:extLst>
              <a:ext uri="{FF2B5EF4-FFF2-40B4-BE49-F238E27FC236}">
                <a16:creationId xmlns:a16="http://schemas.microsoft.com/office/drawing/2014/main" id="{D6F812F0-7225-40AD-9556-6FB226B124E4}"/>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AE93A2F8-04C9-4699-8408-E65DDB1A68C8}"/>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5번 왼쪽 부분의 원소</a:t>
            </a:r>
          </a:p>
        </p:txBody>
      </p:sp>
      <p:sp>
        <p:nvSpPr>
          <p:cNvPr id="11" name="text-324.4-64">
            <a:extLst>
              <a:ext uri="{FF2B5EF4-FFF2-40B4-BE49-F238E27FC236}">
                <a16:creationId xmlns:a16="http://schemas.microsoft.com/office/drawing/2014/main" id="{40A5053E-75BF-4321-B65B-947A001C6105}"/>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20D51DF3-CCBA-40BB-9BF9-C152654070EF}"/>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8E2A40FB-36AC-4BFC-887E-58483B6EDACA}"/>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원래 배열에서 왼쪽 부분이 앞에 있으므로 동등 키의 상대 순서를 보존한다.</a:t>
            </a:r>
          </a:p>
        </p:txBody>
      </p:sp>
    </p:spTree>
    <p:extLst>
      <p:ext uri="{BB962C8B-B14F-4D97-AF65-F5344CB8AC3E}">
        <p14:creationId xmlns:p14="http://schemas.microsoft.com/office/powerpoint/2010/main" val="46268551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3" name="text-28-64">
            <a:extLst>
              <a:ext uri="{FF2B5EF4-FFF2-40B4-BE49-F238E27FC236}">
                <a16:creationId xmlns:a16="http://schemas.microsoft.com/office/drawing/2014/main" id="{F9B85B15-1135-4EE1-9D29-D86D81E7BDAA}"/>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153667C4-2EA0-401A-9686-1BF4BE87E17E}"/>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190245A4-E778-4955-A7C2-3CE67888F95E}"/>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05  </a:t>
            </a:r>
          </a:p>
        </p:txBody>
      </p:sp>
      <p:sp>
        <p:nvSpPr>
          <p:cNvPr id="4" name="직사각형 3">
            <a:extLst>
              <a:ext uri="{FF2B5EF4-FFF2-40B4-BE49-F238E27FC236}">
                <a16:creationId xmlns:a16="http://schemas.microsoft.com/office/drawing/2014/main" id="{B704BC78-1F0B-4F3B-953C-6A77EE7984A2}"/>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6B0E708F-96F6-4B46-BC59-AB96F00B7E3D}"/>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B8159538-BBA4-43DD-856D-85C69EF407AD}"/>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5C9CD1DA-EB09-4A22-A03A-E09187464D6B}"/>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009</a:t>
            </a:r>
            <a:endParaRPr sz="1050" b="1" i="0">
              <a:solidFill>
                <a:srgbClr val="171717"/>
              </a:solidFill>
              <a:latin typeface="Consolas"/>
              <a:ea typeface="Consolas"/>
              <a:cs typeface="Consolas"/>
            </a:endParaRPr>
          </a:p>
        </p:txBody>
      </p:sp>
      <p:sp>
        <p:nvSpPr>
          <p:cNvPr id="8" name="text-178-64">
            <a:extLst>
              <a:ext uri="{FF2B5EF4-FFF2-40B4-BE49-F238E27FC236}">
                <a16:creationId xmlns:a16="http://schemas.microsoft.com/office/drawing/2014/main" id="{816E85AA-6968-46F0-B167-336ED4664834}"/>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일반 합병 정렬의 점화식은? 분할 크기는 절반, 병합은 선형이다.</a:t>
            </a:r>
          </a:p>
        </p:txBody>
      </p:sp>
      <p:sp>
        <p:nvSpPr>
          <p:cNvPr id="9" name="text-316-72">
            <a:extLst>
              <a:ext uri="{FF2B5EF4-FFF2-40B4-BE49-F238E27FC236}">
                <a16:creationId xmlns:a16="http://schemas.microsoft.com/office/drawing/2014/main" id="{648AE666-7E69-4891-8E51-2F7FA41B47C0}"/>
              </a:ext>
            </a:extLst>
          </p:cNvPr>
          <p:cNvSpPr>
            <a:spLocks noGrp="1"/>
          </p:cNvSpPr>
          <p:nvPr/>
        </p:nvSpPr>
        <p:spPr>
          <a:xfrm>
            <a:off x="685800" y="30099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a:ext uri="{FF2B5EF4-FFF2-40B4-BE49-F238E27FC236}">
                <a16:creationId xmlns:a16="http://schemas.microsoft.com/office/drawing/2014/main" id="{4A6A2A73-3BE4-4EE2-99FE-B489CDCCA986}"/>
              </a:ext>
            </a:extLst>
          </p:cNvPr>
          <p:cNvSpPr>
            <a:spLocks noGrp="1"/>
          </p:cNvSpPr>
          <p:nvPr/>
        </p:nvSpPr>
        <p:spPr>
          <a:xfrm>
            <a:off x="1181100" y="30099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T(n)=T(n/2)+Θ(1)</a:t>
            </a:r>
          </a:p>
        </p:txBody>
      </p:sp>
      <p:sp>
        <p:nvSpPr>
          <p:cNvPr id="11" name="직사각형 10">
            <a:extLst>
              <a:ext uri="{FF2B5EF4-FFF2-40B4-BE49-F238E27FC236}">
                <a16:creationId xmlns:a16="http://schemas.microsoft.com/office/drawing/2014/main" id="{BCC179BD-2F97-44DD-A366-53D955D78AB6}"/>
              </a:ext>
            </a:extLst>
          </p:cNvPr>
          <p:cNvSpPr>
            <a:spLocks noGrp="1"/>
          </p:cNvSpPr>
          <p:nvPr/>
        </p:nvSpPr>
        <p:spPr>
          <a:xfrm>
            <a:off x="1181100" y="3552825"/>
            <a:ext cx="10401300" cy="9525"/>
          </a:xfrm>
          <a:prstGeom prst="rect">
            <a:avLst/>
          </a:prstGeom>
          <a:solidFill>
            <a:srgbClr val="E7E7E7"/>
          </a:solidFill>
          <a:ln w="0">
            <a:noFill/>
          </a:ln>
        </p:spPr>
      </p:sp>
      <p:sp>
        <p:nvSpPr>
          <p:cNvPr id="12" name="text-382-72">
            <a:extLst>
              <a:ext uri="{FF2B5EF4-FFF2-40B4-BE49-F238E27FC236}">
                <a16:creationId xmlns:a16="http://schemas.microsoft.com/office/drawing/2014/main" id="{CF7BB19D-78DC-47F5-8C87-FF1BE6001F6C}"/>
              </a:ext>
            </a:extLst>
          </p:cNvPr>
          <p:cNvSpPr>
            <a:spLocks noGrp="1"/>
          </p:cNvSpPr>
          <p:nvPr/>
        </p:nvSpPr>
        <p:spPr>
          <a:xfrm>
            <a:off x="685800" y="36385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a:ext uri="{FF2B5EF4-FFF2-40B4-BE49-F238E27FC236}">
                <a16:creationId xmlns:a16="http://schemas.microsoft.com/office/drawing/2014/main" id="{4EBE0453-97E7-494D-A997-A5E98C1AF9E5}"/>
              </a:ext>
            </a:extLst>
          </p:cNvPr>
          <p:cNvSpPr>
            <a:spLocks noGrp="1"/>
          </p:cNvSpPr>
          <p:nvPr/>
        </p:nvSpPr>
        <p:spPr>
          <a:xfrm>
            <a:off x="1181100" y="36385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T(n)=4T(n/2)+Θ(n²)</a:t>
            </a:r>
          </a:p>
        </p:txBody>
      </p:sp>
      <p:sp>
        <p:nvSpPr>
          <p:cNvPr id="14" name="직사각형 13">
            <a:extLst>
              <a:ext uri="{FF2B5EF4-FFF2-40B4-BE49-F238E27FC236}">
                <a16:creationId xmlns:a16="http://schemas.microsoft.com/office/drawing/2014/main" id="{236BF8B6-CBDA-4444-8743-85858487BBA3}"/>
              </a:ext>
            </a:extLst>
          </p:cNvPr>
          <p:cNvSpPr>
            <a:spLocks noGrp="1"/>
          </p:cNvSpPr>
          <p:nvPr/>
        </p:nvSpPr>
        <p:spPr>
          <a:xfrm>
            <a:off x="1181100" y="4181475"/>
            <a:ext cx="10401300" cy="9525"/>
          </a:xfrm>
          <a:prstGeom prst="rect">
            <a:avLst/>
          </a:prstGeom>
          <a:solidFill>
            <a:srgbClr val="E7E7E7"/>
          </a:solidFill>
          <a:ln w="0">
            <a:noFill/>
          </a:ln>
        </p:spPr>
      </p:sp>
      <p:sp>
        <p:nvSpPr>
          <p:cNvPr id="15" name="text-448-72">
            <a:extLst>
              <a:ext uri="{FF2B5EF4-FFF2-40B4-BE49-F238E27FC236}">
                <a16:creationId xmlns:a16="http://schemas.microsoft.com/office/drawing/2014/main" id="{520FC436-51B6-41AD-BD39-828ED5D36CB1}"/>
              </a:ext>
            </a:extLst>
          </p:cNvPr>
          <p:cNvSpPr>
            <a:spLocks noGrp="1"/>
          </p:cNvSpPr>
          <p:nvPr/>
        </p:nvSpPr>
        <p:spPr>
          <a:xfrm>
            <a:off x="685800" y="42672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a:ext uri="{FF2B5EF4-FFF2-40B4-BE49-F238E27FC236}">
                <a16:creationId xmlns:a16="http://schemas.microsoft.com/office/drawing/2014/main" id="{727697D1-6167-4F9C-81D0-D3A11BDC2490}"/>
              </a:ext>
            </a:extLst>
          </p:cNvPr>
          <p:cNvSpPr>
            <a:spLocks noGrp="1"/>
          </p:cNvSpPr>
          <p:nvPr/>
        </p:nvSpPr>
        <p:spPr>
          <a:xfrm>
            <a:off x="1181100" y="42672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T(n)=T(n−1)+Θ(1)</a:t>
            </a:r>
          </a:p>
        </p:txBody>
      </p:sp>
      <p:sp>
        <p:nvSpPr>
          <p:cNvPr id="17" name="직사각형 16">
            <a:extLst>
              <a:ext uri="{FF2B5EF4-FFF2-40B4-BE49-F238E27FC236}">
                <a16:creationId xmlns:a16="http://schemas.microsoft.com/office/drawing/2014/main" id="{8E38B718-6864-4D77-9C2B-1BACE63C7EE7}"/>
              </a:ext>
            </a:extLst>
          </p:cNvPr>
          <p:cNvSpPr>
            <a:spLocks noGrp="1"/>
          </p:cNvSpPr>
          <p:nvPr/>
        </p:nvSpPr>
        <p:spPr>
          <a:xfrm>
            <a:off x="1181100" y="4810125"/>
            <a:ext cx="10401300" cy="9525"/>
          </a:xfrm>
          <a:prstGeom prst="rect">
            <a:avLst/>
          </a:prstGeom>
          <a:solidFill>
            <a:srgbClr val="E7E7E7"/>
          </a:solidFill>
          <a:ln w="0">
            <a:noFill/>
          </a:ln>
        </p:spPr>
      </p:sp>
      <p:sp>
        <p:nvSpPr>
          <p:cNvPr id="18" name="text-514-72">
            <a:extLst>
              <a:ext uri="{FF2B5EF4-FFF2-40B4-BE49-F238E27FC236}">
                <a16:creationId xmlns:a16="http://schemas.microsoft.com/office/drawing/2014/main" id="{155D88C9-6DDF-438A-AEB1-7EAF80D56C20}"/>
              </a:ext>
            </a:extLst>
          </p:cNvPr>
          <p:cNvSpPr>
            <a:spLocks noGrp="1"/>
          </p:cNvSpPr>
          <p:nvPr/>
        </p:nvSpPr>
        <p:spPr>
          <a:xfrm>
            <a:off x="685800" y="48958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a:ext uri="{FF2B5EF4-FFF2-40B4-BE49-F238E27FC236}">
                <a16:creationId xmlns:a16="http://schemas.microsoft.com/office/drawing/2014/main" id="{D3F0AC6C-9B10-4450-AE58-0D36521428FD}"/>
              </a:ext>
            </a:extLst>
          </p:cNvPr>
          <p:cNvSpPr>
            <a:spLocks noGrp="1"/>
          </p:cNvSpPr>
          <p:nvPr/>
        </p:nvSpPr>
        <p:spPr>
          <a:xfrm>
            <a:off x="1181100" y="48958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T(n)=2T(n−1)+Θ(1)</a:t>
            </a:r>
          </a:p>
        </p:txBody>
      </p:sp>
      <p:sp>
        <p:nvSpPr>
          <p:cNvPr id="20" name="직사각형 19">
            <a:extLst>
              <a:ext uri="{FF2B5EF4-FFF2-40B4-BE49-F238E27FC236}">
                <a16:creationId xmlns:a16="http://schemas.microsoft.com/office/drawing/2014/main" id="{1DD749D0-5465-45AA-B7E8-7A664B837972}"/>
              </a:ext>
            </a:extLst>
          </p:cNvPr>
          <p:cNvSpPr>
            <a:spLocks noGrp="1"/>
          </p:cNvSpPr>
          <p:nvPr/>
        </p:nvSpPr>
        <p:spPr>
          <a:xfrm>
            <a:off x="1181100" y="5438775"/>
            <a:ext cx="10401300" cy="9525"/>
          </a:xfrm>
          <a:prstGeom prst="rect">
            <a:avLst/>
          </a:prstGeom>
          <a:solidFill>
            <a:srgbClr val="E7E7E7"/>
          </a:solidFill>
          <a:ln w="0">
            <a:noFill/>
          </a:ln>
        </p:spPr>
      </p:sp>
      <p:sp>
        <p:nvSpPr>
          <p:cNvPr id="21" name="text-580-72">
            <a:extLst>
              <a:ext uri="{FF2B5EF4-FFF2-40B4-BE49-F238E27FC236}">
                <a16:creationId xmlns:a16="http://schemas.microsoft.com/office/drawing/2014/main" id="{8AA32924-C678-4F72-BC2F-6AE87F53F0FA}"/>
              </a:ext>
            </a:extLst>
          </p:cNvPr>
          <p:cNvSpPr>
            <a:spLocks noGrp="1"/>
          </p:cNvSpPr>
          <p:nvPr/>
        </p:nvSpPr>
        <p:spPr>
          <a:xfrm>
            <a:off x="685800" y="55245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a:ext uri="{FF2B5EF4-FFF2-40B4-BE49-F238E27FC236}">
                <a16:creationId xmlns:a16="http://schemas.microsoft.com/office/drawing/2014/main" id="{7F043142-EA09-4885-A3D4-FA7C57A0628F}"/>
              </a:ext>
            </a:extLst>
          </p:cNvPr>
          <p:cNvSpPr>
            <a:spLocks noGrp="1"/>
          </p:cNvSpPr>
          <p:nvPr/>
        </p:nvSpPr>
        <p:spPr>
          <a:xfrm>
            <a:off x="1181100" y="55245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T(n)=2T(n/2)+Θ(n)</a:t>
            </a:r>
          </a:p>
        </p:txBody>
      </p:sp>
    </p:spTree>
    <p:extLst>
      <p:ext uri="{BB962C8B-B14F-4D97-AF65-F5344CB8AC3E}">
        <p14:creationId xmlns:p14="http://schemas.microsoft.com/office/powerpoint/2010/main" val="46268551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C0DFBF8F-9E9A-4988-9CD8-D8CB6F37C655}"/>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A69C3E26-957A-4C8E-BD71-4AE37650323E}"/>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EF17AA98-22F0-4D03-91ED-D426E529C199}"/>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05  정답과 해설</a:t>
            </a:r>
          </a:p>
        </p:txBody>
      </p:sp>
      <p:sp>
        <p:nvSpPr>
          <p:cNvPr id="4" name="직사각형 3">
            <a:extLst>
              <a:ext uri="{FF2B5EF4-FFF2-40B4-BE49-F238E27FC236}">
                <a16:creationId xmlns:a16="http://schemas.microsoft.com/office/drawing/2014/main" id="{45967230-4657-48DB-82FF-C26051099F22}"/>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BA4481C1-EEC2-42AE-942B-CB21F8AD98A3}"/>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D7F9B658-86D8-420E-84E6-84BEE05319B0}"/>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D73BE8D3-A512-4576-8ADD-570D24AC47C4}"/>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010</a:t>
            </a:r>
            <a:endParaRPr sz="1050" b="1" i="0">
              <a:solidFill>
                <a:srgbClr val="171717"/>
              </a:solidFill>
              <a:latin typeface="Consolas"/>
              <a:ea typeface="Consolas"/>
              <a:cs typeface="Consolas"/>
            </a:endParaRPr>
          </a:p>
        </p:txBody>
      </p:sp>
      <p:sp>
        <p:nvSpPr>
          <p:cNvPr id="8" name="text-178-64">
            <a:extLst>
              <a:ext uri="{FF2B5EF4-FFF2-40B4-BE49-F238E27FC236}">
                <a16:creationId xmlns:a16="http://schemas.microsoft.com/office/drawing/2014/main" id="{04384520-F9B4-4505-95A7-658AF83E0AFD}"/>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일반 합병 정렬의 점화식은? 분할 크기는 절반, 병합은 선형이다.</a:t>
            </a:r>
          </a:p>
        </p:txBody>
      </p:sp>
      <p:sp>
        <p:nvSpPr>
          <p:cNvPr id="9" name="직사각형 8">
            <a:extLst>
              <a:ext uri="{FF2B5EF4-FFF2-40B4-BE49-F238E27FC236}">
                <a16:creationId xmlns:a16="http://schemas.microsoft.com/office/drawing/2014/main" id="{FA119229-D5DD-4C59-AF68-B3C8387CB9E0}"/>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0AAC9078-5C6A-4A61-A926-F6018EA3890E}"/>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5번 T(n)=2T(n/2)+Θ(n)</a:t>
            </a:r>
          </a:p>
        </p:txBody>
      </p:sp>
      <p:sp>
        <p:nvSpPr>
          <p:cNvPr id="11" name="text-324.4-64">
            <a:extLst>
              <a:ext uri="{FF2B5EF4-FFF2-40B4-BE49-F238E27FC236}">
                <a16:creationId xmlns:a16="http://schemas.microsoft.com/office/drawing/2014/main" id="{D20E4C2C-223F-44C6-83AB-571EFE7B9F0F}"/>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DBB98FFE-EB19-45E2-B802-10F673EC955E}"/>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7E0CF18F-7509-4F5D-83A9-4A79D2C1324D}"/>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두 부분을 모두 재귀적으로 정렬하고 전체 길이에 비례해 병합한다.</a:t>
            </a:r>
          </a:p>
        </p:txBody>
      </p:sp>
    </p:spTree>
    <p:extLst>
      <p:ext uri="{BB962C8B-B14F-4D97-AF65-F5344CB8AC3E}">
        <p14:creationId xmlns:p14="http://schemas.microsoft.com/office/powerpoint/2010/main" val="46268551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3" name="text-28-64">
            <a:extLst>
              <a:ext uri="{FF2B5EF4-FFF2-40B4-BE49-F238E27FC236}">
                <a16:creationId xmlns:a16="http://schemas.microsoft.com/office/drawing/2014/main" id="{92EC3DDD-220A-4BD0-8590-89558DF322C9}"/>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FC91DBC1-0D08-40C3-9597-709013A7B029}"/>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F1A9A35A-6E13-44F8-8A38-EDE79D0AF667}"/>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06  </a:t>
            </a:r>
          </a:p>
        </p:txBody>
      </p:sp>
      <p:sp>
        <p:nvSpPr>
          <p:cNvPr id="4" name="직사각형 3">
            <a:extLst>
              <a:ext uri="{FF2B5EF4-FFF2-40B4-BE49-F238E27FC236}">
                <a16:creationId xmlns:a16="http://schemas.microsoft.com/office/drawing/2014/main" id="{A52C4A98-8CA4-4D58-ADC8-5D135EA8DE80}"/>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541BE9D2-7FB1-48D0-82D7-574C5E9C8DA1}"/>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A1DB5026-534B-4AD3-A5E7-8E85FE29F15A}"/>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932B2122-F674-416A-A9A6-7808C8980B2A}"/>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011</a:t>
            </a:r>
            <a:endParaRPr sz="1050" b="1" i="0">
              <a:solidFill>
                <a:srgbClr val="171717"/>
              </a:solidFill>
              <a:latin typeface="Consolas"/>
              <a:ea typeface="Consolas"/>
              <a:cs typeface="Consolas"/>
            </a:endParaRPr>
          </a:p>
        </p:txBody>
      </p:sp>
      <p:sp>
        <p:nvSpPr>
          <p:cNvPr id="8" name="text-178-64">
            <a:extLst>
              <a:ext uri="{FF2B5EF4-FFF2-40B4-BE49-F238E27FC236}">
                <a16:creationId xmlns:a16="http://schemas.microsoft.com/office/drawing/2014/main" id="{EF7BE8D9-4C08-4C94-824B-2B7EA4895CC8}"/>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이미 정렬된 입력에도 병합을 생략하지 않는 일반 합병 정렬의 시간 차수는?</a:t>
            </a:r>
          </a:p>
        </p:txBody>
      </p:sp>
      <p:sp>
        <p:nvSpPr>
          <p:cNvPr id="9" name="text-316-72">
            <a:extLst>
              <a:ext uri="{FF2B5EF4-FFF2-40B4-BE49-F238E27FC236}">
                <a16:creationId xmlns:a16="http://schemas.microsoft.com/office/drawing/2014/main" id="{CB5C2A2C-223C-4A6F-89DB-5143831B2E0F}"/>
              </a:ext>
            </a:extLst>
          </p:cNvPr>
          <p:cNvSpPr>
            <a:spLocks noGrp="1"/>
          </p:cNvSpPr>
          <p:nvPr/>
        </p:nvSpPr>
        <p:spPr>
          <a:xfrm>
            <a:off x="685800" y="30099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a:ext uri="{FF2B5EF4-FFF2-40B4-BE49-F238E27FC236}">
                <a16:creationId xmlns:a16="http://schemas.microsoft.com/office/drawing/2014/main" id="{99E2B45E-CD99-4B5C-883A-E7E6AB86D538}"/>
              </a:ext>
            </a:extLst>
          </p:cNvPr>
          <p:cNvSpPr>
            <a:spLocks noGrp="1"/>
          </p:cNvSpPr>
          <p:nvPr/>
        </p:nvSpPr>
        <p:spPr>
          <a:xfrm>
            <a:off x="1181100" y="30099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Θ(1)</a:t>
            </a:r>
          </a:p>
        </p:txBody>
      </p:sp>
      <p:sp>
        <p:nvSpPr>
          <p:cNvPr id="11" name="직사각형 10">
            <a:extLst>
              <a:ext uri="{FF2B5EF4-FFF2-40B4-BE49-F238E27FC236}">
                <a16:creationId xmlns:a16="http://schemas.microsoft.com/office/drawing/2014/main" id="{9196D5AB-061D-443A-A504-931963610A1E}"/>
              </a:ext>
            </a:extLst>
          </p:cNvPr>
          <p:cNvSpPr>
            <a:spLocks noGrp="1"/>
          </p:cNvSpPr>
          <p:nvPr/>
        </p:nvSpPr>
        <p:spPr>
          <a:xfrm>
            <a:off x="1181100" y="3552825"/>
            <a:ext cx="10401300" cy="9525"/>
          </a:xfrm>
          <a:prstGeom prst="rect">
            <a:avLst/>
          </a:prstGeom>
          <a:solidFill>
            <a:srgbClr val="E7E7E7"/>
          </a:solidFill>
          <a:ln w="0">
            <a:noFill/>
          </a:ln>
        </p:spPr>
      </p:sp>
      <p:sp>
        <p:nvSpPr>
          <p:cNvPr id="12" name="text-382-72">
            <a:extLst>
              <a:ext uri="{FF2B5EF4-FFF2-40B4-BE49-F238E27FC236}">
                <a16:creationId xmlns:a16="http://schemas.microsoft.com/office/drawing/2014/main" id="{C127F2DC-E12F-47B2-B978-C8398C58C321}"/>
              </a:ext>
            </a:extLst>
          </p:cNvPr>
          <p:cNvSpPr>
            <a:spLocks noGrp="1"/>
          </p:cNvSpPr>
          <p:nvPr/>
        </p:nvSpPr>
        <p:spPr>
          <a:xfrm>
            <a:off x="685800" y="36385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a:ext uri="{FF2B5EF4-FFF2-40B4-BE49-F238E27FC236}">
                <a16:creationId xmlns:a16="http://schemas.microsoft.com/office/drawing/2014/main" id="{30330EB8-D59E-46DC-AA1F-35EFE9B9FC25}"/>
              </a:ext>
            </a:extLst>
          </p:cNvPr>
          <p:cNvSpPr>
            <a:spLocks noGrp="1"/>
          </p:cNvSpPr>
          <p:nvPr/>
        </p:nvSpPr>
        <p:spPr>
          <a:xfrm>
            <a:off x="1181100" y="36385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Θ(n²)</a:t>
            </a:r>
          </a:p>
        </p:txBody>
      </p:sp>
      <p:sp>
        <p:nvSpPr>
          <p:cNvPr id="14" name="직사각형 13">
            <a:extLst>
              <a:ext uri="{FF2B5EF4-FFF2-40B4-BE49-F238E27FC236}">
                <a16:creationId xmlns:a16="http://schemas.microsoft.com/office/drawing/2014/main" id="{DBB06246-8918-4FF8-9568-9C1E5B514B80}"/>
              </a:ext>
            </a:extLst>
          </p:cNvPr>
          <p:cNvSpPr>
            <a:spLocks noGrp="1"/>
          </p:cNvSpPr>
          <p:nvPr/>
        </p:nvSpPr>
        <p:spPr>
          <a:xfrm>
            <a:off x="1181100" y="4181475"/>
            <a:ext cx="10401300" cy="9525"/>
          </a:xfrm>
          <a:prstGeom prst="rect">
            <a:avLst/>
          </a:prstGeom>
          <a:solidFill>
            <a:srgbClr val="E7E7E7"/>
          </a:solidFill>
          <a:ln w="0">
            <a:noFill/>
          </a:ln>
        </p:spPr>
      </p:sp>
      <p:sp>
        <p:nvSpPr>
          <p:cNvPr id="15" name="text-448-72">
            <a:extLst>
              <a:ext uri="{FF2B5EF4-FFF2-40B4-BE49-F238E27FC236}">
                <a16:creationId xmlns:a16="http://schemas.microsoft.com/office/drawing/2014/main" id="{92DCA096-B987-4EDF-8D29-6D0A130CB727}"/>
              </a:ext>
            </a:extLst>
          </p:cNvPr>
          <p:cNvSpPr>
            <a:spLocks noGrp="1"/>
          </p:cNvSpPr>
          <p:nvPr/>
        </p:nvSpPr>
        <p:spPr>
          <a:xfrm>
            <a:off x="685800" y="42672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a:ext uri="{FF2B5EF4-FFF2-40B4-BE49-F238E27FC236}">
                <a16:creationId xmlns:a16="http://schemas.microsoft.com/office/drawing/2014/main" id="{1F50C66C-6FFE-4174-80C4-4CF00C296163}"/>
              </a:ext>
            </a:extLst>
          </p:cNvPr>
          <p:cNvSpPr>
            <a:spLocks noGrp="1"/>
          </p:cNvSpPr>
          <p:nvPr/>
        </p:nvSpPr>
        <p:spPr>
          <a:xfrm>
            <a:off x="1181100" y="42672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Θ(n log n)</a:t>
            </a:r>
          </a:p>
        </p:txBody>
      </p:sp>
      <p:sp>
        <p:nvSpPr>
          <p:cNvPr id="17" name="직사각형 16">
            <a:extLst>
              <a:ext uri="{FF2B5EF4-FFF2-40B4-BE49-F238E27FC236}">
                <a16:creationId xmlns:a16="http://schemas.microsoft.com/office/drawing/2014/main" id="{4A35DFEB-A484-40E4-9CBA-D0E901F53963}"/>
              </a:ext>
            </a:extLst>
          </p:cNvPr>
          <p:cNvSpPr>
            <a:spLocks noGrp="1"/>
          </p:cNvSpPr>
          <p:nvPr/>
        </p:nvSpPr>
        <p:spPr>
          <a:xfrm>
            <a:off x="1181100" y="4810125"/>
            <a:ext cx="10401300" cy="9525"/>
          </a:xfrm>
          <a:prstGeom prst="rect">
            <a:avLst/>
          </a:prstGeom>
          <a:solidFill>
            <a:srgbClr val="E7E7E7"/>
          </a:solidFill>
          <a:ln w="0">
            <a:noFill/>
          </a:ln>
        </p:spPr>
      </p:sp>
      <p:sp>
        <p:nvSpPr>
          <p:cNvPr id="18" name="text-514-72">
            <a:extLst>
              <a:ext uri="{FF2B5EF4-FFF2-40B4-BE49-F238E27FC236}">
                <a16:creationId xmlns:a16="http://schemas.microsoft.com/office/drawing/2014/main" id="{B267ABAD-B863-4574-8C87-44FF7A0A7B7B}"/>
              </a:ext>
            </a:extLst>
          </p:cNvPr>
          <p:cNvSpPr>
            <a:spLocks noGrp="1"/>
          </p:cNvSpPr>
          <p:nvPr/>
        </p:nvSpPr>
        <p:spPr>
          <a:xfrm>
            <a:off x="685800" y="48958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a:ext uri="{FF2B5EF4-FFF2-40B4-BE49-F238E27FC236}">
                <a16:creationId xmlns:a16="http://schemas.microsoft.com/office/drawing/2014/main" id="{7D0C2C19-02F8-4E96-9072-AD1400A7C000}"/>
              </a:ext>
            </a:extLst>
          </p:cNvPr>
          <p:cNvSpPr>
            <a:spLocks noGrp="1"/>
          </p:cNvSpPr>
          <p:nvPr/>
        </p:nvSpPr>
        <p:spPr>
          <a:xfrm>
            <a:off x="1181100" y="48958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Θ(log n)</a:t>
            </a:r>
          </a:p>
        </p:txBody>
      </p:sp>
      <p:sp>
        <p:nvSpPr>
          <p:cNvPr id="20" name="직사각형 19">
            <a:extLst>
              <a:ext uri="{FF2B5EF4-FFF2-40B4-BE49-F238E27FC236}">
                <a16:creationId xmlns:a16="http://schemas.microsoft.com/office/drawing/2014/main" id="{7F6CC213-8A90-4954-A103-C0F1AF4028A3}"/>
              </a:ext>
            </a:extLst>
          </p:cNvPr>
          <p:cNvSpPr>
            <a:spLocks noGrp="1"/>
          </p:cNvSpPr>
          <p:nvPr/>
        </p:nvSpPr>
        <p:spPr>
          <a:xfrm>
            <a:off x="1181100" y="5438775"/>
            <a:ext cx="10401300" cy="9525"/>
          </a:xfrm>
          <a:prstGeom prst="rect">
            <a:avLst/>
          </a:prstGeom>
          <a:solidFill>
            <a:srgbClr val="E7E7E7"/>
          </a:solidFill>
          <a:ln w="0">
            <a:noFill/>
          </a:ln>
        </p:spPr>
      </p:sp>
      <p:sp>
        <p:nvSpPr>
          <p:cNvPr id="21" name="text-580-72">
            <a:extLst>
              <a:ext uri="{FF2B5EF4-FFF2-40B4-BE49-F238E27FC236}">
                <a16:creationId xmlns:a16="http://schemas.microsoft.com/office/drawing/2014/main" id="{B152E45A-8654-4D58-87F1-847F063EF549}"/>
              </a:ext>
            </a:extLst>
          </p:cNvPr>
          <p:cNvSpPr>
            <a:spLocks noGrp="1"/>
          </p:cNvSpPr>
          <p:nvPr/>
        </p:nvSpPr>
        <p:spPr>
          <a:xfrm>
            <a:off x="685800" y="55245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a:ext uri="{FF2B5EF4-FFF2-40B4-BE49-F238E27FC236}">
                <a16:creationId xmlns:a16="http://schemas.microsoft.com/office/drawing/2014/main" id="{5D5A3D27-4EE8-44B5-8970-2BB94395F1F7}"/>
              </a:ext>
            </a:extLst>
          </p:cNvPr>
          <p:cNvSpPr>
            <a:spLocks noGrp="1"/>
          </p:cNvSpPr>
          <p:nvPr/>
        </p:nvSpPr>
        <p:spPr>
          <a:xfrm>
            <a:off x="1181100" y="55245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Θ(n)</a:t>
            </a:r>
          </a:p>
        </p:txBody>
      </p:sp>
    </p:spTree>
    <p:extLst>
      <p:ext uri="{BB962C8B-B14F-4D97-AF65-F5344CB8AC3E}">
        <p14:creationId xmlns:p14="http://schemas.microsoft.com/office/powerpoint/2010/main" val="46268551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8132B3BC-196B-4A94-8B3B-76BCBA559944}"/>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B284DA52-DE3E-4E9E-AA81-832CA67DE6F3}"/>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B9D4F66C-65F2-4240-8D40-92F4B86D2A5F}"/>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06  정답과 해설</a:t>
            </a:r>
          </a:p>
        </p:txBody>
      </p:sp>
      <p:sp>
        <p:nvSpPr>
          <p:cNvPr id="4" name="직사각형 3">
            <a:extLst>
              <a:ext uri="{FF2B5EF4-FFF2-40B4-BE49-F238E27FC236}">
                <a16:creationId xmlns:a16="http://schemas.microsoft.com/office/drawing/2014/main" id="{B879CC87-B9A2-4D28-8052-A66B4216CB01}"/>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85F4759A-CD10-40BA-98CE-37956C2C49B1}"/>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40A1FD2E-7F52-4979-9C0A-5C992B61D862}"/>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FF33D70A-7FB1-46AC-9064-F1A603B7F468}"/>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012</a:t>
            </a:r>
            <a:endParaRPr sz="1050" b="1" i="0">
              <a:solidFill>
                <a:srgbClr val="171717"/>
              </a:solidFill>
              <a:latin typeface="Consolas"/>
              <a:ea typeface="Consolas"/>
              <a:cs typeface="Consolas"/>
            </a:endParaRPr>
          </a:p>
        </p:txBody>
      </p:sp>
      <p:sp>
        <p:nvSpPr>
          <p:cNvPr id="8" name="text-178-64">
            <a:extLst>
              <a:ext uri="{FF2B5EF4-FFF2-40B4-BE49-F238E27FC236}">
                <a16:creationId xmlns:a16="http://schemas.microsoft.com/office/drawing/2014/main" id="{91D1C826-7326-4AA4-9D0C-F0598EB658FF}"/>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이미 정렬된 입력에도 병합을 생략하지 않는 일반 합병 정렬의 시간 차수는?</a:t>
            </a:r>
          </a:p>
        </p:txBody>
      </p:sp>
      <p:sp>
        <p:nvSpPr>
          <p:cNvPr id="9" name="직사각형 8">
            <a:extLst>
              <a:ext uri="{FF2B5EF4-FFF2-40B4-BE49-F238E27FC236}">
                <a16:creationId xmlns:a16="http://schemas.microsoft.com/office/drawing/2014/main" id="{974AE951-CA9C-4BB8-B8D0-6D2648B762AF}"/>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F8BEBF81-C72F-4A77-A88F-6AFC8AE97D40}"/>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3번 Θ(n log n)</a:t>
            </a:r>
          </a:p>
        </p:txBody>
      </p:sp>
      <p:sp>
        <p:nvSpPr>
          <p:cNvPr id="11" name="text-324.4-64">
            <a:extLst>
              <a:ext uri="{FF2B5EF4-FFF2-40B4-BE49-F238E27FC236}">
                <a16:creationId xmlns:a16="http://schemas.microsoft.com/office/drawing/2014/main" id="{ABD6ED53-9FAA-4FAE-8930-811994E092EF}"/>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9B083B8D-B5C3-4792-A9FF-241ECF1CFE17}"/>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9AACE26D-1BCF-4A6B-8C72-9E9AB47517C2}"/>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모든 재귀 단계에서 각 원소를 병합하므로 최선 입력에서도 같은 점근적 비용이다.</a:t>
            </a:r>
          </a:p>
        </p:txBody>
      </p:sp>
    </p:spTree>
    <p:extLst>
      <p:ext uri="{BB962C8B-B14F-4D97-AF65-F5344CB8AC3E}">
        <p14:creationId xmlns:p14="http://schemas.microsoft.com/office/powerpoint/2010/main" val="46268551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3" name="text-28-64">
            <a:extLst>
              <a:ext uri="{FF2B5EF4-FFF2-40B4-BE49-F238E27FC236}">
                <a16:creationId xmlns:a16="http://schemas.microsoft.com/office/drawing/2014/main" id="{3EED87ED-EA4C-4B85-8A86-F965F999F99D}"/>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23BF4D0E-AE6C-423B-8D2C-D710129B6E98}"/>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7D34D87E-AB14-4792-A3D1-9303C841E070}"/>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07  </a:t>
            </a:r>
          </a:p>
        </p:txBody>
      </p:sp>
      <p:sp>
        <p:nvSpPr>
          <p:cNvPr id="4" name="직사각형 3">
            <a:extLst>
              <a:ext uri="{FF2B5EF4-FFF2-40B4-BE49-F238E27FC236}">
                <a16:creationId xmlns:a16="http://schemas.microsoft.com/office/drawing/2014/main" id="{3CD30255-2B9D-4304-BACF-CC649EC0DBE0}"/>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BC06FF53-FD34-4901-B8CF-4869B607191A}"/>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CFDBCF58-4998-411F-9523-CD0A2835EFA8}"/>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E02632A4-0C49-427E-AA92-2D967E3F9183}"/>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013</a:t>
            </a:r>
            <a:endParaRPr sz="1050" b="1" i="0">
              <a:solidFill>
                <a:srgbClr val="171717"/>
              </a:solidFill>
              <a:latin typeface="Consolas"/>
              <a:ea typeface="Consolas"/>
              <a:cs typeface="Consolas"/>
            </a:endParaRPr>
          </a:p>
        </p:txBody>
      </p:sp>
      <p:sp>
        <p:nvSpPr>
          <p:cNvPr id="8" name="text-178-64">
            <a:extLst>
              <a:ext uri="{FF2B5EF4-FFF2-40B4-BE49-F238E27FC236}">
                <a16:creationId xmlns:a16="http://schemas.microsoft.com/office/drawing/2014/main" id="{4AB49404-AB3C-4D1C-A4AD-2CB61C35FE24}"/>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총 n개(n≥2)의 원소를 가진 두 정렬 배열을 한 번 병합한다. 최악의 원소 비교 횟수의 차수는?</a:t>
            </a:r>
          </a:p>
        </p:txBody>
      </p:sp>
      <p:sp>
        <p:nvSpPr>
          <p:cNvPr id="9" name="text-316-72">
            <a:extLst>
              <a:ext uri="{FF2B5EF4-FFF2-40B4-BE49-F238E27FC236}">
                <a16:creationId xmlns:a16="http://schemas.microsoft.com/office/drawing/2014/main" id="{8252304E-942C-4593-840F-98E7DD67C37A}"/>
              </a:ext>
            </a:extLst>
          </p:cNvPr>
          <p:cNvSpPr>
            <a:spLocks noGrp="1"/>
          </p:cNvSpPr>
          <p:nvPr/>
        </p:nvSpPr>
        <p:spPr>
          <a:xfrm>
            <a:off x="685800" y="30099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a:ext uri="{FF2B5EF4-FFF2-40B4-BE49-F238E27FC236}">
                <a16:creationId xmlns:a16="http://schemas.microsoft.com/office/drawing/2014/main" id="{E3A5AB80-6611-49EE-B21C-A132146DE006}"/>
              </a:ext>
            </a:extLst>
          </p:cNvPr>
          <p:cNvSpPr>
            <a:spLocks noGrp="1"/>
          </p:cNvSpPr>
          <p:nvPr/>
        </p:nvSpPr>
        <p:spPr>
          <a:xfrm>
            <a:off x="1181100" y="30099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Θ(n²)</a:t>
            </a:r>
          </a:p>
        </p:txBody>
      </p:sp>
      <p:sp>
        <p:nvSpPr>
          <p:cNvPr id="11" name="직사각형 10">
            <a:extLst>
              <a:ext uri="{FF2B5EF4-FFF2-40B4-BE49-F238E27FC236}">
                <a16:creationId xmlns:a16="http://schemas.microsoft.com/office/drawing/2014/main" id="{D8671EF5-D73C-470E-93A6-CE581F09955B}"/>
              </a:ext>
            </a:extLst>
          </p:cNvPr>
          <p:cNvSpPr>
            <a:spLocks noGrp="1"/>
          </p:cNvSpPr>
          <p:nvPr/>
        </p:nvSpPr>
        <p:spPr>
          <a:xfrm>
            <a:off x="1181100" y="3552825"/>
            <a:ext cx="10401300" cy="9525"/>
          </a:xfrm>
          <a:prstGeom prst="rect">
            <a:avLst/>
          </a:prstGeom>
          <a:solidFill>
            <a:srgbClr val="E7E7E7"/>
          </a:solidFill>
          <a:ln w="0">
            <a:noFill/>
          </a:ln>
        </p:spPr>
      </p:sp>
      <p:sp>
        <p:nvSpPr>
          <p:cNvPr id="12" name="text-382-72">
            <a:extLst>
              <a:ext uri="{FF2B5EF4-FFF2-40B4-BE49-F238E27FC236}">
                <a16:creationId xmlns:a16="http://schemas.microsoft.com/office/drawing/2014/main" id="{5AF55D84-043F-41CE-895A-AFDAF0823B43}"/>
              </a:ext>
            </a:extLst>
          </p:cNvPr>
          <p:cNvSpPr>
            <a:spLocks noGrp="1"/>
          </p:cNvSpPr>
          <p:nvPr/>
        </p:nvSpPr>
        <p:spPr>
          <a:xfrm>
            <a:off x="685800" y="36385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a:ext uri="{FF2B5EF4-FFF2-40B4-BE49-F238E27FC236}">
                <a16:creationId xmlns:a16="http://schemas.microsoft.com/office/drawing/2014/main" id="{B50ECFF7-FBF9-4A4E-92CF-9ED1DBE6762A}"/>
              </a:ext>
            </a:extLst>
          </p:cNvPr>
          <p:cNvSpPr>
            <a:spLocks noGrp="1"/>
          </p:cNvSpPr>
          <p:nvPr/>
        </p:nvSpPr>
        <p:spPr>
          <a:xfrm>
            <a:off x="1181100" y="36385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Θ(n log n)가 반드시 필요</a:t>
            </a:r>
          </a:p>
        </p:txBody>
      </p:sp>
      <p:sp>
        <p:nvSpPr>
          <p:cNvPr id="14" name="직사각형 13">
            <a:extLst>
              <a:ext uri="{FF2B5EF4-FFF2-40B4-BE49-F238E27FC236}">
                <a16:creationId xmlns:a16="http://schemas.microsoft.com/office/drawing/2014/main" id="{F11DF359-C5AB-48D1-A110-A09A1C16AD79}"/>
              </a:ext>
            </a:extLst>
          </p:cNvPr>
          <p:cNvSpPr>
            <a:spLocks noGrp="1"/>
          </p:cNvSpPr>
          <p:nvPr/>
        </p:nvSpPr>
        <p:spPr>
          <a:xfrm>
            <a:off x="1181100" y="4181475"/>
            <a:ext cx="10401300" cy="9525"/>
          </a:xfrm>
          <a:prstGeom prst="rect">
            <a:avLst/>
          </a:prstGeom>
          <a:solidFill>
            <a:srgbClr val="E7E7E7"/>
          </a:solidFill>
          <a:ln w="0">
            <a:noFill/>
          </a:ln>
        </p:spPr>
      </p:sp>
      <p:sp>
        <p:nvSpPr>
          <p:cNvPr id="15" name="text-448-72">
            <a:extLst>
              <a:ext uri="{FF2B5EF4-FFF2-40B4-BE49-F238E27FC236}">
                <a16:creationId xmlns:a16="http://schemas.microsoft.com/office/drawing/2014/main" id="{A6E60D66-D585-4BEA-9942-1989CD39794C}"/>
              </a:ext>
            </a:extLst>
          </p:cNvPr>
          <p:cNvSpPr>
            <a:spLocks noGrp="1"/>
          </p:cNvSpPr>
          <p:nvPr/>
        </p:nvSpPr>
        <p:spPr>
          <a:xfrm>
            <a:off x="685800" y="42672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a:ext uri="{FF2B5EF4-FFF2-40B4-BE49-F238E27FC236}">
                <a16:creationId xmlns:a16="http://schemas.microsoft.com/office/drawing/2014/main" id="{529E3670-9D66-43F0-B9EC-2B7612A7FB22}"/>
              </a:ext>
            </a:extLst>
          </p:cNvPr>
          <p:cNvSpPr>
            <a:spLocks noGrp="1"/>
          </p:cNvSpPr>
          <p:nvPr/>
        </p:nvSpPr>
        <p:spPr>
          <a:xfrm>
            <a:off x="1181100" y="42672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Θ(1)</a:t>
            </a:r>
          </a:p>
        </p:txBody>
      </p:sp>
      <p:sp>
        <p:nvSpPr>
          <p:cNvPr id="17" name="직사각형 16">
            <a:extLst>
              <a:ext uri="{FF2B5EF4-FFF2-40B4-BE49-F238E27FC236}">
                <a16:creationId xmlns:a16="http://schemas.microsoft.com/office/drawing/2014/main" id="{B068198B-17E1-4B79-AB7B-97491C8F0029}"/>
              </a:ext>
            </a:extLst>
          </p:cNvPr>
          <p:cNvSpPr>
            <a:spLocks noGrp="1"/>
          </p:cNvSpPr>
          <p:nvPr/>
        </p:nvSpPr>
        <p:spPr>
          <a:xfrm>
            <a:off x="1181100" y="4810125"/>
            <a:ext cx="10401300" cy="9525"/>
          </a:xfrm>
          <a:prstGeom prst="rect">
            <a:avLst/>
          </a:prstGeom>
          <a:solidFill>
            <a:srgbClr val="E7E7E7"/>
          </a:solidFill>
          <a:ln w="0">
            <a:noFill/>
          </a:ln>
        </p:spPr>
      </p:sp>
      <p:sp>
        <p:nvSpPr>
          <p:cNvPr id="18" name="text-514-72">
            <a:extLst>
              <a:ext uri="{FF2B5EF4-FFF2-40B4-BE49-F238E27FC236}">
                <a16:creationId xmlns:a16="http://schemas.microsoft.com/office/drawing/2014/main" id="{20E7F09B-3EFF-4CE9-A9EA-387A791879B9}"/>
              </a:ext>
            </a:extLst>
          </p:cNvPr>
          <p:cNvSpPr>
            <a:spLocks noGrp="1"/>
          </p:cNvSpPr>
          <p:nvPr/>
        </p:nvSpPr>
        <p:spPr>
          <a:xfrm>
            <a:off x="685800" y="48958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a:ext uri="{FF2B5EF4-FFF2-40B4-BE49-F238E27FC236}">
                <a16:creationId xmlns:a16="http://schemas.microsoft.com/office/drawing/2014/main" id="{C0C6DA80-FE89-4A42-918E-D1F82109F963}"/>
              </a:ext>
            </a:extLst>
          </p:cNvPr>
          <p:cNvSpPr>
            <a:spLocks noGrp="1"/>
          </p:cNvSpPr>
          <p:nvPr/>
        </p:nvSpPr>
        <p:spPr>
          <a:xfrm>
            <a:off x="1181100" y="48958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Θ(log n)만 필요</a:t>
            </a:r>
          </a:p>
        </p:txBody>
      </p:sp>
      <p:sp>
        <p:nvSpPr>
          <p:cNvPr id="20" name="직사각형 19">
            <a:extLst>
              <a:ext uri="{FF2B5EF4-FFF2-40B4-BE49-F238E27FC236}">
                <a16:creationId xmlns:a16="http://schemas.microsoft.com/office/drawing/2014/main" id="{A847E33A-871D-4936-B274-7157F00F0002}"/>
              </a:ext>
            </a:extLst>
          </p:cNvPr>
          <p:cNvSpPr>
            <a:spLocks noGrp="1"/>
          </p:cNvSpPr>
          <p:nvPr/>
        </p:nvSpPr>
        <p:spPr>
          <a:xfrm>
            <a:off x="1181100" y="5438775"/>
            <a:ext cx="10401300" cy="9525"/>
          </a:xfrm>
          <a:prstGeom prst="rect">
            <a:avLst/>
          </a:prstGeom>
          <a:solidFill>
            <a:srgbClr val="E7E7E7"/>
          </a:solidFill>
          <a:ln w="0">
            <a:noFill/>
          </a:ln>
        </p:spPr>
      </p:sp>
      <p:sp>
        <p:nvSpPr>
          <p:cNvPr id="21" name="text-580-72">
            <a:extLst>
              <a:ext uri="{FF2B5EF4-FFF2-40B4-BE49-F238E27FC236}">
                <a16:creationId xmlns:a16="http://schemas.microsoft.com/office/drawing/2014/main" id="{692F9FDF-066F-4A60-AA5E-C577C55B1EF7}"/>
              </a:ext>
            </a:extLst>
          </p:cNvPr>
          <p:cNvSpPr>
            <a:spLocks noGrp="1"/>
          </p:cNvSpPr>
          <p:nvPr/>
        </p:nvSpPr>
        <p:spPr>
          <a:xfrm>
            <a:off x="685800" y="55245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a:ext uri="{FF2B5EF4-FFF2-40B4-BE49-F238E27FC236}">
                <a16:creationId xmlns:a16="http://schemas.microsoft.com/office/drawing/2014/main" id="{B76E2E89-F9EC-4378-B406-772CFEBF2133}"/>
              </a:ext>
            </a:extLst>
          </p:cNvPr>
          <p:cNvSpPr>
            <a:spLocks noGrp="1"/>
          </p:cNvSpPr>
          <p:nvPr/>
        </p:nvSpPr>
        <p:spPr>
          <a:xfrm>
            <a:off x="1181100" y="55245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Θ(n)</a:t>
            </a:r>
          </a:p>
        </p:txBody>
      </p:sp>
    </p:spTree>
    <p:extLst>
      <p:ext uri="{BB962C8B-B14F-4D97-AF65-F5344CB8AC3E}">
        <p14:creationId xmlns:p14="http://schemas.microsoft.com/office/powerpoint/2010/main" val="46268551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E9365FAD-8892-4C6B-A250-142A29ADADBE}"/>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3B81EDF2-4F56-4493-8AFA-8573F63D443C}"/>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37979235-AB31-468F-A4A6-69D94BFB530B}"/>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07  정답과 해설</a:t>
            </a:r>
          </a:p>
        </p:txBody>
      </p:sp>
      <p:sp>
        <p:nvSpPr>
          <p:cNvPr id="4" name="직사각형 3">
            <a:extLst>
              <a:ext uri="{FF2B5EF4-FFF2-40B4-BE49-F238E27FC236}">
                <a16:creationId xmlns:a16="http://schemas.microsoft.com/office/drawing/2014/main" id="{695A698F-AF73-45C9-8914-14C03F23ECFD}"/>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6D8D5292-0278-43F7-8CAC-FA4FCA765325}"/>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5B4D45E1-AEA9-46C2-9CAC-DDDC84CC66AD}"/>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9EE1B4B6-9851-4215-8CD1-69D5D2F90842}"/>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014</a:t>
            </a:r>
            <a:endParaRPr sz="1050" b="1" i="0">
              <a:solidFill>
                <a:srgbClr val="171717"/>
              </a:solidFill>
              <a:latin typeface="Consolas"/>
              <a:ea typeface="Consolas"/>
              <a:cs typeface="Consolas"/>
            </a:endParaRPr>
          </a:p>
        </p:txBody>
      </p:sp>
      <p:sp>
        <p:nvSpPr>
          <p:cNvPr id="8" name="text-178-64">
            <a:extLst>
              <a:ext uri="{FF2B5EF4-FFF2-40B4-BE49-F238E27FC236}">
                <a16:creationId xmlns:a16="http://schemas.microsoft.com/office/drawing/2014/main" id="{DA9E82CF-E103-48A0-8875-49B2D4F2EB31}"/>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총 n개(n≥2)의 원소를 가진 두 정렬 배열을 한 번 병합한다. 최악의 원소 비교 횟수의 차수는?</a:t>
            </a:r>
          </a:p>
        </p:txBody>
      </p:sp>
      <p:sp>
        <p:nvSpPr>
          <p:cNvPr id="9" name="직사각형 8">
            <a:extLst>
              <a:ext uri="{FF2B5EF4-FFF2-40B4-BE49-F238E27FC236}">
                <a16:creationId xmlns:a16="http://schemas.microsoft.com/office/drawing/2014/main" id="{B8EF84EF-2E79-4E14-A0F0-25339545CAEA}"/>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AAE53673-8542-41DE-ADD5-75691D8848E9}"/>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5번 Θ(n)</a:t>
            </a:r>
          </a:p>
        </p:txBody>
      </p:sp>
      <p:sp>
        <p:nvSpPr>
          <p:cNvPr id="11" name="text-324.4-64">
            <a:extLst>
              <a:ext uri="{FF2B5EF4-FFF2-40B4-BE49-F238E27FC236}">
                <a16:creationId xmlns:a16="http://schemas.microsoft.com/office/drawing/2014/main" id="{6D740869-BCB0-492C-85E4-2258B0310058}"/>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4FA1CA5A-FA49-4E51-BEAA-84DD376D7E0E}"/>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FB565EFF-7373-4877-A5AA-AE1F0C3B2487}"/>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한 번의 비교마다 원소 하나가 확정된다. 최악 n−1번 비교하므로 Θ(n)이다.</a:t>
            </a:r>
          </a:p>
        </p:txBody>
      </p:sp>
    </p:spTree>
    <p:extLst>
      <p:ext uri="{BB962C8B-B14F-4D97-AF65-F5344CB8AC3E}">
        <p14:creationId xmlns:p14="http://schemas.microsoft.com/office/powerpoint/2010/main" val="46268551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3" name="text-28-64">
            <a:extLst>
              <a:ext uri="{FF2B5EF4-FFF2-40B4-BE49-F238E27FC236}">
                <a16:creationId xmlns:a16="http://schemas.microsoft.com/office/drawing/2014/main" id="{9C3298AB-E383-4FF7-B8D4-B6F425942E0A}"/>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AE187267-8FAF-419E-A25A-BE2CFE632B09}"/>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5DD98CD7-E188-458C-B52A-EB4617533430}"/>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08  </a:t>
            </a:r>
          </a:p>
        </p:txBody>
      </p:sp>
      <p:sp>
        <p:nvSpPr>
          <p:cNvPr id="4" name="직사각형 3">
            <a:extLst>
              <a:ext uri="{FF2B5EF4-FFF2-40B4-BE49-F238E27FC236}">
                <a16:creationId xmlns:a16="http://schemas.microsoft.com/office/drawing/2014/main" id="{5DB80AD3-95D8-43C0-A250-F0584630A68C}"/>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78F60832-256C-44B2-9A2B-A30E717ECC4D}"/>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A95A4F6E-0BE6-4D1F-9C7B-FC0A9601DCBB}"/>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35CDDEA6-52C7-4877-B769-E9BCF06634E0}"/>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015</a:t>
            </a:r>
            <a:endParaRPr sz="1050" b="1" i="0">
              <a:solidFill>
                <a:srgbClr val="171717"/>
              </a:solidFill>
              <a:latin typeface="Consolas"/>
              <a:ea typeface="Consolas"/>
              <a:cs typeface="Consolas"/>
            </a:endParaRPr>
          </a:p>
        </p:txBody>
      </p:sp>
      <p:sp>
        <p:nvSpPr>
          <p:cNvPr id="8" name="text-178-64">
            <a:extLst>
              <a:ext uri="{FF2B5EF4-FFF2-40B4-BE49-F238E27FC236}">
                <a16:creationId xmlns:a16="http://schemas.microsoft.com/office/drawing/2014/main" id="{DD5D47C0-495C-446E-978A-B3C6D0E74A48}"/>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길이 0 또는 1인 배열이 합병 정렬의 기저 사례인 이유는?</a:t>
            </a:r>
          </a:p>
        </p:txBody>
      </p:sp>
      <p:sp>
        <p:nvSpPr>
          <p:cNvPr id="9" name="text-316-72">
            <a:extLst>
              <a:ext uri="{FF2B5EF4-FFF2-40B4-BE49-F238E27FC236}">
                <a16:creationId xmlns:a16="http://schemas.microsoft.com/office/drawing/2014/main" id="{86E5A2E4-736E-492E-B26F-4563A54C2BF5}"/>
              </a:ext>
            </a:extLst>
          </p:cNvPr>
          <p:cNvSpPr>
            <a:spLocks noGrp="1"/>
          </p:cNvSpPr>
          <p:nvPr/>
        </p:nvSpPr>
        <p:spPr>
          <a:xfrm>
            <a:off x="685800" y="30099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a:ext uri="{FF2B5EF4-FFF2-40B4-BE49-F238E27FC236}">
                <a16:creationId xmlns:a16="http://schemas.microsoft.com/office/drawing/2014/main" id="{EB1A6E40-2E7A-4A78-9882-2A711F9DBD90}"/>
              </a:ext>
            </a:extLst>
          </p:cNvPr>
          <p:cNvSpPr>
            <a:spLocks noGrp="1"/>
          </p:cNvSpPr>
          <p:nvPr/>
        </p:nvSpPr>
        <p:spPr>
          <a:xfrm>
            <a:off x="1181100" y="30099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빈 배열에서는 비교할 값이 없어 반드시 오류가 나야 한다</a:t>
            </a:r>
          </a:p>
        </p:txBody>
      </p:sp>
      <p:sp>
        <p:nvSpPr>
          <p:cNvPr id="11" name="직사각형 10">
            <a:extLst>
              <a:ext uri="{FF2B5EF4-FFF2-40B4-BE49-F238E27FC236}">
                <a16:creationId xmlns:a16="http://schemas.microsoft.com/office/drawing/2014/main" id="{0E216A11-CF6C-4E1E-8CA2-15BBE7898FFE}"/>
              </a:ext>
            </a:extLst>
          </p:cNvPr>
          <p:cNvSpPr>
            <a:spLocks noGrp="1"/>
          </p:cNvSpPr>
          <p:nvPr/>
        </p:nvSpPr>
        <p:spPr>
          <a:xfrm>
            <a:off x="1181100" y="3552825"/>
            <a:ext cx="10401300" cy="9525"/>
          </a:xfrm>
          <a:prstGeom prst="rect">
            <a:avLst/>
          </a:prstGeom>
          <a:solidFill>
            <a:srgbClr val="E7E7E7"/>
          </a:solidFill>
          <a:ln w="0">
            <a:noFill/>
          </a:ln>
        </p:spPr>
      </p:sp>
      <p:sp>
        <p:nvSpPr>
          <p:cNvPr id="12" name="text-382-72">
            <a:extLst>
              <a:ext uri="{FF2B5EF4-FFF2-40B4-BE49-F238E27FC236}">
                <a16:creationId xmlns:a16="http://schemas.microsoft.com/office/drawing/2014/main" id="{E8099D7E-4B10-4DFC-A18E-67148FBD54B9}"/>
              </a:ext>
            </a:extLst>
          </p:cNvPr>
          <p:cNvSpPr>
            <a:spLocks noGrp="1"/>
          </p:cNvSpPr>
          <p:nvPr/>
        </p:nvSpPr>
        <p:spPr>
          <a:xfrm>
            <a:off x="685800" y="36385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a:ext uri="{FF2B5EF4-FFF2-40B4-BE49-F238E27FC236}">
                <a16:creationId xmlns:a16="http://schemas.microsoft.com/office/drawing/2014/main" id="{06B0B524-0B9A-403B-8B3C-482DB2BF3A8A}"/>
              </a:ext>
            </a:extLst>
          </p:cNvPr>
          <p:cNvSpPr>
            <a:spLocks noGrp="1"/>
          </p:cNvSpPr>
          <p:nvPr/>
        </p:nvSpPr>
        <p:spPr>
          <a:xfrm>
            <a:off x="1181100" y="36385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두 원소가 같을 때만 기저 사례로 처리할 수 있다</a:t>
            </a:r>
          </a:p>
        </p:txBody>
      </p:sp>
      <p:sp>
        <p:nvSpPr>
          <p:cNvPr id="14" name="직사각형 13">
            <a:extLst>
              <a:ext uri="{FF2B5EF4-FFF2-40B4-BE49-F238E27FC236}">
                <a16:creationId xmlns:a16="http://schemas.microsoft.com/office/drawing/2014/main" id="{87855711-86A2-4B9B-81C8-EDB690A0DBAE}"/>
              </a:ext>
            </a:extLst>
          </p:cNvPr>
          <p:cNvSpPr>
            <a:spLocks noGrp="1"/>
          </p:cNvSpPr>
          <p:nvPr/>
        </p:nvSpPr>
        <p:spPr>
          <a:xfrm>
            <a:off x="1181100" y="4181475"/>
            <a:ext cx="10401300" cy="9525"/>
          </a:xfrm>
          <a:prstGeom prst="rect">
            <a:avLst/>
          </a:prstGeom>
          <a:solidFill>
            <a:srgbClr val="E7E7E7"/>
          </a:solidFill>
          <a:ln w="0">
            <a:noFill/>
          </a:ln>
        </p:spPr>
      </p:sp>
      <p:sp>
        <p:nvSpPr>
          <p:cNvPr id="15" name="text-448-72">
            <a:extLst>
              <a:ext uri="{FF2B5EF4-FFF2-40B4-BE49-F238E27FC236}">
                <a16:creationId xmlns:a16="http://schemas.microsoft.com/office/drawing/2014/main" id="{B7F5831D-FBF9-45E5-86EC-245AD1CB159D}"/>
              </a:ext>
            </a:extLst>
          </p:cNvPr>
          <p:cNvSpPr>
            <a:spLocks noGrp="1"/>
          </p:cNvSpPr>
          <p:nvPr/>
        </p:nvSpPr>
        <p:spPr>
          <a:xfrm>
            <a:off x="685800" y="42672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a:ext uri="{FF2B5EF4-FFF2-40B4-BE49-F238E27FC236}">
                <a16:creationId xmlns:a16="http://schemas.microsoft.com/office/drawing/2014/main" id="{9F824937-36DC-495F-8925-B77CE6363083}"/>
              </a:ext>
            </a:extLst>
          </p:cNvPr>
          <p:cNvSpPr>
            <a:spLocks noGrp="1"/>
          </p:cNvSpPr>
          <p:nvPr/>
        </p:nvSpPr>
        <p:spPr>
          <a:xfrm>
            <a:off x="1181100" y="42672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길이 1에서도 병합용 두 비어 있지 않은 배열이 필요하다</a:t>
            </a:r>
          </a:p>
        </p:txBody>
      </p:sp>
      <p:sp>
        <p:nvSpPr>
          <p:cNvPr id="17" name="직사각형 16">
            <a:extLst>
              <a:ext uri="{FF2B5EF4-FFF2-40B4-BE49-F238E27FC236}">
                <a16:creationId xmlns:a16="http://schemas.microsoft.com/office/drawing/2014/main" id="{3290047A-C85F-45A6-BF82-457A21DE361F}"/>
              </a:ext>
            </a:extLst>
          </p:cNvPr>
          <p:cNvSpPr>
            <a:spLocks noGrp="1"/>
          </p:cNvSpPr>
          <p:nvPr/>
        </p:nvSpPr>
        <p:spPr>
          <a:xfrm>
            <a:off x="1181100" y="4810125"/>
            <a:ext cx="10401300" cy="9525"/>
          </a:xfrm>
          <a:prstGeom prst="rect">
            <a:avLst/>
          </a:prstGeom>
          <a:solidFill>
            <a:srgbClr val="E7E7E7"/>
          </a:solidFill>
          <a:ln w="0">
            <a:noFill/>
          </a:ln>
        </p:spPr>
      </p:sp>
      <p:sp>
        <p:nvSpPr>
          <p:cNvPr id="18" name="text-514-72">
            <a:extLst>
              <a:ext uri="{FF2B5EF4-FFF2-40B4-BE49-F238E27FC236}">
                <a16:creationId xmlns:a16="http://schemas.microsoft.com/office/drawing/2014/main" id="{566792BD-BEAC-4417-A1B3-02B2A82DCF9F}"/>
              </a:ext>
            </a:extLst>
          </p:cNvPr>
          <p:cNvSpPr>
            <a:spLocks noGrp="1"/>
          </p:cNvSpPr>
          <p:nvPr/>
        </p:nvSpPr>
        <p:spPr>
          <a:xfrm>
            <a:off x="685800" y="48958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a:ext uri="{FF2B5EF4-FFF2-40B4-BE49-F238E27FC236}">
                <a16:creationId xmlns:a16="http://schemas.microsoft.com/office/drawing/2014/main" id="{021893B4-9282-4A71-8AC4-C2E2A47CDC09}"/>
              </a:ext>
            </a:extLst>
          </p:cNvPr>
          <p:cNvSpPr>
            <a:spLocks noGrp="1"/>
          </p:cNvSpPr>
          <p:nvPr/>
        </p:nvSpPr>
        <p:spPr>
          <a:xfrm>
            <a:off x="1181100" y="48958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길이가 1이면 추가로 자기 자신을 정렬해야 한다</a:t>
            </a:r>
          </a:p>
        </p:txBody>
      </p:sp>
      <p:sp>
        <p:nvSpPr>
          <p:cNvPr id="20" name="직사각형 19">
            <a:extLst>
              <a:ext uri="{FF2B5EF4-FFF2-40B4-BE49-F238E27FC236}">
                <a16:creationId xmlns:a16="http://schemas.microsoft.com/office/drawing/2014/main" id="{96247133-EEA3-45E0-9030-03D6FF9E1632}"/>
              </a:ext>
            </a:extLst>
          </p:cNvPr>
          <p:cNvSpPr>
            <a:spLocks noGrp="1"/>
          </p:cNvSpPr>
          <p:nvPr/>
        </p:nvSpPr>
        <p:spPr>
          <a:xfrm>
            <a:off x="1181100" y="5438775"/>
            <a:ext cx="10401300" cy="9525"/>
          </a:xfrm>
          <a:prstGeom prst="rect">
            <a:avLst/>
          </a:prstGeom>
          <a:solidFill>
            <a:srgbClr val="E7E7E7"/>
          </a:solidFill>
          <a:ln w="0">
            <a:noFill/>
          </a:ln>
        </p:spPr>
      </p:sp>
      <p:sp>
        <p:nvSpPr>
          <p:cNvPr id="21" name="text-580-72">
            <a:extLst>
              <a:ext uri="{FF2B5EF4-FFF2-40B4-BE49-F238E27FC236}">
                <a16:creationId xmlns:a16="http://schemas.microsoft.com/office/drawing/2014/main" id="{DF9F05EB-8881-4728-9351-EFED08A3670B}"/>
              </a:ext>
            </a:extLst>
          </p:cNvPr>
          <p:cNvSpPr>
            <a:spLocks noGrp="1"/>
          </p:cNvSpPr>
          <p:nvPr/>
        </p:nvSpPr>
        <p:spPr>
          <a:xfrm>
            <a:off x="685800" y="55245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a:ext uri="{FF2B5EF4-FFF2-40B4-BE49-F238E27FC236}">
                <a16:creationId xmlns:a16="http://schemas.microsoft.com/office/drawing/2014/main" id="{EB6874BF-1746-4B34-8E51-1F694BF6AAD3}"/>
              </a:ext>
            </a:extLst>
          </p:cNvPr>
          <p:cNvSpPr>
            <a:spLocks noGrp="1"/>
          </p:cNvSpPr>
          <p:nvPr/>
        </p:nvSpPr>
        <p:spPr>
          <a:xfrm>
            <a:off x="1181100" y="55245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이미 정렬되어 있고 더 나눌 필요가 없다</a:t>
            </a:r>
          </a:p>
        </p:txBody>
      </p:sp>
    </p:spTree>
    <p:extLst>
      <p:ext uri="{BB962C8B-B14F-4D97-AF65-F5344CB8AC3E}">
        <p14:creationId xmlns:p14="http://schemas.microsoft.com/office/powerpoint/2010/main" val="46268551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BBBB0803-72A7-43EA-955F-3181F33717E8}"/>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B856D22A-0F2F-44F6-8427-AF6FA41328AA}"/>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F36C1C3F-94C7-4F1F-B39D-603EB4F99E48}"/>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08  정답과 해설</a:t>
            </a:r>
          </a:p>
        </p:txBody>
      </p:sp>
      <p:sp>
        <p:nvSpPr>
          <p:cNvPr id="4" name="직사각형 3">
            <a:extLst>
              <a:ext uri="{FF2B5EF4-FFF2-40B4-BE49-F238E27FC236}">
                <a16:creationId xmlns:a16="http://schemas.microsoft.com/office/drawing/2014/main" id="{8F1FD9A4-9F00-4414-9E6E-75F736CF5F8C}"/>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FFA20A6D-C54A-408B-B13C-D97ACC96E05E}"/>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7664DC8B-F988-4E32-878B-15E70C856338}"/>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A0E3D908-132E-4F6A-BF5F-C17CA17277E6}"/>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016</a:t>
            </a:r>
            <a:endParaRPr sz="1050" b="1" i="0">
              <a:solidFill>
                <a:srgbClr val="171717"/>
              </a:solidFill>
              <a:latin typeface="Consolas"/>
              <a:ea typeface="Consolas"/>
              <a:cs typeface="Consolas"/>
            </a:endParaRPr>
          </a:p>
        </p:txBody>
      </p:sp>
      <p:sp>
        <p:nvSpPr>
          <p:cNvPr id="8" name="text-178-64">
            <a:extLst>
              <a:ext uri="{FF2B5EF4-FFF2-40B4-BE49-F238E27FC236}">
                <a16:creationId xmlns:a16="http://schemas.microsoft.com/office/drawing/2014/main" id="{10AAB0F3-D8D4-41A3-B362-31DE37632631}"/>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길이 0 또는 1인 배열이 합병 정렬의 기저 사례인 이유는?</a:t>
            </a:r>
          </a:p>
        </p:txBody>
      </p:sp>
      <p:sp>
        <p:nvSpPr>
          <p:cNvPr id="9" name="직사각형 8">
            <a:extLst>
              <a:ext uri="{FF2B5EF4-FFF2-40B4-BE49-F238E27FC236}">
                <a16:creationId xmlns:a16="http://schemas.microsoft.com/office/drawing/2014/main" id="{31C15D20-30F2-4259-8FBE-364B78346B81}"/>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A6C21D72-6681-4D6B-BB2F-C95516D86FCB}"/>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5번 이미 정렬되어 있고 더 나눌 필요가 없다</a:t>
            </a:r>
          </a:p>
        </p:txBody>
      </p:sp>
      <p:sp>
        <p:nvSpPr>
          <p:cNvPr id="11" name="text-324.4-64">
            <a:extLst>
              <a:ext uri="{FF2B5EF4-FFF2-40B4-BE49-F238E27FC236}">
                <a16:creationId xmlns:a16="http://schemas.microsoft.com/office/drawing/2014/main" id="{539115CE-9177-46C8-9000-E153ACD75FDC}"/>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52E96F88-8537-444C-8D19-D467B1D65598}"/>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5137FA38-E14F-4406-B55B-C3037DFB8ADB}"/>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빈 배열도 정렬된 배열로 취급하면 경계 처리가 자연스럽다.</a:t>
            </a:r>
          </a:p>
        </p:txBody>
      </p:sp>
    </p:spTree>
    <p:extLst>
      <p:ext uri="{BB962C8B-B14F-4D97-AF65-F5344CB8AC3E}">
        <p14:creationId xmlns:p14="http://schemas.microsoft.com/office/powerpoint/2010/main" val="46268551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3" name="text-28-64">
            <a:extLst>
              <a:ext uri="{FF2B5EF4-FFF2-40B4-BE49-F238E27FC236}">
                <a16:creationId xmlns:a16="http://schemas.microsoft.com/office/drawing/2014/main" id="{D0728410-7A3D-423F-A691-F753023038D3}"/>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D70CA41C-6A6B-4DE9-8B4C-DE93B698C562}"/>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3ECCB579-8E0E-4C0B-9782-A6F370BFD1C4}"/>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09  </a:t>
            </a:r>
          </a:p>
        </p:txBody>
      </p:sp>
      <p:sp>
        <p:nvSpPr>
          <p:cNvPr id="4" name="직사각형 3">
            <a:extLst>
              <a:ext uri="{FF2B5EF4-FFF2-40B4-BE49-F238E27FC236}">
                <a16:creationId xmlns:a16="http://schemas.microsoft.com/office/drawing/2014/main" id="{9D22937D-243A-4562-9C94-D629147B2DE2}"/>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BF4A49B4-68B4-43DF-B288-74B58CD99037}"/>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235C07CA-486D-4D09-A5A7-E778DC0CBF6C}"/>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D722F512-C280-40CA-A889-B75930ADC055}"/>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017</a:t>
            </a:r>
            <a:endParaRPr sz="1050" b="1" i="0">
              <a:solidFill>
                <a:srgbClr val="171717"/>
              </a:solidFill>
              <a:latin typeface="Consolas"/>
              <a:ea typeface="Consolas"/>
              <a:cs typeface="Consolas"/>
            </a:endParaRPr>
          </a:p>
        </p:txBody>
      </p:sp>
      <p:sp>
        <p:nvSpPr>
          <p:cNvPr id="8" name="text-178-64">
            <a:extLst>
              <a:ext uri="{FF2B5EF4-FFF2-40B4-BE49-F238E27FC236}">
                <a16:creationId xmlns:a16="http://schemas.microsoft.com/office/drawing/2014/main" id="{7D219DD7-74E1-4F45-A2C5-041BB86BF2F1}"/>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비어 있지 않은 최대 연속 부분배열을 찾는다. 모든 값이 음수라면 정답은?</a:t>
            </a:r>
          </a:p>
        </p:txBody>
      </p:sp>
      <p:sp>
        <p:nvSpPr>
          <p:cNvPr id="9" name="text-316-72">
            <a:extLst>
              <a:ext uri="{FF2B5EF4-FFF2-40B4-BE49-F238E27FC236}">
                <a16:creationId xmlns:a16="http://schemas.microsoft.com/office/drawing/2014/main" id="{3EFB0BDF-F467-4D17-9EF7-D72D7488D530}"/>
              </a:ext>
            </a:extLst>
          </p:cNvPr>
          <p:cNvSpPr>
            <a:spLocks noGrp="1"/>
          </p:cNvSpPr>
          <p:nvPr/>
        </p:nvSpPr>
        <p:spPr>
          <a:xfrm>
            <a:off x="685800" y="30099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a:ext uri="{FF2B5EF4-FFF2-40B4-BE49-F238E27FC236}">
                <a16:creationId xmlns:a16="http://schemas.microsoft.com/office/drawing/2014/main" id="{81A9EE71-1DA9-4578-AC8E-9DD95C175D2D}"/>
              </a:ext>
            </a:extLst>
          </p:cNvPr>
          <p:cNvSpPr>
            <a:spLocks noGrp="1"/>
          </p:cNvSpPr>
          <p:nvPr/>
        </p:nvSpPr>
        <p:spPr>
          <a:xfrm>
            <a:off x="1181100" y="30099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0</a:t>
            </a:r>
          </a:p>
        </p:txBody>
      </p:sp>
      <p:sp>
        <p:nvSpPr>
          <p:cNvPr id="11" name="직사각형 10">
            <a:extLst>
              <a:ext uri="{FF2B5EF4-FFF2-40B4-BE49-F238E27FC236}">
                <a16:creationId xmlns:a16="http://schemas.microsoft.com/office/drawing/2014/main" id="{4FFC5F86-EFB1-4847-99F3-A59965A8C682}"/>
              </a:ext>
            </a:extLst>
          </p:cNvPr>
          <p:cNvSpPr>
            <a:spLocks noGrp="1"/>
          </p:cNvSpPr>
          <p:nvPr/>
        </p:nvSpPr>
        <p:spPr>
          <a:xfrm>
            <a:off x="1181100" y="3552825"/>
            <a:ext cx="10401300" cy="9525"/>
          </a:xfrm>
          <a:prstGeom prst="rect">
            <a:avLst/>
          </a:prstGeom>
          <a:solidFill>
            <a:srgbClr val="E7E7E7"/>
          </a:solidFill>
          <a:ln w="0">
            <a:noFill/>
          </a:ln>
        </p:spPr>
      </p:sp>
      <p:sp>
        <p:nvSpPr>
          <p:cNvPr id="12" name="text-382-72">
            <a:extLst>
              <a:ext uri="{FF2B5EF4-FFF2-40B4-BE49-F238E27FC236}">
                <a16:creationId xmlns:a16="http://schemas.microsoft.com/office/drawing/2014/main" id="{59834073-BD54-411F-B912-C3FA9627976F}"/>
              </a:ext>
            </a:extLst>
          </p:cNvPr>
          <p:cNvSpPr>
            <a:spLocks noGrp="1"/>
          </p:cNvSpPr>
          <p:nvPr/>
        </p:nvSpPr>
        <p:spPr>
          <a:xfrm>
            <a:off x="685800" y="36385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a:ext uri="{FF2B5EF4-FFF2-40B4-BE49-F238E27FC236}">
                <a16:creationId xmlns:a16="http://schemas.microsoft.com/office/drawing/2014/main" id="{A54B2054-B03A-4743-B882-44A547982801}"/>
              </a:ext>
            </a:extLst>
          </p:cNvPr>
          <p:cNvSpPr>
            <a:spLocks noGrp="1"/>
          </p:cNvSpPr>
          <p:nvPr/>
        </p:nvSpPr>
        <p:spPr>
          <a:xfrm>
            <a:off x="1181100" y="36385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가장 큰 원소 하나</a:t>
            </a:r>
          </a:p>
        </p:txBody>
      </p:sp>
      <p:sp>
        <p:nvSpPr>
          <p:cNvPr id="14" name="직사각형 13">
            <a:extLst>
              <a:ext uri="{FF2B5EF4-FFF2-40B4-BE49-F238E27FC236}">
                <a16:creationId xmlns:a16="http://schemas.microsoft.com/office/drawing/2014/main" id="{309E714F-3151-4628-9EF7-047B14489BB2}"/>
              </a:ext>
            </a:extLst>
          </p:cNvPr>
          <p:cNvSpPr>
            <a:spLocks noGrp="1"/>
          </p:cNvSpPr>
          <p:nvPr/>
        </p:nvSpPr>
        <p:spPr>
          <a:xfrm>
            <a:off x="1181100" y="4181475"/>
            <a:ext cx="10401300" cy="9525"/>
          </a:xfrm>
          <a:prstGeom prst="rect">
            <a:avLst/>
          </a:prstGeom>
          <a:solidFill>
            <a:srgbClr val="E7E7E7"/>
          </a:solidFill>
          <a:ln w="0">
            <a:noFill/>
          </a:ln>
        </p:spPr>
      </p:sp>
      <p:sp>
        <p:nvSpPr>
          <p:cNvPr id="15" name="text-448-72">
            <a:extLst>
              <a:ext uri="{FF2B5EF4-FFF2-40B4-BE49-F238E27FC236}">
                <a16:creationId xmlns:a16="http://schemas.microsoft.com/office/drawing/2014/main" id="{BAAEC6B5-D275-4DAF-9045-3EB9314E226D}"/>
              </a:ext>
            </a:extLst>
          </p:cNvPr>
          <p:cNvSpPr>
            <a:spLocks noGrp="1"/>
          </p:cNvSpPr>
          <p:nvPr/>
        </p:nvSpPr>
        <p:spPr>
          <a:xfrm>
            <a:off x="685800" y="42672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a:ext uri="{FF2B5EF4-FFF2-40B4-BE49-F238E27FC236}">
                <a16:creationId xmlns:a16="http://schemas.microsoft.com/office/drawing/2014/main" id="{4667A32F-29D2-4D73-9852-C8B7C804551B}"/>
              </a:ext>
            </a:extLst>
          </p:cNvPr>
          <p:cNvSpPr>
            <a:spLocks noGrp="1"/>
          </p:cNvSpPr>
          <p:nvPr/>
        </p:nvSpPr>
        <p:spPr>
          <a:xfrm>
            <a:off x="1181100" y="42672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양 끝 원소의 합</a:t>
            </a:r>
          </a:p>
        </p:txBody>
      </p:sp>
      <p:sp>
        <p:nvSpPr>
          <p:cNvPr id="17" name="직사각형 16">
            <a:extLst>
              <a:ext uri="{FF2B5EF4-FFF2-40B4-BE49-F238E27FC236}">
                <a16:creationId xmlns:a16="http://schemas.microsoft.com/office/drawing/2014/main" id="{624125AC-4154-452E-9F11-8382A5CFE83A}"/>
              </a:ext>
            </a:extLst>
          </p:cNvPr>
          <p:cNvSpPr>
            <a:spLocks noGrp="1"/>
          </p:cNvSpPr>
          <p:nvPr/>
        </p:nvSpPr>
        <p:spPr>
          <a:xfrm>
            <a:off x="1181100" y="4810125"/>
            <a:ext cx="10401300" cy="9525"/>
          </a:xfrm>
          <a:prstGeom prst="rect">
            <a:avLst/>
          </a:prstGeom>
          <a:solidFill>
            <a:srgbClr val="E7E7E7"/>
          </a:solidFill>
          <a:ln w="0">
            <a:noFill/>
          </a:ln>
        </p:spPr>
      </p:sp>
      <p:sp>
        <p:nvSpPr>
          <p:cNvPr id="18" name="text-514-72">
            <a:extLst>
              <a:ext uri="{FF2B5EF4-FFF2-40B4-BE49-F238E27FC236}">
                <a16:creationId xmlns:a16="http://schemas.microsoft.com/office/drawing/2014/main" id="{7B11195D-9295-4CFF-B56D-67E502C5ED92}"/>
              </a:ext>
            </a:extLst>
          </p:cNvPr>
          <p:cNvSpPr>
            <a:spLocks noGrp="1"/>
          </p:cNvSpPr>
          <p:nvPr/>
        </p:nvSpPr>
        <p:spPr>
          <a:xfrm>
            <a:off x="685800" y="48958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a:ext uri="{FF2B5EF4-FFF2-40B4-BE49-F238E27FC236}">
                <a16:creationId xmlns:a16="http://schemas.microsoft.com/office/drawing/2014/main" id="{E006D324-CB4F-4790-8F8F-21F6C4FA4171}"/>
              </a:ext>
            </a:extLst>
          </p:cNvPr>
          <p:cNvSpPr>
            <a:spLocks noGrp="1"/>
          </p:cNvSpPr>
          <p:nvPr/>
        </p:nvSpPr>
        <p:spPr>
          <a:xfrm>
            <a:off x="1181100" y="48958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전체 배열의 합</a:t>
            </a:r>
          </a:p>
        </p:txBody>
      </p:sp>
      <p:sp>
        <p:nvSpPr>
          <p:cNvPr id="20" name="직사각형 19">
            <a:extLst>
              <a:ext uri="{FF2B5EF4-FFF2-40B4-BE49-F238E27FC236}">
                <a16:creationId xmlns:a16="http://schemas.microsoft.com/office/drawing/2014/main" id="{B7A6050D-7508-45DC-A90D-DD3BD72AFDFF}"/>
              </a:ext>
            </a:extLst>
          </p:cNvPr>
          <p:cNvSpPr>
            <a:spLocks noGrp="1"/>
          </p:cNvSpPr>
          <p:nvPr/>
        </p:nvSpPr>
        <p:spPr>
          <a:xfrm>
            <a:off x="1181100" y="5438775"/>
            <a:ext cx="10401300" cy="9525"/>
          </a:xfrm>
          <a:prstGeom prst="rect">
            <a:avLst/>
          </a:prstGeom>
          <a:solidFill>
            <a:srgbClr val="E7E7E7"/>
          </a:solidFill>
          <a:ln w="0">
            <a:noFill/>
          </a:ln>
        </p:spPr>
      </p:sp>
      <p:sp>
        <p:nvSpPr>
          <p:cNvPr id="21" name="text-580-72">
            <a:extLst>
              <a:ext uri="{FF2B5EF4-FFF2-40B4-BE49-F238E27FC236}">
                <a16:creationId xmlns:a16="http://schemas.microsoft.com/office/drawing/2014/main" id="{C6AD6E38-0D3B-4840-AF37-999714E2A1AD}"/>
              </a:ext>
            </a:extLst>
          </p:cNvPr>
          <p:cNvSpPr>
            <a:spLocks noGrp="1"/>
          </p:cNvSpPr>
          <p:nvPr/>
        </p:nvSpPr>
        <p:spPr>
          <a:xfrm>
            <a:off x="685800" y="55245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a:ext uri="{FF2B5EF4-FFF2-40B4-BE49-F238E27FC236}">
                <a16:creationId xmlns:a16="http://schemas.microsoft.com/office/drawing/2014/main" id="{AAEB577D-C906-43F4-9321-6268CA5EABA6}"/>
              </a:ext>
            </a:extLst>
          </p:cNvPr>
          <p:cNvSpPr>
            <a:spLocks noGrp="1"/>
          </p:cNvSpPr>
          <p:nvPr/>
        </p:nvSpPr>
        <p:spPr>
          <a:xfrm>
            <a:off x="1181100" y="55245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가장 작은 원소 하나</a:t>
            </a:r>
          </a:p>
        </p:txBody>
      </p:sp>
    </p:spTree>
    <p:extLst>
      <p:ext uri="{BB962C8B-B14F-4D97-AF65-F5344CB8AC3E}">
        <p14:creationId xmlns:p14="http://schemas.microsoft.com/office/powerpoint/2010/main" val="46268551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56088660-E925-4D22-AE1B-FA7F05482C32}"/>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47936733-835C-4451-887A-E04CC7D01C66}"/>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F91AF467-EEB9-4697-85E4-9DE186ACB9FE}"/>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09  정답과 해설</a:t>
            </a:r>
          </a:p>
        </p:txBody>
      </p:sp>
      <p:sp>
        <p:nvSpPr>
          <p:cNvPr id="4" name="직사각형 3">
            <a:extLst>
              <a:ext uri="{FF2B5EF4-FFF2-40B4-BE49-F238E27FC236}">
                <a16:creationId xmlns:a16="http://schemas.microsoft.com/office/drawing/2014/main" id="{6598169E-475D-4FEA-A5AE-04FFEB32739A}"/>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8E76CA10-F8BC-4178-A371-310696EE8A22}"/>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7FCB0C33-86D7-405A-BF6B-EA60DDCC5D3F}"/>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845D5A12-8426-4E52-B93A-9827D96FAF18}"/>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018</a:t>
            </a:r>
            <a:endParaRPr sz="1050" b="1" i="0">
              <a:solidFill>
                <a:srgbClr val="171717"/>
              </a:solidFill>
              <a:latin typeface="Consolas"/>
              <a:ea typeface="Consolas"/>
              <a:cs typeface="Consolas"/>
            </a:endParaRPr>
          </a:p>
        </p:txBody>
      </p:sp>
      <p:sp>
        <p:nvSpPr>
          <p:cNvPr id="8" name="text-178-64">
            <a:extLst>
              <a:ext uri="{FF2B5EF4-FFF2-40B4-BE49-F238E27FC236}">
                <a16:creationId xmlns:a16="http://schemas.microsoft.com/office/drawing/2014/main" id="{B55F6070-80BA-41C7-A768-307B1807FAE6}"/>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비어 있지 않은 최대 연속 부분배열을 찾는다. 모든 값이 음수라면 정답은?</a:t>
            </a:r>
          </a:p>
        </p:txBody>
      </p:sp>
      <p:sp>
        <p:nvSpPr>
          <p:cNvPr id="9" name="직사각형 8">
            <a:extLst>
              <a:ext uri="{FF2B5EF4-FFF2-40B4-BE49-F238E27FC236}">
                <a16:creationId xmlns:a16="http://schemas.microsoft.com/office/drawing/2014/main" id="{15D829F5-8BC2-44B0-80DE-66C118F6E546}"/>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EFC4EDF4-A364-46F4-A77F-25476BA2CAA4}"/>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2번 가장 큰 원소 하나</a:t>
            </a:r>
          </a:p>
        </p:txBody>
      </p:sp>
      <p:sp>
        <p:nvSpPr>
          <p:cNvPr id="11" name="text-324.4-64">
            <a:extLst>
              <a:ext uri="{FF2B5EF4-FFF2-40B4-BE49-F238E27FC236}">
                <a16:creationId xmlns:a16="http://schemas.microsoft.com/office/drawing/2014/main" id="{9FE1A0FE-B5B2-4F63-9B4A-CCAE47E8A8F0}"/>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9E820331-CC9A-472A-8600-20876EBCADFC}"/>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EAAF855F-34E6-4540-A075-3D4DDFE400E0}"/>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빈 구간을 허용하지 않으므로 0으로 초기화하면 잘못된 답이 될 수 있다.</a:t>
            </a:r>
          </a:p>
        </p:txBody>
      </p:sp>
    </p:spTree>
    <p:extLst>
      <p:ext uri="{BB962C8B-B14F-4D97-AF65-F5344CB8AC3E}">
        <p14:creationId xmlns:p14="http://schemas.microsoft.com/office/powerpoint/2010/main" val="46268551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3" name="text-28-64">
            <a:extLst>
              <a:ext uri="{FF2B5EF4-FFF2-40B4-BE49-F238E27FC236}">
                <a16:creationId xmlns:a16="http://schemas.microsoft.com/office/drawing/2014/main" id="{47F9361C-3C95-4872-8BD8-0EB10FEB73A1}"/>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D3AB6945-6735-4A64-9505-5A3C51D6BC8E}"/>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835A8149-5137-42B5-A74F-AC65D2C64BFF}"/>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10  </a:t>
            </a:r>
          </a:p>
        </p:txBody>
      </p:sp>
      <p:sp>
        <p:nvSpPr>
          <p:cNvPr id="4" name="직사각형 3">
            <a:extLst>
              <a:ext uri="{FF2B5EF4-FFF2-40B4-BE49-F238E27FC236}">
                <a16:creationId xmlns:a16="http://schemas.microsoft.com/office/drawing/2014/main" id="{65D15C51-5641-43DD-BAD3-80E220E71A94}"/>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46891BC9-7D2A-4B0E-A48C-2CED79A7537D}"/>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AAB3E418-20F6-4F56-954A-DE7411E48E61}"/>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B3724DD5-C778-49C0-A59F-13F1A398E514}"/>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019</a:t>
            </a:r>
            <a:endParaRPr sz="1050" b="1" i="0">
              <a:solidFill>
                <a:srgbClr val="171717"/>
              </a:solidFill>
              <a:latin typeface="Consolas"/>
              <a:ea typeface="Consolas"/>
              <a:cs typeface="Consolas"/>
            </a:endParaRPr>
          </a:p>
        </p:txBody>
      </p:sp>
      <p:sp>
        <p:nvSpPr>
          <p:cNvPr id="8" name="text-178-64">
            <a:extLst>
              <a:ext uri="{FF2B5EF4-FFF2-40B4-BE49-F238E27FC236}">
                <a16:creationId xmlns:a16="http://schemas.microsoft.com/office/drawing/2014/main" id="{425A0EB0-5AEC-48F0-8DF4-9FD83373513D}"/>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분할 정복 최대 연속합에서 고려해야 할 경우는?</a:t>
            </a:r>
          </a:p>
        </p:txBody>
      </p:sp>
      <p:sp>
        <p:nvSpPr>
          <p:cNvPr id="9" name="text-316-72">
            <a:extLst>
              <a:ext uri="{FF2B5EF4-FFF2-40B4-BE49-F238E27FC236}">
                <a16:creationId xmlns:a16="http://schemas.microsoft.com/office/drawing/2014/main" id="{A5BAB63A-FFFC-470F-9969-F8CB07A1DEFD}"/>
              </a:ext>
            </a:extLst>
          </p:cNvPr>
          <p:cNvSpPr>
            <a:spLocks noGrp="1"/>
          </p:cNvSpPr>
          <p:nvPr/>
        </p:nvSpPr>
        <p:spPr>
          <a:xfrm>
            <a:off x="685800" y="30099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a:ext uri="{FF2B5EF4-FFF2-40B4-BE49-F238E27FC236}">
                <a16:creationId xmlns:a16="http://schemas.microsoft.com/office/drawing/2014/main" id="{3D5018B7-A545-48F8-B7D6-4DB0E9F06AB9}"/>
              </a:ext>
            </a:extLst>
          </p:cNvPr>
          <p:cNvSpPr>
            <a:spLocks noGrp="1"/>
          </p:cNvSpPr>
          <p:nvPr/>
        </p:nvSpPr>
        <p:spPr>
          <a:xfrm>
            <a:off x="1181100" y="30099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왼쪽 내부와 오른쪽 내부만 비교한다</a:t>
            </a:r>
          </a:p>
        </p:txBody>
      </p:sp>
      <p:sp>
        <p:nvSpPr>
          <p:cNvPr id="11" name="직사각형 10">
            <a:extLst>
              <a:ext uri="{FF2B5EF4-FFF2-40B4-BE49-F238E27FC236}">
                <a16:creationId xmlns:a16="http://schemas.microsoft.com/office/drawing/2014/main" id="{CB30D7A4-687E-4243-B568-AD36937969D7}"/>
              </a:ext>
            </a:extLst>
          </p:cNvPr>
          <p:cNvSpPr>
            <a:spLocks noGrp="1"/>
          </p:cNvSpPr>
          <p:nvPr/>
        </p:nvSpPr>
        <p:spPr>
          <a:xfrm>
            <a:off x="1181100" y="3552825"/>
            <a:ext cx="10401300" cy="9525"/>
          </a:xfrm>
          <a:prstGeom prst="rect">
            <a:avLst/>
          </a:prstGeom>
          <a:solidFill>
            <a:srgbClr val="E7E7E7"/>
          </a:solidFill>
          <a:ln w="0">
            <a:noFill/>
          </a:ln>
        </p:spPr>
      </p:sp>
      <p:sp>
        <p:nvSpPr>
          <p:cNvPr id="12" name="text-382-72">
            <a:extLst>
              <a:ext uri="{FF2B5EF4-FFF2-40B4-BE49-F238E27FC236}">
                <a16:creationId xmlns:a16="http://schemas.microsoft.com/office/drawing/2014/main" id="{58BAE9F6-419C-4847-81FF-C9B1D04BB19A}"/>
              </a:ext>
            </a:extLst>
          </p:cNvPr>
          <p:cNvSpPr>
            <a:spLocks noGrp="1"/>
          </p:cNvSpPr>
          <p:nvPr/>
        </p:nvSpPr>
        <p:spPr>
          <a:xfrm>
            <a:off x="685800" y="36385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a:ext uri="{FF2B5EF4-FFF2-40B4-BE49-F238E27FC236}">
                <a16:creationId xmlns:a16="http://schemas.microsoft.com/office/drawing/2014/main" id="{1DBB86BF-A33F-429C-9829-641E3FBF91F7}"/>
              </a:ext>
            </a:extLst>
          </p:cNvPr>
          <p:cNvSpPr>
            <a:spLocks noGrp="1"/>
          </p:cNvSpPr>
          <p:nvPr/>
        </p:nvSpPr>
        <p:spPr>
          <a:xfrm>
            <a:off x="1181100" y="36385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양쪽 전체 합과 각 끝 원소만 비교한다</a:t>
            </a:r>
          </a:p>
        </p:txBody>
      </p:sp>
      <p:sp>
        <p:nvSpPr>
          <p:cNvPr id="14" name="직사각형 13">
            <a:extLst>
              <a:ext uri="{FF2B5EF4-FFF2-40B4-BE49-F238E27FC236}">
                <a16:creationId xmlns:a16="http://schemas.microsoft.com/office/drawing/2014/main" id="{EB92F007-80D1-43DE-98DD-E754E003D44D}"/>
              </a:ext>
            </a:extLst>
          </p:cNvPr>
          <p:cNvSpPr>
            <a:spLocks noGrp="1"/>
          </p:cNvSpPr>
          <p:nvPr/>
        </p:nvSpPr>
        <p:spPr>
          <a:xfrm>
            <a:off x="1181100" y="4181475"/>
            <a:ext cx="10401300" cy="9525"/>
          </a:xfrm>
          <a:prstGeom prst="rect">
            <a:avLst/>
          </a:prstGeom>
          <a:solidFill>
            <a:srgbClr val="E7E7E7"/>
          </a:solidFill>
          <a:ln w="0">
            <a:noFill/>
          </a:ln>
        </p:spPr>
      </p:sp>
      <p:sp>
        <p:nvSpPr>
          <p:cNvPr id="15" name="text-448-72">
            <a:extLst>
              <a:ext uri="{FF2B5EF4-FFF2-40B4-BE49-F238E27FC236}">
                <a16:creationId xmlns:a16="http://schemas.microsoft.com/office/drawing/2014/main" id="{DC43F7A6-1C78-40AB-B994-00AA41F533CE}"/>
              </a:ext>
            </a:extLst>
          </p:cNvPr>
          <p:cNvSpPr>
            <a:spLocks noGrp="1"/>
          </p:cNvSpPr>
          <p:nvPr/>
        </p:nvSpPr>
        <p:spPr>
          <a:xfrm>
            <a:off x="685800" y="42672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a:ext uri="{FF2B5EF4-FFF2-40B4-BE49-F238E27FC236}">
                <a16:creationId xmlns:a16="http://schemas.microsoft.com/office/drawing/2014/main" id="{DE895DEA-ECFF-4BB5-9909-173D107F6A2A}"/>
              </a:ext>
            </a:extLst>
          </p:cNvPr>
          <p:cNvSpPr>
            <a:spLocks noGrp="1"/>
          </p:cNvSpPr>
          <p:nvPr/>
        </p:nvSpPr>
        <p:spPr>
          <a:xfrm>
            <a:off x="1181100" y="42672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경계를 가로지르는 구간만 비교한다</a:t>
            </a:r>
          </a:p>
        </p:txBody>
      </p:sp>
      <p:sp>
        <p:nvSpPr>
          <p:cNvPr id="17" name="직사각형 16">
            <a:extLst>
              <a:ext uri="{FF2B5EF4-FFF2-40B4-BE49-F238E27FC236}">
                <a16:creationId xmlns:a16="http://schemas.microsoft.com/office/drawing/2014/main" id="{9DDE93A8-05F5-4F8D-8D3E-703085ED8260}"/>
              </a:ext>
            </a:extLst>
          </p:cNvPr>
          <p:cNvSpPr>
            <a:spLocks noGrp="1"/>
          </p:cNvSpPr>
          <p:nvPr/>
        </p:nvSpPr>
        <p:spPr>
          <a:xfrm>
            <a:off x="1181100" y="4810125"/>
            <a:ext cx="10401300" cy="9525"/>
          </a:xfrm>
          <a:prstGeom prst="rect">
            <a:avLst/>
          </a:prstGeom>
          <a:solidFill>
            <a:srgbClr val="E7E7E7"/>
          </a:solidFill>
          <a:ln w="0">
            <a:noFill/>
          </a:ln>
        </p:spPr>
      </p:sp>
      <p:sp>
        <p:nvSpPr>
          <p:cNvPr id="18" name="text-514-72">
            <a:extLst>
              <a:ext uri="{FF2B5EF4-FFF2-40B4-BE49-F238E27FC236}">
                <a16:creationId xmlns:a16="http://schemas.microsoft.com/office/drawing/2014/main" id="{06BB2A23-3154-422C-8650-1FF056C730BC}"/>
              </a:ext>
            </a:extLst>
          </p:cNvPr>
          <p:cNvSpPr>
            <a:spLocks noGrp="1"/>
          </p:cNvSpPr>
          <p:nvPr/>
        </p:nvSpPr>
        <p:spPr>
          <a:xfrm>
            <a:off x="685800" y="48958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a:ext uri="{FF2B5EF4-FFF2-40B4-BE49-F238E27FC236}">
                <a16:creationId xmlns:a16="http://schemas.microsoft.com/office/drawing/2014/main" id="{E48E7B78-7593-434E-81C6-0FDCC0F4F105}"/>
              </a:ext>
            </a:extLst>
          </p:cNvPr>
          <p:cNvSpPr>
            <a:spLocks noGrp="1"/>
          </p:cNvSpPr>
          <p:nvPr/>
        </p:nvSpPr>
        <p:spPr>
          <a:xfrm>
            <a:off x="1181100" y="48958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길이가 정확히 n/2인 연속 구간만 비교한다</a:t>
            </a:r>
          </a:p>
        </p:txBody>
      </p:sp>
      <p:sp>
        <p:nvSpPr>
          <p:cNvPr id="20" name="직사각형 19">
            <a:extLst>
              <a:ext uri="{FF2B5EF4-FFF2-40B4-BE49-F238E27FC236}">
                <a16:creationId xmlns:a16="http://schemas.microsoft.com/office/drawing/2014/main" id="{F5986FD8-7BBB-45DC-9949-E336AFB802C0}"/>
              </a:ext>
            </a:extLst>
          </p:cNvPr>
          <p:cNvSpPr>
            <a:spLocks noGrp="1"/>
          </p:cNvSpPr>
          <p:nvPr/>
        </p:nvSpPr>
        <p:spPr>
          <a:xfrm>
            <a:off x="1181100" y="5438775"/>
            <a:ext cx="10401300" cy="9525"/>
          </a:xfrm>
          <a:prstGeom prst="rect">
            <a:avLst/>
          </a:prstGeom>
          <a:solidFill>
            <a:srgbClr val="E7E7E7"/>
          </a:solidFill>
          <a:ln w="0">
            <a:noFill/>
          </a:ln>
        </p:spPr>
      </p:sp>
      <p:sp>
        <p:nvSpPr>
          <p:cNvPr id="21" name="text-580-72">
            <a:extLst>
              <a:ext uri="{FF2B5EF4-FFF2-40B4-BE49-F238E27FC236}">
                <a16:creationId xmlns:a16="http://schemas.microsoft.com/office/drawing/2014/main" id="{54E70266-2360-498C-8D83-AB9DE0CCF7B8}"/>
              </a:ext>
            </a:extLst>
          </p:cNvPr>
          <p:cNvSpPr>
            <a:spLocks noGrp="1"/>
          </p:cNvSpPr>
          <p:nvPr/>
        </p:nvSpPr>
        <p:spPr>
          <a:xfrm>
            <a:off x="685800" y="55245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a:ext uri="{FF2B5EF4-FFF2-40B4-BE49-F238E27FC236}">
                <a16:creationId xmlns:a16="http://schemas.microsoft.com/office/drawing/2014/main" id="{ECDD3B8A-993D-4583-9186-A441E936A713}"/>
              </a:ext>
            </a:extLst>
          </p:cNvPr>
          <p:cNvSpPr>
            <a:spLocks noGrp="1"/>
          </p:cNvSpPr>
          <p:nvPr/>
        </p:nvSpPr>
        <p:spPr>
          <a:xfrm>
            <a:off x="1181100" y="55245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왼쪽 내부·오른쪽 내부·경계를 가로지르는 구간</a:t>
            </a:r>
          </a:p>
        </p:txBody>
      </p:sp>
    </p:spTree>
    <p:extLst>
      <p:ext uri="{BB962C8B-B14F-4D97-AF65-F5344CB8AC3E}">
        <p14:creationId xmlns:p14="http://schemas.microsoft.com/office/powerpoint/2010/main" val="46268551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D3CBC53F-EA09-4856-8384-B492F2BF51CC}"/>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1AA7EAAB-BEE5-4083-8EE2-299FF990BDD7}"/>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71FB2BC9-BDCA-4E25-B289-E96686E86E33}"/>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10  정답과 해설</a:t>
            </a:r>
          </a:p>
        </p:txBody>
      </p:sp>
      <p:sp>
        <p:nvSpPr>
          <p:cNvPr id="4" name="직사각형 3">
            <a:extLst>
              <a:ext uri="{FF2B5EF4-FFF2-40B4-BE49-F238E27FC236}">
                <a16:creationId xmlns:a16="http://schemas.microsoft.com/office/drawing/2014/main" id="{53D39811-8B01-4A63-8BFC-E6840D567FF0}"/>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A61FDD70-9258-480F-A7C0-DEF349DBC430}"/>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213F1A35-3A33-4567-9242-DDE3CA5BE425}"/>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9E083D4A-00A1-4657-84AE-DADCE90C4DE4}"/>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020</a:t>
            </a:r>
            <a:endParaRPr sz="1050" b="1" i="0">
              <a:solidFill>
                <a:srgbClr val="171717"/>
              </a:solidFill>
              <a:latin typeface="Consolas"/>
              <a:ea typeface="Consolas"/>
              <a:cs typeface="Consolas"/>
            </a:endParaRPr>
          </a:p>
        </p:txBody>
      </p:sp>
      <p:sp>
        <p:nvSpPr>
          <p:cNvPr id="8" name="text-178-64">
            <a:extLst>
              <a:ext uri="{FF2B5EF4-FFF2-40B4-BE49-F238E27FC236}">
                <a16:creationId xmlns:a16="http://schemas.microsoft.com/office/drawing/2014/main" id="{71F6FC2D-F924-4699-AE89-80F71A99B66B}"/>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분할 정복 최대 연속합에서 고려해야 할 경우는?</a:t>
            </a:r>
          </a:p>
        </p:txBody>
      </p:sp>
      <p:sp>
        <p:nvSpPr>
          <p:cNvPr id="9" name="직사각형 8">
            <a:extLst>
              <a:ext uri="{FF2B5EF4-FFF2-40B4-BE49-F238E27FC236}">
                <a16:creationId xmlns:a16="http://schemas.microsoft.com/office/drawing/2014/main" id="{4E82F028-DA5C-4314-9AF5-25F32A00F8DF}"/>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1DE06CEC-D410-4C9A-93CB-9A23947536E6}"/>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5번 왼쪽 내부·오른쪽 내부·경계를 가로지르는 구간</a:t>
            </a:r>
          </a:p>
        </p:txBody>
      </p:sp>
      <p:sp>
        <p:nvSpPr>
          <p:cNvPr id="11" name="text-324.4-64">
            <a:extLst>
              <a:ext uri="{FF2B5EF4-FFF2-40B4-BE49-F238E27FC236}">
                <a16:creationId xmlns:a16="http://schemas.microsoft.com/office/drawing/2014/main" id="{29B4F127-AFB3-4B30-823F-8AF5D7F2B642}"/>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5F050E4F-BF6D-4F4C-8DF2-49C9DF77BB30}"/>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28AA7262-81D0-4AF6-B8D8-907F58818573}"/>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모든 연속 구간은 이 세 경우 중 하나에 속한다.</a:t>
            </a:r>
          </a:p>
        </p:txBody>
      </p:sp>
    </p:spTree>
    <p:extLst>
      <p:ext uri="{BB962C8B-B14F-4D97-AF65-F5344CB8AC3E}">
        <p14:creationId xmlns:p14="http://schemas.microsoft.com/office/powerpoint/2010/main" val="46268551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3" name="text-28-64">
            <a:extLst>
              <a:ext uri="{FF2B5EF4-FFF2-40B4-BE49-F238E27FC236}">
                <a16:creationId xmlns:a16="http://schemas.microsoft.com/office/drawing/2014/main" id="{8DE31225-E908-435E-A4A0-148C8F150C9C}"/>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4A51E96D-185E-4B48-85A2-9051A6ED8A3E}"/>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46A4D966-A615-4CBE-8FE5-2FA0ADF0F746}"/>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11  </a:t>
            </a:r>
          </a:p>
        </p:txBody>
      </p:sp>
      <p:sp>
        <p:nvSpPr>
          <p:cNvPr id="4" name="직사각형 3">
            <a:extLst>
              <a:ext uri="{FF2B5EF4-FFF2-40B4-BE49-F238E27FC236}">
                <a16:creationId xmlns:a16="http://schemas.microsoft.com/office/drawing/2014/main" id="{A5DD3061-0590-40C6-8439-070068986B76}"/>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28B90839-1DE6-45CF-A5CA-3CAF8C81BDAB}"/>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60C6FF91-3F6F-480C-80DD-9EB109B3C3B7}"/>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AB93BD7A-668C-432B-AB8E-DF64BA8B8317}"/>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021</a:t>
            </a:r>
            <a:endParaRPr sz="1050" b="1" i="0">
              <a:solidFill>
                <a:srgbClr val="171717"/>
              </a:solidFill>
              <a:latin typeface="Consolas"/>
              <a:ea typeface="Consolas"/>
              <a:cs typeface="Consolas"/>
            </a:endParaRPr>
          </a:p>
        </p:txBody>
      </p:sp>
      <p:sp>
        <p:nvSpPr>
          <p:cNvPr id="8" name="text-178-64">
            <a:extLst>
              <a:ext uri="{FF2B5EF4-FFF2-40B4-BE49-F238E27FC236}">
                <a16:creationId xmlns:a16="http://schemas.microsoft.com/office/drawing/2014/main" id="{4AB34C8D-C4A2-4B74-8929-BAE28734111E}"/>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경계를 가로지르는 최대 연속합의 올바른 계산은?</a:t>
            </a:r>
          </a:p>
        </p:txBody>
      </p:sp>
      <p:sp>
        <p:nvSpPr>
          <p:cNvPr id="9" name="text-316-72">
            <a:extLst>
              <a:ext uri="{FF2B5EF4-FFF2-40B4-BE49-F238E27FC236}">
                <a16:creationId xmlns:a16="http://schemas.microsoft.com/office/drawing/2014/main" id="{F25C733D-834B-42D6-B594-71FDA87234AB}"/>
              </a:ext>
            </a:extLst>
          </p:cNvPr>
          <p:cNvSpPr>
            <a:spLocks noGrp="1"/>
          </p:cNvSpPr>
          <p:nvPr/>
        </p:nvSpPr>
        <p:spPr>
          <a:xfrm>
            <a:off x="685800" y="30099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a:ext uri="{FF2B5EF4-FFF2-40B4-BE49-F238E27FC236}">
                <a16:creationId xmlns:a16="http://schemas.microsoft.com/office/drawing/2014/main" id="{14009FD7-BCD4-4F39-BA6C-A71FECBD252F}"/>
              </a:ext>
            </a:extLst>
          </p:cNvPr>
          <p:cNvSpPr>
            <a:spLocks noGrp="1"/>
          </p:cNvSpPr>
          <p:nvPr/>
        </p:nvSpPr>
        <p:spPr>
          <a:xfrm>
            <a:off x="1181100" y="30099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왼쪽 정답과 오른쪽 정답 중 작은 값</a:t>
            </a:r>
          </a:p>
        </p:txBody>
      </p:sp>
      <p:sp>
        <p:nvSpPr>
          <p:cNvPr id="11" name="직사각형 10">
            <a:extLst>
              <a:ext uri="{FF2B5EF4-FFF2-40B4-BE49-F238E27FC236}">
                <a16:creationId xmlns:a16="http://schemas.microsoft.com/office/drawing/2014/main" id="{543F170E-B468-47DA-BF8E-9829EA7664A1}"/>
              </a:ext>
            </a:extLst>
          </p:cNvPr>
          <p:cNvSpPr>
            <a:spLocks noGrp="1"/>
          </p:cNvSpPr>
          <p:nvPr/>
        </p:nvSpPr>
        <p:spPr>
          <a:xfrm>
            <a:off x="1181100" y="3552825"/>
            <a:ext cx="10401300" cy="9525"/>
          </a:xfrm>
          <a:prstGeom prst="rect">
            <a:avLst/>
          </a:prstGeom>
          <a:solidFill>
            <a:srgbClr val="E7E7E7"/>
          </a:solidFill>
          <a:ln w="0">
            <a:noFill/>
          </a:ln>
        </p:spPr>
      </p:sp>
      <p:sp>
        <p:nvSpPr>
          <p:cNvPr id="12" name="text-382-72">
            <a:extLst>
              <a:ext uri="{FF2B5EF4-FFF2-40B4-BE49-F238E27FC236}">
                <a16:creationId xmlns:a16="http://schemas.microsoft.com/office/drawing/2014/main" id="{E670AE16-0D8E-4F15-A1B6-EEDB55752903}"/>
              </a:ext>
            </a:extLst>
          </p:cNvPr>
          <p:cNvSpPr>
            <a:spLocks noGrp="1"/>
          </p:cNvSpPr>
          <p:nvPr/>
        </p:nvSpPr>
        <p:spPr>
          <a:xfrm>
            <a:off x="685800" y="36385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a:ext uri="{FF2B5EF4-FFF2-40B4-BE49-F238E27FC236}">
                <a16:creationId xmlns:a16="http://schemas.microsoft.com/office/drawing/2014/main" id="{31C0A5F8-3948-4EA6-8D83-8E95117BC938}"/>
              </a:ext>
            </a:extLst>
          </p:cNvPr>
          <p:cNvSpPr>
            <a:spLocks noGrp="1"/>
          </p:cNvSpPr>
          <p:nvPr/>
        </p:nvSpPr>
        <p:spPr>
          <a:xfrm>
            <a:off x="1181100" y="36385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왼쪽 최대 접두 합+오른쪽 최대 접미 합</a:t>
            </a:r>
          </a:p>
        </p:txBody>
      </p:sp>
      <p:sp>
        <p:nvSpPr>
          <p:cNvPr id="14" name="직사각형 13">
            <a:extLst>
              <a:ext uri="{FF2B5EF4-FFF2-40B4-BE49-F238E27FC236}">
                <a16:creationId xmlns:a16="http://schemas.microsoft.com/office/drawing/2014/main" id="{1EBF9DB9-1EA5-479E-A03E-BE453B4093FC}"/>
              </a:ext>
            </a:extLst>
          </p:cNvPr>
          <p:cNvSpPr>
            <a:spLocks noGrp="1"/>
          </p:cNvSpPr>
          <p:nvPr/>
        </p:nvSpPr>
        <p:spPr>
          <a:xfrm>
            <a:off x="1181100" y="4181475"/>
            <a:ext cx="10401300" cy="9525"/>
          </a:xfrm>
          <a:prstGeom prst="rect">
            <a:avLst/>
          </a:prstGeom>
          <a:solidFill>
            <a:srgbClr val="E7E7E7"/>
          </a:solidFill>
          <a:ln w="0">
            <a:noFill/>
          </a:ln>
        </p:spPr>
      </p:sp>
      <p:sp>
        <p:nvSpPr>
          <p:cNvPr id="15" name="text-448-72">
            <a:extLst>
              <a:ext uri="{FF2B5EF4-FFF2-40B4-BE49-F238E27FC236}">
                <a16:creationId xmlns:a16="http://schemas.microsoft.com/office/drawing/2014/main" id="{26C33965-C5F9-493A-ACDB-6F2131517934}"/>
              </a:ext>
            </a:extLst>
          </p:cNvPr>
          <p:cNvSpPr>
            <a:spLocks noGrp="1"/>
          </p:cNvSpPr>
          <p:nvPr/>
        </p:nvSpPr>
        <p:spPr>
          <a:xfrm>
            <a:off x="685800" y="42672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a:ext uri="{FF2B5EF4-FFF2-40B4-BE49-F238E27FC236}">
                <a16:creationId xmlns:a16="http://schemas.microsoft.com/office/drawing/2014/main" id="{8EE49128-BF4A-4FE5-833F-D443B35B70AD}"/>
              </a:ext>
            </a:extLst>
          </p:cNvPr>
          <p:cNvSpPr>
            <a:spLocks noGrp="1"/>
          </p:cNvSpPr>
          <p:nvPr/>
        </p:nvSpPr>
        <p:spPr>
          <a:xfrm>
            <a:off x="1181100" y="42672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왼쪽 전체 최댓값+오른쪽 전체 최댓값</a:t>
            </a:r>
          </a:p>
        </p:txBody>
      </p:sp>
      <p:sp>
        <p:nvSpPr>
          <p:cNvPr id="17" name="직사각형 16">
            <a:extLst>
              <a:ext uri="{FF2B5EF4-FFF2-40B4-BE49-F238E27FC236}">
                <a16:creationId xmlns:a16="http://schemas.microsoft.com/office/drawing/2014/main" id="{6F23497E-713C-40E6-963C-6568836826EF}"/>
              </a:ext>
            </a:extLst>
          </p:cNvPr>
          <p:cNvSpPr>
            <a:spLocks noGrp="1"/>
          </p:cNvSpPr>
          <p:nvPr/>
        </p:nvSpPr>
        <p:spPr>
          <a:xfrm>
            <a:off x="1181100" y="4810125"/>
            <a:ext cx="10401300" cy="9525"/>
          </a:xfrm>
          <a:prstGeom prst="rect">
            <a:avLst/>
          </a:prstGeom>
          <a:solidFill>
            <a:srgbClr val="E7E7E7"/>
          </a:solidFill>
          <a:ln w="0">
            <a:noFill/>
          </a:ln>
        </p:spPr>
      </p:sp>
      <p:sp>
        <p:nvSpPr>
          <p:cNvPr id="18" name="text-514-72">
            <a:extLst>
              <a:ext uri="{FF2B5EF4-FFF2-40B4-BE49-F238E27FC236}">
                <a16:creationId xmlns:a16="http://schemas.microsoft.com/office/drawing/2014/main" id="{944BB881-8FD0-4C60-A1B9-4C722A408F28}"/>
              </a:ext>
            </a:extLst>
          </p:cNvPr>
          <p:cNvSpPr>
            <a:spLocks noGrp="1"/>
          </p:cNvSpPr>
          <p:nvPr/>
        </p:nvSpPr>
        <p:spPr>
          <a:xfrm>
            <a:off x="685800" y="48958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a:ext uri="{FF2B5EF4-FFF2-40B4-BE49-F238E27FC236}">
                <a16:creationId xmlns:a16="http://schemas.microsoft.com/office/drawing/2014/main" id="{4207A34E-9E2F-4F98-BF8C-E652B5A5ED77}"/>
              </a:ext>
            </a:extLst>
          </p:cNvPr>
          <p:cNvSpPr>
            <a:spLocks noGrp="1"/>
          </p:cNvSpPr>
          <p:nvPr/>
        </p:nvSpPr>
        <p:spPr>
          <a:xfrm>
            <a:off x="1181100" y="48958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왼쪽 최대 접미 합+오른쪽 최대 접두 합</a:t>
            </a:r>
          </a:p>
        </p:txBody>
      </p:sp>
      <p:sp>
        <p:nvSpPr>
          <p:cNvPr id="20" name="직사각형 19">
            <a:extLst>
              <a:ext uri="{FF2B5EF4-FFF2-40B4-BE49-F238E27FC236}">
                <a16:creationId xmlns:a16="http://schemas.microsoft.com/office/drawing/2014/main" id="{FE05EB3B-149C-4544-95C1-0C2C1336EC56}"/>
              </a:ext>
            </a:extLst>
          </p:cNvPr>
          <p:cNvSpPr>
            <a:spLocks noGrp="1"/>
          </p:cNvSpPr>
          <p:nvPr/>
        </p:nvSpPr>
        <p:spPr>
          <a:xfrm>
            <a:off x="1181100" y="5438775"/>
            <a:ext cx="10401300" cy="9525"/>
          </a:xfrm>
          <a:prstGeom prst="rect">
            <a:avLst/>
          </a:prstGeom>
          <a:solidFill>
            <a:srgbClr val="E7E7E7"/>
          </a:solidFill>
          <a:ln w="0">
            <a:noFill/>
          </a:ln>
        </p:spPr>
      </p:sp>
      <p:sp>
        <p:nvSpPr>
          <p:cNvPr id="21" name="text-580-72">
            <a:extLst>
              <a:ext uri="{FF2B5EF4-FFF2-40B4-BE49-F238E27FC236}">
                <a16:creationId xmlns:a16="http://schemas.microsoft.com/office/drawing/2014/main" id="{24411DFC-18F9-48B2-A575-60414071DF23}"/>
              </a:ext>
            </a:extLst>
          </p:cNvPr>
          <p:cNvSpPr>
            <a:spLocks noGrp="1"/>
          </p:cNvSpPr>
          <p:nvPr/>
        </p:nvSpPr>
        <p:spPr>
          <a:xfrm>
            <a:off x="685800" y="55245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a:ext uri="{FF2B5EF4-FFF2-40B4-BE49-F238E27FC236}">
                <a16:creationId xmlns:a16="http://schemas.microsoft.com/office/drawing/2014/main" id="{0C331BCB-0AC3-4702-8D7C-FBB4A81DA14F}"/>
              </a:ext>
            </a:extLst>
          </p:cNvPr>
          <p:cNvSpPr>
            <a:spLocks noGrp="1"/>
          </p:cNvSpPr>
          <p:nvPr/>
        </p:nvSpPr>
        <p:spPr>
          <a:xfrm>
            <a:off x="1181100" y="55245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양쪽 전체 합의 최솟값</a:t>
            </a:r>
          </a:p>
        </p:txBody>
      </p:sp>
    </p:spTree>
    <p:extLst>
      <p:ext uri="{BB962C8B-B14F-4D97-AF65-F5344CB8AC3E}">
        <p14:creationId xmlns:p14="http://schemas.microsoft.com/office/powerpoint/2010/main" val="46268551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5473628B-557D-46C4-AFB4-D829E825ED77}"/>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CD81C8C9-B1DC-40AC-A0DC-B856F6B593B9}"/>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38B93FA2-13A7-4EF6-9271-1B9C07CBB5D8}"/>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11  정답과 해설</a:t>
            </a:r>
          </a:p>
        </p:txBody>
      </p:sp>
      <p:sp>
        <p:nvSpPr>
          <p:cNvPr id="4" name="직사각형 3">
            <a:extLst>
              <a:ext uri="{FF2B5EF4-FFF2-40B4-BE49-F238E27FC236}">
                <a16:creationId xmlns:a16="http://schemas.microsoft.com/office/drawing/2014/main" id="{E33C958C-6DBF-4243-BF06-C360B887BC28}"/>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A27503A6-5E10-43DF-B859-B417BB8272D5}"/>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5B8A0B5F-EA52-4DFC-8393-57A8E418F4F5}"/>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7F807145-BA67-4A70-942F-51FDEBA95EDE}"/>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022</a:t>
            </a:r>
            <a:endParaRPr sz="1050" b="1" i="0">
              <a:solidFill>
                <a:srgbClr val="171717"/>
              </a:solidFill>
              <a:latin typeface="Consolas"/>
              <a:ea typeface="Consolas"/>
              <a:cs typeface="Consolas"/>
            </a:endParaRPr>
          </a:p>
        </p:txBody>
      </p:sp>
      <p:sp>
        <p:nvSpPr>
          <p:cNvPr id="8" name="text-178-64">
            <a:extLst>
              <a:ext uri="{FF2B5EF4-FFF2-40B4-BE49-F238E27FC236}">
                <a16:creationId xmlns:a16="http://schemas.microsoft.com/office/drawing/2014/main" id="{4FAF3FDA-1B7D-4AFA-B116-C6266EC78121}"/>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경계를 가로지르는 최대 연속합의 올바른 계산은?</a:t>
            </a:r>
          </a:p>
        </p:txBody>
      </p:sp>
      <p:sp>
        <p:nvSpPr>
          <p:cNvPr id="9" name="직사각형 8">
            <a:extLst>
              <a:ext uri="{FF2B5EF4-FFF2-40B4-BE49-F238E27FC236}">
                <a16:creationId xmlns:a16="http://schemas.microsoft.com/office/drawing/2014/main" id="{211A9E2B-52B8-4E0E-A4E5-A12DF7A18E63}"/>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24949BD3-269F-4D63-8766-6CFD10EA4F2A}"/>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4번 왼쪽 최대 접미 합+오른쪽 최대 접두 합</a:t>
            </a:r>
          </a:p>
        </p:txBody>
      </p:sp>
      <p:sp>
        <p:nvSpPr>
          <p:cNvPr id="11" name="text-324.4-64">
            <a:extLst>
              <a:ext uri="{FF2B5EF4-FFF2-40B4-BE49-F238E27FC236}">
                <a16:creationId xmlns:a16="http://schemas.microsoft.com/office/drawing/2014/main" id="{224E7B27-93B1-4147-B09E-87E2F17F75E5}"/>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9DEA8448-A8D7-42DD-A876-0B018DF7D535}"/>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C5303C7A-5E88-481E-A94E-BF8B0D8EC439}"/>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경계를 반드시 포함해야 하므로 왼쪽 끝부분과 오른쪽 앞부분이 이어져야 한다.</a:t>
            </a:r>
          </a:p>
        </p:txBody>
      </p:sp>
    </p:spTree>
    <p:extLst>
      <p:ext uri="{BB962C8B-B14F-4D97-AF65-F5344CB8AC3E}">
        <p14:creationId xmlns:p14="http://schemas.microsoft.com/office/powerpoint/2010/main" val="46268551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3" name="text-28-64">
            <a:extLst>
              <a:ext uri="{FF2B5EF4-FFF2-40B4-BE49-F238E27FC236}">
                <a16:creationId xmlns:a16="http://schemas.microsoft.com/office/drawing/2014/main" id="{36E56228-7616-4EB0-8A37-2EECE6E60190}"/>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01F67C32-2ED3-4B58-8BEA-5C7A8BD71DE4}"/>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FEACDCEE-585D-46FD-8C7E-03FF7B5B8D5D}"/>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12  </a:t>
            </a:r>
          </a:p>
        </p:txBody>
      </p:sp>
      <p:sp>
        <p:nvSpPr>
          <p:cNvPr id="4" name="직사각형 3">
            <a:extLst>
              <a:ext uri="{FF2B5EF4-FFF2-40B4-BE49-F238E27FC236}">
                <a16:creationId xmlns:a16="http://schemas.microsoft.com/office/drawing/2014/main" id="{48AEEA03-22CE-4ED8-9658-B93A1849C974}"/>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DC92A176-382E-4EB2-B498-115DAD638845}"/>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88D7247B-B36E-4527-8CB8-978C6D93CAAF}"/>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58B63A33-1DD3-4B44-B8F0-12CFB68FC6E9}"/>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023</a:t>
            </a:r>
            <a:endParaRPr sz="1050" b="1" i="0">
              <a:solidFill>
                <a:srgbClr val="171717"/>
              </a:solidFill>
              <a:latin typeface="Consolas"/>
              <a:ea typeface="Consolas"/>
              <a:cs typeface="Consolas"/>
            </a:endParaRPr>
          </a:p>
        </p:txBody>
      </p:sp>
      <p:sp>
        <p:nvSpPr>
          <p:cNvPr id="8" name="text-178-64">
            <a:extLst>
              <a:ext uri="{FF2B5EF4-FFF2-40B4-BE49-F238E27FC236}">
                <a16:creationId xmlns:a16="http://schemas.microsoft.com/office/drawing/2014/main" id="{A790B673-523E-4DF1-A4E7-B9366D3A456A}"/>
              </a:ext>
            </a:extLst>
          </p:cNvPr>
          <p:cNvSpPr>
            <a:spLocks noGrp="1"/>
          </p:cNvSpPr>
          <p:nvPr/>
        </p:nvSpPr>
        <p:spPr>
          <a:xfrm>
            <a:off x="609600" y="1695450"/>
            <a:ext cx="10972800" cy="74676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최대 교차합 계산에서 왼쪽과 오른쪽 스캔은 각각 어디서 시작하는가? 닫힌 구간을</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mid에서 나눈다.</a:t>
            </a:r>
          </a:p>
        </p:txBody>
      </p:sp>
      <p:sp>
        <p:nvSpPr>
          <p:cNvPr id="9" name="text-316-72">
            <a:extLst>
              <a:ext uri="{FF2B5EF4-FFF2-40B4-BE49-F238E27FC236}">
                <a16:creationId xmlns:a16="http://schemas.microsoft.com/office/drawing/2014/main" id="{5879FB8C-A902-42D5-B9B4-F420BED1D2D5}"/>
              </a:ext>
            </a:extLst>
          </p:cNvPr>
          <p:cNvSpPr>
            <a:spLocks noGrp="1"/>
          </p:cNvSpPr>
          <p:nvPr/>
        </p:nvSpPr>
        <p:spPr>
          <a:xfrm>
            <a:off x="685800" y="30099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a:ext uri="{FF2B5EF4-FFF2-40B4-BE49-F238E27FC236}">
                <a16:creationId xmlns:a16="http://schemas.microsoft.com/office/drawing/2014/main" id="{55A23CA6-2ABD-48C4-B22D-3645FCCFD1D3}"/>
              </a:ext>
            </a:extLst>
          </p:cNvPr>
          <p:cNvSpPr>
            <a:spLocks noGrp="1"/>
          </p:cNvSpPr>
          <p:nvPr/>
        </p:nvSpPr>
        <p:spPr>
          <a:xfrm>
            <a:off x="1181100" y="30099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lo와 hi</a:t>
            </a:r>
          </a:p>
        </p:txBody>
      </p:sp>
      <p:sp>
        <p:nvSpPr>
          <p:cNvPr id="11" name="직사각형 10">
            <a:extLst>
              <a:ext uri="{FF2B5EF4-FFF2-40B4-BE49-F238E27FC236}">
                <a16:creationId xmlns:a16="http://schemas.microsoft.com/office/drawing/2014/main" id="{81515A5B-E133-4267-AE30-7B1103B76A01}"/>
              </a:ext>
            </a:extLst>
          </p:cNvPr>
          <p:cNvSpPr>
            <a:spLocks noGrp="1"/>
          </p:cNvSpPr>
          <p:nvPr/>
        </p:nvSpPr>
        <p:spPr>
          <a:xfrm>
            <a:off x="1181100" y="3552825"/>
            <a:ext cx="10401300" cy="9525"/>
          </a:xfrm>
          <a:prstGeom prst="rect">
            <a:avLst/>
          </a:prstGeom>
          <a:solidFill>
            <a:srgbClr val="E7E7E7"/>
          </a:solidFill>
          <a:ln w="0">
            <a:noFill/>
          </a:ln>
        </p:spPr>
      </p:sp>
      <p:sp>
        <p:nvSpPr>
          <p:cNvPr id="12" name="text-382-72">
            <a:extLst>
              <a:ext uri="{FF2B5EF4-FFF2-40B4-BE49-F238E27FC236}">
                <a16:creationId xmlns:a16="http://schemas.microsoft.com/office/drawing/2014/main" id="{02A81EFB-8046-4CCB-9FC8-3D4E4DCCFB40}"/>
              </a:ext>
            </a:extLst>
          </p:cNvPr>
          <p:cNvSpPr>
            <a:spLocks noGrp="1"/>
          </p:cNvSpPr>
          <p:nvPr/>
        </p:nvSpPr>
        <p:spPr>
          <a:xfrm>
            <a:off x="685800" y="36385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a:ext uri="{FF2B5EF4-FFF2-40B4-BE49-F238E27FC236}">
                <a16:creationId xmlns:a16="http://schemas.microsoft.com/office/drawing/2014/main" id="{AB58783B-1E58-4853-A7CB-31110776B397}"/>
              </a:ext>
            </a:extLst>
          </p:cNvPr>
          <p:cNvSpPr>
            <a:spLocks noGrp="1"/>
          </p:cNvSpPr>
          <p:nvPr/>
        </p:nvSpPr>
        <p:spPr>
          <a:xfrm>
            <a:off x="1181100" y="36385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hi와 mid+1</a:t>
            </a:r>
          </a:p>
        </p:txBody>
      </p:sp>
      <p:sp>
        <p:nvSpPr>
          <p:cNvPr id="14" name="직사각형 13">
            <a:extLst>
              <a:ext uri="{FF2B5EF4-FFF2-40B4-BE49-F238E27FC236}">
                <a16:creationId xmlns:a16="http://schemas.microsoft.com/office/drawing/2014/main" id="{3A7A1FD7-E314-4F9E-BC0C-78A19A21F1E2}"/>
              </a:ext>
            </a:extLst>
          </p:cNvPr>
          <p:cNvSpPr>
            <a:spLocks noGrp="1"/>
          </p:cNvSpPr>
          <p:nvPr/>
        </p:nvSpPr>
        <p:spPr>
          <a:xfrm>
            <a:off x="1181100" y="4181475"/>
            <a:ext cx="10401300" cy="9525"/>
          </a:xfrm>
          <a:prstGeom prst="rect">
            <a:avLst/>
          </a:prstGeom>
          <a:solidFill>
            <a:srgbClr val="E7E7E7"/>
          </a:solidFill>
          <a:ln w="0">
            <a:noFill/>
          </a:ln>
        </p:spPr>
      </p:sp>
      <p:sp>
        <p:nvSpPr>
          <p:cNvPr id="15" name="text-448-72">
            <a:extLst>
              <a:ext uri="{FF2B5EF4-FFF2-40B4-BE49-F238E27FC236}">
                <a16:creationId xmlns:a16="http://schemas.microsoft.com/office/drawing/2014/main" id="{2E25B2D3-86FB-41D0-83F7-F293AC83831B}"/>
              </a:ext>
            </a:extLst>
          </p:cNvPr>
          <p:cNvSpPr>
            <a:spLocks noGrp="1"/>
          </p:cNvSpPr>
          <p:nvPr/>
        </p:nvSpPr>
        <p:spPr>
          <a:xfrm>
            <a:off x="685800" y="42672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a:ext uri="{FF2B5EF4-FFF2-40B4-BE49-F238E27FC236}">
                <a16:creationId xmlns:a16="http://schemas.microsoft.com/office/drawing/2014/main" id="{82EFCF89-04AD-4052-962A-44AA89528284}"/>
              </a:ext>
            </a:extLst>
          </p:cNvPr>
          <p:cNvSpPr>
            <a:spLocks noGrp="1"/>
          </p:cNvSpPr>
          <p:nvPr/>
        </p:nvSpPr>
        <p:spPr>
          <a:xfrm>
            <a:off x="1181100" y="42672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mid−1과 mid</a:t>
            </a:r>
          </a:p>
        </p:txBody>
      </p:sp>
      <p:sp>
        <p:nvSpPr>
          <p:cNvPr id="17" name="직사각형 16">
            <a:extLst>
              <a:ext uri="{FF2B5EF4-FFF2-40B4-BE49-F238E27FC236}">
                <a16:creationId xmlns:a16="http://schemas.microsoft.com/office/drawing/2014/main" id="{D16BE6FF-7DE7-44CC-A07E-6657923C4E0C}"/>
              </a:ext>
            </a:extLst>
          </p:cNvPr>
          <p:cNvSpPr>
            <a:spLocks noGrp="1"/>
          </p:cNvSpPr>
          <p:nvPr/>
        </p:nvSpPr>
        <p:spPr>
          <a:xfrm>
            <a:off x="1181100" y="4810125"/>
            <a:ext cx="10401300" cy="9525"/>
          </a:xfrm>
          <a:prstGeom prst="rect">
            <a:avLst/>
          </a:prstGeom>
          <a:solidFill>
            <a:srgbClr val="E7E7E7"/>
          </a:solidFill>
          <a:ln w="0">
            <a:noFill/>
          </a:ln>
        </p:spPr>
      </p:sp>
      <p:sp>
        <p:nvSpPr>
          <p:cNvPr id="18" name="text-514-72">
            <a:extLst>
              <a:ext uri="{FF2B5EF4-FFF2-40B4-BE49-F238E27FC236}">
                <a16:creationId xmlns:a16="http://schemas.microsoft.com/office/drawing/2014/main" id="{202C1500-A09A-4D81-9B90-E857A7F47CE6}"/>
              </a:ext>
            </a:extLst>
          </p:cNvPr>
          <p:cNvSpPr>
            <a:spLocks noGrp="1"/>
          </p:cNvSpPr>
          <p:nvPr/>
        </p:nvSpPr>
        <p:spPr>
          <a:xfrm>
            <a:off x="685800" y="48958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a:ext uri="{FF2B5EF4-FFF2-40B4-BE49-F238E27FC236}">
                <a16:creationId xmlns:a16="http://schemas.microsoft.com/office/drawing/2014/main" id="{67228064-F975-4821-AB34-BFD1074E1951}"/>
              </a:ext>
            </a:extLst>
          </p:cNvPr>
          <p:cNvSpPr>
            <a:spLocks noGrp="1"/>
          </p:cNvSpPr>
          <p:nvPr/>
        </p:nvSpPr>
        <p:spPr>
          <a:xfrm>
            <a:off x="1181100" y="48958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mid와 mid+1</a:t>
            </a:r>
          </a:p>
        </p:txBody>
      </p:sp>
      <p:sp>
        <p:nvSpPr>
          <p:cNvPr id="20" name="직사각형 19">
            <a:extLst>
              <a:ext uri="{FF2B5EF4-FFF2-40B4-BE49-F238E27FC236}">
                <a16:creationId xmlns:a16="http://schemas.microsoft.com/office/drawing/2014/main" id="{87203119-BC5C-4BDB-BB6D-C31FDFA88D6F}"/>
              </a:ext>
            </a:extLst>
          </p:cNvPr>
          <p:cNvSpPr>
            <a:spLocks noGrp="1"/>
          </p:cNvSpPr>
          <p:nvPr/>
        </p:nvSpPr>
        <p:spPr>
          <a:xfrm>
            <a:off x="1181100" y="5438775"/>
            <a:ext cx="10401300" cy="9525"/>
          </a:xfrm>
          <a:prstGeom prst="rect">
            <a:avLst/>
          </a:prstGeom>
          <a:solidFill>
            <a:srgbClr val="E7E7E7"/>
          </a:solidFill>
          <a:ln w="0">
            <a:noFill/>
          </a:ln>
        </p:spPr>
      </p:sp>
      <p:sp>
        <p:nvSpPr>
          <p:cNvPr id="21" name="text-580-72">
            <a:extLst>
              <a:ext uri="{FF2B5EF4-FFF2-40B4-BE49-F238E27FC236}">
                <a16:creationId xmlns:a16="http://schemas.microsoft.com/office/drawing/2014/main" id="{9E71F014-348C-4F92-B1DC-133B5E795ECF}"/>
              </a:ext>
            </a:extLst>
          </p:cNvPr>
          <p:cNvSpPr>
            <a:spLocks noGrp="1"/>
          </p:cNvSpPr>
          <p:nvPr/>
        </p:nvSpPr>
        <p:spPr>
          <a:xfrm>
            <a:off x="685800" y="55245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a:ext uri="{FF2B5EF4-FFF2-40B4-BE49-F238E27FC236}">
                <a16:creationId xmlns:a16="http://schemas.microsoft.com/office/drawing/2014/main" id="{59800902-FA7F-4F02-B894-50D2100CAB07}"/>
              </a:ext>
            </a:extLst>
          </p:cNvPr>
          <p:cNvSpPr>
            <a:spLocks noGrp="1"/>
          </p:cNvSpPr>
          <p:nvPr/>
        </p:nvSpPr>
        <p:spPr>
          <a:xfrm>
            <a:off x="1181100" y="55245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lo와 mid</a:t>
            </a:r>
          </a:p>
        </p:txBody>
      </p:sp>
    </p:spTree>
    <p:extLst>
      <p:ext uri="{BB962C8B-B14F-4D97-AF65-F5344CB8AC3E}">
        <p14:creationId xmlns:p14="http://schemas.microsoft.com/office/powerpoint/2010/main" val="46268551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203E5780-DCCA-4DC1-993A-1690B2DA8FF5}"/>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F597CC0E-C6D0-4A8D-8878-243C4DA7032B}"/>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FC70C7D9-6201-428F-BD87-CE5812AF8940}"/>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12  정답과 해설</a:t>
            </a:r>
          </a:p>
        </p:txBody>
      </p:sp>
      <p:sp>
        <p:nvSpPr>
          <p:cNvPr id="4" name="직사각형 3">
            <a:extLst>
              <a:ext uri="{FF2B5EF4-FFF2-40B4-BE49-F238E27FC236}">
                <a16:creationId xmlns:a16="http://schemas.microsoft.com/office/drawing/2014/main" id="{6799E321-F1CC-4FFA-94ED-EFB62A61E874}"/>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8B6F1957-1135-4D44-BB43-1D888F0F2415}"/>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09E18525-F032-4FC9-A905-A469EBA9FEE8}"/>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DCA57BD2-2D9D-4261-9776-B37B137C5B19}"/>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024</a:t>
            </a:r>
            <a:endParaRPr sz="1050" b="1" i="0">
              <a:solidFill>
                <a:srgbClr val="171717"/>
              </a:solidFill>
              <a:latin typeface="Consolas"/>
              <a:ea typeface="Consolas"/>
              <a:cs typeface="Consolas"/>
            </a:endParaRPr>
          </a:p>
        </p:txBody>
      </p:sp>
      <p:sp>
        <p:nvSpPr>
          <p:cNvPr id="8" name="text-178-64">
            <a:extLst>
              <a:ext uri="{FF2B5EF4-FFF2-40B4-BE49-F238E27FC236}">
                <a16:creationId xmlns:a16="http://schemas.microsoft.com/office/drawing/2014/main" id="{5930C8BF-B333-4A1D-892F-A81DC2C54CFB}"/>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최대 교차합 계산에서 왼쪽과 오른쪽 스캔은 각각 어디서 시작하는가? 닫힌 구간을 mid에서 나눈다.</a:t>
            </a:r>
          </a:p>
        </p:txBody>
      </p:sp>
      <p:sp>
        <p:nvSpPr>
          <p:cNvPr id="9" name="직사각형 8">
            <a:extLst>
              <a:ext uri="{FF2B5EF4-FFF2-40B4-BE49-F238E27FC236}">
                <a16:creationId xmlns:a16="http://schemas.microsoft.com/office/drawing/2014/main" id="{EBAF1150-8ADF-4F39-9066-1DCAF3F5E1C4}"/>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33A9BC15-4B57-40DE-9AF7-BBBA1632437A}"/>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4번 mid와 mid+1</a:t>
            </a:r>
          </a:p>
        </p:txBody>
      </p:sp>
      <p:sp>
        <p:nvSpPr>
          <p:cNvPr id="11" name="text-324.4-64">
            <a:extLst>
              <a:ext uri="{FF2B5EF4-FFF2-40B4-BE49-F238E27FC236}">
                <a16:creationId xmlns:a16="http://schemas.microsoft.com/office/drawing/2014/main" id="{A0711C31-6BA6-43B7-9800-2BD4DD4BE523}"/>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29F25455-802D-4CF6-B262-E490F5918A8D}"/>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95991303-8D18-41BD-B92D-A7F771BF6822}"/>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왼쪽 부분은 mid를 포함하고 오른쪽 부분은 mid+1에서 시작한다.</a:t>
            </a:r>
          </a:p>
        </p:txBody>
      </p:sp>
    </p:spTree>
    <p:extLst>
      <p:ext uri="{BB962C8B-B14F-4D97-AF65-F5344CB8AC3E}">
        <p14:creationId xmlns:p14="http://schemas.microsoft.com/office/powerpoint/2010/main" val="46268551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3" name="text-28-64">
            <a:extLst>
              <a:ext uri="{FF2B5EF4-FFF2-40B4-BE49-F238E27FC236}">
                <a16:creationId xmlns:a16="http://schemas.microsoft.com/office/drawing/2014/main" id="{35F671F6-C98F-4F03-ABF7-99346389755C}"/>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61EDF403-E5D1-4B68-B488-E04EAAB9AB3E}"/>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F240B695-C1F5-4FBF-B442-B56DA8E2E7F7}"/>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13  </a:t>
            </a:r>
          </a:p>
        </p:txBody>
      </p:sp>
      <p:sp>
        <p:nvSpPr>
          <p:cNvPr id="4" name="직사각형 3">
            <a:extLst>
              <a:ext uri="{FF2B5EF4-FFF2-40B4-BE49-F238E27FC236}">
                <a16:creationId xmlns:a16="http://schemas.microsoft.com/office/drawing/2014/main" id="{AAED6420-CFEF-400E-8697-E20F4EA21AE8}"/>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AEDAAFB5-B44B-4E1D-BD99-AE0798738334}"/>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0A7BC804-E37B-4DEF-B4C2-A536C1AFEC87}"/>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56C7AFDA-05F2-4685-A147-D9842A234192}"/>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025</a:t>
            </a:r>
            <a:endParaRPr sz="1050" b="1" i="0">
              <a:solidFill>
                <a:srgbClr val="171717"/>
              </a:solidFill>
              <a:latin typeface="Consolas"/>
              <a:ea typeface="Consolas"/>
              <a:cs typeface="Consolas"/>
            </a:endParaRPr>
          </a:p>
        </p:txBody>
      </p:sp>
      <p:sp>
        <p:nvSpPr>
          <p:cNvPr id="8" name="text-178-64">
            <a:extLst>
              <a:ext uri="{FF2B5EF4-FFF2-40B4-BE49-F238E27FC236}">
                <a16:creationId xmlns:a16="http://schemas.microsoft.com/office/drawing/2014/main" id="{9E465F68-DA7C-4CD6-8801-956D321FFDCE}"/>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교차합을 매번 선형 스캔하는 분할 정복 최대 연속합의 시간은?</a:t>
            </a:r>
          </a:p>
        </p:txBody>
      </p:sp>
      <p:sp>
        <p:nvSpPr>
          <p:cNvPr id="9" name="text-316-72">
            <a:extLst>
              <a:ext uri="{FF2B5EF4-FFF2-40B4-BE49-F238E27FC236}">
                <a16:creationId xmlns:a16="http://schemas.microsoft.com/office/drawing/2014/main" id="{60D0991C-E34D-4FAC-8CD2-A0444C970F76}"/>
              </a:ext>
            </a:extLst>
          </p:cNvPr>
          <p:cNvSpPr>
            <a:spLocks noGrp="1"/>
          </p:cNvSpPr>
          <p:nvPr/>
        </p:nvSpPr>
        <p:spPr>
          <a:xfrm>
            <a:off x="685800" y="30099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a:ext uri="{FF2B5EF4-FFF2-40B4-BE49-F238E27FC236}">
                <a16:creationId xmlns:a16="http://schemas.microsoft.com/office/drawing/2014/main" id="{E022B738-CC54-4623-B30F-8B8F5C6C8182}"/>
              </a:ext>
            </a:extLst>
          </p:cNvPr>
          <p:cNvSpPr>
            <a:spLocks noGrp="1"/>
          </p:cNvSpPr>
          <p:nvPr/>
        </p:nvSpPr>
        <p:spPr>
          <a:xfrm>
            <a:off x="1181100" y="30099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Θ(n² log n)</a:t>
            </a:r>
          </a:p>
        </p:txBody>
      </p:sp>
      <p:sp>
        <p:nvSpPr>
          <p:cNvPr id="11" name="직사각형 10">
            <a:extLst>
              <a:ext uri="{FF2B5EF4-FFF2-40B4-BE49-F238E27FC236}">
                <a16:creationId xmlns:a16="http://schemas.microsoft.com/office/drawing/2014/main" id="{0645453F-E664-420A-B95C-79EB53CAC36D}"/>
              </a:ext>
            </a:extLst>
          </p:cNvPr>
          <p:cNvSpPr>
            <a:spLocks noGrp="1"/>
          </p:cNvSpPr>
          <p:nvPr/>
        </p:nvSpPr>
        <p:spPr>
          <a:xfrm>
            <a:off x="1181100" y="3552825"/>
            <a:ext cx="10401300" cy="9525"/>
          </a:xfrm>
          <a:prstGeom prst="rect">
            <a:avLst/>
          </a:prstGeom>
          <a:solidFill>
            <a:srgbClr val="E7E7E7"/>
          </a:solidFill>
          <a:ln w="0">
            <a:noFill/>
          </a:ln>
        </p:spPr>
      </p:sp>
      <p:sp>
        <p:nvSpPr>
          <p:cNvPr id="12" name="text-382-72">
            <a:extLst>
              <a:ext uri="{FF2B5EF4-FFF2-40B4-BE49-F238E27FC236}">
                <a16:creationId xmlns:a16="http://schemas.microsoft.com/office/drawing/2014/main" id="{3EFD29E2-78F1-4951-8DD7-19F3BDA5B86B}"/>
              </a:ext>
            </a:extLst>
          </p:cNvPr>
          <p:cNvSpPr>
            <a:spLocks noGrp="1"/>
          </p:cNvSpPr>
          <p:nvPr/>
        </p:nvSpPr>
        <p:spPr>
          <a:xfrm>
            <a:off x="685800" y="36385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a:ext uri="{FF2B5EF4-FFF2-40B4-BE49-F238E27FC236}">
                <a16:creationId xmlns:a16="http://schemas.microsoft.com/office/drawing/2014/main" id="{26956E46-B631-47A2-BE33-44F257812308}"/>
              </a:ext>
            </a:extLst>
          </p:cNvPr>
          <p:cNvSpPr>
            <a:spLocks noGrp="1"/>
          </p:cNvSpPr>
          <p:nvPr/>
        </p:nvSpPr>
        <p:spPr>
          <a:xfrm>
            <a:off x="1181100" y="36385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Θ(n log n)</a:t>
            </a:r>
          </a:p>
        </p:txBody>
      </p:sp>
      <p:sp>
        <p:nvSpPr>
          <p:cNvPr id="14" name="직사각형 13">
            <a:extLst>
              <a:ext uri="{FF2B5EF4-FFF2-40B4-BE49-F238E27FC236}">
                <a16:creationId xmlns:a16="http://schemas.microsoft.com/office/drawing/2014/main" id="{18FA7EE5-57C3-452C-B514-CEFFE82D40E9}"/>
              </a:ext>
            </a:extLst>
          </p:cNvPr>
          <p:cNvSpPr>
            <a:spLocks noGrp="1"/>
          </p:cNvSpPr>
          <p:nvPr/>
        </p:nvSpPr>
        <p:spPr>
          <a:xfrm>
            <a:off x="1181100" y="4181475"/>
            <a:ext cx="10401300" cy="9525"/>
          </a:xfrm>
          <a:prstGeom prst="rect">
            <a:avLst/>
          </a:prstGeom>
          <a:solidFill>
            <a:srgbClr val="E7E7E7"/>
          </a:solidFill>
          <a:ln w="0">
            <a:noFill/>
          </a:ln>
        </p:spPr>
      </p:sp>
      <p:sp>
        <p:nvSpPr>
          <p:cNvPr id="15" name="text-448-72">
            <a:extLst>
              <a:ext uri="{FF2B5EF4-FFF2-40B4-BE49-F238E27FC236}">
                <a16:creationId xmlns:a16="http://schemas.microsoft.com/office/drawing/2014/main" id="{A8B895D6-4E70-4506-8FC6-53B680A8A7C2}"/>
              </a:ext>
            </a:extLst>
          </p:cNvPr>
          <p:cNvSpPr>
            <a:spLocks noGrp="1"/>
          </p:cNvSpPr>
          <p:nvPr/>
        </p:nvSpPr>
        <p:spPr>
          <a:xfrm>
            <a:off x="685800" y="42672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a:ext uri="{FF2B5EF4-FFF2-40B4-BE49-F238E27FC236}">
                <a16:creationId xmlns:a16="http://schemas.microsoft.com/office/drawing/2014/main" id="{AD81FD30-F732-4718-A2E2-63597653D1FB}"/>
              </a:ext>
            </a:extLst>
          </p:cNvPr>
          <p:cNvSpPr>
            <a:spLocks noGrp="1"/>
          </p:cNvSpPr>
          <p:nvPr/>
        </p:nvSpPr>
        <p:spPr>
          <a:xfrm>
            <a:off x="1181100" y="42672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Θ(n²)</a:t>
            </a:r>
          </a:p>
        </p:txBody>
      </p:sp>
      <p:sp>
        <p:nvSpPr>
          <p:cNvPr id="17" name="직사각형 16">
            <a:extLst>
              <a:ext uri="{FF2B5EF4-FFF2-40B4-BE49-F238E27FC236}">
                <a16:creationId xmlns:a16="http://schemas.microsoft.com/office/drawing/2014/main" id="{4F30CCC3-7342-4032-9B3F-3A0871F64FEC}"/>
              </a:ext>
            </a:extLst>
          </p:cNvPr>
          <p:cNvSpPr>
            <a:spLocks noGrp="1"/>
          </p:cNvSpPr>
          <p:nvPr/>
        </p:nvSpPr>
        <p:spPr>
          <a:xfrm>
            <a:off x="1181100" y="4810125"/>
            <a:ext cx="10401300" cy="9525"/>
          </a:xfrm>
          <a:prstGeom prst="rect">
            <a:avLst/>
          </a:prstGeom>
          <a:solidFill>
            <a:srgbClr val="E7E7E7"/>
          </a:solidFill>
          <a:ln w="0">
            <a:noFill/>
          </a:ln>
        </p:spPr>
      </p:sp>
      <p:sp>
        <p:nvSpPr>
          <p:cNvPr id="18" name="text-514-72">
            <a:extLst>
              <a:ext uri="{FF2B5EF4-FFF2-40B4-BE49-F238E27FC236}">
                <a16:creationId xmlns:a16="http://schemas.microsoft.com/office/drawing/2014/main" id="{AF352C93-35BA-43FE-80B8-2C01AE0F24B5}"/>
              </a:ext>
            </a:extLst>
          </p:cNvPr>
          <p:cNvSpPr>
            <a:spLocks noGrp="1"/>
          </p:cNvSpPr>
          <p:nvPr/>
        </p:nvSpPr>
        <p:spPr>
          <a:xfrm>
            <a:off x="685800" y="48958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a:ext uri="{FF2B5EF4-FFF2-40B4-BE49-F238E27FC236}">
                <a16:creationId xmlns:a16="http://schemas.microsoft.com/office/drawing/2014/main" id="{BDECC37D-90E0-4356-A24C-7CE459EE1D41}"/>
              </a:ext>
            </a:extLst>
          </p:cNvPr>
          <p:cNvSpPr>
            <a:spLocks noGrp="1"/>
          </p:cNvSpPr>
          <p:nvPr/>
        </p:nvSpPr>
        <p:spPr>
          <a:xfrm>
            <a:off x="1181100" y="48958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Θ(n)</a:t>
            </a:r>
          </a:p>
        </p:txBody>
      </p:sp>
      <p:sp>
        <p:nvSpPr>
          <p:cNvPr id="20" name="직사각형 19">
            <a:extLst>
              <a:ext uri="{FF2B5EF4-FFF2-40B4-BE49-F238E27FC236}">
                <a16:creationId xmlns:a16="http://schemas.microsoft.com/office/drawing/2014/main" id="{A50B6DDA-58D8-4BD8-956B-F69599AE8BD1}"/>
              </a:ext>
            </a:extLst>
          </p:cNvPr>
          <p:cNvSpPr>
            <a:spLocks noGrp="1"/>
          </p:cNvSpPr>
          <p:nvPr/>
        </p:nvSpPr>
        <p:spPr>
          <a:xfrm>
            <a:off x="1181100" y="5438775"/>
            <a:ext cx="10401300" cy="9525"/>
          </a:xfrm>
          <a:prstGeom prst="rect">
            <a:avLst/>
          </a:prstGeom>
          <a:solidFill>
            <a:srgbClr val="E7E7E7"/>
          </a:solidFill>
          <a:ln w="0">
            <a:noFill/>
          </a:ln>
        </p:spPr>
      </p:sp>
      <p:sp>
        <p:nvSpPr>
          <p:cNvPr id="21" name="text-580-72">
            <a:extLst>
              <a:ext uri="{FF2B5EF4-FFF2-40B4-BE49-F238E27FC236}">
                <a16:creationId xmlns:a16="http://schemas.microsoft.com/office/drawing/2014/main" id="{C792F97F-5021-4774-9FB6-28A26FF13BD5}"/>
              </a:ext>
            </a:extLst>
          </p:cNvPr>
          <p:cNvSpPr>
            <a:spLocks noGrp="1"/>
          </p:cNvSpPr>
          <p:nvPr/>
        </p:nvSpPr>
        <p:spPr>
          <a:xfrm>
            <a:off x="685800" y="55245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a:ext uri="{FF2B5EF4-FFF2-40B4-BE49-F238E27FC236}">
                <a16:creationId xmlns:a16="http://schemas.microsoft.com/office/drawing/2014/main" id="{0F624368-B8B5-43BC-B18F-924A5F16BF35}"/>
              </a:ext>
            </a:extLst>
          </p:cNvPr>
          <p:cNvSpPr>
            <a:spLocks noGrp="1"/>
          </p:cNvSpPr>
          <p:nvPr/>
        </p:nvSpPr>
        <p:spPr>
          <a:xfrm>
            <a:off x="1181100" y="55245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Θ(log n)</a:t>
            </a:r>
          </a:p>
        </p:txBody>
      </p:sp>
    </p:spTree>
    <p:extLst>
      <p:ext uri="{BB962C8B-B14F-4D97-AF65-F5344CB8AC3E}">
        <p14:creationId xmlns:p14="http://schemas.microsoft.com/office/powerpoint/2010/main" val="46268551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0F49795D-C2B4-4704-8A78-65939B519966}"/>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6F37E3BD-B478-4909-A4B1-710ABB3AC4C0}"/>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9C404300-C2F9-4A31-8C76-01A809CAD2E6}"/>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13  정답과 해설</a:t>
            </a:r>
          </a:p>
        </p:txBody>
      </p:sp>
      <p:sp>
        <p:nvSpPr>
          <p:cNvPr id="4" name="직사각형 3">
            <a:extLst>
              <a:ext uri="{FF2B5EF4-FFF2-40B4-BE49-F238E27FC236}">
                <a16:creationId xmlns:a16="http://schemas.microsoft.com/office/drawing/2014/main" id="{A1F810D4-8D0D-45EE-8871-90A3A7C64BE5}"/>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E6A70C33-BD85-4381-80E0-AAFCBAFE930E}"/>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F35315D1-5BD8-495F-B862-4A003ACEA4C5}"/>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921A0B44-02D3-4494-8F77-72658AAAB652}"/>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026</a:t>
            </a:r>
            <a:endParaRPr sz="1050" b="1" i="0">
              <a:solidFill>
                <a:srgbClr val="171717"/>
              </a:solidFill>
              <a:latin typeface="Consolas"/>
              <a:ea typeface="Consolas"/>
              <a:cs typeface="Consolas"/>
            </a:endParaRPr>
          </a:p>
        </p:txBody>
      </p:sp>
      <p:sp>
        <p:nvSpPr>
          <p:cNvPr id="8" name="text-178-64">
            <a:extLst>
              <a:ext uri="{FF2B5EF4-FFF2-40B4-BE49-F238E27FC236}">
                <a16:creationId xmlns:a16="http://schemas.microsoft.com/office/drawing/2014/main" id="{E580B2F6-D93C-43CA-A8F7-A7223DF6B5FE}"/>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교차합을 매번 선형 스캔하는 분할 정복 최대 연속합의 시간은?</a:t>
            </a:r>
          </a:p>
        </p:txBody>
      </p:sp>
      <p:sp>
        <p:nvSpPr>
          <p:cNvPr id="9" name="직사각형 8">
            <a:extLst>
              <a:ext uri="{FF2B5EF4-FFF2-40B4-BE49-F238E27FC236}">
                <a16:creationId xmlns:a16="http://schemas.microsoft.com/office/drawing/2014/main" id="{4D691764-258B-480C-AFCF-93BB21B43309}"/>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DF3FAB89-B9D6-462A-B3D9-8DE2212C8ECF}"/>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2번 Θ(n log n)</a:t>
            </a:r>
          </a:p>
        </p:txBody>
      </p:sp>
      <p:sp>
        <p:nvSpPr>
          <p:cNvPr id="11" name="text-324.4-64">
            <a:extLst>
              <a:ext uri="{FF2B5EF4-FFF2-40B4-BE49-F238E27FC236}">
                <a16:creationId xmlns:a16="http://schemas.microsoft.com/office/drawing/2014/main" id="{06107C6E-E9D6-4615-9BC8-7F34DFDC75F4}"/>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5F8C4438-D504-46E3-ABF8-975D9F87647B}"/>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F0808DC2-2ABE-4E09-982E-8E58490B3591}"/>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두 절반의 답과 선형 결합으로 T(n)=2T(n/2)+Θ(n)이다.</a:t>
            </a:r>
          </a:p>
        </p:txBody>
      </p:sp>
    </p:spTree>
    <p:extLst>
      <p:ext uri="{BB962C8B-B14F-4D97-AF65-F5344CB8AC3E}">
        <p14:creationId xmlns:p14="http://schemas.microsoft.com/office/powerpoint/2010/main" val="46268551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3" name="text-28-64">
            <a:extLst>
              <a:ext uri="{FF2B5EF4-FFF2-40B4-BE49-F238E27FC236}">
                <a16:creationId xmlns:a16="http://schemas.microsoft.com/office/drawing/2014/main" id="{61F99890-9AAA-403F-A6D9-73E74A212032}"/>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D1E5DC3D-E7A6-4C99-9D7A-392970165870}"/>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880AFBC0-9421-4D64-BA30-EA9D5B3CBD5C}"/>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14  </a:t>
            </a:r>
          </a:p>
        </p:txBody>
      </p:sp>
      <p:sp>
        <p:nvSpPr>
          <p:cNvPr id="4" name="직사각형 3">
            <a:extLst>
              <a:ext uri="{FF2B5EF4-FFF2-40B4-BE49-F238E27FC236}">
                <a16:creationId xmlns:a16="http://schemas.microsoft.com/office/drawing/2014/main" id="{6216FB2D-2CD5-475B-BA53-5E727BA1E836}"/>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6173E7B0-CB60-4B14-A240-AD0A9D9F811D}"/>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CB705B08-5DCA-4A37-BB45-C038CB21964C}"/>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86E93CA7-4BA7-47B6-8ACF-6F4A25161D89}"/>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027</a:t>
            </a:r>
            <a:endParaRPr sz="1050" b="1" i="0">
              <a:solidFill>
                <a:srgbClr val="171717"/>
              </a:solidFill>
              <a:latin typeface="Consolas"/>
              <a:ea typeface="Consolas"/>
              <a:cs typeface="Consolas"/>
            </a:endParaRPr>
          </a:p>
        </p:txBody>
      </p:sp>
      <p:sp>
        <p:nvSpPr>
          <p:cNvPr id="8" name="text-178-64">
            <a:extLst>
              <a:ext uri="{FF2B5EF4-FFF2-40B4-BE49-F238E27FC236}">
                <a16:creationId xmlns:a16="http://schemas.microsoft.com/office/drawing/2014/main" id="{7E6CB6AB-D061-4671-98C1-2F629529EE92}"/>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최대 연속합과 임의 부분집합의 최대 합이 다른 이유는?</a:t>
            </a:r>
          </a:p>
        </p:txBody>
      </p:sp>
      <p:sp>
        <p:nvSpPr>
          <p:cNvPr id="9" name="text-316-72">
            <a:extLst>
              <a:ext uri="{FF2B5EF4-FFF2-40B4-BE49-F238E27FC236}">
                <a16:creationId xmlns:a16="http://schemas.microsoft.com/office/drawing/2014/main" id="{71359774-2D34-4D83-A16D-98FF67D161FB}"/>
              </a:ext>
            </a:extLst>
          </p:cNvPr>
          <p:cNvSpPr>
            <a:spLocks noGrp="1"/>
          </p:cNvSpPr>
          <p:nvPr/>
        </p:nvSpPr>
        <p:spPr>
          <a:xfrm>
            <a:off x="685800" y="30099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a:ext uri="{FF2B5EF4-FFF2-40B4-BE49-F238E27FC236}">
                <a16:creationId xmlns:a16="http://schemas.microsoft.com/office/drawing/2014/main" id="{0E60FC53-38FF-4ACA-907C-F563DDB6F26B}"/>
              </a:ext>
            </a:extLst>
          </p:cNvPr>
          <p:cNvSpPr>
            <a:spLocks noGrp="1"/>
          </p:cNvSpPr>
          <p:nvPr/>
        </p:nvSpPr>
        <p:spPr>
          <a:xfrm>
            <a:off x="1181100" y="30099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선택한 원소의 개수를 항상 n/2로 제한한다</a:t>
            </a:r>
          </a:p>
        </p:txBody>
      </p:sp>
      <p:sp>
        <p:nvSpPr>
          <p:cNvPr id="11" name="직사각형 10">
            <a:extLst>
              <a:ext uri="{FF2B5EF4-FFF2-40B4-BE49-F238E27FC236}">
                <a16:creationId xmlns:a16="http://schemas.microsoft.com/office/drawing/2014/main" id="{0CD4FF8C-A988-4FEA-BEF4-3E8383B4FFB6}"/>
              </a:ext>
            </a:extLst>
          </p:cNvPr>
          <p:cNvSpPr>
            <a:spLocks noGrp="1"/>
          </p:cNvSpPr>
          <p:nvPr/>
        </p:nvSpPr>
        <p:spPr>
          <a:xfrm>
            <a:off x="1181100" y="3552825"/>
            <a:ext cx="10401300" cy="9525"/>
          </a:xfrm>
          <a:prstGeom prst="rect">
            <a:avLst/>
          </a:prstGeom>
          <a:solidFill>
            <a:srgbClr val="E7E7E7"/>
          </a:solidFill>
          <a:ln w="0">
            <a:noFill/>
          </a:ln>
        </p:spPr>
      </p:sp>
      <p:sp>
        <p:nvSpPr>
          <p:cNvPr id="12" name="text-382-72">
            <a:extLst>
              <a:ext uri="{FF2B5EF4-FFF2-40B4-BE49-F238E27FC236}">
                <a16:creationId xmlns:a16="http://schemas.microsoft.com/office/drawing/2014/main" id="{CF5B57D4-6F97-4E63-844D-4F0A6F82DA7D}"/>
              </a:ext>
            </a:extLst>
          </p:cNvPr>
          <p:cNvSpPr>
            <a:spLocks noGrp="1"/>
          </p:cNvSpPr>
          <p:nvPr/>
        </p:nvSpPr>
        <p:spPr>
          <a:xfrm>
            <a:off x="685800" y="36385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a:ext uri="{FF2B5EF4-FFF2-40B4-BE49-F238E27FC236}">
                <a16:creationId xmlns:a16="http://schemas.microsoft.com/office/drawing/2014/main" id="{41DE21F6-5DAA-4201-B5B5-560DC8EE1DFD}"/>
              </a:ext>
            </a:extLst>
          </p:cNvPr>
          <p:cNvSpPr>
            <a:spLocks noGrp="1"/>
          </p:cNvSpPr>
          <p:nvPr/>
        </p:nvSpPr>
        <p:spPr>
          <a:xfrm>
            <a:off x="1181100" y="36385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첫 원소와 마지막 원소를 반드시 함께 선택한다</a:t>
            </a:r>
          </a:p>
        </p:txBody>
      </p:sp>
      <p:sp>
        <p:nvSpPr>
          <p:cNvPr id="14" name="직사각형 13">
            <a:extLst>
              <a:ext uri="{FF2B5EF4-FFF2-40B4-BE49-F238E27FC236}">
                <a16:creationId xmlns:a16="http://schemas.microsoft.com/office/drawing/2014/main" id="{D9314C4E-EEFE-4E18-98A3-80E92102CEBF}"/>
              </a:ext>
            </a:extLst>
          </p:cNvPr>
          <p:cNvSpPr>
            <a:spLocks noGrp="1"/>
          </p:cNvSpPr>
          <p:nvPr/>
        </p:nvSpPr>
        <p:spPr>
          <a:xfrm>
            <a:off x="1181100" y="4181475"/>
            <a:ext cx="10401300" cy="9525"/>
          </a:xfrm>
          <a:prstGeom prst="rect">
            <a:avLst/>
          </a:prstGeom>
          <a:solidFill>
            <a:srgbClr val="E7E7E7"/>
          </a:solidFill>
          <a:ln w="0">
            <a:noFill/>
          </a:ln>
        </p:spPr>
      </p:sp>
      <p:sp>
        <p:nvSpPr>
          <p:cNvPr id="15" name="text-448-72">
            <a:extLst>
              <a:ext uri="{FF2B5EF4-FFF2-40B4-BE49-F238E27FC236}">
                <a16:creationId xmlns:a16="http://schemas.microsoft.com/office/drawing/2014/main" id="{08EC12C4-3AA4-4575-8DD6-081B4014CBF7}"/>
              </a:ext>
            </a:extLst>
          </p:cNvPr>
          <p:cNvSpPr>
            <a:spLocks noGrp="1"/>
          </p:cNvSpPr>
          <p:nvPr/>
        </p:nvSpPr>
        <p:spPr>
          <a:xfrm>
            <a:off x="685800" y="42672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a:ext uri="{FF2B5EF4-FFF2-40B4-BE49-F238E27FC236}">
                <a16:creationId xmlns:a16="http://schemas.microsoft.com/office/drawing/2014/main" id="{5195D8CB-8BCD-483C-9574-362EA3B8651E}"/>
              </a:ext>
            </a:extLst>
          </p:cNvPr>
          <p:cNvSpPr>
            <a:spLocks noGrp="1"/>
          </p:cNvSpPr>
          <p:nvPr/>
        </p:nvSpPr>
        <p:spPr>
          <a:xfrm>
            <a:off x="1181100" y="42672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선택 전에 원소를 오름차순으로 재배열한다</a:t>
            </a:r>
          </a:p>
        </p:txBody>
      </p:sp>
      <p:sp>
        <p:nvSpPr>
          <p:cNvPr id="17" name="직사각형 16">
            <a:extLst>
              <a:ext uri="{FF2B5EF4-FFF2-40B4-BE49-F238E27FC236}">
                <a16:creationId xmlns:a16="http://schemas.microsoft.com/office/drawing/2014/main" id="{00437FFF-5236-4792-898F-041E7E4C1242}"/>
              </a:ext>
            </a:extLst>
          </p:cNvPr>
          <p:cNvSpPr>
            <a:spLocks noGrp="1"/>
          </p:cNvSpPr>
          <p:nvPr/>
        </p:nvSpPr>
        <p:spPr>
          <a:xfrm>
            <a:off x="1181100" y="4810125"/>
            <a:ext cx="10401300" cy="9525"/>
          </a:xfrm>
          <a:prstGeom prst="rect">
            <a:avLst/>
          </a:prstGeom>
          <a:solidFill>
            <a:srgbClr val="E7E7E7"/>
          </a:solidFill>
          <a:ln w="0">
            <a:noFill/>
          </a:ln>
        </p:spPr>
      </p:sp>
      <p:sp>
        <p:nvSpPr>
          <p:cNvPr id="18" name="text-514-72">
            <a:extLst>
              <a:ext uri="{FF2B5EF4-FFF2-40B4-BE49-F238E27FC236}">
                <a16:creationId xmlns:a16="http://schemas.microsoft.com/office/drawing/2014/main" id="{178CEE9D-0602-4216-AE5A-80020155E72B}"/>
              </a:ext>
            </a:extLst>
          </p:cNvPr>
          <p:cNvSpPr>
            <a:spLocks noGrp="1"/>
          </p:cNvSpPr>
          <p:nvPr/>
        </p:nvSpPr>
        <p:spPr>
          <a:xfrm>
            <a:off x="685800" y="48958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a:ext uri="{FF2B5EF4-FFF2-40B4-BE49-F238E27FC236}">
                <a16:creationId xmlns:a16="http://schemas.microsoft.com/office/drawing/2014/main" id="{97B2F92F-07D9-44CE-B418-DEBC4F2012CE}"/>
              </a:ext>
            </a:extLst>
          </p:cNvPr>
          <p:cNvSpPr>
            <a:spLocks noGrp="1"/>
          </p:cNvSpPr>
          <p:nvPr/>
        </p:nvSpPr>
        <p:spPr>
          <a:xfrm>
            <a:off x="1181100" y="48958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양수 원소만 입력받는다</a:t>
            </a:r>
          </a:p>
        </p:txBody>
      </p:sp>
      <p:sp>
        <p:nvSpPr>
          <p:cNvPr id="20" name="직사각형 19">
            <a:extLst>
              <a:ext uri="{FF2B5EF4-FFF2-40B4-BE49-F238E27FC236}">
                <a16:creationId xmlns:a16="http://schemas.microsoft.com/office/drawing/2014/main" id="{851D2CA7-7B77-4982-98F7-5CC01FCF6E87}"/>
              </a:ext>
            </a:extLst>
          </p:cNvPr>
          <p:cNvSpPr>
            <a:spLocks noGrp="1"/>
          </p:cNvSpPr>
          <p:nvPr/>
        </p:nvSpPr>
        <p:spPr>
          <a:xfrm>
            <a:off x="1181100" y="5438775"/>
            <a:ext cx="10401300" cy="9525"/>
          </a:xfrm>
          <a:prstGeom prst="rect">
            <a:avLst/>
          </a:prstGeom>
          <a:solidFill>
            <a:srgbClr val="E7E7E7"/>
          </a:solidFill>
          <a:ln w="0">
            <a:noFill/>
          </a:ln>
        </p:spPr>
      </p:sp>
      <p:sp>
        <p:nvSpPr>
          <p:cNvPr id="21" name="text-580-72">
            <a:extLst>
              <a:ext uri="{FF2B5EF4-FFF2-40B4-BE49-F238E27FC236}">
                <a16:creationId xmlns:a16="http://schemas.microsoft.com/office/drawing/2014/main" id="{0EEE73E6-C0E8-49D1-940D-5EA06B1FB613}"/>
              </a:ext>
            </a:extLst>
          </p:cNvPr>
          <p:cNvSpPr>
            <a:spLocks noGrp="1"/>
          </p:cNvSpPr>
          <p:nvPr/>
        </p:nvSpPr>
        <p:spPr>
          <a:xfrm>
            <a:off x="685800" y="55245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a:ext uri="{FF2B5EF4-FFF2-40B4-BE49-F238E27FC236}">
                <a16:creationId xmlns:a16="http://schemas.microsoft.com/office/drawing/2014/main" id="{01D5A6BE-62F8-45A3-9CD4-6D444AD7CDD3}"/>
              </a:ext>
            </a:extLst>
          </p:cNvPr>
          <p:cNvSpPr>
            <a:spLocks noGrp="1"/>
          </p:cNvSpPr>
          <p:nvPr/>
        </p:nvSpPr>
        <p:spPr>
          <a:xfrm>
            <a:off x="1181100" y="55245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선택한 인덱스가 연속이어야 한다</a:t>
            </a:r>
          </a:p>
        </p:txBody>
      </p:sp>
    </p:spTree>
    <p:extLst>
      <p:ext uri="{BB962C8B-B14F-4D97-AF65-F5344CB8AC3E}">
        <p14:creationId xmlns:p14="http://schemas.microsoft.com/office/powerpoint/2010/main" val="46268551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95D45D0B-F475-4DFE-982D-5464F8C246A0}"/>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9A892A81-1FCA-42B5-A213-9D77BCFA05C5}"/>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0397C3C4-2894-43E8-9E60-BE108FB2268B}"/>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14  정답과 해설</a:t>
            </a:r>
          </a:p>
        </p:txBody>
      </p:sp>
      <p:sp>
        <p:nvSpPr>
          <p:cNvPr id="4" name="직사각형 3">
            <a:extLst>
              <a:ext uri="{FF2B5EF4-FFF2-40B4-BE49-F238E27FC236}">
                <a16:creationId xmlns:a16="http://schemas.microsoft.com/office/drawing/2014/main" id="{9BE8CF80-4097-48E9-92B9-935EBFB89F2F}"/>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973C2B43-6F1A-45AF-B372-A8C8FA605B73}"/>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520BE02B-68E4-4234-B2BF-06CF10C43D36}"/>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49B77095-405D-4208-A473-DE34115E87C6}"/>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028</a:t>
            </a:r>
            <a:endParaRPr sz="1050" b="1" i="0">
              <a:solidFill>
                <a:srgbClr val="171717"/>
              </a:solidFill>
              <a:latin typeface="Consolas"/>
              <a:ea typeface="Consolas"/>
              <a:cs typeface="Consolas"/>
            </a:endParaRPr>
          </a:p>
        </p:txBody>
      </p:sp>
      <p:sp>
        <p:nvSpPr>
          <p:cNvPr id="8" name="text-178-64">
            <a:extLst>
              <a:ext uri="{FF2B5EF4-FFF2-40B4-BE49-F238E27FC236}">
                <a16:creationId xmlns:a16="http://schemas.microsoft.com/office/drawing/2014/main" id="{02A340F0-E983-49EE-9590-B4FF9FAD76ED}"/>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최대 연속합과 임의 부분집합의 최대 합이 다른 이유는?</a:t>
            </a:r>
          </a:p>
        </p:txBody>
      </p:sp>
      <p:sp>
        <p:nvSpPr>
          <p:cNvPr id="9" name="직사각형 8">
            <a:extLst>
              <a:ext uri="{FF2B5EF4-FFF2-40B4-BE49-F238E27FC236}">
                <a16:creationId xmlns:a16="http://schemas.microsoft.com/office/drawing/2014/main" id="{9C412A78-F435-44AC-A669-CECF6AEF5BC8}"/>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5A3F721E-4C0D-48E2-932F-758F2893F688}"/>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5번 선택한 인덱스가 연속이어야 한다</a:t>
            </a:r>
          </a:p>
        </p:txBody>
      </p:sp>
      <p:sp>
        <p:nvSpPr>
          <p:cNvPr id="11" name="text-324.4-64">
            <a:extLst>
              <a:ext uri="{FF2B5EF4-FFF2-40B4-BE49-F238E27FC236}">
                <a16:creationId xmlns:a16="http://schemas.microsoft.com/office/drawing/2014/main" id="{71742A0D-2DFB-41E4-ADCC-EB218AE1CEF0}"/>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4848D7ED-628D-4049-B784-9A273FC12FC3}"/>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8178B549-3DF6-4339-9A0D-354915170841}"/>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중간 음수도 구간의 일부로 포함해야 한다. 양수만 골라 더하는 문제와 다르다.</a:t>
            </a:r>
          </a:p>
        </p:txBody>
      </p:sp>
    </p:spTree>
    <p:extLst>
      <p:ext uri="{BB962C8B-B14F-4D97-AF65-F5344CB8AC3E}">
        <p14:creationId xmlns:p14="http://schemas.microsoft.com/office/powerpoint/2010/main" val="46268551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3" name="text-28-64">
            <a:extLst>
              <a:ext uri="{FF2B5EF4-FFF2-40B4-BE49-F238E27FC236}">
                <a16:creationId xmlns:a16="http://schemas.microsoft.com/office/drawing/2014/main" id="{44AD67CD-ECD2-4679-8F5C-DC08A3E88B80}"/>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1E732092-D6A0-4F66-BC34-F58A54E4AE24}"/>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66D3FEE5-7501-4DBB-849B-E50A528C9D87}"/>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15  </a:t>
            </a:r>
          </a:p>
        </p:txBody>
      </p:sp>
      <p:sp>
        <p:nvSpPr>
          <p:cNvPr id="4" name="직사각형 3">
            <a:extLst>
              <a:ext uri="{FF2B5EF4-FFF2-40B4-BE49-F238E27FC236}">
                <a16:creationId xmlns:a16="http://schemas.microsoft.com/office/drawing/2014/main" id="{5FBECE1D-2EEF-402D-8577-956A01522C44}"/>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ED5E23AB-07F8-4B1B-B418-1583DE4622B8}"/>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DE369803-F3FF-4514-8157-6F1B58857102}"/>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34839478-0331-4377-ACC5-052B5B7705D3}"/>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029</a:t>
            </a:r>
            <a:endParaRPr sz="1050" b="1" i="0">
              <a:solidFill>
                <a:srgbClr val="171717"/>
              </a:solidFill>
              <a:latin typeface="Consolas"/>
              <a:ea typeface="Consolas"/>
              <a:cs typeface="Consolas"/>
            </a:endParaRPr>
          </a:p>
        </p:txBody>
      </p:sp>
      <p:sp>
        <p:nvSpPr>
          <p:cNvPr id="8" name="text-178-64">
            <a:extLst>
              <a:ext uri="{FF2B5EF4-FFF2-40B4-BE49-F238E27FC236}">
                <a16:creationId xmlns:a16="http://schemas.microsoft.com/office/drawing/2014/main" id="{AD08B62C-E2A9-40CA-BC4C-5838BE76E0A1}"/>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서로 다른 n개의 평면 점을 완전 탐색으로 비교할 때 점 쌍의 수는?</a:t>
            </a:r>
          </a:p>
        </p:txBody>
      </p:sp>
      <p:sp>
        <p:nvSpPr>
          <p:cNvPr id="9" name="text-316-72">
            <a:extLst>
              <a:ext uri="{FF2B5EF4-FFF2-40B4-BE49-F238E27FC236}">
                <a16:creationId xmlns:a16="http://schemas.microsoft.com/office/drawing/2014/main" id="{D7A60A9B-D834-421F-A9FC-C2FE6A8CAE77}"/>
              </a:ext>
            </a:extLst>
          </p:cNvPr>
          <p:cNvSpPr>
            <a:spLocks noGrp="1"/>
          </p:cNvSpPr>
          <p:nvPr/>
        </p:nvSpPr>
        <p:spPr>
          <a:xfrm>
            <a:off x="685800" y="30099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a:ext uri="{FF2B5EF4-FFF2-40B4-BE49-F238E27FC236}">
                <a16:creationId xmlns:a16="http://schemas.microsoft.com/office/drawing/2014/main" id="{7BA4269A-A6F9-4764-8535-6B98D8AD685E}"/>
              </a:ext>
            </a:extLst>
          </p:cNvPr>
          <p:cNvSpPr>
            <a:spLocks noGrp="1"/>
          </p:cNvSpPr>
          <p:nvPr/>
        </p:nvSpPr>
        <p:spPr>
          <a:xfrm>
            <a:off x="1181100" y="30099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n(n−1)/2</a:t>
            </a:r>
          </a:p>
        </p:txBody>
      </p:sp>
      <p:sp>
        <p:nvSpPr>
          <p:cNvPr id="11" name="직사각형 10">
            <a:extLst>
              <a:ext uri="{FF2B5EF4-FFF2-40B4-BE49-F238E27FC236}">
                <a16:creationId xmlns:a16="http://schemas.microsoft.com/office/drawing/2014/main" id="{00B2C7EA-405B-4D61-9A8F-22C5DB610D3E}"/>
              </a:ext>
            </a:extLst>
          </p:cNvPr>
          <p:cNvSpPr>
            <a:spLocks noGrp="1"/>
          </p:cNvSpPr>
          <p:nvPr/>
        </p:nvSpPr>
        <p:spPr>
          <a:xfrm>
            <a:off x="1181100" y="3552825"/>
            <a:ext cx="10401300" cy="9525"/>
          </a:xfrm>
          <a:prstGeom prst="rect">
            <a:avLst/>
          </a:prstGeom>
          <a:solidFill>
            <a:srgbClr val="E7E7E7"/>
          </a:solidFill>
          <a:ln w="0">
            <a:noFill/>
          </a:ln>
        </p:spPr>
      </p:sp>
      <p:sp>
        <p:nvSpPr>
          <p:cNvPr id="12" name="text-382-72">
            <a:extLst>
              <a:ext uri="{FF2B5EF4-FFF2-40B4-BE49-F238E27FC236}">
                <a16:creationId xmlns:a16="http://schemas.microsoft.com/office/drawing/2014/main" id="{4E9B089F-E53C-44B3-925A-09D7F1676268}"/>
              </a:ext>
            </a:extLst>
          </p:cNvPr>
          <p:cNvSpPr>
            <a:spLocks noGrp="1"/>
          </p:cNvSpPr>
          <p:nvPr/>
        </p:nvSpPr>
        <p:spPr>
          <a:xfrm>
            <a:off x="685800" y="36385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a:ext uri="{FF2B5EF4-FFF2-40B4-BE49-F238E27FC236}">
                <a16:creationId xmlns:a16="http://schemas.microsoft.com/office/drawing/2014/main" id="{BF074470-A900-4701-8F84-F3E35B049764}"/>
              </a:ext>
            </a:extLst>
          </p:cNvPr>
          <p:cNvSpPr>
            <a:spLocks noGrp="1"/>
          </p:cNvSpPr>
          <p:nvPr/>
        </p:nvSpPr>
        <p:spPr>
          <a:xfrm>
            <a:off x="1181100" y="36385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n²</a:t>
            </a:r>
          </a:p>
        </p:txBody>
      </p:sp>
      <p:sp>
        <p:nvSpPr>
          <p:cNvPr id="14" name="직사각형 13">
            <a:extLst>
              <a:ext uri="{FF2B5EF4-FFF2-40B4-BE49-F238E27FC236}">
                <a16:creationId xmlns:a16="http://schemas.microsoft.com/office/drawing/2014/main" id="{B611B70B-58B5-4D6A-AA14-0AA9951FF2F9}"/>
              </a:ext>
            </a:extLst>
          </p:cNvPr>
          <p:cNvSpPr>
            <a:spLocks noGrp="1"/>
          </p:cNvSpPr>
          <p:nvPr/>
        </p:nvSpPr>
        <p:spPr>
          <a:xfrm>
            <a:off x="1181100" y="4181475"/>
            <a:ext cx="10401300" cy="9525"/>
          </a:xfrm>
          <a:prstGeom prst="rect">
            <a:avLst/>
          </a:prstGeom>
          <a:solidFill>
            <a:srgbClr val="E7E7E7"/>
          </a:solidFill>
          <a:ln w="0">
            <a:noFill/>
          </a:ln>
        </p:spPr>
      </p:sp>
      <p:sp>
        <p:nvSpPr>
          <p:cNvPr id="15" name="text-448-72">
            <a:extLst>
              <a:ext uri="{FF2B5EF4-FFF2-40B4-BE49-F238E27FC236}">
                <a16:creationId xmlns:a16="http://schemas.microsoft.com/office/drawing/2014/main" id="{BB02FB49-C12F-4934-BCB0-A854812AD0B1}"/>
              </a:ext>
            </a:extLst>
          </p:cNvPr>
          <p:cNvSpPr>
            <a:spLocks noGrp="1"/>
          </p:cNvSpPr>
          <p:nvPr/>
        </p:nvSpPr>
        <p:spPr>
          <a:xfrm>
            <a:off x="685800" y="42672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a:ext uri="{FF2B5EF4-FFF2-40B4-BE49-F238E27FC236}">
                <a16:creationId xmlns:a16="http://schemas.microsoft.com/office/drawing/2014/main" id="{7DC892AE-84CD-45E5-8611-584C69019E56}"/>
              </a:ext>
            </a:extLst>
          </p:cNvPr>
          <p:cNvSpPr>
            <a:spLocks noGrp="1"/>
          </p:cNvSpPr>
          <p:nvPr/>
        </p:nvSpPr>
        <p:spPr>
          <a:xfrm>
            <a:off x="1181100" y="42672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n!</a:t>
            </a:r>
          </a:p>
        </p:txBody>
      </p:sp>
      <p:sp>
        <p:nvSpPr>
          <p:cNvPr id="17" name="직사각형 16">
            <a:extLst>
              <a:ext uri="{FF2B5EF4-FFF2-40B4-BE49-F238E27FC236}">
                <a16:creationId xmlns:a16="http://schemas.microsoft.com/office/drawing/2014/main" id="{AD5B75CC-E7D6-4C09-8A70-FE72D8E327A7}"/>
              </a:ext>
            </a:extLst>
          </p:cNvPr>
          <p:cNvSpPr>
            <a:spLocks noGrp="1"/>
          </p:cNvSpPr>
          <p:nvPr/>
        </p:nvSpPr>
        <p:spPr>
          <a:xfrm>
            <a:off x="1181100" y="4810125"/>
            <a:ext cx="10401300" cy="9525"/>
          </a:xfrm>
          <a:prstGeom prst="rect">
            <a:avLst/>
          </a:prstGeom>
          <a:solidFill>
            <a:srgbClr val="E7E7E7"/>
          </a:solidFill>
          <a:ln w="0">
            <a:noFill/>
          </a:ln>
        </p:spPr>
      </p:sp>
      <p:sp>
        <p:nvSpPr>
          <p:cNvPr id="18" name="text-514-72">
            <a:extLst>
              <a:ext uri="{FF2B5EF4-FFF2-40B4-BE49-F238E27FC236}">
                <a16:creationId xmlns:a16="http://schemas.microsoft.com/office/drawing/2014/main" id="{879005B8-FB52-4683-BCB9-8CD8EC515850}"/>
              </a:ext>
            </a:extLst>
          </p:cNvPr>
          <p:cNvSpPr>
            <a:spLocks noGrp="1"/>
          </p:cNvSpPr>
          <p:nvPr/>
        </p:nvSpPr>
        <p:spPr>
          <a:xfrm>
            <a:off x="685800" y="48958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a:ext uri="{FF2B5EF4-FFF2-40B4-BE49-F238E27FC236}">
                <a16:creationId xmlns:a16="http://schemas.microsoft.com/office/drawing/2014/main" id="{55BD8F74-32C4-43F5-9419-D45963B08B3A}"/>
              </a:ext>
            </a:extLst>
          </p:cNvPr>
          <p:cNvSpPr>
            <a:spLocks noGrp="1"/>
          </p:cNvSpPr>
          <p:nvPr/>
        </p:nvSpPr>
        <p:spPr>
          <a:xfrm>
            <a:off x="1181100" y="48958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2^n</a:t>
            </a:r>
          </a:p>
        </p:txBody>
      </p:sp>
      <p:sp>
        <p:nvSpPr>
          <p:cNvPr id="20" name="직사각형 19">
            <a:extLst>
              <a:ext uri="{FF2B5EF4-FFF2-40B4-BE49-F238E27FC236}">
                <a16:creationId xmlns:a16="http://schemas.microsoft.com/office/drawing/2014/main" id="{BDC28D46-66C2-403E-9935-A266D306AD76}"/>
              </a:ext>
            </a:extLst>
          </p:cNvPr>
          <p:cNvSpPr>
            <a:spLocks noGrp="1"/>
          </p:cNvSpPr>
          <p:nvPr/>
        </p:nvSpPr>
        <p:spPr>
          <a:xfrm>
            <a:off x="1181100" y="5438775"/>
            <a:ext cx="10401300" cy="9525"/>
          </a:xfrm>
          <a:prstGeom prst="rect">
            <a:avLst/>
          </a:prstGeom>
          <a:solidFill>
            <a:srgbClr val="E7E7E7"/>
          </a:solidFill>
          <a:ln w="0">
            <a:noFill/>
          </a:ln>
        </p:spPr>
      </p:sp>
      <p:sp>
        <p:nvSpPr>
          <p:cNvPr id="21" name="text-580-72">
            <a:extLst>
              <a:ext uri="{FF2B5EF4-FFF2-40B4-BE49-F238E27FC236}">
                <a16:creationId xmlns:a16="http://schemas.microsoft.com/office/drawing/2014/main" id="{7A6374B5-B368-4E01-A045-FE668C167685}"/>
              </a:ext>
            </a:extLst>
          </p:cNvPr>
          <p:cNvSpPr>
            <a:spLocks noGrp="1"/>
          </p:cNvSpPr>
          <p:nvPr/>
        </p:nvSpPr>
        <p:spPr>
          <a:xfrm>
            <a:off x="685800" y="55245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a:ext uri="{FF2B5EF4-FFF2-40B4-BE49-F238E27FC236}">
                <a16:creationId xmlns:a16="http://schemas.microsoft.com/office/drawing/2014/main" id="{E2FAB7B1-1CBC-418D-AEEE-CCDE124FAD5A}"/>
              </a:ext>
            </a:extLst>
          </p:cNvPr>
          <p:cNvSpPr>
            <a:spLocks noGrp="1"/>
          </p:cNvSpPr>
          <p:nvPr/>
        </p:nvSpPr>
        <p:spPr>
          <a:xfrm>
            <a:off x="1181100" y="55245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n−1</a:t>
            </a:r>
          </a:p>
        </p:txBody>
      </p:sp>
    </p:spTree>
    <p:extLst>
      <p:ext uri="{BB962C8B-B14F-4D97-AF65-F5344CB8AC3E}">
        <p14:creationId xmlns:p14="http://schemas.microsoft.com/office/powerpoint/2010/main" val="46268551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F18FF305-47C6-4B7D-8CF1-3F9886D3CAB8}"/>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A3E334D5-0360-4E03-8F55-5E8877D384B5}"/>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0B7F61A2-F7AA-40F1-93BF-59C6FE97DEC5}"/>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15  정답과 해설</a:t>
            </a:r>
          </a:p>
        </p:txBody>
      </p:sp>
      <p:sp>
        <p:nvSpPr>
          <p:cNvPr id="4" name="직사각형 3">
            <a:extLst>
              <a:ext uri="{FF2B5EF4-FFF2-40B4-BE49-F238E27FC236}">
                <a16:creationId xmlns:a16="http://schemas.microsoft.com/office/drawing/2014/main" id="{DA3B2D7F-BD51-4559-B864-9F312B64440D}"/>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9D74E2A6-7772-4BF6-9D3E-21D1CA65BA6D}"/>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117B26AB-ED21-4AA3-AA0D-795DB2439515}"/>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4A27A33F-95E5-4631-844B-D1A42718C484}"/>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030</a:t>
            </a:r>
            <a:endParaRPr sz="1050" b="1" i="0">
              <a:solidFill>
                <a:srgbClr val="171717"/>
              </a:solidFill>
              <a:latin typeface="Consolas"/>
              <a:ea typeface="Consolas"/>
              <a:cs typeface="Consolas"/>
            </a:endParaRPr>
          </a:p>
        </p:txBody>
      </p:sp>
      <p:sp>
        <p:nvSpPr>
          <p:cNvPr id="8" name="text-178-64">
            <a:extLst>
              <a:ext uri="{FF2B5EF4-FFF2-40B4-BE49-F238E27FC236}">
                <a16:creationId xmlns:a16="http://schemas.microsoft.com/office/drawing/2014/main" id="{546C5086-92B1-4C5B-8056-AD876B045B3E}"/>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서로 다른 n개의 평면 점을 완전 탐색으로 비교할 때 점 쌍의 수는?</a:t>
            </a:r>
          </a:p>
        </p:txBody>
      </p:sp>
      <p:sp>
        <p:nvSpPr>
          <p:cNvPr id="9" name="직사각형 8">
            <a:extLst>
              <a:ext uri="{FF2B5EF4-FFF2-40B4-BE49-F238E27FC236}">
                <a16:creationId xmlns:a16="http://schemas.microsoft.com/office/drawing/2014/main" id="{503F0D70-38EC-4151-9BAC-00DE1A91A6D5}"/>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3F4CD310-B5CB-4F99-A713-A4C9769456D8}"/>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1번 n(n−1)/2</a:t>
            </a:r>
          </a:p>
        </p:txBody>
      </p:sp>
      <p:sp>
        <p:nvSpPr>
          <p:cNvPr id="11" name="text-324.4-64">
            <a:extLst>
              <a:ext uri="{FF2B5EF4-FFF2-40B4-BE49-F238E27FC236}">
                <a16:creationId xmlns:a16="http://schemas.microsoft.com/office/drawing/2014/main" id="{9A3AAA7E-80E5-462F-85DB-B7A133577D0A}"/>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C1465CAE-6344-4E4C-A53A-5AB0B6D09DA0}"/>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C363EF96-0F8E-43B4-AFAA-B59D3D7FABF4}"/>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순서 없는 두 점 조합을 한 번씩 비교한다.</a:t>
            </a:r>
          </a:p>
        </p:txBody>
      </p:sp>
    </p:spTree>
    <p:extLst>
      <p:ext uri="{BB962C8B-B14F-4D97-AF65-F5344CB8AC3E}">
        <p14:creationId xmlns:p14="http://schemas.microsoft.com/office/powerpoint/2010/main" val="46268551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3" name="text-28-64">
            <a:extLst>
              <a:ext uri="{FF2B5EF4-FFF2-40B4-BE49-F238E27FC236}">
                <a16:creationId xmlns:a16="http://schemas.microsoft.com/office/drawing/2014/main" id="{5D52A82C-9120-4E19-BDD8-C2F657AA1CCC}"/>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4E8DDC95-CF34-401D-A2FF-629DA6529B99}"/>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17314760-9E7A-456F-AEFE-A611E0820730}"/>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16  </a:t>
            </a:r>
          </a:p>
        </p:txBody>
      </p:sp>
      <p:sp>
        <p:nvSpPr>
          <p:cNvPr id="4" name="직사각형 3">
            <a:extLst>
              <a:ext uri="{FF2B5EF4-FFF2-40B4-BE49-F238E27FC236}">
                <a16:creationId xmlns:a16="http://schemas.microsoft.com/office/drawing/2014/main" id="{F7713CAD-3DAA-4890-8271-EEF04DAE281B}"/>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68E8404D-7A6F-41D0-98A6-9517543176F1}"/>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0B2112E6-AF37-4BE4-A6EE-A6829B6C76ED}"/>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473B7FF6-37AE-4D99-9C6F-E784EDB8772C}"/>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031</a:t>
            </a:r>
            <a:endParaRPr sz="1050" b="1" i="0">
              <a:solidFill>
                <a:srgbClr val="171717"/>
              </a:solidFill>
              <a:latin typeface="Consolas"/>
              <a:ea typeface="Consolas"/>
              <a:cs typeface="Consolas"/>
            </a:endParaRPr>
          </a:p>
        </p:txBody>
      </p:sp>
      <p:sp>
        <p:nvSpPr>
          <p:cNvPr id="8" name="text-178-64">
            <a:extLst>
              <a:ext uri="{FF2B5EF4-FFF2-40B4-BE49-F238E27FC236}">
                <a16:creationId xmlns:a16="http://schemas.microsoft.com/office/drawing/2014/main" id="{C6802727-8ED8-4BFD-BE1C-C8221A6B8F99}"/>
              </a:ext>
            </a:extLst>
          </p:cNvPr>
          <p:cNvSpPr>
            <a:spLocks noGrp="1"/>
          </p:cNvSpPr>
          <p:nvPr/>
        </p:nvSpPr>
        <p:spPr>
          <a:xfrm>
            <a:off x="609600" y="1695450"/>
            <a:ext cx="10972800" cy="74676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최근접 쌍에서 d=min(dL,dR)이다. 교차 후보를 분할선 주변 폭 2d 띠로 제한하는</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이유는?</a:t>
            </a:r>
          </a:p>
        </p:txBody>
      </p:sp>
      <p:sp>
        <p:nvSpPr>
          <p:cNvPr id="9" name="text-316-72">
            <a:extLst>
              <a:ext uri="{FF2B5EF4-FFF2-40B4-BE49-F238E27FC236}">
                <a16:creationId xmlns:a16="http://schemas.microsoft.com/office/drawing/2014/main" id="{C92BD896-147F-4F71-BFE5-CA99656E5DC1}"/>
              </a:ext>
            </a:extLst>
          </p:cNvPr>
          <p:cNvSpPr>
            <a:spLocks noGrp="1"/>
          </p:cNvSpPr>
          <p:nvPr/>
        </p:nvSpPr>
        <p:spPr>
          <a:xfrm>
            <a:off x="685800" y="30099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a:ext uri="{FF2B5EF4-FFF2-40B4-BE49-F238E27FC236}">
                <a16:creationId xmlns:a16="http://schemas.microsoft.com/office/drawing/2014/main" id="{DCBFA5CA-8DF6-4510-B6FC-832928578DF5}"/>
              </a:ext>
            </a:extLst>
          </p:cNvPr>
          <p:cNvSpPr>
            <a:spLocks noGrp="1"/>
          </p:cNvSpPr>
          <p:nvPr/>
        </p:nvSpPr>
        <p:spPr>
          <a:xfrm>
            <a:off x="1181100" y="30099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같은 쪽의 답을 무시해도 되기 때문이다</a:t>
            </a:r>
          </a:p>
        </p:txBody>
      </p:sp>
      <p:sp>
        <p:nvSpPr>
          <p:cNvPr id="11" name="직사각형 10">
            <a:extLst>
              <a:ext uri="{FF2B5EF4-FFF2-40B4-BE49-F238E27FC236}">
                <a16:creationId xmlns:a16="http://schemas.microsoft.com/office/drawing/2014/main" id="{48F89A5D-02F3-4882-91B4-2BED5522BC38}"/>
              </a:ext>
            </a:extLst>
          </p:cNvPr>
          <p:cNvSpPr>
            <a:spLocks noGrp="1"/>
          </p:cNvSpPr>
          <p:nvPr/>
        </p:nvSpPr>
        <p:spPr>
          <a:xfrm>
            <a:off x="1181100" y="3552825"/>
            <a:ext cx="10401300" cy="9525"/>
          </a:xfrm>
          <a:prstGeom prst="rect">
            <a:avLst/>
          </a:prstGeom>
          <a:solidFill>
            <a:srgbClr val="E7E7E7"/>
          </a:solidFill>
          <a:ln w="0">
            <a:noFill/>
          </a:ln>
        </p:spPr>
      </p:sp>
      <p:sp>
        <p:nvSpPr>
          <p:cNvPr id="12" name="text-382-72">
            <a:extLst>
              <a:ext uri="{FF2B5EF4-FFF2-40B4-BE49-F238E27FC236}">
                <a16:creationId xmlns:a16="http://schemas.microsoft.com/office/drawing/2014/main" id="{8D2069A5-3A49-434E-B2E7-A837D8724753}"/>
              </a:ext>
            </a:extLst>
          </p:cNvPr>
          <p:cNvSpPr>
            <a:spLocks noGrp="1"/>
          </p:cNvSpPr>
          <p:nvPr/>
        </p:nvSpPr>
        <p:spPr>
          <a:xfrm>
            <a:off x="685800" y="36385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a:ext uri="{FF2B5EF4-FFF2-40B4-BE49-F238E27FC236}">
                <a16:creationId xmlns:a16="http://schemas.microsoft.com/office/drawing/2014/main" id="{1055E590-BF29-43E9-A847-458B495016CE}"/>
              </a:ext>
            </a:extLst>
          </p:cNvPr>
          <p:cNvSpPr>
            <a:spLocks noGrp="1"/>
          </p:cNvSpPr>
          <p:nvPr/>
        </p:nvSpPr>
        <p:spPr>
          <a:xfrm>
            <a:off x="1181100" y="36385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띠 밖 점을 포함한 교차 쌍은 거리가 d보다 작을 수 없다</a:t>
            </a:r>
          </a:p>
        </p:txBody>
      </p:sp>
      <p:sp>
        <p:nvSpPr>
          <p:cNvPr id="14" name="직사각형 13">
            <a:extLst>
              <a:ext uri="{FF2B5EF4-FFF2-40B4-BE49-F238E27FC236}">
                <a16:creationId xmlns:a16="http://schemas.microsoft.com/office/drawing/2014/main" id="{61C357E6-D862-4A68-8640-B8538BDD3963}"/>
              </a:ext>
            </a:extLst>
          </p:cNvPr>
          <p:cNvSpPr>
            <a:spLocks noGrp="1"/>
          </p:cNvSpPr>
          <p:nvPr/>
        </p:nvSpPr>
        <p:spPr>
          <a:xfrm>
            <a:off x="1181100" y="4181475"/>
            <a:ext cx="10401300" cy="9525"/>
          </a:xfrm>
          <a:prstGeom prst="rect">
            <a:avLst/>
          </a:prstGeom>
          <a:solidFill>
            <a:srgbClr val="E7E7E7"/>
          </a:solidFill>
          <a:ln w="0">
            <a:noFill/>
          </a:ln>
        </p:spPr>
      </p:sp>
      <p:sp>
        <p:nvSpPr>
          <p:cNvPr id="15" name="text-448-72">
            <a:extLst>
              <a:ext uri="{FF2B5EF4-FFF2-40B4-BE49-F238E27FC236}">
                <a16:creationId xmlns:a16="http://schemas.microsoft.com/office/drawing/2014/main" id="{FD7590B2-4F6D-4D5E-9C2F-B45FD529F634}"/>
              </a:ext>
            </a:extLst>
          </p:cNvPr>
          <p:cNvSpPr>
            <a:spLocks noGrp="1"/>
          </p:cNvSpPr>
          <p:nvPr/>
        </p:nvSpPr>
        <p:spPr>
          <a:xfrm>
            <a:off x="685800" y="42672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a:ext uri="{FF2B5EF4-FFF2-40B4-BE49-F238E27FC236}">
                <a16:creationId xmlns:a16="http://schemas.microsoft.com/office/drawing/2014/main" id="{FE2A8D18-6EAA-437F-8708-E077F6986874}"/>
              </a:ext>
            </a:extLst>
          </p:cNvPr>
          <p:cNvSpPr>
            <a:spLocks noGrp="1"/>
          </p:cNvSpPr>
          <p:nvPr/>
        </p:nvSpPr>
        <p:spPr>
          <a:xfrm>
            <a:off x="1181100" y="42672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띠 안의 점 수가 항상 7개이기 때문이다</a:t>
            </a:r>
          </a:p>
        </p:txBody>
      </p:sp>
      <p:sp>
        <p:nvSpPr>
          <p:cNvPr id="17" name="직사각형 16">
            <a:extLst>
              <a:ext uri="{FF2B5EF4-FFF2-40B4-BE49-F238E27FC236}">
                <a16:creationId xmlns:a16="http://schemas.microsoft.com/office/drawing/2014/main" id="{D4A6F531-038D-4BC9-A3A9-48A4FA910CA9}"/>
              </a:ext>
            </a:extLst>
          </p:cNvPr>
          <p:cNvSpPr>
            <a:spLocks noGrp="1"/>
          </p:cNvSpPr>
          <p:nvPr/>
        </p:nvSpPr>
        <p:spPr>
          <a:xfrm>
            <a:off x="1181100" y="4810125"/>
            <a:ext cx="10401300" cy="9525"/>
          </a:xfrm>
          <a:prstGeom prst="rect">
            <a:avLst/>
          </a:prstGeom>
          <a:solidFill>
            <a:srgbClr val="E7E7E7"/>
          </a:solidFill>
          <a:ln w="0">
            <a:noFill/>
          </a:ln>
        </p:spPr>
      </p:sp>
      <p:sp>
        <p:nvSpPr>
          <p:cNvPr id="18" name="text-514-72">
            <a:extLst>
              <a:ext uri="{FF2B5EF4-FFF2-40B4-BE49-F238E27FC236}">
                <a16:creationId xmlns:a16="http://schemas.microsoft.com/office/drawing/2014/main" id="{31ADDA4D-3F3F-43F8-B718-88DFBDF14457}"/>
              </a:ext>
            </a:extLst>
          </p:cNvPr>
          <p:cNvSpPr>
            <a:spLocks noGrp="1"/>
          </p:cNvSpPr>
          <p:nvPr/>
        </p:nvSpPr>
        <p:spPr>
          <a:xfrm>
            <a:off x="685800" y="48958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a:ext uri="{FF2B5EF4-FFF2-40B4-BE49-F238E27FC236}">
                <a16:creationId xmlns:a16="http://schemas.microsoft.com/office/drawing/2014/main" id="{F7FBE935-F5E6-444F-A30E-42D82F31D104}"/>
              </a:ext>
            </a:extLst>
          </p:cNvPr>
          <p:cNvSpPr>
            <a:spLocks noGrp="1"/>
          </p:cNvSpPr>
          <p:nvPr/>
        </p:nvSpPr>
        <p:spPr>
          <a:xfrm>
            <a:off x="1181100" y="48958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모든 점의 y가 같기 때문이다</a:t>
            </a:r>
          </a:p>
        </p:txBody>
      </p:sp>
      <p:sp>
        <p:nvSpPr>
          <p:cNvPr id="20" name="직사각형 19">
            <a:extLst>
              <a:ext uri="{FF2B5EF4-FFF2-40B4-BE49-F238E27FC236}">
                <a16:creationId xmlns:a16="http://schemas.microsoft.com/office/drawing/2014/main" id="{E20CB752-D0C1-4BDB-A975-A9ACDA5F0053}"/>
              </a:ext>
            </a:extLst>
          </p:cNvPr>
          <p:cNvSpPr>
            <a:spLocks noGrp="1"/>
          </p:cNvSpPr>
          <p:nvPr/>
        </p:nvSpPr>
        <p:spPr>
          <a:xfrm>
            <a:off x="1181100" y="5438775"/>
            <a:ext cx="10401300" cy="9525"/>
          </a:xfrm>
          <a:prstGeom prst="rect">
            <a:avLst/>
          </a:prstGeom>
          <a:solidFill>
            <a:srgbClr val="E7E7E7"/>
          </a:solidFill>
          <a:ln w="0">
            <a:noFill/>
          </a:ln>
        </p:spPr>
      </p:sp>
      <p:sp>
        <p:nvSpPr>
          <p:cNvPr id="21" name="text-580-72">
            <a:extLst>
              <a:ext uri="{FF2B5EF4-FFF2-40B4-BE49-F238E27FC236}">
                <a16:creationId xmlns:a16="http://schemas.microsoft.com/office/drawing/2014/main" id="{0517C65B-3436-43E3-8F78-B0214FBC372E}"/>
              </a:ext>
            </a:extLst>
          </p:cNvPr>
          <p:cNvSpPr>
            <a:spLocks noGrp="1"/>
          </p:cNvSpPr>
          <p:nvPr/>
        </p:nvSpPr>
        <p:spPr>
          <a:xfrm>
            <a:off x="685800" y="55245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a:ext uri="{FF2B5EF4-FFF2-40B4-BE49-F238E27FC236}">
                <a16:creationId xmlns:a16="http://schemas.microsoft.com/office/drawing/2014/main" id="{FE9FB884-6A5F-4972-AC0F-511C70B28E0F}"/>
              </a:ext>
            </a:extLst>
          </p:cNvPr>
          <p:cNvSpPr>
            <a:spLocks noGrp="1"/>
          </p:cNvSpPr>
          <p:nvPr/>
        </p:nvSpPr>
        <p:spPr>
          <a:xfrm>
            <a:off x="1181100" y="55245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좌표가 정수이기 때문이다</a:t>
            </a:r>
          </a:p>
        </p:txBody>
      </p:sp>
    </p:spTree>
    <p:extLst>
      <p:ext uri="{BB962C8B-B14F-4D97-AF65-F5344CB8AC3E}">
        <p14:creationId xmlns:p14="http://schemas.microsoft.com/office/powerpoint/2010/main" val="46268551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D5798FF0-8635-4BFB-A643-C951C56BC43D}"/>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3436AB15-BF85-4885-B83C-95A4E975EE9A}"/>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27E07DC5-68AF-4303-9A3C-F93A557F236B}"/>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16  정답과 해설</a:t>
            </a:r>
          </a:p>
        </p:txBody>
      </p:sp>
      <p:sp>
        <p:nvSpPr>
          <p:cNvPr id="4" name="직사각형 3">
            <a:extLst>
              <a:ext uri="{FF2B5EF4-FFF2-40B4-BE49-F238E27FC236}">
                <a16:creationId xmlns:a16="http://schemas.microsoft.com/office/drawing/2014/main" id="{348CDD41-9A26-4FAD-8209-4600C75E876C}"/>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6F8A77A1-5608-4BE2-90F4-E66C50B9DF97}"/>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42C09F33-8FD2-400A-ABCC-99EA96F6CAAC}"/>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0A310E1F-DE39-4F22-B7B6-FDD7FA9FFC29}"/>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032</a:t>
            </a:r>
            <a:endParaRPr sz="1050" b="1" i="0">
              <a:solidFill>
                <a:srgbClr val="171717"/>
              </a:solidFill>
              <a:latin typeface="Consolas"/>
              <a:ea typeface="Consolas"/>
              <a:cs typeface="Consolas"/>
            </a:endParaRPr>
          </a:p>
        </p:txBody>
      </p:sp>
      <p:sp>
        <p:nvSpPr>
          <p:cNvPr id="8" name="text-178-64">
            <a:extLst>
              <a:ext uri="{FF2B5EF4-FFF2-40B4-BE49-F238E27FC236}">
                <a16:creationId xmlns:a16="http://schemas.microsoft.com/office/drawing/2014/main" id="{216F5090-9AD3-4292-BF11-217190AB4B6D}"/>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최근접 쌍에서 d=min(dL,dR)이다. 교차 후보를 분할선 주변 폭 2d 띠로 제한하는 이유는?</a:t>
            </a:r>
          </a:p>
        </p:txBody>
      </p:sp>
      <p:sp>
        <p:nvSpPr>
          <p:cNvPr id="9" name="직사각형 8">
            <a:extLst>
              <a:ext uri="{FF2B5EF4-FFF2-40B4-BE49-F238E27FC236}">
                <a16:creationId xmlns:a16="http://schemas.microsoft.com/office/drawing/2014/main" id="{467F216A-19F5-436E-BC37-D25016E6831D}"/>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AAC71E4B-56C4-46D7-BD09-0D4633B59000}"/>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2번 띠 밖 점을 포함한 교차 쌍은 거리가 d보다 작을 수 없다</a:t>
            </a:r>
          </a:p>
        </p:txBody>
      </p:sp>
      <p:sp>
        <p:nvSpPr>
          <p:cNvPr id="11" name="text-324.4-64">
            <a:extLst>
              <a:ext uri="{FF2B5EF4-FFF2-40B4-BE49-F238E27FC236}">
                <a16:creationId xmlns:a16="http://schemas.microsoft.com/office/drawing/2014/main" id="{AB5A378B-2598-4082-A3FF-8A9F9304F7EE}"/>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A1BE9E43-2832-4D9B-A8A0-9CD661EC2946}"/>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C5CDAD53-FB9C-4DD0-BC92-9E43C7D1B111}"/>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교차 쌍의 수평 거리만으로도 d 이상이 되면 개선할 수 없다.</a:t>
            </a:r>
          </a:p>
        </p:txBody>
      </p:sp>
    </p:spTree>
    <p:extLst>
      <p:ext uri="{BB962C8B-B14F-4D97-AF65-F5344CB8AC3E}">
        <p14:creationId xmlns:p14="http://schemas.microsoft.com/office/powerpoint/2010/main" val="46268551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3" name="text-28-64">
            <a:extLst>
              <a:ext uri="{FF2B5EF4-FFF2-40B4-BE49-F238E27FC236}">
                <a16:creationId xmlns:a16="http://schemas.microsoft.com/office/drawing/2014/main" id="{30843A25-F385-4538-B53E-650CBB312BDF}"/>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52B7C7A3-5049-4D01-9C65-95A7D4CFBF28}"/>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222607A6-6209-42E9-B4E2-EB076F44E285}"/>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17  </a:t>
            </a:r>
          </a:p>
        </p:txBody>
      </p:sp>
      <p:sp>
        <p:nvSpPr>
          <p:cNvPr id="4" name="직사각형 3">
            <a:extLst>
              <a:ext uri="{FF2B5EF4-FFF2-40B4-BE49-F238E27FC236}">
                <a16:creationId xmlns:a16="http://schemas.microsoft.com/office/drawing/2014/main" id="{FD876FD5-5FC3-4A52-908D-FCE5D7427EA1}"/>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74C29F2C-956B-4397-973E-8188ECE07E4A}"/>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F320ECAE-22CB-4EA1-8C6E-40AA81C563B1}"/>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51CF9E91-6B4A-4BF9-A3F1-40A999E4C014}"/>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033</a:t>
            </a:r>
            <a:endParaRPr sz="1050" b="1" i="0">
              <a:solidFill>
                <a:srgbClr val="171717"/>
              </a:solidFill>
              <a:latin typeface="Consolas"/>
              <a:ea typeface="Consolas"/>
              <a:cs typeface="Consolas"/>
            </a:endParaRPr>
          </a:p>
        </p:txBody>
      </p:sp>
      <p:sp>
        <p:nvSpPr>
          <p:cNvPr id="8" name="text-178-64">
            <a:extLst>
              <a:ext uri="{FF2B5EF4-FFF2-40B4-BE49-F238E27FC236}">
                <a16:creationId xmlns:a16="http://schemas.microsoft.com/office/drawing/2014/main" id="{1DFB906A-B616-4AF3-BD6B-9CCE129B5964}"/>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최근접 쌍의 띠를 y 순서로 보는 핵심 목적은?</a:t>
            </a:r>
          </a:p>
        </p:txBody>
      </p:sp>
      <p:sp>
        <p:nvSpPr>
          <p:cNvPr id="9" name="text-316-72">
            <a:extLst>
              <a:ext uri="{FF2B5EF4-FFF2-40B4-BE49-F238E27FC236}">
                <a16:creationId xmlns:a16="http://schemas.microsoft.com/office/drawing/2014/main" id="{12B86495-AD94-47A2-8087-6A8AB3EC86E9}"/>
              </a:ext>
            </a:extLst>
          </p:cNvPr>
          <p:cNvSpPr>
            <a:spLocks noGrp="1"/>
          </p:cNvSpPr>
          <p:nvPr/>
        </p:nvSpPr>
        <p:spPr>
          <a:xfrm>
            <a:off x="685800" y="30099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a:ext uri="{FF2B5EF4-FFF2-40B4-BE49-F238E27FC236}">
                <a16:creationId xmlns:a16="http://schemas.microsoft.com/office/drawing/2014/main" id="{5406539E-824F-4CA7-84AB-FAE44EED2FE4}"/>
              </a:ext>
            </a:extLst>
          </p:cNvPr>
          <p:cNvSpPr>
            <a:spLocks noGrp="1"/>
          </p:cNvSpPr>
          <p:nvPr/>
        </p:nvSpPr>
        <p:spPr>
          <a:xfrm>
            <a:off x="1181100" y="30099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세로 거리가 d 이상인 후보를 제외한다</a:t>
            </a:r>
          </a:p>
        </p:txBody>
      </p:sp>
      <p:sp>
        <p:nvSpPr>
          <p:cNvPr id="11" name="직사각형 10">
            <a:extLst>
              <a:ext uri="{FF2B5EF4-FFF2-40B4-BE49-F238E27FC236}">
                <a16:creationId xmlns:a16="http://schemas.microsoft.com/office/drawing/2014/main" id="{FA049530-7562-41F5-8E93-90E3B21C1002}"/>
              </a:ext>
            </a:extLst>
          </p:cNvPr>
          <p:cNvSpPr>
            <a:spLocks noGrp="1"/>
          </p:cNvSpPr>
          <p:nvPr/>
        </p:nvSpPr>
        <p:spPr>
          <a:xfrm>
            <a:off x="1181100" y="3552825"/>
            <a:ext cx="10401300" cy="9525"/>
          </a:xfrm>
          <a:prstGeom prst="rect">
            <a:avLst/>
          </a:prstGeom>
          <a:solidFill>
            <a:srgbClr val="E7E7E7"/>
          </a:solidFill>
          <a:ln w="0">
            <a:noFill/>
          </a:ln>
        </p:spPr>
      </p:sp>
      <p:sp>
        <p:nvSpPr>
          <p:cNvPr id="12" name="text-382-72">
            <a:extLst>
              <a:ext uri="{FF2B5EF4-FFF2-40B4-BE49-F238E27FC236}">
                <a16:creationId xmlns:a16="http://schemas.microsoft.com/office/drawing/2014/main" id="{705A7AF1-8758-4866-95D7-F6EED63A24CB}"/>
              </a:ext>
            </a:extLst>
          </p:cNvPr>
          <p:cNvSpPr>
            <a:spLocks noGrp="1"/>
          </p:cNvSpPr>
          <p:nvPr/>
        </p:nvSpPr>
        <p:spPr>
          <a:xfrm>
            <a:off x="685800" y="36385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a:ext uri="{FF2B5EF4-FFF2-40B4-BE49-F238E27FC236}">
                <a16:creationId xmlns:a16="http://schemas.microsoft.com/office/drawing/2014/main" id="{D0E90701-FEC2-49AA-A93E-2C93D0A640C0}"/>
              </a:ext>
            </a:extLst>
          </p:cNvPr>
          <p:cNvSpPr>
            <a:spLocks noGrp="1"/>
          </p:cNvSpPr>
          <p:nvPr/>
        </p:nvSpPr>
        <p:spPr>
          <a:xfrm>
            <a:off x="1181100" y="36385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같은 쪽의 최근접 거리 계산을 생략한다</a:t>
            </a:r>
          </a:p>
        </p:txBody>
      </p:sp>
      <p:sp>
        <p:nvSpPr>
          <p:cNvPr id="14" name="직사각형 13">
            <a:extLst>
              <a:ext uri="{FF2B5EF4-FFF2-40B4-BE49-F238E27FC236}">
                <a16:creationId xmlns:a16="http://schemas.microsoft.com/office/drawing/2014/main" id="{971D6E44-C6ED-4D94-B058-4C8689CD4DE3}"/>
              </a:ext>
            </a:extLst>
          </p:cNvPr>
          <p:cNvSpPr>
            <a:spLocks noGrp="1"/>
          </p:cNvSpPr>
          <p:nvPr/>
        </p:nvSpPr>
        <p:spPr>
          <a:xfrm>
            <a:off x="1181100" y="4181475"/>
            <a:ext cx="10401300" cy="9525"/>
          </a:xfrm>
          <a:prstGeom prst="rect">
            <a:avLst/>
          </a:prstGeom>
          <a:solidFill>
            <a:srgbClr val="E7E7E7"/>
          </a:solidFill>
          <a:ln w="0">
            <a:noFill/>
          </a:ln>
        </p:spPr>
      </p:sp>
      <p:sp>
        <p:nvSpPr>
          <p:cNvPr id="15" name="text-448-72">
            <a:extLst>
              <a:ext uri="{FF2B5EF4-FFF2-40B4-BE49-F238E27FC236}">
                <a16:creationId xmlns:a16="http://schemas.microsoft.com/office/drawing/2014/main" id="{7168661D-69D8-4B09-A0D3-DE83C105FB7D}"/>
              </a:ext>
            </a:extLst>
          </p:cNvPr>
          <p:cNvSpPr>
            <a:spLocks noGrp="1"/>
          </p:cNvSpPr>
          <p:nvPr/>
        </p:nvSpPr>
        <p:spPr>
          <a:xfrm>
            <a:off x="685800" y="42672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a:ext uri="{FF2B5EF4-FFF2-40B4-BE49-F238E27FC236}">
                <a16:creationId xmlns:a16="http://schemas.microsoft.com/office/drawing/2014/main" id="{0DAFC589-2AE4-49D6-8342-77B7AE9F8BA6}"/>
              </a:ext>
            </a:extLst>
          </p:cNvPr>
          <p:cNvSpPr>
            <a:spLocks noGrp="1"/>
          </p:cNvSpPr>
          <p:nvPr/>
        </p:nvSpPr>
        <p:spPr>
          <a:xfrm>
            <a:off x="1181100" y="42672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수평 거리가 d 미만인 모든 쌍의 거리를 0으로 본다</a:t>
            </a:r>
          </a:p>
        </p:txBody>
      </p:sp>
      <p:sp>
        <p:nvSpPr>
          <p:cNvPr id="17" name="직사각형 16">
            <a:extLst>
              <a:ext uri="{FF2B5EF4-FFF2-40B4-BE49-F238E27FC236}">
                <a16:creationId xmlns:a16="http://schemas.microsoft.com/office/drawing/2014/main" id="{7F3132E2-A1D2-452A-A7D8-A76759D02911}"/>
              </a:ext>
            </a:extLst>
          </p:cNvPr>
          <p:cNvSpPr>
            <a:spLocks noGrp="1"/>
          </p:cNvSpPr>
          <p:nvPr/>
        </p:nvSpPr>
        <p:spPr>
          <a:xfrm>
            <a:off x="1181100" y="4810125"/>
            <a:ext cx="10401300" cy="9525"/>
          </a:xfrm>
          <a:prstGeom prst="rect">
            <a:avLst/>
          </a:prstGeom>
          <a:solidFill>
            <a:srgbClr val="E7E7E7"/>
          </a:solidFill>
          <a:ln w="0">
            <a:noFill/>
          </a:ln>
        </p:spPr>
      </p:sp>
      <p:sp>
        <p:nvSpPr>
          <p:cNvPr id="18" name="text-514-72">
            <a:extLst>
              <a:ext uri="{FF2B5EF4-FFF2-40B4-BE49-F238E27FC236}">
                <a16:creationId xmlns:a16="http://schemas.microsoft.com/office/drawing/2014/main" id="{9C22E2BC-FBBF-4E42-A59B-87664A30C772}"/>
              </a:ext>
            </a:extLst>
          </p:cNvPr>
          <p:cNvSpPr>
            <a:spLocks noGrp="1"/>
          </p:cNvSpPr>
          <p:nvPr/>
        </p:nvSpPr>
        <p:spPr>
          <a:xfrm>
            <a:off x="685800" y="48958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a:ext uri="{FF2B5EF4-FFF2-40B4-BE49-F238E27FC236}">
                <a16:creationId xmlns:a16="http://schemas.microsoft.com/office/drawing/2014/main" id="{18327A68-4904-4A3D-99E2-87FA96DE82F6}"/>
              </a:ext>
            </a:extLst>
          </p:cNvPr>
          <p:cNvSpPr>
            <a:spLocks noGrp="1"/>
          </p:cNvSpPr>
          <p:nvPr/>
        </p:nvSpPr>
        <p:spPr>
          <a:xfrm>
            <a:off x="1181100" y="48958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y 차이가 작으면 실제 거리도 반드시 d 미만이라고 확정한다</a:t>
            </a:r>
          </a:p>
        </p:txBody>
      </p:sp>
      <p:sp>
        <p:nvSpPr>
          <p:cNvPr id="20" name="직사각형 19">
            <a:extLst>
              <a:ext uri="{FF2B5EF4-FFF2-40B4-BE49-F238E27FC236}">
                <a16:creationId xmlns:a16="http://schemas.microsoft.com/office/drawing/2014/main" id="{FEEE0C2C-D5FD-40BB-8FF8-685339DDBACB}"/>
              </a:ext>
            </a:extLst>
          </p:cNvPr>
          <p:cNvSpPr>
            <a:spLocks noGrp="1"/>
          </p:cNvSpPr>
          <p:nvPr/>
        </p:nvSpPr>
        <p:spPr>
          <a:xfrm>
            <a:off x="1181100" y="5438775"/>
            <a:ext cx="10401300" cy="9525"/>
          </a:xfrm>
          <a:prstGeom prst="rect">
            <a:avLst/>
          </a:prstGeom>
          <a:solidFill>
            <a:srgbClr val="E7E7E7"/>
          </a:solidFill>
          <a:ln w="0">
            <a:noFill/>
          </a:ln>
        </p:spPr>
      </p:sp>
      <p:sp>
        <p:nvSpPr>
          <p:cNvPr id="21" name="text-580-72">
            <a:extLst>
              <a:ext uri="{FF2B5EF4-FFF2-40B4-BE49-F238E27FC236}">
                <a16:creationId xmlns:a16="http://schemas.microsoft.com/office/drawing/2014/main" id="{615145ED-9CDB-4089-95D2-992914B02C14}"/>
              </a:ext>
            </a:extLst>
          </p:cNvPr>
          <p:cNvSpPr>
            <a:spLocks noGrp="1"/>
          </p:cNvSpPr>
          <p:nvPr/>
        </p:nvSpPr>
        <p:spPr>
          <a:xfrm>
            <a:off x="685800" y="55245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a:ext uri="{FF2B5EF4-FFF2-40B4-BE49-F238E27FC236}">
                <a16:creationId xmlns:a16="http://schemas.microsoft.com/office/drawing/2014/main" id="{A2DBAC44-D3A4-4C21-B760-CF5969C5F6D5}"/>
              </a:ext>
            </a:extLst>
          </p:cNvPr>
          <p:cNvSpPr>
            <a:spLocks noGrp="1"/>
          </p:cNvSpPr>
          <p:nvPr/>
        </p:nvSpPr>
        <p:spPr>
          <a:xfrm>
            <a:off x="1181100" y="55245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띠 안의 전체 점 수를 항상 7개 이하로 만든다</a:t>
            </a:r>
          </a:p>
        </p:txBody>
      </p:sp>
    </p:spTree>
    <p:extLst>
      <p:ext uri="{BB962C8B-B14F-4D97-AF65-F5344CB8AC3E}">
        <p14:creationId xmlns:p14="http://schemas.microsoft.com/office/powerpoint/2010/main" val="46268551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AA7025FA-B5E6-4F29-9E85-2ACCEFE65FE8}"/>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66202692-C375-41FE-A2D9-264CB1282F91}"/>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75C7A065-8038-4DEF-A6C1-D386D98E8175}"/>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17  정답과 해설</a:t>
            </a:r>
          </a:p>
        </p:txBody>
      </p:sp>
      <p:sp>
        <p:nvSpPr>
          <p:cNvPr id="4" name="직사각형 3">
            <a:extLst>
              <a:ext uri="{FF2B5EF4-FFF2-40B4-BE49-F238E27FC236}">
                <a16:creationId xmlns:a16="http://schemas.microsoft.com/office/drawing/2014/main" id="{043D0FBC-4F94-4D60-849C-EDB897C8B59E}"/>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68B4EDBA-4B0D-4A13-8572-27AFCDA966FA}"/>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C6CF09A5-495F-4514-A933-0D7804C5A21A}"/>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ED45B61F-915A-4E99-B406-06978595CBBF}"/>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034</a:t>
            </a:r>
            <a:endParaRPr sz="1050" b="1" i="0">
              <a:solidFill>
                <a:srgbClr val="171717"/>
              </a:solidFill>
              <a:latin typeface="Consolas"/>
              <a:ea typeface="Consolas"/>
              <a:cs typeface="Consolas"/>
            </a:endParaRPr>
          </a:p>
        </p:txBody>
      </p:sp>
      <p:sp>
        <p:nvSpPr>
          <p:cNvPr id="8" name="text-178-64">
            <a:extLst>
              <a:ext uri="{FF2B5EF4-FFF2-40B4-BE49-F238E27FC236}">
                <a16:creationId xmlns:a16="http://schemas.microsoft.com/office/drawing/2014/main" id="{7114F45B-B5B3-4EDD-A750-1357DF932A19}"/>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최근접 쌍의 띠를 y 순서로 보는 핵심 목적은?</a:t>
            </a:r>
          </a:p>
        </p:txBody>
      </p:sp>
      <p:sp>
        <p:nvSpPr>
          <p:cNvPr id="9" name="직사각형 8">
            <a:extLst>
              <a:ext uri="{FF2B5EF4-FFF2-40B4-BE49-F238E27FC236}">
                <a16:creationId xmlns:a16="http://schemas.microsoft.com/office/drawing/2014/main" id="{30A4EDFA-28D0-495E-9C72-C1A37E43A695}"/>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949C5F97-0DA6-4A55-8AA1-440CB841ADDB}"/>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1번 세로 거리가 d 이상인 후보를 제외한다</a:t>
            </a:r>
          </a:p>
        </p:txBody>
      </p:sp>
      <p:sp>
        <p:nvSpPr>
          <p:cNvPr id="11" name="text-324.4-64">
            <a:extLst>
              <a:ext uri="{FF2B5EF4-FFF2-40B4-BE49-F238E27FC236}">
                <a16:creationId xmlns:a16="http://schemas.microsoft.com/office/drawing/2014/main" id="{31FEC4FF-E6B7-42BC-B546-08ED7222900F}"/>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1F110063-6285-4294-A118-056B25DBB5DA}"/>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7C87DE5D-55D6-48DA-B61C-03C3DACE841A}"/>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y 차이가 이미 d 이상이면 유클리드 거리도 d 이상이다.</a:t>
            </a:r>
          </a:p>
        </p:txBody>
      </p:sp>
    </p:spTree>
    <p:extLst>
      <p:ext uri="{BB962C8B-B14F-4D97-AF65-F5344CB8AC3E}">
        <p14:creationId xmlns:p14="http://schemas.microsoft.com/office/powerpoint/2010/main" val="46268551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3" name="text-28-64">
            <a:extLst>
              <a:ext uri="{FF2B5EF4-FFF2-40B4-BE49-F238E27FC236}">
                <a16:creationId xmlns:a16="http://schemas.microsoft.com/office/drawing/2014/main" id="{755686C2-878D-4D89-88F0-8F4E495B3F33}"/>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620C1719-F5C2-4C06-AC83-F23A8AECC5D8}"/>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AEAEA5BA-E8DC-41D4-907E-A7A7B75A9B55}"/>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18  </a:t>
            </a:r>
          </a:p>
        </p:txBody>
      </p:sp>
      <p:sp>
        <p:nvSpPr>
          <p:cNvPr id="4" name="직사각형 3">
            <a:extLst>
              <a:ext uri="{FF2B5EF4-FFF2-40B4-BE49-F238E27FC236}">
                <a16:creationId xmlns:a16="http://schemas.microsoft.com/office/drawing/2014/main" id="{76CF40CD-0D77-4D28-8ACA-0F676E7EECF0}"/>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DC5863C3-22D7-485A-863F-39A99D006B65}"/>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F4EDA066-4F11-4AC8-8612-EADE2DDEF3D0}"/>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84AD66FF-4802-46AF-9B20-1FA423100A16}"/>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035</a:t>
            </a:r>
            <a:endParaRPr sz="1050" b="1" i="0">
              <a:solidFill>
                <a:srgbClr val="171717"/>
              </a:solidFill>
              <a:latin typeface="Consolas"/>
              <a:ea typeface="Consolas"/>
              <a:cs typeface="Consolas"/>
            </a:endParaRPr>
          </a:p>
        </p:txBody>
      </p:sp>
      <p:sp>
        <p:nvSpPr>
          <p:cNvPr id="8" name="text-178-64">
            <a:extLst>
              <a:ext uri="{FF2B5EF4-FFF2-40B4-BE49-F238E27FC236}">
                <a16:creationId xmlns:a16="http://schemas.microsoft.com/office/drawing/2014/main" id="{E118A156-0AAC-4F27-9012-2F4B2C76CA97}"/>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최근접 쌍의 각 재귀 호출에서 띠를 다시 Θ(n log n)에 정렬한다. 전체 차수는?</a:t>
            </a:r>
          </a:p>
        </p:txBody>
      </p:sp>
      <p:sp>
        <p:nvSpPr>
          <p:cNvPr id="9" name="text-316-72">
            <a:extLst>
              <a:ext uri="{FF2B5EF4-FFF2-40B4-BE49-F238E27FC236}">
                <a16:creationId xmlns:a16="http://schemas.microsoft.com/office/drawing/2014/main" id="{CC50E171-2647-4481-8FDF-4CC5FFCEFECA}"/>
              </a:ext>
            </a:extLst>
          </p:cNvPr>
          <p:cNvSpPr>
            <a:spLocks noGrp="1"/>
          </p:cNvSpPr>
          <p:nvPr/>
        </p:nvSpPr>
        <p:spPr>
          <a:xfrm>
            <a:off x="685800" y="30099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a:ext uri="{FF2B5EF4-FFF2-40B4-BE49-F238E27FC236}">
                <a16:creationId xmlns:a16="http://schemas.microsoft.com/office/drawing/2014/main" id="{8022AF89-AF28-42D4-8409-9BA904B0A4FC}"/>
              </a:ext>
            </a:extLst>
          </p:cNvPr>
          <p:cNvSpPr>
            <a:spLocks noGrp="1"/>
          </p:cNvSpPr>
          <p:nvPr/>
        </p:nvSpPr>
        <p:spPr>
          <a:xfrm>
            <a:off x="1181100" y="30099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Θ(n² log² n)</a:t>
            </a:r>
          </a:p>
        </p:txBody>
      </p:sp>
      <p:sp>
        <p:nvSpPr>
          <p:cNvPr id="11" name="직사각형 10">
            <a:extLst>
              <a:ext uri="{FF2B5EF4-FFF2-40B4-BE49-F238E27FC236}">
                <a16:creationId xmlns:a16="http://schemas.microsoft.com/office/drawing/2014/main" id="{59050078-AC6A-405C-8F52-8AD557DC7F26}"/>
              </a:ext>
            </a:extLst>
          </p:cNvPr>
          <p:cNvSpPr>
            <a:spLocks noGrp="1"/>
          </p:cNvSpPr>
          <p:nvPr/>
        </p:nvSpPr>
        <p:spPr>
          <a:xfrm>
            <a:off x="1181100" y="3552825"/>
            <a:ext cx="10401300" cy="9525"/>
          </a:xfrm>
          <a:prstGeom prst="rect">
            <a:avLst/>
          </a:prstGeom>
          <a:solidFill>
            <a:srgbClr val="E7E7E7"/>
          </a:solidFill>
          <a:ln w="0">
            <a:noFill/>
          </a:ln>
        </p:spPr>
      </p:sp>
      <p:sp>
        <p:nvSpPr>
          <p:cNvPr id="12" name="text-382-72">
            <a:extLst>
              <a:ext uri="{FF2B5EF4-FFF2-40B4-BE49-F238E27FC236}">
                <a16:creationId xmlns:a16="http://schemas.microsoft.com/office/drawing/2014/main" id="{249A9932-3847-42FB-925E-0E9BF0398A1A}"/>
              </a:ext>
            </a:extLst>
          </p:cNvPr>
          <p:cNvSpPr>
            <a:spLocks noGrp="1"/>
          </p:cNvSpPr>
          <p:nvPr/>
        </p:nvSpPr>
        <p:spPr>
          <a:xfrm>
            <a:off x="685800" y="36385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a:ext uri="{FF2B5EF4-FFF2-40B4-BE49-F238E27FC236}">
                <a16:creationId xmlns:a16="http://schemas.microsoft.com/office/drawing/2014/main" id="{6F6CCE37-A117-4269-8755-F3F549FB98B3}"/>
              </a:ext>
            </a:extLst>
          </p:cNvPr>
          <p:cNvSpPr>
            <a:spLocks noGrp="1"/>
          </p:cNvSpPr>
          <p:nvPr/>
        </p:nvSpPr>
        <p:spPr>
          <a:xfrm>
            <a:off x="1181100" y="36385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Θ(n)</a:t>
            </a:r>
          </a:p>
        </p:txBody>
      </p:sp>
      <p:sp>
        <p:nvSpPr>
          <p:cNvPr id="14" name="직사각형 13">
            <a:extLst>
              <a:ext uri="{FF2B5EF4-FFF2-40B4-BE49-F238E27FC236}">
                <a16:creationId xmlns:a16="http://schemas.microsoft.com/office/drawing/2014/main" id="{EAAC7197-4DBB-49C3-A804-8683C52569F8}"/>
              </a:ext>
            </a:extLst>
          </p:cNvPr>
          <p:cNvSpPr>
            <a:spLocks noGrp="1"/>
          </p:cNvSpPr>
          <p:nvPr/>
        </p:nvSpPr>
        <p:spPr>
          <a:xfrm>
            <a:off x="1181100" y="4181475"/>
            <a:ext cx="10401300" cy="9525"/>
          </a:xfrm>
          <a:prstGeom prst="rect">
            <a:avLst/>
          </a:prstGeom>
          <a:solidFill>
            <a:srgbClr val="E7E7E7"/>
          </a:solidFill>
          <a:ln w="0">
            <a:noFill/>
          </a:ln>
        </p:spPr>
      </p:sp>
      <p:sp>
        <p:nvSpPr>
          <p:cNvPr id="15" name="text-448-72">
            <a:extLst>
              <a:ext uri="{FF2B5EF4-FFF2-40B4-BE49-F238E27FC236}">
                <a16:creationId xmlns:a16="http://schemas.microsoft.com/office/drawing/2014/main" id="{B4D02EE6-6BA1-4490-92B1-313EC8CB8BE5}"/>
              </a:ext>
            </a:extLst>
          </p:cNvPr>
          <p:cNvSpPr>
            <a:spLocks noGrp="1"/>
          </p:cNvSpPr>
          <p:nvPr/>
        </p:nvSpPr>
        <p:spPr>
          <a:xfrm>
            <a:off x="685800" y="42672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a:ext uri="{FF2B5EF4-FFF2-40B4-BE49-F238E27FC236}">
                <a16:creationId xmlns:a16="http://schemas.microsoft.com/office/drawing/2014/main" id="{64814CEF-DFBD-4881-A509-0EEB888A5814}"/>
              </a:ext>
            </a:extLst>
          </p:cNvPr>
          <p:cNvSpPr>
            <a:spLocks noGrp="1"/>
          </p:cNvSpPr>
          <p:nvPr/>
        </p:nvSpPr>
        <p:spPr>
          <a:xfrm>
            <a:off x="1181100" y="42672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Θ(n log² n)</a:t>
            </a:r>
          </a:p>
        </p:txBody>
      </p:sp>
      <p:sp>
        <p:nvSpPr>
          <p:cNvPr id="17" name="직사각형 16">
            <a:extLst>
              <a:ext uri="{FF2B5EF4-FFF2-40B4-BE49-F238E27FC236}">
                <a16:creationId xmlns:a16="http://schemas.microsoft.com/office/drawing/2014/main" id="{4E304EED-C9D7-46DF-94ED-D23852C36409}"/>
              </a:ext>
            </a:extLst>
          </p:cNvPr>
          <p:cNvSpPr>
            <a:spLocks noGrp="1"/>
          </p:cNvSpPr>
          <p:nvPr/>
        </p:nvSpPr>
        <p:spPr>
          <a:xfrm>
            <a:off x="1181100" y="4810125"/>
            <a:ext cx="10401300" cy="9525"/>
          </a:xfrm>
          <a:prstGeom prst="rect">
            <a:avLst/>
          </a:prstGeom>
          <a:solidFill>
            <a:srgbClr val="E7E7E7"/>
          </a:solidFill>
          <a:ln w="0">
            <a:noFill/>
          </a:ln>
        </p:spPr>
      </p:sp>
      <p:sp>
        <p:nvSpPr>
          <p:cNvPr id="18" name="text-514-72">
            <a:extLst>
              <a:ext uri="{FF2B5EF4-FFF2-40B4-BE49-F238E27FC236}">
                <a16:creationId xmlns:a16="http://schemas.microsoft.com/office/drawing/2014/main" id="{655A70AE-09F0-4AB8-9D6B-0711795C6649}"/>
              </a:ext>
            </a:extLst>
          </p:cNvPr>
          <p:cNvSpPr>
            <a:spLocks noGrp="1"/>
          </p:cNvSpPr>
          <p:nvPr/>
        </p:nvSpPr>
        <p:spPr>
          <a:xfrm>
            <a:off x="685800" y="48958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a:ext uri="{FF2B5EF4-FFF2-40B4-BE49-F238E27FC236}">
                <a16:creationId xmlns:a16="http://schemas.microsoft.com/office/drawing/2014/main" id="{2A5DF93D-A538-4C33-907B-FA6AC4C1795E}"/>
              </a:ext>
            </a:extLst>
          </p:cNvPr>
          <p:cNvSpPr>
            <a:spLocks noGrp="1"/>
          </p:cNvSpPr>
          <p:nvPr/>
        </p:nvSpPr>
        <p:spPr>
          <a:xfrm>
            <a:off x="1181100" y="48958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Θ(n³)</a:t>
            </a:r>
          </a:p>
        </p:txBody>
      </p:sp>
      <p:sp>
        <p:nvSpPr>
          <p:cNvPr id="20" name="직사각형 19">
            <a:extLst>
              <a:ext uri="{FF2B5EF4-FFF2-40B4-BE49-F238E27FC236}">
                <a16:creationId xmlns:a16="http://schemas.microsoft.com/office/drawing/2014/main" id="{4A07FD0A-BBF7-4DC0-90D8-CB16FFFEBDC7}"/>
              </a:ext>
            </a:extLst>
          </p:cNvPr>
          <p:cNvSpPr>
            <a:spLocks noGrp="1"/>
          </p:cNvSpPr>
          <p:nvPr/>
        </p:nvSpPr>
        <p:spPr>
          <a:xfrm>
            <a:off x="1181100" y="5438775"/>
            <a:ext cx="10401300" cy="9525"/>
          </a:xfrm>
          <a:prstGeom prst="rect">
            <a:avLst/>
          </a:prstGeom>
          <a:solidFill>
            <a:srgbClr val="E7E7E7"/>
          </a:solidFill>
          <a:ln w="0">
            <a:noFill/>
          </a:ln>
        </p:spPr>
      </p:sp>
      <p:sp>
        <p:nvSpPr>
          <p:cNvPr id="21" name="text-580-72">
            <a:extLst>
              <a:ext uri="{FF2B5EF4-FFF2-40B4-BE49-F238E27FC236}">
                <a16:creationId xmlns:a16="http://schemas.microsoft.com/office/drawing/2014/main" id="{D2340633-846D-4EC7-95C3-9B76D6EB3CF5}"/>
              </a:ext>
            </a:extLst>
          </p:cNvPr>
          <p:cNvSpPr>
            <a:spLocks noGrp="1"/>
          </p:cNvSpPr>
          <p:nvPr/>
        </p:nvSpPr>
        <p:spPr>
          <a:xfrm>
            <a:off x="685800" y="55245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a:ext uri="{FF2B5EF4-FFF2-40B4-BE49-F238E27FC236}">
                <a16:creationId xmlns:a16="http://schemas.microsoft.com/office/drawing/2014/main" id="{65F79507-1D11-4F6A-A0DB-079E64204324}"/>
              </a:ext>
            </a:extLst>
          </p:cNvPr>
          <p:cNvSpPr>
            <a:spLocks noGrp="1"/>
          </p:cNvSpPr>
          <p:nvPr/>
        </p:nvSpPr>
        <p:spPr>
          <a:xfrm>
            <a:off x="1181100" y="55245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Θ(log n)</a:t>
            </a:r>
          </a:p>
        </p:txBody>
      </p:sp>
    </p:spTree>
    <p:extLst>
      <p:ext uri="{BB962C8B-B14F-4D97-AF65-F5344CB8AC3E}">
        <p14:creationId xmlns:p14="http://schemas.microsoft.com/office/powerpoint/2010/main" val="46268551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BA7FE08E-26ED-44D5-B886-0AE4CD70894D}"/>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E295C45A-2198-43CB-8D7B-7D36817492AE}"/>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151BBDC2-7870-4336-8DBC-37E1DC128953}"/>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18  정답과 해설</a:t>
            </a:r>
          </a:p>
        </p:txBody>
      </p:sp>
      <p:sp>
        <p:nvSpPr>
          <p:cNvPr id="4" name="직사각형 3">
            <a:extLst>
              <a:ext uri="{FF2B5EF4-FFF2-40B4-BE49-F238E27FC236}">
                <a16:creationId xmlns:a16="http://schemas.microsoft.com/office/drawing/2014/main" id="{97F74C4F-F7B8-4D8C-AF8D-009D2D9C1524}"/>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2CA715CD-10B1-445E-A14E-98933D496B96}"/>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562580D7-C42D-4F6F-915D-EF34C633B799}"/>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D33094DA-B0E0-4A5F-AEEA-32DA76E0ECE7}"/>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036</a:t>
            </a:r>
            <a:endParaRPr sz="1050" b="1" i="0">
              <a:solidFill>
                <a:srgbClr val="171717"/>
              </a:solidFill>
              <a:latin typeface="Consolas"/>
              <a:ea typeface="Consolas"/>
              <a:cs typeface="Consolas"/>
            </a:endParaRPr>
          </a:p>
        </p:txBody>
      </p:sp>
      <p:sp>
        <p:nvSpPr>
          <p:cNvPr id="8" name="text-178-64">
            <a:extLst>
              <a:ext uri="{FF2B5EF4-FFF2-40B4-BE49-F238E27FC236}">
                <a16:creationId xmlns:a16="http://schemas.microsoft.com/office/drawing/2014/main" id="{8D6C7845-4ED8-4821-A06C-C53372182065}"/>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최근접 쌍의 각 재귀 호출에서 띠를 다시 Θ(n log n)에 정렬한다. 전체 차수는?</a:t>
            </a:r>
          </a:p>
        </p:txBody>
      </p:sp>
      <p:sp>
        <p:nvSpPr>
          <p:cNvPr id="9" name="직사각형 8">
            <a:extLst>
              <a:ext uri="{FF2B5EF4-FFF2-40B4-BE49-F238E27FC236}">
                <a16:creationId xmlns:a16="http://schemas.microsoft.com/office/drawing/2014/main" id="{4B5833E4-6AE3-498C-BB6A-0F21E5373B1C}"/>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626EE05B-B687-4927-864D-1AB616A2942E}"/>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3번 Θ(n log² n)</a:t>
            </a:r>
          </a:p>
        </p:txBody>
      </p:sp>
      <p:sp>
        <p:nvSpPr>
          <p:cNvPr id="11" name="text-324.4-64">
            <a:extLst>
              <a:ext uri="{FF2B5EF4-FFF2-40B4-BE49-F238E27FC236}">
                <a16:creationId xmlns:a16="http://schemas.microsoft.com/office/drawing/2014/main" id="{DD8036C4-B13C-4098-B7EA-A787A2583A76}"/>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292A8E14-B4C3-42D9-9D78-AA8BA1AEE452}"/>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AABF5F9D-EC72-4B5F-8A1B-7B104DC84AE0}"/>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T(n)=2T(n/2)+Θ(n log n)을 층별로 합하면 로그 인수가 하나 더 생긴다.</a:t>
            </a:r>
          </a:p>
        </p:txBody>
      </p:sp>
    </p:spTree>
    <p:extLst>
      <p:ext uri="{BB962C8B-B14F-4D97-AF65-F5344CB8AC3E}">
        <p14:creationId xmlns:p14="http://schemas.microsoft.com/office/powerpoint/2010/main" val="46268551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3" name="text-28-64">
            <a:extLst>
              <a:ext uri="{FF2B5EF4-FFF2-40B4-BE49-F238E27FC236}">
                <a16:creationId xmlns:a16="http://schemas.microsoft.com/office/drawing/2014/main" id="{54DC20D6-7DC4-425A-BB61-9BE8C288FBCF}"/>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E630185A-4CA6-4D8B-BE3A-BCAEC6079043}"/>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3A5CC1E1-CAF2-4328-B6CA-035B4138896A}"/>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19  </a:t>
            </a:r>
          </a:p>
        </p:txBody>
      </p:sp>
      <p:sp>
        <p:nvSpPr>
          <p:cNvPr id="4" name="직사각형 3">
            <a:extLst>
              <a:ext uri="{FF2B5EF4-FFF2-40B4-BE49-F238E27FC236}">
                <a16:creationId xmlns:a16="http://schemas.microsoft.com/office/drawing/2014/main" id="{21DE2327-C8FD-4694-BE01-1F8E928DC681}"/>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B2106982-9CC9-4778-99FE-E72BC64012C1}"/>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4CA00208-FD87-4A62-9F8E-52E87473CD4A}"/>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3966E378-1C39-464A-B1FE-07C537344617}"/>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037</a:t>
            </a:r>
            <a:endParaRPr sz="1050" b="1" i="0">
              <a:solidFill>
                <a:srgbClr val="171717"/>
              </a:solidFill>
              <a:latin typeface="Consolas"/>
              <a:ea typeface="Consolas"/>
              <a:cs typeface="Consolas"/>
            </a:endParaRPr>
          </a:p>
        </p:txBody>
      </p:sp>
      <p:sp>
        <p:nvSpPr>
          <p:cNvPr id="8" name="text-178-64">
            <a:extLst>
              <a:ext uri="{FF2B5EF4-FFF2-40B4-BE49-F238E27FC236}">
                <a16:creationId xmlns:a16="http://schemas.microsoft.com/office/drawing/2014/main" id="{B72D8C66-9F02-4E64-9731-BE85E9DA4AD4}"/>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최근접 쌍을 O(n log n)에 구현할 때 필요한 결합 조건은?</a:t>
            </a:r>
          </a:p>
        </p:txBody>
      </p:sp>
      <p:sp>
        <p:nvSpPr>
          <p:cNvPr id="9" name="text-316-72">
            <a:extLst>
              <a:ext uri="{FF2B5EF4-FFF2-40B4-BE49-F238E27FC236}">
                <a16:creationId xmlns:a16="http://schemas.microsoft.com/office/drawing/2014/main" id="{FD5742A3-9A35-427A-BD48-8D2562C41FE4}"/>
              </a:ext>
            </a:extLst>
          </p:cNvPr>
          <p:cNvSpPr>
            <a:spLocks noGrp="1"/>
          </p:cNvSpPr>
          <p:nvPr/>
        </p:nvSpPr>
        <p:spPr>
          <a:xfrm>
            <a:off x="685800" y="30099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a:ext uri="{FF2B5EF4-FFF2-40B4-BE49-F238E27FC236}">
                <a16:creationId xmlns:a16="http://schemas.microsoft.com/office/drawing/2014/main" id="{CD4BEFB4-494B-4367-96BD-3B86AFB7241E}"/>
              </a:ext>
            </a:extLst>
          </p:cNvPr>
          <p:cNvSpPr>
            <a:spLocks noGrp="1"/>
          </p:cNvSpPr>
          <p:nvPr/>
        </p:nvSpPr>
        <p:spPr>
          <a:xfrm>
            <a:off x="1181100" y="30099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y 정렬 순서를 재사용하여 결합을 선형으로 한다</a:t>
            </a:r>
          </a:p>
        </p:txBody>
      </p:sp>
      <p:sp>
        <p:nvSpPr>
          <p:cNvPr id="11" name="직사각형 10">
            <a:extLst>
              <a:ext uri="{FF2B5EF4-FFF2-40B4-BE49-F238E27FC236}">
                <a16:creationId xmlns:a16="http://schemas.microsoft.com/office/drawing/2014/main" id="{33FB38E9-26C9-428A-82F9-EB390ABB31F6}"/>
              </a:ext>
            </a:extLst>
          </p:cNvPr>
          <p:cNvSpPr>
            <a:spLocks noGrp="1"/>
          </p:cNvSpPr>
          <p:nvPr/>
        </p:nvSpPr>
        <p:spPr>
          <a:xfrm>
            <a:off x="1181100" y="3552825"/>
            <a:ext cx="10401300" cy="9525"/>
          </a:xfrm>
          <a:prstGeom prst="rect">
            <a:avLst/>
          </a:prstGeom>
          <a:solidFill>
            <a:srgbClr val="E7E7E7"/>
          </a:solidFill>
          <a:ln w="0">
            <a:noFill/>
          </a:ln>
        </p:spPr>
      </p:sp>
      <p:sp>
        <p:nvSpPr>
          <p:cNvPr id="12" name="text-382-72">
            <a:extLst>
              <a:ext uri="{FF2B5EF4-FFF2-40B4-BE49-F238E27FC236}">
                <a16:creationId xmlns:a16="http://schemas.microsoft.com/office/drawing/2014/main" id="{A5C8D526-3128-40F3-9E81-EA20F3CD2A2A}"/>
              </a:ext>
            </a:extLst>
          </p:cNvPr>
          <p:cNvSpPr>
            <a:spLocks noGrp="1"/>
          </p:cNvSpPr>
          <p:nvPr/>
        </p:nvSpPr>
        <p:spPr>
          <a:xfrm>
            <a:off x="685800" y="36385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a:ext uri="{FF2B5EF4-FFF2-40B4-BE49-F238E27FC236}">
                <a16:creationId xmlns:a16="http://schemas.microsoft.com/office/drawing/2014/main" id="{4EB6326B-C8F8-475D-868F-CF6A74D03718}"/>
              </a:ext>
            </a:extLst>
          </p:cNvPr>
          <p:cNvSpPr>
            <a:spLocks noGrp="1"/>
          </p:cNvSpPr>
          <p:nvPr/>
        </p:nvSpPr>
        <p:spPr>
          <a:xfrm>
            <a:off x="1181100" y="36385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x 정렬만 유지하면 띠 검사 순서는 무관하다</a:t>
            </a:r>
          </a:p>
        </p:txBody>
      </p:sp>
      <p:sp>
        <p:nvSpPr>
          <p:cNvPr id="14" name="직사각형 13">
            <a:extLst>
              <a:ext uri="{FF2B5EF4-FFF2-40B4-BE49-F238E27FC236}">
                <a16:creationId xmlns:a16="http://schemas.microsoft.com/office/drawing/2014/main" id="{CE1BBE6F-5028-4602-AE41-53834D13854E}"/>
              </a:ext>
            </a:extLst>
          </p:cNvPr>
          <p:cNvSpPr>
            <a:spLocks noGrp="1"/>
          </p:cNvSpPr>
          <p:nvPr/>
        </p:nvSpPr>
        <p:spPr>
          <a:xfrm>
            <a:off x="1181100" y="4181475"/>
            <a:ext cx="10401300" cy="9525"/>
          </a:xfrm>
          <a:prstGeom prst="rect">
            <a:avLst/>
          </a:prstGeom>
          <a:solidFill>
            <a:srgbClr val="E7E7E7"/>
          </a:solidFill>
          <a:ln w="0">
            <a:noFill/>
          </a:ln>
        </p:spPr>
      </p:sp>
      <p:sp>
        <p:nvSpPr>
          <p:cNvPr id="15" name="text-448-72">
            <a:extLst>
              <a:ext uri="{FF2B5EF4-FFF2-40B4-BE49-F238E27FC236}">
                <a16:creationId xmlns:a16="http://schemas.microsoft.com/office/drawing/2014/main" id="{02AD4820-5B2B-4A39-BB3E-D30BF44A9DE1}"/>
              </a:ext>
            </a:extLst>
          </p:cNvPr>
          <p:cNvSpPr>
            <a:spLocks noGrp="1"/>
          </p:cNvSpPr>
          <p:nvPr/>
        </p:nvSpPr>
        <p:spPr>
          <a:xfrm>
            <a:off x="685800" y="42672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a:ext uri="{FF2B5EF4-FFF2-40B4-BE49-F238E27FC236}">
                <a16:creationId xmlns:a16="http://schemas.microsoft.com/office/drawing/2014/main" id="{2F45300E-E23E-463E-8876-E59FEA4D7DA8}"/>
              </a:ext>
            </a:extLst>
          </p:cNvPr>
          <p:cNvSpPr>
            <a:spLocks noGrp="1"/>
          </p:cNvSpPr>
          <p:nvPr/>
        </p:nvSpPr>
        <p:spPr>
          <a:xfrm>
            <a:off x="1181100" y="42672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띠 안의 모든 점 쌍을 제한 없이 비교한다</a:t>
            </a:r>
          </a:p>
        </p:txBody>
      </p:sp>
      <p:sp>
        <p:nvSpPr>
          <p:cNvPr id="17" name="직사각형 16">
            <a:extLst>
              <a:ext uri="{FF2B5EF4-FFF2-40B4-BE49-F238E27FC236}">
                <a16:creationId xmlns:a16="http://schemas.microsoft.com/office/drawing/2014/main" id="{24E8EAF9-7992-435F-A9C0-16CE08366468}"/>
              </a:ext>
            </a:extLst>
          </p:cNvPr>
          <p:cNvSpPr>
            <a:spLocks noGrp="1"/>
          </p:cNvSpPr>
          <p:nvPr/>
        </p:nvSpPr>
        <p:spPr>
          <a:xfrm>
            <a:off x="1181100" y="4810125"/>
            <a:ext cx="10401300" cy="9525"/>
          </a:xfrm>
          <a:prstGeom prst="rect">
            <a:avLst/>
          </a:prstGeom>
          <a:solidFill>
            <a:srgbClr val="E7E7E7"/>
          </a:solidFill>
          <a:ln w="0">
            <a:noFill/>
          </a:ln>
        </p:spPr>
      </p:sp>
      <p:sp>
        <p:nvSpPr>
          <p:cNvPr id="18" name="text-514-72">
            <a:extLst>
              <a:ext uri="{FF2B5EF4-FFF2-40B4-BE49-F238E27FC236}">
                <a16:creationId xmlns:a16="http://schemas.microsoft.com/office/drawing/2014/main" id="{CCA33537-144B-45D6-9E67-10A7DFA52EF8}"/>
              </a:ext>
            </a:extLst>
          </p:cNvPr>
          <p:cNvSpPr>
            <a:spLocks noGrp="1"/>
          </p:cNvSpPr>
          <p:nvPr/>
        </p:nvSpPr>
        <p:spPr>
          <a:xfrm>
            <a:off x="685800" y="48958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a:ext uri="{FF2B5EF4-FFF2-40B4-BE49-F238E27FC236}">
                <a16:creationId xmlns:a16="http://schemas.microsoft.com/office/drawing/2014/main" id="{6FADCEC5-243A-4FFC-AD3C-9DF74885B172}"/>
              </a:ext>
            </a:extLst>
          </p:cNvPr>
          <p:cNvSpPr>
            <a:spLocks noGrp="1"/>
          </p:cNvSpPr>
          <p:nvPr/>
        </p:nvSpPr>
        <p:spPr>
          <a:xfrm>
            <a:off x="1181100" y="48958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매 재귀 호출에서 띠 전체를 새로 비교 정렬한다</a:t>
            </a:r>
          </a:p>
        </p:txBody>
      </p:sp>
      <p:sp>
        <p:nvSpPr>
          <p:cNvPr id="20" name="직사각형 19">
            <a:extLst>
              <a:ext uri="{FF2B5EF4-FFF2-40B4-BE49-F238E27FC236}">
                <a16:creationId xmlns:a16="http://schemas.microsoft.com/office/drawing/2014/main" id="{9DCA6CD8-58DD-4319-B522-AEABD3EF7D28}"/>
              </a:ext>
            </a:extLst>
          </p:cNvPr>
          <p:cNvSpPr>
            <a:spLocks noGrp="1"/>
          </p:cNvSpPr>
          <p:nvPr/>
        </p:nvSpPr>
        <p:spPr>
          <a:xfrm>
            <a:off x="1181100" y="5438775"/>
            <a:ext cx="10401300" cy="9525"/>
          </a:xfrm>
          <a:prstGeom prst="rect">
            <a:avLst/>
          </a:prstGeom>
          <a:solidFill>
            <a:srgbClr val="E7E7E7"/>
          </a:solidFill>
          <a:ln w="0">
            <a:noFill/>
          </a:ln>
        </p:spPr>
      </p:sp>
      <p:sp>
        <p:nvSpPr>
          <p:cNvPr id="21" name="text-580-72">
            <a:extLst>
              <a:ext uri="{FF2B5EF4-FFF2-40B4-BE49-F238E27FC236}">
                <a16:creationId xmlns:a16="http://schemas.microsoft.com/office/drawing/2014/main" id="{BF1AFCB3-7C9E-4832-A6AE-5B4D1D720305}"/>
              </a:ext>
            </a:extLst>
          </p:cNvPr>
          <p:cNvSpPr>
            <a:spLocks noGrp="1"/>
          </p:cNvSpPr>
          <p:nvPr/>
        </p:nvSpPr>
        <p:spPr>
          <a:xfrm>
            <a:off x="685800" y="55245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a:ext uri="{FF2B5EF4-FFF2-40B4-BE49-F238E27FC236}">
                <a16:creationId xmlns:a16="http://schemas.microsoft.com/office/drawing/2014/main" id="{20B855C5-4537-46EC-AC25-72318A2E1F8D}"/>
              </a:ext>
            </a:extLst>
          </p:cNvPr>
          <p:cNvSpPr>
            <a:spLocks noGrp="1"/>
          </p:cNvSpPr>
          <p:nvPr/>
        </p:nvSpPr>
        <p:spPr>
          <a:xfrm>
            <a:off x="1181100" y="55245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처음에 한 번 y 정렬하면 재귀 분할 후 순서 유지가 필요 없다</a:t>
            </a:r>
          </a:p>
        </p:txBody>
      </p:sp>
    </p:spTree>
    <p:extLst>
      <p:ext uri="{BB962C8B-B14F-4D97-AF65-F5344CB8AC3E}">
        <p14:creationId xmlns:p14="http://schemas.microsoft.com/office/powerpoint/2010/main" val="46268551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2707C9FC-3EBE-4393-9F48-6310028F5FB3}"/>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51CEA680-4807-4F58-B1DC-A44D848622C2}"/>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1E7D4F23-7511-4A72-95B6-15B1990A8CE8}"/>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19  정답과 해설</a:t>
            </a:r>
          </a:p>
        </p:txBody>
      </p:sp>
      <p:sp>
        <p:nvSpPr>
          <p:cNvPr id="4" name="직사각형 3">
            <a:extLst>
              <a:ext uri="{FF2B5EF4-FFF2-40B4-BE49-F238E27FC236}">
                <a16:creationId xmlns:a16="http://schemas.microsoft.com/office/drawing/2014/main" id="{31FB13FB-A916-42E1-9964-2C1D497B3903}"/>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B0AE28F4-24D0-4797-A15A-34A2E6BDF65F}"/>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48B2989C-34C7-468D-A70C-B5E8A5D97361}"/>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D160DB6A-8E35-41B8-984C-322053011454}"/>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038</a:t>
            </a:r>
            <a:endParaRPr sz="1050" b="1" i="0">
              <a:solidFill>
                <a:srgbClr val="171717"/>
              </a:solidFill>
              <a:latin typeface="Consolas"/>
              <a:ea typeface="Consolas"/>
              <a:cs typeface="Consolas"/>
            </a:endParaRPr>
          </a:p>
        </p:txBody>
      </p:sp>
      <p:sp>
        <p:nvSpPr>
          <p:cNvPr id="8" name="text-178-64">
            <a:extLst>
              <a:ext uri="{FF2B5EF4-FFF2-40B4-BE49-F238E27FC236}">
                <a16:creationId xmlns:a16="http://schemas.microsoft.com/office/drawing/2014/main" id="{0D572165-482F-4412-A571-8ACF7BBCFA0A}"/>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최근접 쌍을 O(n log n)에 구현할 때 필요한 결합 조건은?</a:t>
            </a:r>
          </a:p>
        </p:txBody>
      </p:sp>
      <p:sp>
        <p:nvSpPr>
          <p:cNvPr id="9" name="직사각형 8">
            <a:extLst>
              <a:ext uri="{FF2B5EF4-FFF2-40B4-BE49-F238E27FC236}">
                <a16:creationId xmlns:a16="http://schemas.microsoft.com/office/drawing/2014/main" id="{34D7FA85-CA4D-4DCD-A324-4F623FD300C9}"/>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7F5C3327-26F8-41C0-ADD6-F25B4356F8BC}"/>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1번 y 정렬 순서를 재사용하여 결합을 선형으로 한다</a:t>
            </a:r>
          </a:p>
        </p:txBody>
      </p:sp>
      <p:sp>
        <p:nvSpPr>
          <p:cNvPr id="11" name="text-324.4-64">
            <a:extLst>
              <a:ext uri="{FF2B5EF4-FFF2-40B4-BE49-F238E27FC236}">
                <a16:creationId xmlns:a16="http://schemas.microsoft.com/office/drawing/2014/main" id="{023AD824-5344-4D0D-AD0B-18A3480D0062}"/>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9DDD09E7-5AC7-417A-93CC-C7E2E720F77F}"/>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7C86549D-0E56-4ADA-BA70-060E840FE82A}"/>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초기 정렬 뒤 정렬 순서를 재귀 분할과 병합으로 유지하면 각 층 비용이 선형이다.</a:t>
            </a:r>
          </a:p>
        </p:txBody>
      </p:sp>
    </p:spTree>
    <p:extLst>
      <p:ext uri="{BB962C8B-B14F-4D97-AF65-F5344CB8AC3E}">
        <p14:creationId xmlns:p14="http://schemas.microsoft.com/office/powerpoint/2010/main" val="46268551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3" name="text-28-64">
            <a:extLst>
              <a:ext uri="{FF2B5EF4-FFF2-40B4-BE49-F238E27FC236}">
                <a16:creationId xmlns:a16="http://schemas.microsoft.com/office/drawing/2014/main" id="{6B513947-9443-4E51-BE02-F7F9516F2602}"/>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5C52D8F2-7DD6-4416-B2E1-F1AF739D9100}"/>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22E37157-EB39-4CE0-A932-67110DD1DBDE}"/>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20  </a:t>
            </a:r>
          </a:p>
        </p:txBody>
      </p:sp>
      <p:sp>
        <p:nvSpPr>
          <p:cNvPr id="4" name="직사각형 3">
            <a:extLst>
              <a:ext uri="{FF2B5EF4-FFF2-40B4-BE49-F238E27FC236}">
                <a16:creationId xmlns:a16="http://schemas.microsoft.com/office/drawing/2014/main" id="{D76AD146-E687-4A3B-A97D-7FEFCC92C41A}"/>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50759832-95A5-4675-8274-B6DCA3F2FC31}"/>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59C1DBFF-9B62-48E8-80C9-E349DB2BEE57}"/>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1FDC57AD-AFE5-433B-B55C-163BB2B16E7C}"/>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039</a:t>
            </a:r>
            <a:endParaRPr sz="1050" b="1" i="0">
              <a:solidFill>
                <a:srgbClr val="171717"/>
              </a:solidFill>
              <a:latin typeface="Consolas"/>
              <a:ea typeface="Consolas"/>
              <a:cs typeface="Consolas"/>
            </a:endParaRPr>
          </a:p>
        </p:txBody>
      </p:sp>
      <p:sp>
        <p:nvSpPr>
          <p:cNvPr id="8" name="text-178-64">
            <a:extLst>
              <a:ext uri="{FF2B5EF4-FFF2-40B4-BE49-F238E27FC236}">
                <a16:creationId xmlns:a16="http://schemas.microsoft.com/office/drawing/2014/main" id="{2078B16C-C170-4CB5-B760-BF45B7C4662B}"/>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최근접 쌍에서 서로 다른 인덱스의 두 점 좌표가 같으면 최소 거리는?</a:t>
            </a:r>
          </a:p>
        </p:txBody>
      </p:sp>
      <p:sp>
        <p:nvSpPr>
          <p:cNvPr id="9" name="text-316-72">
            <a:extLst>
              <a:ext uri="{FF2B5EF4-FFF2-40B4-BE49-F238E27FC236}">
                <a16:creationId xmlns:a16="http://schemas.microsoft.com/office/drawing/2014/main" id="{71B324E8-0474-4A18-B0AB-A3EA299734BD}"/>
              </a:ext>
            </a:extLst>
          </p:cNvPr>
          <p:cNvSpPr>
            <a:spLocks noGrp="1"/>
          </p:cNvSpPr>
          <p:nvPr/>
        </p:nvSpPr>
        <p:spPr>
          <a:xfrm>
            <a:off x="685800" y="30099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a:ext uri="{FF2B5EF4-FFF2-40B4-BE49-F238E27FC236}">
                <a16:creationId xmlns:a16="http://schemas.microsoft.com/office/drawing/2014/main" id="{3715E6F0-53D8-412A-AEF7-82E6894DF0DE}"/>
              </a:ext>
            </a:extLst>
          </p:cNvPr>
          <p:cNvSpPr>
            <a:spLocks noGrp="1"/>
          </p:cNvSpPr>
          <p:nvPr/>
        </p:nvSpPr>
        <p:spPr>
          <a:xfrm>
            <a:off x="1181100" y="30099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무한대</a:t>
            </a:r>
          </a:p>
        </p:txBody>
      </p:sp>
      <p:sp>
        <p:nvSpPr>
          <p:cNvPr id="11" name="직사각형 10">
            <a:extLst>
              <a:ext uri="{FF2B5EF4-FFF2-40B4-BE49-F238E27FC236}">
                <a16:creationId xmlns:a16="http://schemas.microsoft.com/office/drawing/2014/main" id="{81C587D1-7EB2-4CDB-BBAF-0ED741079EE4}"/>
              </a:ext>
            </a:extLst>
          </p:cNvPr>
          <p:cNvSpPr>
            <a:spLocks noGrp="1"/>
          </p:cNvSpPr>
          <p:nvPr/>
        </p:nvSpPr>
        <p:spPr>
          <a:xfrm>
            <a:off x="1181100" y="3552825"/>
            <a:ext cx="10401300" cy="9525"/>
          </a:xfrm>
          <a:prstGeom prst="rect">
            <a:avLst/>
          </a:prstGeom>
          <a:solidFill>
            <a:srgbClr val="E7E7E7"/>
          </a:solidFill>
          <a:ln w="0">
            <a:noFill/>
          </a:ln>
        </p:spPr>
      </p:sp>
      <p:sp>
        <p:nvSpPr>
          <p:cNvPr id="12" name="text-382-72">
            <a:extLst>
              <a:ext uri="{FF2B5EF4-FFF2-40B4-BE49-F238E27FC236}">
                <a16:creationId xmlns:a16="http://schemas.microsoft.com/office/drawing/2014/main" id="{4E22C4EC-4E45-426D-BB10-C814A0F88685}"/>
              </a:ext>
            </a:extLst>
          </p:cNvPr>
          <p:cNvSpPr>
            <a:spLocks noGrp="1"/>
          </p:cNvSpPr>
          <p:nvPr/>
        </p:nvSpPr>
        <p:spPr>
          <a:xfrm>
            <a:off x="685800" y="36385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a:ext uri="{FF2B5EF4-FFF2-40B4-BE49-F238E27FC236}">
                <a16:creationId xmlns:a16="http://schemas.microsoft.com/office/drawing/2014/main" id="{650F8D0D-07BC-45C1-AD32-63E748BAC3F0}"/>
              </a:ext>
            </a:extLst>
          </p:cNvPr>
          <p:cNvSpPr>
            <a:spLocks noGrp="1"/>
          </p:cNvSpPr>
          <p:nvPr/>
        </p:nvSpPr>
        <p:spPr>
          <a:xfrm>
            <a:off x="1181100" y="36385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−1</a:t>
            </a:r>
          </a:p>
        </p:txBody>
      </p:sp>
      <p:sp>
        <p:nvSpPr>
          <p:cNvPr id="14" name="직사각형 13">
            <a:extLst>
              <a:ext uri="{FF2B5EF4-FFF2-40B4-BE49-F238E27FC236}">
                <a16:creationId xmlns:a16="http://schemas.microsoft.com/office/drawing/2014/main" id="{57A61F34-75B1-4CAF-B1B1-88C2273AD047}"/>
              </a:ext>
            </a:extLst>
          </p:cNvPr>
          <p:cNvSpPr>
            <a:spLocks noGrp="1"/>
          </p:cNvSpPr>
          <p:nvPr/>
        </p:nvSpPr>
        <p:spPr>
          <a:xfrm>
            <a:off x="1181100" y="4181475"/>
            <a:ext cx="10401300" cy="9525"/>
          </a:xfrm>
          <a:prstGeom prst="rect">
            <a:avLst/>
          </a:prstGeom>
          <a:solidFill>
            <a:srgbClr val="E7E7E7"/>
          </a:solidFill>
          <a:ln w="0">
            <a:noFill/>
          </a:ln>
        </p:spPr>
      </p:sp>
      <p:sp>
        <p:nvSpPr>
          <p:cNvPr id="15" name="text-448-72">
            <a:extLst>
              <a:ext uri="{FF2B5EF4-FFF2-40B4-BE49-F238E27FC236}">
                <a16:creationId xmlns:a16="http://schemas.microsoft.com/office/drawing/2014/main" id="{27A97E21-9BCB-45BA-8867-D0DEF1262421}"/>
              </a:ext>
            </a:extLst>
          </p:cNvPr>
          <p:cNvSpPr>
            <a:spLocks noGrp="1"/>
          </p:cNvSpPr>
          <p:nvPr/>
        </p:nvSpPr>
        <p:spPr>
          <a:xfrm>
            <a:off x="685800" y="42672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a:ext uri="{FF2B5EF4-FFF2-40B4-BE49-F238E27FC236}">
                <a16:creationId xmlns:a16="http://schemas.microsoft.com/office/drawing/2014/main" id="{BBCED52F-8DA6-48F7-973F-D2C025BF8E9E}"/>
              </a:ext>
            </a:extLst>
          </p:cNvPr>
          <p:cNvSpPr>
            <a:spLocks noGrp="1"/>
          </p:cNvSpPr>
          <p:nvPr/>
        </p:nvSpPr>
        <p:spPr>
          <a:xfrm>
            <a:off x="1181100" y="42672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1</a:t>
            </a:r>
          </a:p>
        </p:txBody>
      </p:sp>
      <p:sp>
        <p:nvSpPr>
          <p:cNvPr id="17" name="직사각형 16">
            <a:extLst>
              <a:ext uri="{FF2B5EF4-FFF2-40B4-BE49-F238E27FC236}">
                <a16:creationId xmlns:a16="http://schemas.microsoft.com/office/drawing/2014/main" id="{42BAEDC5-4B2F-4A2E-A4AE-0AF4A55815AC}"/>
              </a:ext>
            </a:extLst>
          </p:cNvPr>
          <p:cNvSpPr>
            <a:spLocks noGrp="1"/>
          </p:cNvSpPr>
          <p:nvPr/>
        </p:nvSpPr>
        <p:spPr>
          <a:xfrm>
            <a:off x="1181100" y="4810125"/>
            <a:ext cx="10401300" cy="9525"/>
          </a:xfrm>
          <a:prstGeom prst="rect">
            <a:avLst/>
          </a:prstGeom>
          <a:solidFill>
            <a:srgbClr val="E7E7E7"/>
          </a:solidFill>
          <a:ln w="0">
            <a:noFill/>
          </a:ln>
        </p:spPr>
      </p:sp>
      <p:sp>
        <p:nvSpPr>
          <p:cNvPr id="18" name="text-514-72">
            <a:extLst>
              <a:ext uri="{FF2B5EF4-FFF2-40B4-BE49-F238E27FC236}">
                <a16:creationId xmlns:a16="http://schemas.microsoft.com/office/drawing/2014/main" id="{491685E5-2D69-455F-BCE4-7997D3A1DAC6}"/>
              </a:ext>
            </a:extLst>
          </p:cNvPr>
          <p:cNvSpPr>
            <a:spLocks noGrp="1"/>
          </p:cNvSpPr>
          <p:nvPr/>
        </p:nvSpPr>
        <p:spPr>
          <a:xfrm>
            <a:off x="685800" y="48958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a:ext uri="{FF2B5EF4-FFF2-40B4-BE49-F238E27FC236}">
                <a16:creationId xmlns:a16="http://schemas.microsoft.com/office/drawing/2014/main" id="{390D9D8B-BC4B-4A78-AE52-7607840F0724}"/>
              </a:ext>
            </a:extLst>
          </p:cNvPr>
          <p:cNvSpPr>
            <a:spLocks noGrp="1"/>
          </p:cNvSpPr>
          <p:nvPr/>
        </p:nvSpPr>
        <p:spPr>
          <a:xfrm>
            <a:off x="1181100" y="48958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좌표 합</a:t>
            </a:r>
          </a:p>
        </p:txBody>
      </p:sp>
      <p:sp>
        <p:nvSpPr>
          <p:cNvPr id="20" name="직사각형 19">
            <a:extLst>
              <a:ext uri="{FF2B5EF4-FFF2-40B4-BE49-F238E27FC236}">
                <a16:creationId xmlns:a16="http://schemas.microsoft.com/office/drawing/2014/main" id="{D3E26294-D1C1-4D7C-8049-51C566DBF1F1}"/>
              </a:ext>
            </a:extLst>
          </p:cNvPr>
          <p:cNvSpPr>
            <a:spLocks noGrp="1"/>
          </p:cNvSpPr>
          <p:nvPr/>
        </p:nvSpPr>
        <p:spPr>
          <a:xfrm>
            <a:off x="1181100" y="5438775"/>
            <a:ext cx="10401300" cy="9525"/>
          </a:xfrm>
          <a:prstGeom prst="rect">
            <a:avLst/>
          </a:prstGeom>
          <a:solidFill>
            <a:srgbClr val="E7E7E7"/>
          </a:solidFill>
          <a:ln w="0">
            <a:noFill/>
          </a:ln>
        </p:spPr>
      </p:sp>
      <p:sp>
        <p:nvSpPr>
          <p:cNvPr id="21" name="text-580-72">
            <a:extLst>
              <a:ext uri="{FF2B5EF4-FFF2-40B4-BE49-F238E27FC236}">
                <a16:creationId xmlns:a16="http://schemas.microsoft.com/office/drawing/2014/main" id="{9CE15BE1-4A31-404B-A6EF-3DE95327ED99}"/>
              </a:ext>
            </a:extLst>
          </p:cNvPr>
          <p:cNvSpPr>
            <a:spLocks noGrp="1"/>
          </p:cNvSpPr>
          <p:nvPr/>
        </p:nvSpPr>
        <p:spPr>
          <a:xfrm>
            <a:off x="685800" y="55245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a:ext uri="{FF2B5EF4-FFF2-40B4-BE49-F238E27FC236}">
                <a16:creationId xmlns:a16="http://schemas.microsoft.com/office/drawing/2014/main" id="{D6CA81AF-0182-4217-925A-DA7812076056}"/>
              </a:ext>
            </a:extLst>
          </p:cNvPr>
          <p:cNvSpPr>
            <a:spLocks noGrp="1"/>
          </p:cNvSpPr>
          <p:nvPr/>
        </p:nvSpPr>
        <p:spPr>
          <a:xfrm>
            <a:off x="1181100" y="55245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0</a:t>
            </a:r>
          </a:p>
        </p:txBody>
      </p:sp>
    </p:spTree>
    <p:extLst>
      <p:ext uri="{BB962C8B-B14F-4D97-AF65-F5344CB8AC3E}">
        <p14:creationId xmlns:p14="http://schemas.microsoft.com/office/powerpoint/2010/main" val="46268551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040BAE6E-1666-4CA9-86AB-3F15DD47BD5D}"/>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6E610F18-82B8-4C89-A801-129D6023BFC4}"/>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8BA70D63-83EE-4CC9-A96B-1A951A6559DF}"/>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20  정답과 해설</a:t>
            </a:r>
          </a:p>
        </p:txBody>
      </p:sp>
      <p:sp>
        <p:nvSpPr>
          <p:cNvPr id="4" name="직사각형 3">
            <a:extLst>
              <a:ext uri="{FF2B5EF4-FFF2-40B4-BE49-F238E27FC236}">
                <a16:creationId xmlns:a16="http://schemas.microsoft.com/office/drawing/2014/main" id="{39A5715B-51F3-4608-AA36-3D3A2FBD8B5E}"/>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5CDC967B-97A3-4998-9C36-74562E703F76}"/>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9FEB4A94-3DAB-4247-8D35-39FBB445BE8A}"/>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8294CFA2-95BA-4E07-A416-03933DB62320}"/>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040</a:t>
            </a:r>
            <a:endParaRPr sz="1050" b="1" i="0">
              <a:solidFill>
                <a:srgbClr val="171717"/>
              </a:solidFill>
              <a:latin typeface="Consolas"/>
              <a:ea typeface="Consolas"/>
              <a:cs typeface="Consolas"/>
            </a:endParaRPr>
          </a:p>
        </p:txBody>
      </p:sp>
      <p:sp>
        <p:nvSpPr>
          <p:cNvPr id="8" name="text-178-64">
            <a:extLst>
              <a:ext uri="{FF2B5EF4-FFF2-40B4-BE49-F238E27FC236}">
                <a16:creationId xmlns:a16="http://schemas.microsoft.com/office/drawing/2014/main" id="{42A26797-8412-4BF6-A9BC-E8125B851402}"/>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최근접 쌍에서 서로 다른 인덱스의 두 점 좌표가 같으면 최소 거리는?</a:t>
            </a:r>
          </a:p>
        </p:txBody>
      </p:sp>
      <p:sp>
        <p:nvSpPr>
          <p:cNvPr id="9" name="직사각형 8">
            <a:extLst>
              <a:ext uri="{FF2B5EF4-FFF2-40B4-BE49-F238E27FC236}">
                <a16:creationId xmlns:a16="http://schemas.microsoft.com/office/drawing/2014/main" id="{723F5142-2AD5-4704-9C88-F4E6A89F59EA}"/>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F4561DA7-E1F8-413A-BC6E-598255B704FF}"/>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5번 0</a:t>
            </a:r>
          </a:p>
        </p:txBody>
      </p:sp>
      <p:sp>
        <p:nvSpPr>
          <p:cNvPr id="11" name="text-324.4-64">
            <a:extLst>
              <a:ext uri="{FF2B5EF4-FFF2-40B4-BE49-F238E27FC236}">
                <a16:creationId xmlns:a16="http://schemas.microsoft.com/office/drawing/2014/main" id="{E2D5B384-EDC3-4D1D-8FF0-C08EB20198AC}"/>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178F32E0-2926-4DA8-BBFB-6B4E0DA87AB8}"/>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29BB668C-A08B-4A03-A34A-891D575CA743}"/>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같은 좌표의 두 점도 서로 다른 점 항목이면 거리가 0이다.</a:t>
            </a:r>
          </a:p>
        </p:txBody>
      </p:sp>
    </p:spTree>
    <p:extLst>
      <p:ext uri="{BB962C8B-B14F-4D97-AF65-F5344CB8AC3E}">
        <p14:creationId xmlns:p14="http://schemas.microsoft.com/office/powerpoint/2010/main" val="46268551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3" name="text-28-64">
            <a:extLst>
              <a:ext uri="{FF2B5EF4-FFF2-40B4-BE49-F238E27FC236}">
                <a16:creationId xmlns:a16="http://schemas.microsoft.com/office/drawing/2014/main" id="{BEF8D666-5536-4390-925D-5774E30EF0C1}"/>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33D3E4FA-59AD-4F03-BA7A-20EE76FFF84A}"/>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6525A99B-0B4E-43D8-A203-04B3D8878083}"/>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21  </a:t>
            </a:r>
          </a:p>
        </p:txBody>
      </p:sp>
      <p:sp>
        <p:nvSpPr>
          <p:cNvPr id="4" name="직사각형 3">
            <a:extLst>
              <a:ext uri="{FF2B5EF4-FFF2-40B4-BE49-F238E27FC236}">
                <a16:creationId xmlns:a16="http://schemas.microsoft.com/office/drawing/2014/main" id="{CABEE935-A21D-4B31-9EEA-0F410DC445A1}"/>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042A3B21-46F5-4246-9BD0-AD7A812FE1EC}"/>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14AAB807-4397-416F-A12C-8164D08D8EC7}"/>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09C26C4B-4354-4B8C-95EF-0DDF8726BBAC}"/>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041</a:t>
            </a:r>
            <a:endParaRPr sz="1050" b="1" i="0">
              <a:solidFill>
                <a:srgbClr val="171717"/>
              </a:solidFill>
              <a:latin typeface="Consolas"/>
              <a:ea typeface="Consolas"/>
              <a:cs typeface="Consolas"/>
            </a:endParaRPr>
          </a:p>
        </p:txBody>
      </p:sp>
      <p:sp>
        <p:nvSpPr>
          <p:cNvPr id="8" name="text-178-64">
            <a:extLst>
              <a:ext uri="{FF2B5EF4-FFF2-40B4-BE49-F238E27FC236}">
                <a16:creationId xmlns:a16="http://schemas.microsoft.com/office/drawing/2014/main" id="{22102740-16C7-4262-B985-886620A4BFE8}"/>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제곱거리로 최근접 쌍을 비교해도 되는 이유는?</a:t>
            </a:r>
          </a:p>
        </p:txBody>
      </p:sp>
      <p:sp>
        <p:nvSpPr>
          <p:cNvPr id="9" name="text-316-72">
            <a:extLst>
              <a:ext uri="{FF2B5EF4-FFF2-40B4-BE49-F238E27FC236}">
                <a16:creationId xmlns:a16="http://schemas.microsoft.com/office/drawing/2014/main" id="{E94CEEE3-A685-475D-B174-AA27D4F146B8}"/>
              </a:ext>
            </a:extLst>
          </p:cNvPr>
          <p:cNvSpPr>
            <a:spLocks noGrp="1"/>
          </p:cNvSpPr>
          <p:nvPr/>
        </p:nvSpPr>
        <p:spPr>
          <a:xfrm>
            <a:off x="685800" y="30099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a:ext uri="{FF2B5EF4-FFF2-40B4-BE49-F238E27FC236}">
                <a16:creationId xmlns:a16="http://schemas.microsoft.com/office/drawing/2014/main" id="{C4B90BDE-74F5-4094-BD8E-A8958A70AEE6}"/>
              </a:ext>
            </a:extLst>
          </p:cNvPr>
          <p:cNvSpPr>
            <a:spLocks noGrp="1"/>
          </p:cNvSpPr>
          <p:nvPr/>
        </p:nvSpPr>
        <p:spPr>
          <a:xfrm>
            <a:off x="1181100" y="30099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제곱거리를 쓰면 좌표 차이의 오버플로도 사라진다</a:t>
            </a:r>
          </a:p>
        </p:txBody>
      </p:sp>
      <p:sp>
        <p:nvSpPr>
          <p:cNvPr id="11" name="직사각형 10">
            <a:extLst>
              <a:ext uri="{FF2B5EF4-FFF2-40B4-BE49-F238E27FC236}">
                <a16:creationId xmlns:a16="http://schemas.microsoft.com/office/drawing/2014/main" id="{FCC9C853-0D19-4BB7-92BE-577D5084DC69}"/>
              </a:ext>
            </a:extLst>
          </p:cNvPr>
          <p:cNvSpPr>
            <a:spLocks noGrp="1"/>
          </p:cNvSpPr>
          <p:nvPr/>
        </p:nvSpPr>
        <p:spPr>
          <a:xfrm>
            <a:off x="1181100" y="3552825"/>
            <a:ext cx="10401300" cy="9525"/>
          </a:xfrm>
          <a:prstGeom prst="rect">
            <a:avLst/>
          </a:prstGeom>
          <a:solidFill>
            <a:srgbClr val="E7E7E7"/>
          </a:solidFill>
          <a:ln w="0">
            <a:noFill/>
          </a:ln>
        </p:spPr>
      </p:sp>
      <p:sp>
        <p:nvSpPr>
          <p:cNvPr id="12" name="text-382-72">
            <a:extLst>
              <a:ext uri="{FF2B5EF4-FFF2-40B4-BE49-F238E27FC236}">
                <a16:creationId xmlns:a16="http://schemas.microsoft.com/office/drawing/2014/main" id="{6823D307-4D33-4417-B34E-747CD1A2EE09}"/>
              </a:ext>
            </a:extLst>
          </p:cNvPr>
          <p:cNvSpPr>
            <a:spLocks noGrp="1"/>
          </p:cNvSpPr>
          <p:nvPr/>
        </p:nvSpPr>
        <p:spPr>
          <a:xfrm>
            <a:off x="685800" y="36385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a:ext uri="{FF2B5EF4-FFF2-40B4-BE49-F238E27FC236}">
                <a16:creationId xmlns:a16="http://schemas.microsoft.com/office/drawing/2014/main" id="{82FEED28-21E0-43E4-8966-A16B11051DC3}"/>
              </a:ext>
            </a:extLst>
          </p:cNvPr>
          <p:cNvSpPr>
            <a:spLocks noGrp="1"/>
          </p:cNvSpPr>
          <p:nvPr/>
        </p:nvSpPr>
        <p:spPr>
          <a:xfrm>
            <a:off x="1181100" y="36385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제곱거리를 쓰면 최근접 쌍 후보를 비교할 필요가 없다</a:t>
            </a:r>
          </a:p>
        </p:txBody>
      </p:sp>
      <p:sp>
        <p:nvSpPr>
          <p:cNvPr id="14" name="직사각형 13">
            <a:extLst>
              <a:ext uri="{FF2B5EF4-FFF2-40B4-BE49-F238E27FC236}">
                <a16:creationId xmlns:a16="http://schemas.microsoft.com/office/drawing/2014/main" id="{CDBB9BE8-C9C8-4D5A-8347-D45143083DA3}"/>
              </a:ext>
            </a:extLst>
          </p:cNvPr>
          <p:cNvSpPr>
            <a:spLocks noGrp="1"/>
          </p:cNvSpPr>
          <p:nvPr/>
        </p:nvSpPr>
        <p:spPr>
          <a:xfrm>
            <a:off x="1181100" y="4181475"/>
            <a:ext cx="10401300" cy="9525"/>
          </a:xfrm>
          <a:prstGeom prst="rect">
            <a:avLst/>
          </a:prstGeom>
          <a:solidFill>
            <a:srgbClr val="E7E7E7"/>
          </a:solidFill>
          <a:ln w="0">
            <a:noFill/>
          </a:ln>
        </p:spPr>
      </p:sp>
      <p:sp>
        <p:nvSpPr>
          <p:cNvPr id="15" name="text-448-72">
            <a:extLst>
              <a:ext uri="{FF2B5EF4-FFF2-40B4-BE49-F238E27FC236}">
                <a16:creationId xmlns:a16="http://schemas.microsoft.com/office/drawing/2014/main" id="{E03A152B-12E3-4E6E-B0A1-96B9D9A95B18}"/>
              </a:ext>
            </a:extLst>
          </p:cNvPr>
          <p:cNvSpPr>
            <a:spLocks noGrp="1"/>
          </p:cNvSpPr>
          <p:nvPr/>
        </p:nvSpPr>
        <p:spPr>
          <a:xfrm>
            <a:off x="685800" y="42672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a:ext uri="{FF2B5EF4-FFF2-40B4-BE49-F238E27FC236}">
                <a16:creationId xmlns:a16="http://schemas.microsoft.com/office/drawing/2014/main" id="{3425A0C8-7D17-4E00-979A-6A6EB8C145A9}"/>
              </a:ext>
            </a:extLst>
          </p:cNvPr>
          <p:cNvSpPr>
            <a:spLocks noGrp="1"/>
          </p:cNvSpPr>
          <p:nvPr/>
        </p:nvSpPr>
        <p:spPr>
          <a:xfrm>
            <a:off x="1181100" y="42672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비음수에서 제곱근이 엄격히 증가한다</a:t>
            </a:r>
          </a:p>
        </p:txBody>
      </p:sp>
      <p:sp>
        <p:nvSpPr>
          <p:cNvPr id="17" name="직사각형 16">
            <a:extLst>
              <a:ext uri="{FF2B5EF4-FFF2-40B4-BE49-F238E27FC236}">
                <a16:creationId xmlns:a16="http://schemas.microsoft.com/office/drawing/2014/main" id="{53F546DA-77B1-4DE6-8309-2A824B62037A}"/>
              </a:ext>
            </a:extLst>
          </p:cNvPr>
          <p:cNvSpPr>
            <a:spLocks noGrp="1"/>
          </p:cNvSpPr>
          <p:nvPr/>
        </p:nvSpPr>
        <p:spPr>
          <a:xfrm>
            <a:off x="1181100" y="4810125"/>
            <a:ext cx="10401300" cy="9525"/>
          </a:xfrm>
          <a:prstGeom prst="rect">
            <a:avLst/>
          </a:prstGeom>
          <a:solidFill>
            <a:srgbClr val="E7E7E7"/>
          </a:solidFill>
          <a:ln w="0">
            <a:noFill/>
          </a:ln>
        </p:spPr>
      </p:sp>
      <p:sp>
        <p:nvSpPr>
          <p:cNvPr id="18" name="text-514-72">
            <a:extLst>
              <a:ext uri="{FF2B5EF4-FFF2-40B4-BE49-F238E27FC236}">
                <a16:creationId xmlns:a16="http://schemas.microsoft.com/office/drawing/2014/main" id="{0E46573A-BA77-40AC-973D-E1DD846BB6EA}"/>
              </a:ext>
            </a:extLst>
          </p:cNvPr>
          <p:cNvSpPr>
            <a:spLocks noGrp="1"/>
          </p:cNvSpPr>
          <p:nvPr/>
        </p:nvSpPr>
        <p:spPr>
          <a:xfrm>
            <a:off x="685800" y="48958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a:ext uri="{FF2B5EF4-FFF2-40B4-BE49-F238E27FC236}">
                <a16:creationId xmlns:a16="http://schemas.microsoft.com/office/drawing/2014/main" id="{208E3860-2B52-4EDC-ACBF-3801F7399061}"/>
              </a:ext>
            </a:extLst>
          </p:cNvPr>
          <p:cNvSpPr>
            <a:spLocks noGrp="1"/>
          </p:cNvSpPr>
          <p:nvPr/>
        </p:nvSpPr>
        <p:spPr>
          <a:xfrm>
            <a:off x="1181100" y="48958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제곱 연산은 모든 음수와 양수에서 순서를 보존한다</a:t>
            </a:r>
          </a:p>
        </p:txBody>
      </p:sp>
      <p:sp>
        <p:nvSpPr>
          <p:cNvPr id="20" name="직사각형 19">
            <a:extLst>
              <a:ext uri="{FF2B5EF4-FFF2-40B4-BE49-F238E27FC236}">
                <a16:creationId xmlns:a16="http://schemas.microsoft.com/office/drawing/2014/main" id="{E2A6E3EE-92C8-4995-9B6D-BC11782B1B7E}"/>
              </a:ext>
            </a:extLst>
          </p:cNvPr>
          <p:cNvSpPr>
            <a:spLocks noGrp="1"/>
          </p:cNvSpPr>
          <p:nvPr/>
        </p:nvSpPr>
        <p:spPr>
          <a:xfrm>
            <a:off x="1181100" y="5438775"/>
            <a:ext cx="10401300" cy="9525"/>
          </a:xfrm>
          <a:prstGeom prst="rect">
            <a:avLst/>
          </a:prstGeom>
          <a:solidFill>
            <a:srgbClr val="E7E7E7"/>
          </a:solidFill>
          <a:ln w="0">
            <a:noFill/>
          </a:ln>
        </p:spPr>
      </p:sp>
      <p:sp>
        <p:nvSpPr>
          <p:cNvPr id="21" name="text-580-72">
            <a:extLst>
              <a:ext uri="{FF2B5EF4-FFF2-40B4-BE49-F238E27FC236}">
                <a16:creationId xmlns:a16="http://schemas.microsoft.com/office/drawing/2014/main" id="{A3E22EDC-9572-43BA-8EAF-555FC4190ECE}"/>
              </a:ext>
            </a:extLst>
          </p:cNvPr>
          <p:cNvSpPr>
            <a:spLocks noGrp="1"/>
          </p:cNvSpPr>
          <p:nvPr/>
        </p:nvSpPr>
        <p:spPr>
          <a:xfrm>
            <a:off x="685800" y="55245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a:ext uri="{FF2B5EF4-FFF2-40B4-BE49-F238E27FC236}">
                <a16:creationId xmlns:a16="http://schemas.microsoft.com/office/drawing/2014/main" id="{2F6103A0-2C9B-41CC-921C-D6EADABE03EF}"/>
              </a:ext>
            </a:extLst>
          </p:cNvPr>
          <p:cNvSpPr>
            <a:spLocks noGrp="1"/>
          </p:cNvSpPr>
          <p:nvPr/>
        </p:nvSpPr>
        <p:spPr>
          <a:xfrm>
            <a:off x="1181100" y="55245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정수 좌표이면 서로 다른 모든 점 쌍의 거리가 다르다</a:t>
            </a:r>
          </a:p>
        </p:txBody>
      </p:sp>
    </p:spTree>
    <p:extLst>
      <p:ext uri="{BB962C8B-B14F-4D97-AF65-F5344CB8AC3E}">
        <p14:creationId xmlns:p14="http://schemas.microsoft.com/office/powerpoint/2010/main" val="46268551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667E94F8-7284-45B3-BF46-7CA5882FE565}"/>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822B5390-0444-443A-A74A-B6ADB8B0E420}"/>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B3E4E70C-67A8-4E71-B492-A5DB9585953D}"/>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21  정답과 해설</a:t>
            </a:r>
          </a:p>
        </p:txBody>
      </p:sp>
      <p:sp>
        <p:nvSpPr>
          <p:cNvPr id="4" name="직사각형 3">
            <a:extLst>
              <a:ext uri="{FF2B5EF4-FFF2-40B4-BE49-F238E27FC236}">
                <a16:creationId xmlns:a16="http://schemas.microsoft.com/office/drawing/2014/main" id="{027C9347-2E8D-413E-BC24-A649C32C45DA}"/>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685EF774-6257-4C7B-BEBE-AA6B1F94F9B2}"/>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EA4E5D59-19CC-4AB4-9E35-4D2B5D89FB6B}"/>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5D781AB6-BA43-4D72-B993-58DCEAA25E4F}"/>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042</a:t>
            </a:r>
            <a:endParaRPr sz="1050" b="1" i="0">
              <a:solidFill>
                <a:srgbClr val="171717"/>
              </a:solidFill>
              <a:latin typeface="Consolas"/>
              <a:ea typeface="Consolas"/>
              <a:cs typeface="Consolas"/>
            </a:endParaRPr>
          </a:p>
        </p:txBody>
      </p:sp>
      <p:sp>
        <p:nvSpPr>
          <p:cNvPr id="8" name="text-178-64">
            <a:extLst>
              <a:ext uri="{FF2B5EF4-FFF2-40B4-BE49-F238E27FC236}">
                <a16:creationId xmlns:a16="http://schemas.microsoft.com/office/drawing/2014/main" id="{113684C9-7A2D-4DE0-90F8-24A0C57FF696}"/>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제곱거리로 최근접 쌍을 비교해도 되는 이유는?</a:t>
            </a:r>
          </a:p>
        </p:txBody>
      </p:sp>
      <p:sp>
        <p:nvSpPr>
          <p:cNvPr id="9" name="직사각형 8">
            <a:extLst>
              <a:ext uri="{FF2B5EF4-FFF2-40B4-BE49-F238E27FC236}">
                <a16:creationId xmlns:a16="http://schemas.microsoft.com/office/drawing/2014/main" id="{D6B9431C-BF85-4B51-8D2E-A2DB5171F23A}"/>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D5683C25-88C8-4B2A-9C96-0E9010A57B45}"/>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3번 비음수에서 제곱근이 엄격히 증가한다</a:t>
            </a:r>
          </a:p>
        </p:txBody>
      </p:sp>
      <p:sp>
        <p:nvSpPr>
          <p:cNvPr id="11" name="text-324.4-64">
            <a:extLst>
              <a:ext uri="{FF2B5EF4-FFF2-40B4-BE49-F238E27FC236}">
                <a16:creationId xmlns:a16="http://schemas.microsoft.com/office/drawing/2014/main" id="{702C4EA4-12DF-43D0-BE86-0FBB3D8E0557}"/>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C890FED2-8466-4D2E-8FD3-613A11302FB7}"/>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470588F9-3330-4C56-A3A2-FE7C6EF24ADF}"/>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거리 순위는 제곱거리 순위와 같으므로 비교마다 제곱근을 구하지 않아도 된다.</a:t>
            </a:r>
          </a:p>
        </p:txBody>
      </p:sp>
    </p:spTree>
    <p:extLst>
      <p:ext uri="{BB962C8B-B14F-4D97-AF65-F5344CB8AC3E}">
        <p14:creationId xmlns:p14="http://schemas.microsoft.com/office/powerpoint/2010/main" val="46268551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3" name="text-28-64">
            <a:extLst>
              <a:ext uri="{FF2B5EF4-FFF2-40B4-BE49-F238E27FC236}">
                <a16:creationId xmlns:a16="http://schemas.microsoft.com/office/drawing/2014/main" id="{874FCBBB-9548-44A6-AF31-746274AF3F78}"/>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3A6F4C0F-E6F9-459F-B0CB-D2BC953B1717}"/>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F226E4FF-7300-433C-9B6A-E7DB2C98DB2C}"/>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22  </a:t>
            </a:r>
          </a:p>
        </p:txBody>
      </p:sp>
      <p:sp>
        <p:nvSpPr>
          <p:cNvPr id="4" name="직사각형 3">
            <a:extLst>
              <a:ext uri="{FF2B5EF4-FFF2-40B4-BE49-F238E27FC236}">
                <a16:creationId xmlns:a16="http://schemas.microsoft.com/office/drawing/2014/main" id="{F724EFD3-5E18-4BAA-9E92-925D8F7130BB}"/>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2F21E7B9-DCE9-4504-90ED-CDA020073944}"/>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40EB0C35-E6AB-4A8C-8210-A04BA321A9DA}"/>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7C576D38-1E44-4CFD-BBB3-893D735EB8BB}"/>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043</a:t>
            </a:r>
            <a:endParaRPr sz="1050" b="1" i="0">
              <a:solidFill>
                <a:srgbClr val="171717"/>
              </a:solidFill>
              <a:latin typeface="Consolas"/>
              <a:ea typeface="Consolas"/>
              <a:cs typeface="Consolas"/>
            </a:endParaRPr>
          </a:p>
        </p:txBody>
      </p:sp>
      <p:sp>
        <p:nvSpPr>
          <p:cNvPr id="8" name="text-178-64">
            <a:extLst>
              <a:ext uri="{FF2B5EF4-FFF2-40B4-BE49-F238E27FC236}">
                <a16:creationId xmlns:a16="http://schemas.microsoft.com/office/drawing/2014/main" id="{94B3AC2E-1C20-4E13-8885-4BA66DC8EF34}"/>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흑백 쿼드트리에서 현재 영역이 한 색이면 올바른 처리는?</a:t>
            </a:r>
          </a:p>
        </p:txBody>
      </p:sp>
      <p:sp>
        <p:nvSpPr>
          <p:cNvPr id="9" name="text-316-72">
            <a:extLst>
              <a:ext uri="{FF2B5EF4-FFF2-40B4-BE49-F238E27FC236}">
                <a16:creationId xmlns:a16="http://schemas.microsoft.com/office/drawing/2014/main" id="{3E515C77-AB83-4B40-BD58-1F086F5EAADB}"/>
              </a:ext>
            </a:extLst>
          </p:cNvPr>
          <p:cNvSpPr>
            <a:spLocks noGrp="1"/>
          </p:cNvSpPr>
          <p:nvPr/>
        </p:nvSpPr>
        <p:spPr>
          <a:xfrm>
            <a:off x="685800" y="30099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a:ext uri="{FF2B5EF4-FFF2-40B4-BE49-F238E27FC236}">
                <a16:creationId xmlns:a16="http://schemas.microsoft.com/office/drawing/2014/main" id="{84563072-0725-4067-836B-362DD68BF25E}"/>
              </a:ext>
            </a:extLst>
          </p:cNvPr>
          <p:cNvSpPr>
            <a:spLocks noGrp="1"/>
          </p:cNvSpPr>
          <p:nvPr/>
        </p:nvSpPr>
        <p:spPr>
          <a:xfrm>
            <a:off x="1181100" y="30099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그 색 하나를 기록하고 종료한다</a:t>
            </a:r>
          </a:p>
        </p:txBody>
      </p:sp>
      <p:sp>
        <p:nvSpPr>
          <p:cNvPr id="11" name="직사각형 10">
            <a:extLst>
              <a:ext uri="{FF2B5EF4-FFF2-40B4-BE49-F238E27FC236}">
                <a16:creationId xmlns:a16="http://schemas.microsoft.com/office/drawing/2014/main" id="{88679B14-EF6E-4A62-9D20-AC80313DB6C6}"/>
              </a:ext>
            </a:extLst>
          </p:cNvPr>
          <p:cNvSpPr>
            <a:spLocks noGrp="1"/>
          </p:cNvSpPr>
          <p:nvPr/>
        </p:nvSpPr>
        <p:spPr>
          <a:xfrm>
            <a:off x="1181100" y="3552825"/>
            <a:ext cx="10401300" cy="9525"/>
          </a:xfrm>
          <a:prstGeom prst="rect">
            <a:avLst/>
          </a:prstGeom>
          <a:solidFill>
            <a:srgbClr val="E7E7E7"/>
          </a:solidFill>
          <a:ln w="0">
            <a:noFill/>
          </a:ln>
        </p:spPr>
      </p:sp>
      <p:sp>
        <p:nvSpPr>
          <p:cNvPr id="12" name="text-382-72">
            <a:extLst>
              <a:ext uri="{FF2B5EF4-FFF2-40B4-BE49-F238E27FC236}">
                <a16:creationId xmlns:a16="http://schemas.microsoft.com/office/drawing/2014/main" id="{7B915A98-8438-437F-A4B2-1909C14E754E}"/>
              </a:ext>
            </a:extLst>
          </p:cNvPr>
          <p:cNvSpPr>
            <a:spLocks noGrp="1"/>
          </p:cNvSpPr>
          <p:nvPr/>
        </p:nvSpPr>
        <p:spPr>
          <a:xfrm>
            <a:off x="685800" y="36385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a:ext uri="{FF2B5EF4-FFF2-40B4-BE49-F238E27FC236}">
                <a16:creationId xmlns:a16="http://schemas.microsoft.com/office/drawing/2014/main" id="{10D6AD16-3609-4C4C-80A2-17078B86B592}"/>
              </a:ext>
            </a:extLst>
          </p:cNvPr>
          <p:cNvSpPr>
            <a:spLocks noGrp="1"/>
          </p:cNvSpPr>
          <p:nvPr/>
        </p:nvSpPr>
        <p:spPr>
          <a:xfrm>
            <a:off x="1181100" y="36385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색 대신 영역의 넓이만 기록한다</a:t>
            </a:r>
          </a:p>
        </p:txBody>
      </p:sp>
      <p:sp>
        <p:nvSpPr>
          <p:cNvPr id="14" name="직사각형 13">
            <a:extLst>
              <a:ext uri="{FF2B5EF4-FFF2-40B4-BE49-F238E27FC236}">
                <a16:creationId xmlns:a16="http://schemas.microsoft.com/office/drawing/2014/main" id="{CAE72C79-F803-47F5-8929-4328DE2C47E7}"/>
              </a:ext>
            </a:extLst>
          </p:cNvPr>
          <p:cNvSpPr>
            <a:spLocks noGrp="1"/>
          </p:cNvSpPr>
          <p:nvPr/>
        </p:nvSpPr>
        <p:spPr>
          <a:xfrm>
            <a:off x="1181100" y="4181475"/>
            <a:ext cx="10401300" cy="9525"/>
          </a:xfrm>
          <a:prstGeom prst="rect">
            <a:avLst/>
          </a:prstGeom>
          <a:solidFill>
            <a:srgbClr val="E7E7E7"/>
          </a:solidFill>
          <a:ln w="0">
            <a:noFill/>
          </a:ln>
        </p:spPr>
      </p:sp>
      <p:sp>
        <p:nvSpPr>
          <p:cNvPr id="15" name="text-448-72">
            <a:extLst>
              <a:ext uri="{FF2B5EF4-FFF2-40B4-BE49-F238E27FC236}">
                <a16:creationId xmlns:a16="http://schemas.microsoft.com/office/drawing/2014/main" id="{05BB76E3-0B61-4BA0-AA74-DFB23A1988F4}"/>
              </a:ext>
            </a:extLst>
          </p:cNvPr>
          <p:cNvSpPr>
            <a:spLocks noGrp="1"/>
          </p:cNvSpPr>
          <p:nvPr/>
        </p:nvSpPr>
        <p:spPr>
          <a:xfrm>
            <a:off x="685800" y="42672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a:ext uri="{FF2B5EF4-FFF2-40B4-BE49-F238E27FC236}">
                <a16:creationId xmlns:a16="http://schemas.microsoft.com/office/drawing/2014/main" id="{10710D89-6A21-4931-92F5-B915F09F9429}"/>
              </a:ext>
            </a:extLst>
          </p:cNvPr>
          <p:cNvSpPr>
            <a:spLocks noGrp="1"/>
          </p:cNvSpPr>
          <p:nvPr/>
        </p:nvSpPr>
        <p:spPr>
          <a:xfrm>
            <a:off x="1181100" y="42672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색 대신 검은 칸의 개수만 기록한다</a:t>
            </a:r>
          </a:p>
        </p:txBody>
      </p:sp>
      <p:sp>
        <p:nvSpPr>
          <p:cNvPr id="17" name="직사각형 16">
            <a:extLst>
              <a:ext uri="{FF2B5EF4-FFF2-40B4-BE49-F238E27FC236}">
                <a16:creationId xmlns:a16="http://schemas.microsoft.com/office/drawing/2014/main" id="{1F3D4CF8-A3BE-4A19-B3FA-CD2BA98A75B9}"/>
              </a:ext>
            </a:extLst>
          </p:cNvPr>
          <p:cNvSpPr>
            <a:spLocks noGrp="1"/>
          </p:cNvSpPr>
          <p:nvPr/>
        </p:nvSpPr>
        <p:spPr>
          <a:xfrm>
            <a:off x="1181100" y="4810125"/>
            <a:ext cx="10401300" cy="9525"/>
          </a:xfrm>
          <a:prstGeom prst="rect">
            <a:avLst/>
          </a:prstGeom>
          <a:solidFill>
            <a:srgbClr val="E7E7E7"/>
          </a:solidFill>
          <a:ln w="0">
            <a:noFill/>
          </a:ln>
        </p:spPr>
      </p:sp>
      <p:sp>
        <p:nvSpPr>
          <p:cNvPr id="18" name="text-514-72">
            <a:extLst>
              <a:ext uri="{FF2B5EF4-FFF2-40B4-BE49-F238E27FC236}">
                <a16:creationId xmlns:a16="http://schemas.microsoft.com/office/drawing/2014/main" id="{69CD0611-6532-4B39-86E0-3A733AAB40E4}"/>
              </a:ext>
            </a:extLst>
          </p:cNvPr>
          <p:cNvSpPr>
            <a:spLocks noGrp="1"/>
          </p:cNvSpPr>
          <p:nvPr/>
        </p:nvSpPr>
        <p:spPr>
          <a:xfrm>
            <a:off x="685800" y="48958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a:ext uri="{FF2B5EF4-FFF2-40B4-BE49-F238E27FC236}">
                <a16:creationId xmlns:a16="http://schemas.microsoft.com/office/drawing/2014/main" id="{9FA574B9-589A-4CBA-AFC1-A359DB488951}"/>
              </a:ext>
            </a:extLst>
          </p:cNvPr>
          <p:cNvSpPr>
            <a:spLocks noGrp="1"/>
          </p:cNvSpPr>
          <p:nvPr/>
        </p:nvSpPr>
        <p:spPr>
          <a:xfrm>
            <a:off x="1181100" y="48958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반드시 1×1이 될 때까지 나눈다</a:t>
            </a:r>
          </a:p>
        </p:txBody>
      </p:sp>
      <p:sp>
        <p:nvSpPr>
          <p:cNvPr id="20" name="직사각형 19">
            <a:extLst>
              <a:ext uri="{FF2B5EF4-FFF2-40B4-BE49-F238E27FC236}">
                <a16:creationId xmlns:a16="http://schemas.microsoft.com/office/drawing/2014/main" id="{D0EC14BF-B049-4BFE-90C9-5B4EA8559A54}"/>
              </a:ext>
            </a:extLst>
          </p:cNvPr>
          <p:cNvSpPr>
            <a:spLocks noGrp="1"/>
          </p:cNvSpPr>
          <p:nvPr/>
        </p:nvSpPr>
        <p:spPr>
          <a:xfrm>
            <a:off x="1181100" y="5438775"/>
            <a:ext cx="10401300" cy="9525"/>
          </a:xfrm>
          <a:prstGeom prst="rect">
            <a:avLst/>
          </a:prstGeom>
          <a:solidFill>
            <a:srgbClr val="E7E7E7"/>
          </a:solidFill>
          <a:ln w="0">
            <a:noFill/>
          </a:ln>
        </p:spPr>
      </p:sp>
      <p:sp>
        <p:nvSpPr>
          <p:cNvPr id="21" name="text-580-72">
            <a:extLst>
              <a:ext uri="{FF2B5EF4-FFF2-40B4-BE49-F238E27FC236}">
                <a16:creationId xmlns:a16="http://schemas.microsoft.com/office/drawing/2014/main" id="{027A0AA8-CD68-4331-8C6A-A8744F271EB4}"/>
              </a:ext>
            </a:extLst>
          </p:cNvPr>
          <p:cNvSpPr>
            <a:spLocks noGrp="1"/>
          </p:cNvSpPr>
          <p:nvPr/>
        </p:nvSpPr>
        <p:spPr>
          <a:xfrm>
            <a:off x="685800" y="55245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a:ext uri="{FF2B5EF4-FFF2-40B4-BE49-F238E27FC236}">
                <a16:creationId xmlns:a16="http://schemas.microsoft.com/office/drawing/2014/main" id="{2B9380FD-F2D9-46BC-8F6D-219F7F932625}"/>
              </a:ext>
            </a:extLst>
          </p:cNvPr>
          <p:cNvSpPr>
            <a:spLocks noGrp="1"/>
          </p:cNvSpPr>
          <p:nvPr/>
        </p:nvSpPr>
        <p:spPr>
          <a:xfrm>
            <a:off x="1181100" y="55245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같은 색이어도 네 자식의 기록을 모두 저장한다</a:t>
            </a:r>
          </a:p>
        </p:txBody>
      </p:sp>
    </p:spTree>
    <p:extLst>
      <p:ext uri="{BB962C8B-B14F-4D97-AF65-F5344CB8AC3E}">
        <p14:creationId xmlns:p14="http://schemas.microsoft.com/office/powerpoint/2010/main" val="46268551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711ED2E9-9A90-4188-90E2-A705A863D733}"/>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23F4C135-CEF6-4942-8528-FB0266BC8D6B}"/>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B2BA7E6F-2E5E-41D3-8571-E79BB361B4D4}"/>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22  정답과 해설</a:t>
            </a:r>
          </a:p>
        </p:txBody>
      </p:sp>
      <p:sp>
        <p:nvSpPr>
          <p:cNvPr id="4" name="직사각형 3">
            <a:extLst>
              <a:ext uri="{FF2B5EF4-FFF2-40B4-BE49-F238E27FC236}">
                <a16:creationId xmlns:a16="http://schemas.microsoft.com/office/drawing/2014/main" id="{BAA077BF-2D18-416E-8C1D-F9AA47AEF709}"/>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73D70F3D-E915-4FB1-A41A-529B940B636C}"/>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6B160F81-2B48-44FB-B59B-AC4A1B315576}"/>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FD34B7AD-1FD5-4A9C-9CBC-8B304DF054DE}"/>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044</a:t>
            </a:r>
            <a:endParaRPr sz="1050" b="1" i="0">
              <a:solidFill>
                <a:srgbClr val="171717"/>
              </a:solidFill>
              <a:latin typeface="Consolas"/>
              <a:ea typeface="Consolas"/>
              <a:cs typeface="Consolas"/>
            </a:endParaRPr>
          </a:p>
        </p:txBody>
      </p:sp>
      <p:sp>
        <p:nvSpPr>
          <p:cNvPr id="8" name="text-178-64">
            <a:extLst>
              <a:ext uri="{FF2B5EF4-FFF2-40B4-BE49-F238E27FC236}">
                <a16:creationId xmlns:a16="http://schemas.microsoft.com/office/drawing/2014/main" id="{47BBFB19-2C1E-4DFC-BF7A-B0F9FAB7FA7D}"/>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흑백 쿼드트리에서 현재 영역이 한 색이면 올바른 처리는?</a:t>
            </a:r>
          </a:p>
        </p:txBody>
      </p:sp>
      <p:sp>
        <p:nvSpPr>
          <p:cNvPr id="9" name="직사각형 8">
            <a:extLst>
              <a:ext uri="{FF2B5EF4-FFF2-40B4-BE49-F238E27FC236}">
                <a16:creationId xmlns:a16="http://schemas.microsoft.com/office/drawing/2014/main" id="{6032E5F5-055E-426B-803E-4765D639F15A}"/>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52694375-C06F-4C25-881B-46C7E060CBD8}"/>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1번 그 색 하나를 기록하고 종료한다</a:t>
            </a:r>
          </a:p>
        </p:txBody>
      </p:sp>
      <p:sp>
        <p:nvSpPr>
          <p:cNvPr id="11" name="text-324.4-64">
            <a:extLst>
              <a:ext uri="{FF2B5EF4-FFF2-40B4-BE49-F238E27FC236}">
                <a16:creationId xmlns:a16="http://schemas.microsoft.com/office/drawing/2014/main" id="{25E46758-D36B-4699-B641-3FE36A5E92CD}"/>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3180F794-CCB9-46B5-8FB4-E221F7125FFF}"/>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0C46FF6B-CFAA-4B41-84E1-34CC1130BC7A}"/>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균일 영역을 리프 하나로 표현하는 것이 압축의 핵심이다.</a:t>
            </a:r>
          </a:p>
        </p:txBody>
      </p:sp>
    </p:spTree>
    <p:extLst>
      <p:ext uri="{BB962C8B-B14F-4D97-AF65-F5344CB8AC3E}">
        <p14:creationId xmlns:p14="http://schemas.microsoft.com/office/powerpoint/2010/main" val="46268551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3" name="text-28-64">
            <a:extLst>
              <a:ext uri="{FF2B5EF4-FFF2-40B4-BE49-F238E27FC236}">
                <a16:creationId xmlns:a16="http://schemas.microsoft.com/office/drawing/2014/main" id="{4A69395A-18AC-43FC-AD70-AA01B769F1DC}"/>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34573629-7AFB-4077-9FA1-BFF65316468E}"/>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70777013-CB52-4DA8-88D7-A5D45301008C}"/>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23  </a:t>
            </a:r>
          </a:p>
        </p:txBody>
      </p:sp>
      <p:sp>
        <p:nvSpPr>
          <p:cNvPr id="4" name="직사각형 3">
            <a:extLst>
              <a:ext uri="{FF2B5EF4-FFF2-40B4-BE49-F238E27FC236}">
                <a16:creationId xmlns:a16="http://schemas.microsoft.com/office/drawing/2014/main" id="{213280F7-8903-4078-AC62-AEF9C46B1832}"/>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6CD617CB-22EB-4281-8255-253B05E2DF36}"/>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6CAF41CF-94DD-42C5-91FA-F40918012CCD}"/>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1F2116B3-6A55-402F-B7AB-859E9819D3F2}"/>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045</a:t>
            </a:r>
            <a:endParaRPr sz="1050" b="1" i="0">
              <a:solidFill>
                <a:srgbClr val="171717"/>
              </a:solidFill>
              <a:latin typeface="Consolas"/>
              <a:ea typeface="Consolas"/>
              <a:cs typeface="Consolas"/>
            </a:endParaRPr>
          </a:p>
        </p:txBody>
      </p:sp>
      <p:sp>
        <p:nvSpPr>
          <p:cNvPr id="8" name="text-178-64">
            <a:extLst>
              <a:ext uri="{FF2B5EF4-FFF2-40B4-BE49-F238E27FC236}">
                <a16:creationId xmlns:a16="http://schemas.microsoft.com/office/drawing/2014/main" id="{631919BA-B155-440A-A4EB-8F3A4D5FF16C}"/>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쿼드트리에서 혼합된 정사각형을 나누는 자식 수는?</a:t>
            </a:r>
          </a:p>
        </p:txBody>
      </p:sp>
      <p:sp>
        <p:nvSpPr>
          <p:cNvPr id="9" name="text-316-72">
            <a:extLst>
              <a:ext uri="{FF2B5EF4-FFF2-40B4-BE49-F238E27FC236}">
                <a16:creationId xmlns:a16="http://schemas.microsoft.com/office/drawing/2014/main" id="{C96A52F2-C573-4361-9809-179BF06C5D79}"/>
              </a:ext>
            </a:extLst>
          </p:cNvPr>
          <p:cNvSpPr>
            <a:spLocks noGrp="1"/>
          </p:cNvSpPr>
          <p:nvPr/>
        </p:nvSpPr>
        <p:spPr>
          <a:xfrm>
            <a:off x="685800" y="30099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a:ext uri="{FF2B5EF4-FFF2-40B4-BE49-F238E27FC236}">
                <a16:creationId xmlns:a16="http://schemas.microsoft.com/office/drawing/2014/main" id="{D1F7CEC9-1244-4669-AFAB-3A51C5501070}"/>
              </a:ext>
            </a:extLst>
          </p:cNvPr>
          <p:cNvSpPr>
            <a:spLocks noGrp="1"/>
          </p:cNvSpPr>
          <p:nvPr/>
        </p:nvSpPr>
        <p:spPr>
          <a:xfrm>
            <a:off x="1181100" y="30099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2</a:t>
            </a:r>
          </a:p>
        </p:txBody>
      </p:sp>
      <p:sp>
        <p:nvSpPr>
          <p:cNvPr id="11" name="직사각형 10">
            <a:extLst>
              <a:ext uri="{FF2B5EF4-FFF2-40B4-BE49-F238E27FC236}">
                <a16:creationId xmlns:a16="http://schemas.microsoft.com/office/drawing/2014/main" id="{068A60B1-1C7B-4797-91D5-174C0984A6A2}"/>
              </a:ext>
            </a:extLst>
          </p:cNvPr>
          <p:cNvSpPr>
            <a:spLocks noGrp="1"/>
          </p:cNvSpPr>
          <p:nvPr/>
        </p:nvSpPr>
        <p:spPr>
          <a:xfrm>
            <a:off x="1181100" y="3552825"/>
            <a:ext cx="10401300" cy="9525"/>
          </a:xfrm>
          <a:prstGeom prst="rect">
            <a:avLst/>
          </a:prstGeom>
          <a:solidFill>
            <a:srgbClr val="E7E7E7"/>
          </a:solidFill>
          <a:ln w="0">
            <a:noFill/>
          </a:ln>
        </p:spPr>
      </p:sp>
      <p:sp>
        <p:nvSpPr>
          <p:cNvPr id="12" name="text-382-72">
            <a:extLst>
              <a:ext uri="{FF2B5EF4-FFF2-40B4-BE49-F238E27FC236}">
                <a16:creationId xmlns:a16="http://schemas.microsoft.com/office/drawing/2014/main" id="{072F03BA-A61E-4C7E-899E-F3634A690550}"/>
              </a:ext>
            </a:extLst>
          </p:cNvPr>
          <p:cNvSpPr>
            <a:spLocks noGrp="1"/>
          </p:cNvSpPr>
          <p:nvPr/>
        </p:nvSpPr>
        <p:spPr>
          <a:xfrm>
            <a:off x="685800" y="36385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a:ext uri="{FF2B5EF4-FFF2-40B4-BE49-F238E27FC236}">
                <a16:creationId xmlns:a16="http://schemas.microsoft.com/office/drawing/2014/main" id="{E8678C8E-6637-423C-9558-8242D3D178A1}"/>
              </a:ext>
            </a:extLst>
          </p:cNvPr>
          <p:cNvSpPr>
            <a:spLocks noGrp="1"/>
          </p:cNvSpPr>
          <p:nvPr/>
        </p:nvSpPr>
        <p:spPr>
          <a:xfrm>
            <a:off x="1181100" y="36385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9</a:t>
            </a:r>
          </a:p>
        </p:txBody>
      </p:sp>
      <p:sp>
        <p:nvSpPr>
          <p:cNvPr id="14" name="직사각형 13">
            <a:extLst>
              <a:ext uri="{FF2B5EF4-FFF2-40B4-BE49-F238E27FC236}">
                <a16:creationId xmlns:a16="http://schemas.microsoft.com/office/drawing/2014/main" id="{B81C70FF-8A70-46C8-990B-26906EE70FB6}"/>
              </a:ext>
            </a:extLst>
          </p:cNvPr>
          <p:cNvSpPr>
            <a:spLocks noGrp="1"/>
          </p:cNvSpPr>
          <p:nvPr/>
        </p:nvSpPr>
        <p:spPr>
          <a:xfrm>
            <a:off x="1181100" y="4181475"/>
            <a:ext cx="10401300" cy="9525"/>
          </a:xfrm>
          <a:prstGeom prst="rect">
            <a:avLst/>
          </a:prstGeom>
          <a:solidFill>
            <a:srgbClr val="E7E7E7"/>
          </a:solidFill>
          <a:ln w="0">
            <a:noFill/>
          </a:ln>
        </p:spPr>
      </p:sp>
      <p:sp>
        <p:nvSpPr>
          <p:cNvPr id="15" name="text-448-72">
            <a:extLst>
              <a:ext uri="{FF2B5EF4-FFF2-40B4-BE49-F238E27FC236}">
                <a16:creationId xmlns:a16="http://schemas.microsoft.com/office/drawing/2014/main" id="{9532F8BD-0BCE-4798-9DE6-7BFF853339AB}"/>
              </a:ext>
            </a:extLst>
          </p:cNvPr>
          <p:cNvSpPr>
            <a:spLocks noGrp="1"/>
          </p:cNvSpPr>
          <p:nvPr/>
        </p:nvSpPr>
        <p:spPr>
          <a:xfrm>
            <a:off x="685800" y="42672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a:ext uri="{FF2B5EF4-FFF2-40B4-BE49-F238E27FC236}">
                <a16:creationId xmlns:a16="http://schemas.microsoft.com/office/drawing/2014/main" id="{C6ABEFE6-99EB-4621-A4D4-FFE812A01314}"/>
              </a:ext>
            </a:extLst>
          </p:cNvPr>
          <p:cNvSpPr>
            <a:spLocks noGrp="1"/>
          </p:cNvSpPr>
          <p:nvPr/>
        </p:nvSpPr>
        <p:spPr>
          <a:xfrm>
            <a:off x="1181100" y="42672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3</a:t>
            </a:r>
          </a:p>
        </p:txBody>
      </p:sp>
      <p:sp>
        <p:nvSpPr>
          <p:cNvPr id="17" name="직사각형 16">
            <a:extLst>
              <a:ext uri="{FF2B5EF4-FFF2-40B4-BE49-F238E27FC236}">
                <a16:creationId xmlns:a16="http://schemas.microsoft.com/office/drawing/2014/main" id="{B04F2902-71FF-41E3-8BD2-DD10D376A82A}"/>
              </a:ext>
            </a:extLst>
          </p:cNvPr>
          <p:cNvSpPr>
            <a:spLocks noGrp="1"/>
          </p:cNvSpPr>
          <p:nvPr/>
        </p:nvSpPr>
        <p:spPr>
          <a:xfrm>
            <a:off x="1181100" y="4810125"/>
            <a:ext cx="10401300" cy="9525"/>
          </a:xfrm>
          <a:prstGeom prst="rect">
            <a:avLst/>
          </a:prstGeom>
          <a:solidFill>
            <a:srgbClr val="E7E7E7"/>
          </a:solidFill>
          <a:ln w="0">
            <a:noFill/>
          </a:ln>
        </p:spPr>
      </p:sp>
      <p:sp>
        <p:nvSpPr>
          <p:cNvPr id="18" name="text-514-72">
            <a:extLst>
              <a:ext uri="{FF2B5EF4-FFF2-40B4-BE49-F238E27FC236}">
                <a16:creationId xmlns:a16="http://schemas.microsoft.com/office/drawing/2014/main" id="{A76013B7-FBCC-470E-AE2E-23B039F619CE}"/>
              </a:ext>
            </a:extLst>
          </p:cNvPr>
          <p:cNvSpPr>
            <a:spLocks noGrp="1"/>
          </p:cNvSpPr>
          <p:nvPr/>
        </p:nvSpPr>
        <p:spPr>
          <a:xfrm>
            <a:off x="685800" y="48958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a:ext uri="{FF2B5EF4-FFF2-40B4-BE49-F238E27FC236}">
                <a16:creationId xmlns:a16="http://schemas.microsoft.com/office/drawing/2014/main" id="{EABF759B-3C42-4B9B-8193-0F7D7EA0F2C7}"/>
              </a:ext>
            </a:extLst>
          </p:cNvPr>
          <p:cNvSpPr>
            <a:spLocks noGrp="1"/>
          </p:cNvSpPr>
          <p:nvPr/>
        </p:nvSpPr>
        <p:spPr>
          <a:xfrm>
            <a:off x="1181100" y="48958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4</a:t>
            </a:r>
          </a:p>
        </p:txBody>
      </p:sp>
      <p:sp>
        <p:nvSpPr>
          <p:cNvPr id="20" name="직사각형 19">
            <a:extLst>
              <a:ext uri="{FF2B5EF4-FFF2-40B4-BE49-F238E27FC236}">
                <a16:creationId xmlns:a16="http://schemas.microsoft.com/office/drawing/2014/main" id="{24F87A43-BF48-4579-B4EE-572A8B2D30DB}"/>
              </a:ext>
            </a:extLst>
          </p:cNvPr>
          <p:cNvSpPr>
            <a:spLocks noGrp="1"/>
          </p:cNvSpPr>
          <p:nvPr/>
        </p:nvSpPr>
        <p:spPr>
          <a:xfrm>
            <a:off x="1181100" y="5438775"/>
            <a:ext cx="10401300" cy="9525"/>
          </a:xfrm>
          <a:prstGeom prst="rect">
            <a:avLst/>
          </a:prstGeom>
          <a:solidFill>
            <a:srgbClr val="E7E7E7"/>
          </a:solidFill>
          <a:ln w="0">
            <a:noFill/>
          </a:ln>
        </p:spPr>
      </p:sp>
      <p:sp>
        <p:nvSpPr>
          <p:cNvPr id="21" name="text-580-72">
            <a:extLst>
              <a:ext uri="{FF2B5EF4-FFF2-40B4-BE49-F238E27FC236}">
                <a16:creationId xmlns:a16="http://schemas.microsoft.com/office/drawing/2014/main" id="{FC65787F-E731-4329-8970-AC750DAF5F71}"/>
              </a:ext>
            </a:extLst>
          </p:cNvPr>
          <p:cNvSpPr>
            <a:spLocks noGrp="1"/>
          </p:cNvSpPr>
          <p:nvPr/>
        </p:nvSpPr>
        <p:spPr>
          <a:xfrm>
            <a:off x="685800" y="55245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a:ext uri="{FF2B5EF4-FFF2-40B4-BE49-F238E27FC236}">
                <a16:creationId xmlns:a16="http://schemas.microsoft.com/office/drawing/2014/main" id="{894FBA5F-91A4-451C-BE78-B3586CD61D36}"/>
              </a:ext>
            </a:extLst>
          </p:cNvPr>
          <p:cNvSpPr>
            <a:spLocks noGrp="1"/>
          </p:cNvSpPr>
          <p:nvPr/>
        </p:nvSpPr>
        <p:spPr>
          <a:xfrm>
            <a:off x="1181100" y="55245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8</a:t>
            </a:r>
          </a:p>
        </p:txBody>
      </p:sp>
    </p:spTree>
    <p:extLst>
      <p:ext uri="{BB962C8B-B14F-4D97-AF65-F5344CB8AC3E}">
        <p14:creationId xmlns:p14="http://schemas.microsoft.com/office/powerpoint/2010/main" val="46268551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197359F3-7FFB-4A16-B9E1-9D87D19EE5D2}"/>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80EF82C1-E2A7-402E-8EED-367E512CC726}"/>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F76B5C4F-6150-453E-9281-FF967AC112B8}"/>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23  정답과 해설</a:t>
            </a:r>
          </a:p>
        </p:txBody>
      </p:sp>
      <p:sp>
        <p:nvSpPr>
          <p:cNvPr id="4" name="직사각형 3">
            <a:extLst>
              <a:ext uri="{FF2B5EF4-FFF2-40B4-BE49-F238E27FC236}">
                <a16:creationId xmlns:a16="http://schemas.microsoft.com/office/drawing/2014/main" id="{D3098E83-FC34-43AB-9D53-180E6EF7D3D1}"/>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683FE5B9-A4E2-4E7A-B1F0-1AD5A796D35E}"/>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B83C6E1C-DD97-41E4-A273-23E653F6834A}"/>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62B477B0-7E71-470D-B15D-C3DF8438E027}"/>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046</a:t>
            </a:r>
            <a:endParaRPr sz="1050" b="1" i="0">
              <a:solidFill>
                <a:srgbClr val="171717"/>
              </a:solidFill>
              <a:latin typeface="Consolas"/>
              <a:ea typeface="Consolas"/>
              <a:cs typeface="Consolas"/>
            </a:endParaRPr>
          </a:p>
        </p:txBody>
      </p:sp>
      <p:sp>
        <p:nvSpPr>
          <p:cNvPr id="8" name="text-178-64">
            <a:extLst>
              <a:ext uri="{FF2B5EF4-FFF2-40B4-BE49-F238E27FC236}">
                <a16:creationId xmlns:a16="http://schemas.microsoft.com/office/drawing/2014/main" id="{F1C01F6B-EACA-4D27-A0BA-9299A2CFC27A}"/>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쿼드트리에서 혼합된 정사각형을 나누는 자식 수는?</a:t>
            </a:r>
          </a:p>
        </p:txBody>
      </p:sp>
      <p:sp>
        <p:nvSpPr>
          <p:cNvPr id="9" name="직사각형 8">
            <a:extLst>
              <a:ext uri="{FF2B5EF4-FFF2-40B4-BE49-F238E27FC236}">
                <a16:creationId xmlns:a16="http://schemas.microsoft.com/office/drawing/2014/main" id="{2DC8284D-F95F-4A76-B351-20FB6BEF3F2E}"/>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84B032C6-27B6-4C6E-AE23-45069458A5A7}"/>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4번 4</a:t>
            </a:r>
          </a:p>
        </p:txBody>
      </p:sp>
      <p:sp>
        <p:nvSpPr>
          <p:cNvPr id="11" name="text-324.4-64">
            <a:extLst>
              <a:ext uri="{FF2B5EF4-FFF2-40B4-BE49-F238E27FC236}">
                <a16:creationId xmlns:a16="http://schemas.microsoft.com/office/drawing/2014/main" id="{E2318F79-E137-4593-B86A-0E308E7C74A2}"/>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FA5A9520-F18A-48FF-9F93-BBE9EA8A4E2C}"/>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A90B0851-B51D-4E57-98FD-8DFA4519A69F}"/>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좌상·우상·좌하·우하의 네 사분면으로 나눈다.</a:t>
            </a:r>
          </a:p>
        </p:txBody>
      </p:sp>
    </p:spTree>
    <p:extLst>
      <p:ext uri="{BB962C8B-B14F-4D97-AF65-F5344CB8AC3E}">
        <p14:creationId xmlns:p14="http://schemas.microsoft.com/office/powerpoint/2010/main" val="46268551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3" name="text-28-64">
            <a:extLst>
              <a:ext uri="{FF2B5EF4-FFF2-40B4-BE49-F238E27FC236}">
                <a16:creationId xmlns:a16="http://schemas.microsoft.com/office/drawing/2014/main" id="{75AF6862-DA9E-4B28-B364-04653A9BB922}"/>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EC482B25-2D83-4CD8-8615-470030580ACE}"/>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CDF75C5A-2833-41D5-90E2-744F535DE44A}"/>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24  </a:t>
            </a:r>
          </a:p>
        </p:txBody>
      </p:sp>
      <p:sp>
        <p:nvSpPr>
          <p:cNvPr id="4" name="직사각형 3">
            <a:extLst>
              <a:ext uri="{FF2B5EF4-FFF2-40B4-BE49-F238E27FC236}">
                <a16:creationId xmlns:a16="http://schemas.microsoft.com/office/drawing/2014/main" id="{A86E5C6F-6FA6-4105-BDE2-46254D2C46BC}"/>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07F2EB89-D003-4150-84AD-2DCE82156602}"/>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F9DAB6C2-D1DA-4778-92F8-1512128C4487}"/>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A787F0D6-B25D-4604-AE23-D381AB94A96A}"/>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047</a:t>
            </a:r>
            <a:endParaRPr sz="1050" b="1" i="0">
              <a:solidFill>
                <a:srgbClr val="171717"/>
              </a:solidFill>
              <a:latin typeface="Consolas"/>
              <a:ea typeface="Consolas"/>
              <a:cs typeface="Consolas"/>
            </a:endParaRPr>
          </a:p>
        </p:txBody>
      </p:sp>
      <p:sp>
        <p:nvSpPr>
          <p:cNvPr id="8" name="text-178-64">
            <a:extLst>
              <a:ext uri="{FF2B5EF4-FFF2-40B4-BE49-F238E27FC236}">
                <a16:creationId xmlns:a16="http://schemas.microsoft.com/office/drawing/2014/main" id="{20BE2ABD-C086-4D9C-B467-63E8E4DBF4F3}"/>
              </a:ext>
            </a:extLst>
          </p:cNvPr>
          <p:cNvSpPr>
            <a:spLocks noGrp="1"/>
          </p:cNvSpPr>
          <p:nvPr/>
        </p:nvSpPr>
        <p:spPr>
          <a:xfrm>
            <a:off x="609600" y="1695450"/>
            <a:ext cx="10972800" cy="74676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쿼드트리 부호화 순서를 좌상·우상·좌하·우하로 정했다. 복호화에 이 순서가 필요한</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이유는?</a:t>
            </a:r>
          </a:p>
        </p:txBody>
      </p:sp>
      <p:sp>
        <p:nvSpPr>
          <p:cNvPr id="9" name="text-316-72">
            <a:extLst>
              <a:ext uri="{FF2B5EF4-FFF2-40B4-BE49-F238E27FC236}">
                <a16:creationId xmlns:a16="http://schemas.microsoft.com/office/drawing/2014/main" id="{CBAC8812-5715-4EF6-B7F8-1EFB814F52D3}"/>
              </a:ext>
            </a:extLst>
          </p:cNvPr>
          <p:cNvSpPr>
            <a:spLocks noGrp="1"/>
          </p:cNvSpPr>
          <p:nvPr/>
        </p:nvSpPr>
        <p:spPr>
          <a:xfrm>
            <a:off x="685800" y="30099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a:ext uri="{FF2B5EF4-FFF2-40B4-BE49-F238E27FC236}">
                <a16:creationId xmlns:a16="http://schemas.microsoft.com/office/drawing/2014/main" id="{29EA1A21-D9CD-4EAF-9B68-9584D5A8FA06}"/>
              </a:ext>
            </a:extLst>
          </p:cNvPr>
          <p:cNvSpPr>
            <a:spLocks noGrp="1"/>
          </p:cNvSpPr>
          <p:nvPr/>
        </p:nvSpPr>
        <p:spPr>
          <a:xfrm>
            <a:off x="1181100" y="30099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복호화 시 자식을 색 값으로 다시 정렬해야 한다</a:t>
            </a:r>
          </a:p>
        </p:txBody>
      </p:sp>
      <p:sp>
        <p:nvSpPr>
          <p:cNvPr id="11" name="직사각형 10">
            <a:extLst>
              <a:ext uri="{FF2B5EF4-FFF2-40B4-BE49-F238E27FC236}">
                <a16:creationId xmlns:a16="http://schemas.microsoft.com/office/drawing/2014/main" id="{C87FC41F-B837-4D5D-8ADD-97EA60107211}"/>
              </a:ext>
            </a:extLst>
          </p:cNvPr>
          <p:cNvSpPr>
            <a:spLocks noGrp="1"/>
          </p:cNvSpPr>
          <p:nvPr/>
        </p:nvSpPr>
        <p:spPr>
          <a:xfrm>
            <a:off x="1181100" y="3552825"/>
            <a:ext cx="10401300" cy="9525"/>
          </a:xfrm>
          <a:prstGeom prst="rect">
            <a:avLst/>
          </a:prstGeom>
          <a:solidFill>
            <a:srgbClr val="E7E7E7"/>
          </a:solidFill>
          <a:ln w="0">
            <a:noFill/>
          </a:ln>
        </p:spPr>
      </p:sp>
      <p:sp>
        <p:nvSpPr>
          <p:cNvPr id="12" name="text-382-72">
            <a:extLst>
              <a:ext uri="{FF2B5EF4-FFF2-40B4-BE49-F238E27FC236}">
                <a16:creationId xmlns:a16="http://schemas.microsoft.com/office/drawing/2014/main" id="{B12541B6-F2D3-4140-B260-F6C36CFB799E}"/>
              </a:ext>
            </a:extLst>
          </p:cNvPr>
          <p:cNvSpPr>
            <a:spLocks noGrp="1"/>
          </p:cNvSpPr>
          <p:nvPr/>
        </p:nvSpPr>
        <p:spPr>
          <a:xfrm>
            <a:off x="685800" y="36385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a:ext uri="{FF2B5EF4-FFF2-40B4-BE49-F238E27FC236}">
                <a16:creationId xmlns:a16="http://schemas.microsoft.com/office/drawing/2014/main" id="{5CFF82D3-FA2A-4799-8A53-4AAF79C5CA51}"/>
              </a:ext>
            </a:extLst>
          </p:cNvPr>
          <p:cNvSpPr>
            <a:spLocks noGrp="1"/>
          </p:cNvSpPr>
          <p:nvPr/>
        </p:nvSpPr>
        <p:spPr>
          <a:xfrm>
            <a:off x="1181100" y="36385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부호 길이만 같으면 방문 순서는 달라도 된다</a:t>
            </a:r>
          </a:p>
        </p:txBody>
      </p:sp>
      <p:sp>
        <p:nvSpPr>
          <p:cNvPr id="14" name="직사각형 13">
            <a:extLst>
              <a:ext uri="{FF2B5EF4-FFF2-40B4-BE49-F238E27FC236}">
                <a16:creationId xmlns:a16="http://schemas.microsoft.com/office/drawing/2014/main" id="{9A844B73-B0D9-437B-909A-661A96697102}"/>
              </a:ext>
            </a:extLst>
          </p:cNvPr>
          <p:cNvSpPr>
            <a:spLocks noGrp="1"/>
          </p:cNvSpPr>
          <p:nvPr/>
        </p:nvSpPr>
        <p:spPr>
          <a:xfrm>
            <a:off x="1181100" y="4181475"/>
            <a:ext cx="10401300" cy="9525"/>
          </a:xfrm>
          <a:prstGeom prst="rect">
            <a:avLst/>
          </a:prstGeom>
          <a:solidFill>
            <a:srgbClr val="E7E7E7"/>
          </a:solidFill>
          <a:ln w="0">
            <a:noFill/>
          </a:ln>
        </p:spPr>
      </p:sp>
      <p:sp>
        <p:nvSpPr>
          <p:cNvPr id="15" name="text-448-72">
            <a:extLst>
              <a:ext uri="{FF2B5EF4-FFF2-40B4-BE49-F238E27FC236}">
                <a16:creationId xmlns:a16="http://schemas.microsoft.com/office/drawing/2014/main" id="{8C87449E-252B-4378-A785-466FC050B42B}"/>
              </a:ext>
            </a:extLst>
          </p:cNvPr>
          <p:cNvSpPr>
            <a:spLocks noGrp="1"/>
          </p:cNvSpPr>
          <p:nvPr/>
        </p:nvSpPr>
        <p:spPr>
          <a:xfrm>
            <a:off x="685800" y="42672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a:ext uri="{FF2B5EF4-FFF2-40B4-BE49-F238E27FC236}">
                <a16:creationId xmlns:a16="http://schemas.microsoft.com/office/drawing/2014/main" id="{AABFAA36-CCC9-49E9-9989-D3E343332688}"/>
              </a:ext>
            </a:extLst>
          </p:cNvPr>
          <p:cNvSpPr>
            <a:spLocks noGrp="1"/>
          </p:cNvSpPr>
          <p:nvPr/>
        </p:nvSpPr>
        <p:spPr>
          <a:xfrm>
            <a:off x="1181100" y="42672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각 부분의 공간 위치를 복원해야 하기 때문이다</a:t>
            </a:r>
          </a:p>
        </p:txBody>
      </p:sp>
      <p:sp>
        <p:nvSpPr>
          <p:cNvPr id="17" name="직사각형 16">
            <a:extLst>
              <a:ext uri="{FF2B5EF4-FFF2-40B4-BE49-F238E27FC236}">
                <a16:creationId xmlns:a16="http://schemas.microsoft.com/office/drawing/2014/main" id="{4527AEC3-1714-4FD2-86A9-62340A751774}"/>
              </a:ext>
            </a:extLst>
          </p:cNvPr>
          <p:cNvSpPr>
            <a:spLocks noGrp="1"/>
          </p:cNvSpPr>
          <p:nvPr/>
        </p:nvSpPr>
        <p:spPr>
          <a:xfrm>
            <a:off x="1181100" y="4810125"/>
            <a:ext cx="10401300" cy="9525"/>
          </a:xfrm>
          <a:prstGeom prst="rect">
            <a:avLst/>
          </a:prstGeom>
          <a:solidFill>
            <a:srgbClr val="E7E7E7"/>
          </a:solidFill>
          <a:ln w="0">
            <a:noFill/>
          </a:ln>
        </p:spPr>
      </p:sp>
      <p:sp>
        <p:nvSpPr>
          <p:cNvPr id="18" name="text-514-72">
            <a:extLst>
              <a:ext uri="{FF2B5EF4-FFF2-40B4-BE49-F238E27FC236}">
                <a16:creationId xmlns:a16="http://schemas.microsoft.com/office/drawing/2014/main" id="{4797DFB2-AEE6-41B8-B179-F590CA481B4F}"/>
              </a:ext>
            </a:extLst>
          </p:cNvPr>
          <p:cNvSpPr>
            <a:spLocks noGrp="1"/>
          </p:cNvSpPr>
          <p:nvPr/>
        </p:nvSpPr>
        <p:spPr>
          <a:xfrm>
            <a:off x="685800" y="48958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a:ext uri="{FF2B5EF4-FFF2-40B4-BE49-F238E27FC236}">
                <a16:creationId xmlns:a16="http://schemas.microsoft.com/office/drawing/2014/main" id="{EB856D09-A89D-4BC5-85D8-26A0CF72D3F7}"/>
              </a:ext>
            </a:extLst>
          </p:cNvPr>
          <p:cNvSpPr>
            <a:spLocks noGrp="1"/>
          </p:cNvSpPr>
          <p:nvPr/>
        </p:nvSpPr>
        <p:spPr>
          <a:xfrm>
            <a:off x="1181100" y="48958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색이 두 가지이면 사분면의 순서는 정보에 영향을 주지 않는다</a:t>
            </a:r>
          </a:p>
        </p:txBody>
      </p:sp>
      <p:sp>
        <p:nvSpPr>
          <p:cNvPr id="20" name="직사각형 19">
            <a:extLst>
              <a:ext uri="{FF2B5EF4-FFF2-40B4-BE49-F238E27FC236}">
                <a16:creationId xmlns:a16="http://schemas.microsoft.com/office/drawing/2014/main" id="{7AE0B0D5-8696-4232-AC05-C1BBEC0FBA75}"/>
              </a:ext>
            </a:extLst>
          </p:cNvPr>
          <p:cNvSpPr>
            <a:spLocks noGrp="1"/>
          </p:cNvSpPr>
          <p:nvPr/>
        </p:nvSpPr>
        <p:spPr>
          <a:xfrm>
            <a:off x="1181100" y="5438775"/>
            <a:ext cx="10401300" cy="9525"/>
          </a:xfrm>
          <a:prstGeom prst="rect">
            <a:avLst/>
          </a:prstGeom>
          <a:solidFill>
            <a:srgbClr val="E7E7E7"/>
          </a:solidFill>
          <a:ln w="0">
            <a:noFill/>
          </a:ln>
        </p:spPr>
      </p:sp>
      <p:sp>
        <p:nvSpPr>
          <p:cNvPr id="21" name="text-580-72">
            <a:extLst>
              <a:ext uri="{FF2B5EF4-FFF2-40B4-BE49-F238E27FC236}">
                <a16:creationId xmlns:a16="http://schemas.microsoft.com/office/drawing/2014/main" id="{0519605D-E6CD-4398-9D6A-E90F349F8631}"/>
              </a:ext>
            </a:extLst>
          </p:cNvPr>
          <p:cNvSpPr>
            <a:spLocks noGrp="1"/>
          </p:cNvSpPr>
          <p:nvPr/>
        </p:nvSpPr>
        <p:spPr>
          <a:xfrm>
            <a:off x="685800" y="55245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a:ext uri="{FF2B5EF4-FFF2-40B4-BE49-F238E27FC236}">
                <a16:creationId xmlns:a16="http://schemas.microsoft.com/office/drawing/2014/main" id="{F39EA0E9-9EC0-491F-8C48-A8CB1A2D6FA5}"/>
              </a:ext>
            </a:extLst>
          </p:cNvPr>
          <p:cNvSpPr>
            <a:spLocks noGrp="1"/>
          </p:cNvSpPr>
          <p:nvPr/>
        </p:nvSpPr>
        <p:spPr>
          <a:xfrm>
            <a:off x="1181100" y="55245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자식들의 색 빈도만 알면 위치는 자동으로 복원된다</a:t>
            </a:r>
          </a:p>
        </p:txBody>
      </p:sp>
    </p:spTree>
    <p:extLst>
      <p:ext uri="{BB962C8B-B14F-4D97-AF65-F5344CB8AC3E}">
        <p14:creationId xmlns:p14="http://schemas.microsoft.com/office/powerpoint/2010/main" val="462685519"/>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8FED6072-E414-4532-B581-4F9DFE8F2BB5}"/>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CF3A6CCA-2E83-45F8-9E10-7B824AB25CD0}"/>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C48A7F40-4266-4057-A9B0-2E5240B6FAD2}"/>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24  정답과 해설</a:t>
            </a:r>
          </a:p>
        </p:txBody>
      </p:sp>
      <p:sp>
        <p:nvSpPr>
          <p:cNvPr id="4" name="직사각형 3">
            <a:extLst>
              <a:ext uri="{FF2B5EF4-FFF2-40B4-BE49-F238E27FC236}">
                <a16:creationId xmlns:a16="http://schemas.microsoft.com/office/drawing/2014/main" id="{325AED9C-D60C-4A35-B2AC-F82B677596F4}"/>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25DE5B6C-4072-4087-8A08-F89595627614}"/>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EDA6A6F5-B139-49C8-B8D5-18CDAEB6743B}"/>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0304F5F5-4F29-4B16-A16D-073F5FE59ED4}"/>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048</a:t>
            </a:r>
            <a:endParaRPr sz="1050" b="1" i="0">
              <a:solidFill>
                <a:srgbClr val="171717"/>
              </a:solidFill>
              <a:latin typeface="Consolas"/>
              <a:ea typeface="Consolas"/>
              <a:cs typeface="Consolas"/>
            </a:endParaRPr>
          </a:p>
        </p:txBody>
      </p:sp>
      <p:sp>
        <p:nvSpPr>
          <p:cNvPr id="8" name="text-178-64">
            <a:extLst>
              <a:ext uri="{FF2B5EF4-FFF2-40B4-BE49-F238E27FC236}">
                <a16:creationId xmlns:a16="http://schemas.microsoft.com/office/drawing/2014/main" id="{8765EFC7-BA2C-4D4E-B9F1-B77C09183733}"/>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쿼드트리 부호화 순서를 좌상·우상·좌하·우하로 정했다. 복호화에 이 순서가 필요한 이유는?</a:t>
            </a:r>
          </a:p>
        </p:txBody>
      </p:sp>
      <p:sp>
        <p:nvSpPr>
          <p:cNvPr id="9" name="직사각형 8">
            <a:extLst>
              <a:ext uri="{FF2B5EF4-FFF2-40B4-BE49-F238E27FC236}">
                <a16:creationId xmlns:a16="http://schemas.microsoft.com/office/drawing/2014/main" id="{6D4AAF8C-ABDB-4D59-A6F4-E472B76E85A3}"/>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FC30837F-D77C-4DF8-8DC2-57E6EFA724FA}"/>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3번 각 부분의 공간 위치를 복원해야 하기 때문이다</a:t>
            </a:r>
          </a:p>
        </p:txBody>
      </p:sp>
      <p:sp>
        <p:nvSpPr>
          <p:cNvPr id="11" name="text-324.4-64">
            <a:extLst>
              <a:ext uri="{FF2B5EF4-FFF2-40B4-BE49-F238E27FC236}">
                <a16:creationId xmlns:a16="http://schemas.microsoft.com/office/drawing/2014/main" id="{9ADFC421-3D76-4689-A36E-F328AF370B80}"/>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7DED2BA9-127A-498D-9404-907AFFA1BBC5}"/>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DEF587D4-337E-4D44-96C8-00D2C578CC8D}"/>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색 목록만 같아도 자식 순서가 달라지면 복원 영상이 달라진다.</a:t>
            </a:r>
          </a:p>
        </p:txBody>
      </p:sp>
    </p:spTree>
    <p:extLst>
      <p:ext uri="{BB962C8B-B14F-4D97-AF65-F5344CB8AC3E}">
        <p14:creationId xmlns:p14="http://schemas.microsoft.com/office/powerpoint/2010/main" val="462685519"/>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3" name="text-28-64">
            <a:extLst>
              <a:ext uri="{FF2B5EF4-FFF2-40B4-BE49-F238E27FC236}">
                <a16:creationId xmlns:a16="http://schemas.microsoft.com/office/drawing/2014/main" id="{987D7E29-0731-4A06-94B3-18C6D69F8469}"/>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C890A94B-74BC-456B-B1F2-7E2724FFFD76}"/>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10D4F678-9B17-403A-A1DA-734CAB008707}"/>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25  </a:t>
            </a:r>
          </a:p>
        </p:txBody>
      </p:sp>
      <p:sp>
        <p:nvSpPr>
          <p:cNvPr id="4" name="직사각형 3">
            <a:extLst>
              <a:ext uri="{FF2B5EF4-FFF2-40B4-BE49-F238E27FC236}">
                <a16:creationId xmlns:a16="http://schemas.microsoft.com/office/drawing/2014/main" id="{92CE2F62-09C6-468A-A53C-C3718B5DDE77}"/>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1FA91BB0-A892-4B14-B86E-99E9181B56ED}"/>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9A9847C7-8CF6-4019-B30F-773CDFBC0938}"/>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18F3804B-D3C8-4FD6-B725-BA1D6515B127}"/>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049</a:t>
            </a:r>
            <a:endParaRPr sz="1050" b="1" i="0">
              <a:solidFill>
                <a:srgbClr val="171717"/>
              </a:solidFill>
              <a:latin typeface="Consolas"/>
              <a:ea typeface="Consolas"/>
              <a:cs typeface="Consolas"/>
            </a:endParaRPr>
          </a:p>
        </p:txBody>
      </p:sp>
      <p:sp>
        <p:nvSpPr>
          <p:cNvPr id="8" name="text-178-64">
            <a:extLst>
              <a:ext uri="{FF2B5EF4-FFF2-40B4-BE49-F238E27FC236}">
                <a16:creationId xmlns:a16="http://schemas.microsoft.com/office/drawing/2014/main" id="{7FDF566A-1AFC-4C44-BC25-29E869A8E162}"/>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흑백 쿼드트리 압축 효과가 가장 큰 예는?</a:t>
            </a:r>
          </a:p>
        </p:txBody>
      </p:sp>
      <p:sp>
        <p:nvSpPr>
          <p:cNvPr id="9" name="text-316-72">
            <a:extLst>
              <a:ext uri="{FF2B5EF4-FFF2-40B4-BE49-F238E27FC236}">
                <a16:creationId xmlns:a16="http://schemas.microsoft.com/office/drawing/2014/main" id="{9EAE0893-66C7-4AA0-AE71-D13975C7DB5E}"/>
              </a:ext>
            </a:extLst>
          </p:cNvPr>
          <p:cNvSpPr>
            <a:spLocks noGrp="1"/>
          </p:cNvSpPr>
          <p:nvPr/>
        </p:nvSpPr>
        <p:spPr>
          <a:xfrm>
            <a:off x="685800" y="30099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a:ext uri="{FF2B5EF4-FFF2-40B4-BE49-F238E27FC236}">
                <a16:creationId xmlns:a16="http://schemas.microsoft.com/office/drawing/2014/main" id="{ADAF1CBB-D8A6-4CE6-B58D-C0528F30F1A6}"/>
              </a:ext>
            </a:extLst>
          </p:cNvPr>
          <p:cNvSpPr>
            <a:spLocks noGrp="1"/>
          </p:cNvSpPr>
          <p:nvPr/>
        </p:nvSpPr>
        <p:spPr>
          <a:xfrm>
            <a:off x="1181100" y="30099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끝까지 분할해야 하는 영상</a:t>
            </a:r>
          </a:p>
        </p:txBody>
      </p:sp>
      <p:sp>
        <p:nvSpPr>
          <p:cNvPr id="11" name="직사각형 10">
            <a:extLst>
              <a:ext uri="{FF2B5EF4-FFF2-40B4-BE49-F238E27FC236}">
                <a16:creationId xmlns:a16="http://schemas.microsoft.com/office/drawing/2014/main" id="{47140032-8A26-418F-8BC2-13C83D3851BF}"/>
              </a:ext>
            </a:extLst>
          </p:cNvPr>
          <p:cNvSpPr>
            <a:spLocks noGrp="1"/>
          </p:cNvSpPr>
          <p:nvPr/>
        </p:nvSpPr>
        <p:spPr>
          <a:xfrm>
            <a:off x="1181100" y="3552825"/>
            <a:ext cx="10401300" cy="9525"/>
          </a:xfrm>
          <a:prstGeom prst="rect">
            <a:avLst/>
          </a:prstGeom>
          <a:solidFill>
            <a:srgbClr val="E7E7E7"/>
          </a:solidFill>
          <a:ln w="0">
            <a:noFill/>
          </a:ln>
        </p:spPr>
      </p:sp>
      <p:sp>
        <p:nvSpPr>
          <p:cNvPr id="12" name="text-382-72">
            <a:extLst>
              <a:ext uri="{FF2B5EF4-FFF2-40B4-BE49-F238E27FC236}">
                <a16:creationId xmlns:a16="http://schemas.microsoft.com/office/drawing/2014/main" id="{29E98362-0B0D-43E8-AA10-BD6F07849226}"/>
              </a:ext>
            </a:extLst>
          </p:cNvPr>
          <p:cNvSpPr>
            <a:spLocks noGrp="1"/>
          </p:cNvSpPr>
          <p:nvPr/>
        </p:nvSpPr>
        <p:spPr>
          <a:xfrm>
            <a:off x="685800" y="36385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a:ext uri="{FF2B5EF4-FFF2-40B4-BE49-F238E27FC236}">
                <a16:creationId xmlns:a16="http://schemas.microsoft.com/office/drawing/2014/main" id="{D62D0F83-DE8A-4959-B7D1-1B597CEF6526}"/>
              </a:ext>
            </a:extLst>
          </p:cNvPr>
          <p:cNvSpPr>
            <a:spLocks noGrp="1"/>
          </p:cNvSpPr>
          <p:nvPr/>
        </p:nvSpPr>
        <p:spPr>
          <a:xfrm>
            <a:off x="1181100" y="36385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1칸마다 색이 바뀌는 큰 체커보드</a:t>
            </a:r>
          </a:p>
        </p:txBody>
      </p:sp>
      <p:sp>
        <p:nvSpPr>
          <p:cNvPr id="14" name="직사각형 13">
            <a:extLst>
              <a:ext uri="{FF2B5EF4-FFF2-40B4-BE49-F238E27FC236}">
                <a16:creationId xmlns:a16="http://schemas.microsoft.com/office/drawing/2014/main" id="{ECC41929-BB8B-4001-A5F7-D5D5BB5F2417}"/>
              </a:ext>
            </a:extLst>
          </p:cNvPr>
          <p:cNvSpPr>
            <a:spLocks noGrp="1"/>
          </p:cNvSpPr>
          <p:nvPr/>
        </p:nvSpPr>
        <p:spPr>
          <a:xfrm>
            <a:off x="1181100" y="4181475"/>
            <a:ext cx="10401300" cy="9525"/>
          </a:xfrm>
          <a:prstGeom prst="rect">
            <a:avLst/>
          </a:prstGeom>
          <a:solidFill>
            <a:srgbClr val="E7E7E7"/>
          </a:solidFill>
          <a:ln w="0">
            <a:noFill/>
          </a:ln>
        </p:spPr>
      </p:sp>
      <p:sp>
        <p:nvSpPr>
          <p:cNvPr id="15" name="text-448-72">
            <a:extLst>
              <a:ext uri="{FF2B5EF4-FFF2-40B4-BE49-F238E27FC236}">
                <a16:creationId xmlns:a16="http://schemas.microsoft.com/office/drawing/2014/main" id="{CEC2F59E-C658-4620-9F98-2E6D8590E976}"/>
              </a:ext>
            </a:extLst>
          </p:cNvPr>
          <p:cNvSpPr>
            <a:spLocks noGrp="1"/>
          </p:cNvSpPr>
          <p:nvPr/>
        </p:nvSpPr>
        <p:spPr>
          <a:xfrm>
            <a:off x="685800" y="42672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a:ext uri="{FF2B5EF4-FFF2-40B4-BE49-F238E27FC236}">
                <a16:creationId xmlns:a16="http://schemas.microsoft.com/office/drawing/2014/main" id="{0DD7F43A-5C98-4506-AD08-C302D5999F7C}"/>
              </a:ext>
            </a:extLst>
          </p:cNvPr>
          <p:cNvSpPr>
            <a:spLocks noGrp="1"/>
          </p:cNvSpPr>
          <p:nvPr/>
        </p:nvSpPr>
        <p:spPr>
          <a:xfrm>
            <a:off x="1181100" y="42672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전체가 한 색인 영상</a:t>
            </a:r>
          </a:p>
        </p:txBody>
      </p:sp>
      <p:sp>
        <p:nvSpPr>
          <p:cNvPr id="17" name="직사각형 16">
            <a:extLst>
              <a:ext uri="{FF2B5EF4-FFF2-40B4-BE49-F238E27FC236}">
                <a16:creationId xmlns:a16="http://schemas.microsoft.com/office/drawing/2014/main" id="{D63BA242-35A8-4A6D-85C6-B8B7BC3B7CDA}"/>
              </a:ext>
            </a:extLst>
          </p:cNvPr>
          <p:cNvSpPr>
            <a:spLocks noGrp="1"/>
          </p:cNvSpPr>
          <p:nvPr/>
        </p:nvSpPr>
        <p:spPr>
          <a:xfrm>
            <a:off x="1181100" y="4810125"/>
            <a:ext cx="10401300" cy="9525"/>
          </a:xfrm>
          <a:prstGeom prst="rect">
            <a:avLst/>
          </a:prstGeom>
          <a:solidFill>
            <a:srgbClr val="E7E7E7"/>
          </a:solidFill>
          <a:ln w="0">
            <a:noFill/>
          </a:ln>
        </p:spPr>
      </p:sp>
      <p:sp>
        <p:nvSpPr>
          <p:cNvPr id="18" name="text-514-72">
            <a:extLst>
              <a:ext uri="{FF2B5EF4-FFF2-40B4-BE49-F238E27FC236}">
                <a16:creationId xmlns:a16="http://schemas.microsoft.com/office/drawing/2014/main" id="{FF8F018B-ECDC-45DD-9BAE-FFD41BBAACEC}"/>
              </a:ext>
            </a:extLst>
          </p:cNvPr>
          <p:cNvSpPr>
            <a:spLocks noGrp="1"/>
          </p:cNvSpPr>
          <p:nvPr/>
        </p:nvSpPr>
        <p:spPr>
          <a:xfrm>
            <a:off x="685800" y="48958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a:ext uri="{FF2B5EF4-FFF2-40B4-BE49-F238E27FC236}">
                <a16:creationId xmlns:a16="http://schemas.microsoft.com/office/drawing/2014/main" id="{AC8BB74B-00EB-400D-99AE-E9EE60D501C5}"/>
              </a:ext>
            </a:extLst>
          </p:cNvPr>
          <p:cNvSpPr>
            <a:spLocks noGrp="1"/>
          </p:cNvSpPr>
          <p:nvPr/>
        </p:nvSpPr>
        <p:spPr>
          <a:xfrm>
            <a:off x="1181100" y="48958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모든 리프가 1×1이 되는 큰 영상</a:t>
            </a:r>
          </a:p>
        </p:txBody>
      </p:sp>
      <p:sp>
        <p:nvSpPr>
          <p:cNvPr id="20" name="직사각형 19">
            <a:extLst>
              <a:ext uri="{FF2B5EF4-FFF2-40B4-BE49-F238E27FC236}">
                <a16:creationId xmlns:a16="http://schemas.microsoft.com/office/drawing/2014/main" id="{E01E1DD6-59AD-4E1F-A2B5-5BC97F7E2019}"/>
              </a:ext>
            </a:extLst>
          </p:cNvPr>
          <p:cNvSpPr>
            <a:spLocks noGrp="1"/>
          </p:cNvSpPr>
          <p:nvPr/>
        </p:nvSpPr>
        <p:spPr>
          <a:xfrm>
            <a:off x="1181100" y="5438775"/>
            <a:ext cx="10401300" cy="9525"/>
          </a:xfrm>
          <a:prstGeom prst="rect">
            <a:avLst/>
          </a:prstGeom>
          <a:solidFill>
            <a:srgbClr val="E7E7E7"/>
          </a:solidFill>
          <a:ln w="0">
            <a:noFill/>
          </a:ln>
        </p:spPr>
      </p:sp>
      <p:sp>
        <p:nvSpPr>
          <p:cNvPr id="21" name="text-580-72">
            <a:extLst>
              <a:ext uri="{FF2B5EF4-FFF2-40B4-BE49-F238E27FC236}">
                <a16:creationId xmlns:a16="http://schemas.microsoft.com/office/drawing/2014/main" id="{1DBDFCD5-B0BB-407F-AE24-62F87FC41A77}"/>
              </a:ext>
            </a:extLst>
          </p:cNvPr>
          <p:cNvSpPr>
            <a:spLocks noGrp="1"/>
          </p:cNvSpPr>
          <p:nvPr/>
        </p:nvSpPr>
        <p:spPr>
          <a:xfrm>
            <a:off x="685800" y="55245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a:ext uri="{FF2B5EF4-FFF2-40B4-BE49-F238E27FC236}">
                <a16:creationId xmlns:a16="http://schemas.microsoft.com/office/drawing/2014/main" id="{6A3AF65A-6183-4C38-93BB-212D9D3D3883}"/>
              </a:ext>
            </a:extLst>
          </p:cNvPr>
          <p:cNvSpPr>
            <a:spLocks noGrp="1"/>
          </p:cNvSpPr>
          <p:nvPr/>
        </p:nvSpPr>
        <p:spPr>
          <a:xfrm>
            <a:off x="1181100" y="55245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모든 2×2 블록이 혼합된 영상</a:t>
            </a:r>
          </a:p>
        </p:txBody>
      </p:sp>
    </p:spTree>
    <p:extLst>
      <p:ext uri="{BB962C8B-B14F-4D97-AF65-F5344CB8AC3E}">
        <p14:creationId xmlns:p14="http://schemas.microsoft.com/office/powerpoint/2010/main" val="46268551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9B0F5989-9ECA-45F6-B8EB-EE93AB0C7156}"/>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BDD382DD-C453-4F9E-A2B0-596C24F94AE3}"/>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F6EA4D90-5747-4161-907E-401D170B6FBE}"/>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25  정답과 해설</a:t>
            </a:r>
          </a:p>
        </p:txBody>
      </p:sp>
      <p:sp>
        <p:nvSpPr>
          <p:cNvPr id="4" name="직사각형 3">
            <a:extLst>
              <a:ext uri="{FF2B5EF4-FFF2-40B4-BE49-F238E27FC236}">
                <a16:creationId xmlns:a16="http://schemas.microsoft.com/office/drawing/2014/main" id="{0A5D8EBD-3745-479C-A1A0-9CF4A40E9173}"/>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C944EB3F-E013-425C-998A-CDF43BF39D4F}"/>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6DEA621E-124E-48F4-8283-B8074A17E4F7}"/>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471878A9-97E2-4954-9AC3-93AEAB7781CC}"/>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050</a:t>
            </a:r>
            <a:endParaRPr sz="1050" b="1" i="0">
              <a:solidFill>
                <a:srgbClr val="171717"/>
              </a:solidFill>
              <a:latin typeface="Consolas"/>
              <a:ea typeface="Consolas"/>
              <a:cs typeface="Consolas"/>
            </a:endParaRPr>
          </a:p>
        </p:txBody>
      </p:sp>
      <p:sp>
        <p:nvSpPr>
          <p:cNvPr id="8" name="text-178-64">
            <a:extLst>
              <a:ext uri="{FF2B5EF4-FFF2-40B4-BE49-F238E27FC236}">
                <a16:creationId xmlns:a16="http://schemas.microsoft.com/office/drawing/2014/main" id="{9100BD7D-4C2E-4FC0-A36C-95D92F44A364}"/>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흑백 쿼드트리 압축 효과가 가장 큰 예는?</a:t>
            </a:r>
          </a:p>
        </p:txBody>
      </p:sp>
      <p:sp>
        <p:nvSpPr>
          <p:cNvPr id="9" name="직사각형 8">
            <a:extLst>
              <a:ext uri="{FF2B5EF4-FFF2-40B4-BE49-F238E27FC236}">
                <a16:creationId xmlns:a16="http://schemas.microsoft.com/office/drawing/2014/main" id="{B59FA28B-1124-434C-97A5-4B0EA427B23A}"/>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59CDF8BC-46AD-4279-AF7D-054EEFA3DB02}"/>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3번 전체가 한 색인 영상</a:t>
            </a:r>
          </a:p>
        </p:txBody>
      </p:sp>
      <p:sp>
        <p:nvSpPr>
          <p:cNvPr id="11" name="text-324.4-64">
            <a:extLst>
              <a:ext uri="{FF2B5EF4-FFF2-40B4-BE49-F238E27FC236}">
                <a16:creationId xmlns:a16="http://schemas.microsoft.com/office/drawing/2014/main" id="{7F7C8A1D-CA19-4775-AB61-96EE99CA03F6}"/>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CA2B7EA1-BF03-43F6-BCA5-712ABA589ECA}"/>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58992138-00DE-48B8-BA92-7DED95170DD0}"/>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전체 한 색이면 크기와 무관하게 색 기호 하나로 표현할 수 있다.</a:t>
            </a:r>
          </a:p>
        </p:txBody>
      </p:sp>
    </p:spTree>
    <p:extLst>
      <p:ext uri="{BB962C8B-B14F-4D97-AF65-F5344CB8AC3E}">
        <p14:creationId xmlns:p14="http://schemas.microsoft.com/office/powerpoint/2010/main" val="462685519"/>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3" name="text-28-64">
            <a:extLst>
              <a:ext uri="{FF2B5EF4-FFF2-40B4-BE49-F238E27FC236}">
                <a16:creationId xmlns:a16="http://schemas.microsoft.com/office/drawing/2014/main" id="{DE47112A-7B10-4853-B41D-7F77C685DFAA}"/>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5C0AE6DC-07BA-402A-ABDD-A01BA09CBBDE}"/>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8D10973E-C78F-4AB0-B7AF-843803C3E41E}"/>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26  </a:t>
            </a:r>
          </a:p>
        </p:txBody>
      </p:sp>
      <p:sp>
        <p:nvSpPr>
          <p:cNvPr id="4" name="직사각형 3">
            <a:extLst>
              <a:ext uri="{FF2B5EF4-FFF2-40B4-BE49-F238E27FC236}">
                <a16:creationId xmlns:a16="http://schemas.microsoft.com/office/drawing/2014/main" id="{BF721D19-CBDE-4B1D-A784-998C15386E76}"/>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7CE533A5-E00E-46A0-B42F-3CE0DEEF72CA}"/>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64257D2D-FE9F-4983-99D1-804EF6541C89}"/>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7D09A5DE-AB7F-4318-90CD-6E9EBA33BA8A}"/>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051</a:t>
            </a:r>
            <a:endParaRPr sz="1050" b="1" i="0">
              <a:solidFill>
                <a:srgbClr val="171717"/>
              </a:solidFill>
              <a:latin typeface="Consolas"/>
              <a:ea typeface="Consolas"/>
              <a:cs typeface="Consolas"/>
            </a:endParaRPr>
          </a:p>
        </p:txBody>
      </p:sp>
      <p:sp>
        <p:nvSpPr>
          <p:cNvPr id="8" name="text-178-64">
            <a:extLst>
              <a:ext uri="{FF2B5EF4-FFF2-40B4-BE49-F238E27FC236}">
                <a16:creationId xmlns:a16="http://schemas.microsoft.com/office/drawing/2014/main" id="{BFF82593-0866-488C-BD11-ABE2777F248C}"/>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쿼드트리를 이용한 충돌 후보 탐색에서 주의할 점은?</a:t>
            </a:r>
          </a:p>
        </p:txBody>
      </p:sp>
      <p:sp>
        <p:nvSpPr>
          <p:cNvPr id="9" name="text-316-72">
            <a:extLst>
              <a:ext uri="{FF2B5EF4-FFF2-40B4-BE49-F238E27FC236}">
                <a16:creationId xmlns:a16="http://schemas.microsoft.com/office/drawing/2014/main" id="{01E8448D-0D23-4779-8B2B-65BF7F95D0DA}"/>
              </a:ext>
            </a:extLst>
          </p:cNvPr>
          <p:cNvSpPr>
            <a:spLocks noGrp="1"/>
          </p:cNvSpPr>
          <p:nvPr/>
        </p:nvSpPr>
        <p:spPr>
          <a:xfrm>
            <a:off x="685800" y="30099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a:ext uri="{FF2B5EF4-FFF2-40B4-BE49-F238E27FC236}">
                <a16:creationId xmlns:a16="http://schemas.microsoft.com/office/drawing/2014/main" id="{60C39A0F-BD0F-422E-8025-A98D4D249811}"/>
              </a:ext>
            </a:extLst>
          </p:cNvPr>
          <p:cNvSpPr>
            <a:spLocks noGrp="1"/>
          </p:cNvSpPr>
          <p:nvPr/>
        </p:nvSpPr>
        <p:spPr>
          <a:xfrm>
            <a:off x="1181100" y="30099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모든 객체는 점 하나와 완전히 같다</a:t>
            </a:r>
          </a:p>
        </p:txBody>
      </p:sp>
      <p:sp>
        <p:nvSpPr>
          <p:cNvPr id="11" name="직사각형 10">
            <a:extLst>
              <a:ext uri="{FF2B5EF4-FFF2-40B4-BE49-F238E27FC236}">
                <a16:creationId xmlns:a16="http://schemas.microsoft.com/office/drawing/2014/main" id="{2D36F784-DE2C-4BD5-A2EA-50F308936789}"/>
              </a:ext>
            </a:extLst>
          </p:cNvPr>
          <p:cNvSpPr>
            <a:spLocks noGrp="1"/>
          </p:cNvSpPr>
          <p:nvPr/>
        </p:nvSpPr>
        <p:spPr>
          <a:xfrm>
            <a:off x="1181100" y="3552825"/>
            <a:ext cx="10401300" cy="9525"/>
          </a:xfrm>
          <a:prstGeom prst="rect">
            <a:avLst/>
          </a:prstGeom>
          <a:solidFill>
            <a:srgbClr val="E7E7E7"/>
          </a:solidFill>
          <a:ln w="0">
            <a:noFill/>
          </a:ln>
        </p:spPr>
      </p:sp>
      <p:sp>
        <p:nvSpPr>
          <p:cNvPr id="12" name="text-382-72">
            <a:extLst>
              <a:ext uri="{FF2B5EF4-FFF2-40B4-BE49-F238E27FC236}">
                <a16:creationId xmlns:a16="http://schemas.microsoft.com/office/drawing/2014/main" id="{6C0CDEC5-C0C1-4510-A6E6-7A3BA6C17C3E}"/>
              </a:ext>
            </a:extLst>
          </p:cNvPr>
          <p:cNvSpPr>
            <a:spLocks noGrp="1"/>
          </p:cNvSpPr>
          <p:nvPr/>
        </p:nvSpPr>
        <p:spPr>
          <a:xfrm>
            <a:off x="685800" y="36385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a:ext uri="{FF2B5EF4-FFF2-40B4-BE49-F238E27FC236}">
                <a16:creationId xmlns:a16="http://schemas.microsoft.com/office/drawing/2014/main" id="{AC2A7F77-4861-42E2-A46B-F694563CEB23}"/>
              </a:ext>
            </a:extLst>
          </p:cNvPr>
          <p:cNvSpPr>
            <a:spLocks noGrp="1"/>
          </p:cNvSpPr>
          <p:nvPr/>
        </p:nvSpPr>
        <p:spPr>
          <a:xfrm>
            <a:off x="1181100" y="36385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경계를 걸친 객체와 이웃 영역을 누락하지 않는다</a:t>
            </a:r>
          </a:p>
        </p:txBody>
      </p:sp>
      <p:sp>
        <p:nvSpPr>
          <p:cNvPr id="14" name="직사각형 13">
            <a:extLst>
              <a:ext uri="{FF2B5EF4-FFF2-40B4-BE49-F238E27FC236}">
                <a16:creationId xmlns:a16="http://schemas.microsoft.com/office/drawing/2014/main" id="{BFCB9F84-8F2C-433C-9D65-DF93FC04A6B2}"/>
              </a:ext>
            </a:extLst>
          </p:cNvPr>
          <p:cNvSpPr>
            <a:spLocks noGrp="1"/>
          </p:cNvSpPr>
          <p:nvPr/>
        </p:nvSpPr>
        <p:spPr>
          <a:xfrm>
            <a:off x="1181100" y="4181475"/>
            <a:ext cx="10401300" cy="9525"/>
          </a:xfrm>
          <a:prstGeom prst="rect">
            <a:avLst/>
          </a:prstGeom>
          <a:solidFill>
            <a:srgbClr val="E7E7E7"/>
          </a:solidFill>
          <a:ln w="0">
            <a:noFill/>
          </a:ln>
        </p:spPr>
      </p:sp>
      <p:sp>
        <p:nvSpPr>
          <p:cNvPr id="15" name="text-448-72">
            <a:extLst>
              <a:ext uri="{FF2B5EF4-FFF2-40B4-BE49-F238E27FC236}">
                <a16:creationId xmlns:a16="http://schemas.microsoft.com/office/drawing/2014/main" id="{97747D3D-0292-4D98-B187-A7770C87CD05}"/>
              </a:ext>
            </a:extLst>
          </p:cNvPr>
          <p:cNvSpPr>
            <a:spLocks noGrp="1"/>
          </p:cNvSpPr>
          <p:nvPr/>
        </p:nvSpPr>
        <p:spPr>
          <a:xfrm>
            <a:off x="685800" y="42672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a:ext uri="{FF2B5EF4-FFF2-40B4-BE49-F238E27FC236}">
                <a16:creationId xmlns:a16="http://schemas.microsoft.com/office/drawing/2014/main" id="{8D6FA278-41C0-4C0E-8687-5C6A6BBC74E5}"/>
              </a:ext>
            </a:extLst>
          </p:cNvPr>
          <p:cNvSpPr>
            <a:spLocks noGrp="1"/>
          </p:cNvSpPr>
          <p:nvPr/>
        </p:nvSpPr>
        <p:spPr>
          <a:xfrm>
            <a:off x="1181100" y="42672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후보만 같으면 정밀 검사는 필요 없다</a:t>
            </a:r>
          </a:p>
        </p:txBody>
      </p:sp>
      <p:sp>
        <p:nvSpPr>
          <p:cNvPr id="17" name="직사각형 16">
            <a:extLst>
              <a:ext uri="{FF2B5EF4-FFF2-40B4-BE49-F238E27FC236}">
                <a16:creationId xmlns:a16="http://schemas.microsoft.com/office/drawing/2014/main" id="{0B8961FE-40C8-4679-9F98-2D40B45BFB8A}"/>
              </a:ext>
            </a:extLst>
          </p:cNvPr>
          <p:cNvSpPr>
            <a:spLocks noGrp="1"/>
          </p:cNvSpPr>
          <p:nvPr/>
        </p:nvSpPr>
        <p:spPr>
          <a:xfrm>
            <a:off x="1181100" y="4810125"/>
            <a:ext cx="10401300" cy="9525"/>
          </a:xfrm>
          <a:prstGeom prst="rect">
            <a:avLst/>
          </a:prstGeom>
          <a:solidFill>
            <a:srgbClr val="E7E7E7"/>
          </a:solidFill>
          <a:ln w="0">
            <a:noFill/>
          </a:ln>
        </p:spPr>
      </p:sp>
      <p:sp>
        <p:nvSpPr>
          <p:cNvPr id="18" name="text-514-72">
            <a:extLst>
              <a:ext uri="{FF2B5EF4-FFF2-40B4-BE49-F238E27FC236}">
                <a16:creationId xmlns:a16="http://schemas.microsoft.com/office/drawing/2014/main" id="{D13AFA38-0C1E-4F1E-ADE2-97E442B265ED}"/>
              </a:ext>
            </a:extLst>
          </p:cNvPr>
          <p:cNvSpPr>
            <a:spLocks noGrp="1"/>
          </p:cNvSpPr>
          <p:nvPr/>
        </p:nvSpPr>
        <p:spPr>
          <a:xfrm>
            <a:off x="685800" y="48958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a:ext uri="{FF2B5EF4-FFF2-40B4-BE49-F238E27FC236}">
                <a16:creationId xmlns:a16="http://schemas.microsoft.com/office/drawing/2014/main" id="{D7575C34-AB0D-4F9D-BC5F-46B1332BCB83}"/>
              </a:ext>
            </a:extLst>
          </p:cNvPr>
          <p:cNvSpPr>
            <a:spLocks noGrp="1"/>
          </p:cNvSpPr>
          <p:nvPr/>
        </p:nvSpPr>
        <p:spPr>
          <a:xfrm>
            <a:off x="1181100" y="48958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객체 크기는 고려하지 않아도 된다</a:t>
            </a:r>
          </a:p>
        </p:txBody>
      </p:sp>
      <p:sp>
        <p:nvSpPr>
          <p:cNvPr id="20" name="직사각형 19">
            <a:extLst>
              <a:ext uri="{FF2B5EF4-FFF2-40B4-BE49-F238E27FC236}">
                <a16:creationId xmlns:a16="http://schemas.microsoft.com/office/drawing/2014/main" id="{C67F50F7-ECF6-4FE9-96F1-8FB2AC15D479}"/>
              </a:ext>
            </a:extLst>
          </p:cNvPr>
          <p:cNvSpPr>
            <a:spLocks noGrp="1"/>
          </p:cNvSpPr>
          <p:nvPr/>
        </p:nvSpPr>
        <p:spPr>
          <a:xfrm>
            <a:off x="1181100" y="5438775"/>
            <a:ext cx="10401300" cy="9525"/>
          </a:xfrm>
          <a:prstGeom prst="rect">
            <a:avLst/>
          </a:prstGeom>
          <a:solidFill>
            <a:srgbClr val="E7E7E7"/>
          </a:solidFill>
          <a:ln w="0">
            <a:noFill/>
          </a:ln>
        </p:spPr>
      </p:sp>
      <p:sp>
        <p:nvSpPr>
          <p:cNvPr id="21" name="text-580-72">
            <a:extLst>
              <a:ext uri="{FF2B5EF4-FFF2-40B4-BE49-F238E27FC236}">
                <a16:creationId xmlns:a16="http://schemas.microsoft.com/office/drawing/2014/main" id="{C9A843E5-CFA4-488F-B887-C8ABE34CEED4}"/>
              </a:ext>
            </a:extLst>
          </p:cNvPr>
          <p:cNvSpPr>
            <a:spLocks noGrp="1"/>
          </p:cNvSpPr>
          <p:nvPr/>
        </p:nvSpPr>
        <p:spPr>
          <a:xfrm>
            <a:off x="685800" y="55245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a:ext uri="{FF2B5EF4-FFF2-40B4-BE49-F238E27FC236}">
                <a16:creationId xmlns:a16="http://schemas.microsoft.com/office/drawing/2014/main" id="{7A3A616E-98D6-4186-B967-2C2CB67B6091}"/>
              </a:ext>
            </a:extLst>
          </p:cNvPr>
          <p:cNvSpPr>
            <a:spLocks noGrp="1"/>
          </p:cNvSpPr>
          <p:nvPr/>
        </p:nvSpPr>
        <p:spPr>
          <a:xfrm>
            <a:off x="1181100" y="55245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다른 리프 객체는 절대로 충돌하지 않는다</a:t>
            </a:r>
          </a:p>
        </p:txBody>
      </p:sp>
    </p:spTree>
    <p:extLst>
      <p:ext uri="{BB962C8B-B14F-4D97-AF65-F5344CB8AC3E}">
        <p14:creationId xmlns:p14="http://schemas.microsoft.com/office/powerpoint/2010/main" val="46268551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E455ACC8-3869-49B2-BA40-55F9523ACE98}"/>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68436E50-D493-4D66-96F5-6E6D13C89D9A}"/>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F4C895BD-E63D-4F2C-8E64-B51A5D46A0F7}"/>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26  정답과 해설</a:t>
            </a:r>
          </a:p>
        </p:txBody>
      </p:sp>
      <p:sp>
        <p:nvSpPr>
          <p:cNvPr id="4" name="직사각형 3">
            <a:extLst>
              <a:ext uri="{FF2B5EF4-FFF2-40B4-BE49-F238E27FC236}">
                <a16:creationId xmlns:a16="http://schemas.microsoft.com/office/drawing/2014/main" id="{ECD45EAA-A32D-4018-A4FB-6B75D8C7D178}"/>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DCD8218F-A6D5-4AA7-BBF0-072EC65BDCEF}"/>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C65C4252-5282-4BFA-B24B-0612B8E6ECD2}"/>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41B16ED9-76C0-463A-B172-5A36347DED7F}"/>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052</a:t>
            </a:r>
            <a:endParaRPr sz="1050" b="1" i="0">
              <a:solidFill>
                <a:srgbClr val="171717"/>
              </a:solidFill>
              <a:latin typeface="Consolas"/>
              <a:ea typeface="Consolas"/>
              <a:cs typeface="Consolas"/>
            </a:endParaRPr>
          </a:p>
        </p:txBody>
      </p:sp>
      <p:sp>
        <p:nvSpPr>
          <p:cNvPr id="8" name="text-178-64">
            <a:extLst>
              <a:ext uri="{FF2B5EF4-FFF2-40B4-BE49-F238E27FC236}">
                <a16:creationId xmlns:a16="http://schemas.microsoft.com/office/drawing/2014/main" id="{C6CE0BE7-7133-4270-845F-5BC910F8CB15}"/>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쿼드트리를 이용한 충돌 후보 탐색에서 주의할 점은?</a:t>
            </a:r>
          </a:p>
        </p:txBody>
      </p:sp>
      <p:sp>
        <p:nvSpPr>
          <p:cNvPr id="9" name="직사각형 8">
            <a:extLst>
              <a:ext uri="{FF2B5EF4-FFF2-40B4-BE49-F238E27FC236}">
                <a16:creationId xmlns:a16="http://schemas.microsoft.com/office/drawing/2014/main" id="{8DF2BB87-E332-4D2F-B616-79185007596D}"/>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26029D74-85EB-4084-AE4B-29CA399DEC53}"/>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2번 경계를 걸친 객체와 이웃 영역을 누락하지 않는다</a:t>
            </a:r>
          </a:p>
        </p:txBody>
      </p:sp>
      <p:sp>
        <p:nvSpPr>
          <p:cNvPr id="11" name="text-324.4-64">
            <a:extLst>
              <a:ext uri="{FF2B5EF4-FFF2-40B4-BE49-F238E27FC236}">
                <a16:creationId xmlns:a16="http://schemas.microsoft.com/office/drawing/2014/main" id="{0DF73674-5253-434A-A60B-B7E5DE51F574}"/>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605007BC-AAF8-487E-9370-5D9F946B69CD}"/>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CB2B7A7B-8432-4D8B-8524-22CB17DC369A}"/>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공간 분할은 후보를 줄이는 장치다. 실제 영역이 겹치는 객체는 경계 양쪽에도 있을 수 있다.</a:t>
            </a:r>
          </a:p>
        </p:txBody>
      </p:sp>
    </p:spTree>
    <p:extLst>
      <p:ext uri="{BB962C8B-B14F-4D97-AF65-F5344CB8AC3E}">
        <p14:creationId xmlns:p14="http://schemas.microsoft.com/office/powerpoint/2010/main" val="462685519"/>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3" name="text-28-64">
            <a:extLst>
              <a:ext uri="{FF2B5EF4-FFF2-40B4-BE49-F238E27FC236}">
                <a16:creationId xmlns:a16="http://schemas.microsoft.com/office/drawing/2014/main" id="{2BE6B324-3FA9-4C01-843F-8F283FADD0BF}"/>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390A554A-CC2A-4FD5-90ED-C97C130FAC6F}"/>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243A4E1F-F5E4-4CFF-929F-C1047CBC0D53}"/>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27  </a:t>
            </a:r>
          </a:p>
        </p:txBody>
      </p:sp>
      <p:sp>
        <p:nvSpPr>
          <p:cNvPr id="4" name="직사각형 3">
            <a:extLst>
              <a:ext uri="{FF2B5EF4-FFF2-40B4-BE49-F238E27FC236}">
                <a16:creationId xmlns:a16="http://schemas.microsoft.com/office/drawing/2014/main" id="{969BEEFE-6F1C-40D9-92DF-5FDF5E53FDA4}"/>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AA55E4DF-0207-4F3F-A7BB-0539FCD2F369}"/>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AFFDDBD5-BD5F-4B7F-9193-9BCFCF2EB04F}"/>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12D05C7E-55F7-493D-A919-55B8A35EFB11}"/>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053</a:t>
            </a:r>
            <a:endParaRPr sz="1050" b="1" i="0">
              <a:solidFill>
                <a:srgbClr val="171717"/>
              </a:solidFill>
              <a:latin typeface="Consolas"/>
              <a:ea typeface="Consolas"/>
              <a:cs typeface="Consolas"/>
            </a:endParaRPr>
          </a:p>
        </p:txBody>
      </p:sp>
      <p:sp>
        <p:nvSpPr>
          <p:cNvPr id="8" name="text-178-64">
            <a:extLst>
              <a:ext uri="{FF2B5EF4-FFF2-40B4-BE49-F238E27FC236}">
                <a16:creationId xmlns:a16="http://schemas.microsoft.com/office/drawing/2014/main" id="{A0EA0DC6-A73C-4E86-8C93-90F84DB65967}"/>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마스터 정리 T(n)=aT(n/b)+f(n)에서 a의 의미는?</a:t>
            </a:r>
          </a:p>
        </p:txBody>
      </p:sp>
      <p:sp>
        <p:nvSpPr>
          <p:cNvPr id="9" name="text-316-72">
            <a:extLst>
              <a:ext uri="{FF2B5EF4-FFF2-40B4-BE49-F238E27FC236}">
                <a16:creationId xmlns:a16="http://schemas.microsoft.com/office/drawing/2014/main" id="{A1935E54-D011-4FC8-8766-54B36BA3D2C8}"/>
              </a:ext>
            </a:extLst>
          </p:cNvPr>
          <p:cNvSpPr>
            <a:spLocks noGrp="1"/>
          </p:cNvSpPr>
          <p:nvPr/>
        </p:nvSpPr>
        <p:spPr>
          <a:xfrm>
            <a:off x="685800" y="30099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a:ext uri="{FF2B5EF4-FFF2-40B4-BE49-F238E27FC236}">
                <a16:creationId xmlns:a16="http://schemas.microsoft.com/office/drawing/2014/main" id="{A77E0877-BFBD-4E8C-94ED-8FB57DA1BAE9}"/>
              </a:ext>
            </a:extLst>
          </p:cNvPr>
          <p:cNvSpPr>
            <a:spLocks noGrp="1"/>
          </p:cNvSpPr>
          <p:nvPr/>
        </p:nvSpPr>
        <p:spPr>
          <a:xfrm>
            <a:off x="1181100" y="30099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재귀 부분 문제의 개수</a:t>
            </a:r>
          </a:p>
        </p:txBody>
      </p:sp>
      <p:sp>
        <p:nvSpPr>
          <p:cNvPr id="11" name="직사각형 10">
            <a:extLst>
              <a:ext uri="{FF2B5EF4-FFF2-40B4-BE49-F238E27FC236}">
                <a16:creationId xmlns:a16="http://schemas.microsoft.com/office/drawing/2014/main" id="{9DBFC2A7-2947-4A63-ACD7-A852C57570C7}"/>
              </a:ext>
            </a:extLst>
          </p:cNvPr>
          <p:cNvSpPr>
            <a:spLocks noGrp="1"/>
          </p:cNvSpPr>
          <p:nvPr/>
        </p:nvSpPr>
        <p:spPr>
          <a:xfrm>
            <a:off x="1181100" y="3552825"/>
            <a:ext cx="10401300" cy="9525"/>
          </a:xfrm>
          <a:prstGeom prst="rect">
            <a:avLst/>
          </a:prstGeom>
          <a:solidFill>
            <a:srgbClr val="E7E7E7"/>
          </a:solidFill>
          <a:ln w="0">
            <a:noFill/>
          </a:ln>
        </p:spPr>
      </p:sp>
      <p:sp>
        <p:nvSpPr>
          <p:cNvPr id="12" name="text-382-72">
            <a:extLst>
              <a:ext uri="{FF2B5EF4-FFF2-40B4-BE49-F238E27FC236}">
                <a16:creationId xmlns:a16="http://schemas.microsoft.com/office/drawing/2014/main" id="{1C4DF6A0-18E0-4DB0-895A-65F4D806919D}"/>
              </a:ext>
            </a:extLst>
          </p:cNvPr>
          <p:cNvSpPr>
            <a:spLocks noGrp="1"/>
          </p:cNvSpPr>
          <p:nvPr/>
        </p:nvSpPr>
        <p:spPr>
          <a:xfrm>
            <a:off x="685800" y="36385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a:ext uri="{FF2B5EF4-FFF2-40B4-BE49-F238E27FC236}">
                <a16:creationId xmlns:a16="http://schemas.microsoft.com/office/drawing/2014/main" id="{87C9466D-7B55-4BB3-AEF5-40911E1C2206}"/>
              </a:ext>
            </a:extLst>
          </p:cNvPr>
          <p:cNvSpPr>
            <a:spLocks noGrp="1"/>
          </p:cNvSpPr>
          <p:nvPr/>
        </p:nvSpPr>
        <p:spPr>
          <a:xfrm>
            <a:off x="1181100" y="36385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부분 문제 크기를 나누는 비율</a:t>
            </a:r>
          </a:p>
        </p:txBody>
      </p:sp>
      <p:sp>
        <p:nvSpPr>
          <p:cNvPr id="14" name="직사각형 13">
            <a:extLst>
              <a:ext uri="{FF2B5EF4-FFF2-40B4-BE49-F238E27FC236}">
                <a16:creationId xmlns:a16="http://schemas.microsoft.com/office/drawing/2014/main" id="{0652857A-A225-4CA6-B078-2D2269C29572}"/>
              </a:ext>
            </a:extLst>
          </p:cNvPr>
          <p:cNvSpPr>
            <a:spLocks noGrp="1"/>
          </p:cNvSpPr>
          <p:nvPr/>
        </p:nvSpPr>
        <p:spPr>
          <a:xfrm>
            <a:off x="1181100" y="4181475"/>
            <a:ext cx="10401300" cy="9525"/>
          </a:xfrm>
          <a:prstGeom prst="rect">
            <a:avLst/>
          </a:prstGeom>
          <a:solidFill>
            <a:srgbClr val="E7E7E7"/>
          </a:solidFill>
          <a:ln w="0">
            <a:noFill/>
          </a:ln>
        </p:spPr>
      </p:sp>
      <p:sp>
        <p:nvSpPr>
          <p:cNvPr id="15" name="text-448-72">
            <a:extLst>
              <a:ext uri="{FF2B5EF4-FFF2-40B4-BE49-F238E27FC236}">
                <a16:creationId xmlns:a16="http://schemas.microsoft.com/office/drawing/2014/main" id="{8268002D-F4DF-4004-B8B7-403248385812}"/>
              </a:ext>
            </a:extLst>
          </p:cNvPr>
          <p:cNvSpPr>
            <a:spLocks noGrp="1"/>
          </p:cNvSpPr>
          <p:nvPr/>
        </p:nvSpPr>
        <p:spPr>
          <a:xfrm>
            <a:off x="685800" y="42672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a:ext uri="{FF2B5EF4-FFF2-40B4-BE49-F238E27FC236}">
                <a16:creationId xmlns:a16="http://schemas.microsoft.com/office/drawing/2014/main" id="{415FA58A-DDE6-465D-83D5-8B23595EEBD3}"/>
              </a:ext>
            </a:extLst>
          </p:cNvPr>
          <p:cNvSpPr>
            <a:spLocks noGrp="1"/>
          </p:cNvSpPr>
          <p:nvPr/>
        </p:nvSpPr>
        <p:spPr>
          <a:xfrm>
            <a:off x="1181100" y="42672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각 기저 사례에 남는 입력 크기</a:t>
            </a:r>
          </a:p>
        </p:txBody>
      </p:sp>
      <p:sp>
        <p:nvSpPr>
          <p:cNvPr id="17" name="직사각형 16">
            <a:extLst>
              <a:ext uri="{FF2B5EF4-FFF2-40B4-BE49-F238E27FC236}">
                <a16:creationId xmlns:a16="http://schemas.microsoft.com/office/drawing/2014/main" id="{28631F14-49A6-4625-AC02-97FFACC462AE}"/>
              </a:ext>
            </a:extLst>
          </p:cNvPr>
          <p:cNvSpPr>
            <a:spLocks noGrp="1"/>
          </p:cNvSpPr>
          <p:nvPr/>
        </p:nvSpPr>
        <p:spPr>
          <a:xfrm>
            <a:off x="1181100" y="4810125"/>
            <a:ext cx="10401300" cy="9525"/>
          </a:xfrm>
          <a:prstGeom prst="rect">
            <a:avLst/>
          </a:prstGeom>
          <a:solidFill>
            <a:srgbClr val="E7E7E7"/>
          </a:solidFill>
          <a:ln w="0">
            <a:noFill/>
          </a:ln>
        </p:spPr>
      </p:sp>
      <p:sp>
        <p:nvSpPr>
          <p:cNvPr id="18" name="text-514-72">
            <a:extLst>
              <a:ext uri="{FF2B5EF4-FFF2-40B4-BE49-F238E27FC236}">
                <a16:creationId xmlns:a16="http://schemas.microsoft.com/office/drawing/2014/main" id="{8E74B56B-4585-4313-A3D6-9D01FA4AE963}"/>
              </a:ext>
            </a:extLst>
          </p:cNvPr>
          <p:cNvSpPr>
            <a:spLocks noGrp="1"/>
          </p:cNvSpPr>
          <p:nvPr/>
        </p:nvSpPr>
        <p:spPr>
          <a:xfrm>
            <a:off x="685800" y="48958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a:ext uri="{FF2B5EF4-FFF2-40B4-BE49-F238E27FC236}">
                <a16:creationId xmlns:a16="http://schemas.microsoft.com/office/drawing/2014/main" id="{B9695331-13E8-4563-986F-F1982A9F7D45}"/>
              </a:ext>
            </a:extLst>
          </p:cNvPr>
          <p:cNvSpPr>
            <a:spLocks noGrp="1"/>
          </p:cNvSpPr>
          <p:nvPr/>
        </p:nvSpPr>
        <p:spPr>
          <a:xfrm>
            <a:off x="1181100" y="48958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재귀 트리의 전체 깊이</a:t>
            </a:r>
          </a:p>
        </p:txBody>
      </p:sp>
      <p:sp>
        <p:nvSpPr>
          <p:cNvPr id="20" name="직사각형 19">
            <a:extLst>
              <a:ext uri="{FF2B5EF4-FFF2-40B4-BE49-F238E27FC236}">
                <a16:creationId xmlns:a16="http://schemas.microsoft.com/office/drawing/2014/main" id="{363A6AFE-0FE3-4D8C-8814-21F5511812E8}"/>
              </a:ext>
            </a:extLst>
          </p:cNvPr>
          <p:cNvSpPr>
            <a:spLocks noGrp="1"/>
          </p:cNvSpPr>
          <p:nvPr/>
        </p:nvSpPr>
        <p:spPr>
          <a:xfrm>
            <a:off x="1181100" y="5438775"/>
            <a:ext cx="10401300" cy="9525"/>
          </a:xfrm>
          <a:prstGeom prst="rect">
            <a:avLst/>
          </a:prstGeom>
          <a:solidFill>
            <a:srgbClr val="E7E7E7"/>
          </a:solidFill>
          <a:ln w="0">
            <a:noFill/>
          </a:ln>
        </p:spPr>
      </p:sp>
      <p:sp>
        <p:nvSpPr>
          <p:cNvPr id="21" name="text-580-72">
            <a:extLst>
              <a:ext uri="{FF2B5EF4-FFF2-40B4-BE49-F238E27FC236}">
                <a16:creationId xmlns:a16="http://schemas.microsoft.com/office/drawing/2014/main" id="{9E062898-6DBA-48FC-AE23-BA91FB2B8DB9}"/>
              </a:ext>
            </a:extLst>
          </p:cNvPr>
          <p:cNvSpPr>
            <a:spLocks noGrp="1"/>
          </p:cNvSpPr>
          <p:nvPr/>
        </p:nvSpPr>
        <p:spPr>
          <a:xfrm>
            <a:off x="685800" y="55245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a:ext uri="{FF2B5EF4-FFF2-40B4-BE49-F238E27FC236}">
                <a16:creationId xmlns:a16="http://schemas.microsoft.com/office/drawing/2014/main" id="{AFE4B53C-01B2-47A9-89FD-1A95C3C6D8DA}"/>
              </a:ext>
            </a:extLst>
          </p:cNvPr>
          <p:cNvSpPr>
            <a:spLocks noGrp="1"/>
          </p:cNvSpPr>
          <p:nvPr/>
        </p:nvSpPr>
        <p:spPr>
          <a:xfrm>
            <a:off x="1181100" y="55245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재귀 호출 외 결합 비용의 지수</a:t>
            </a:r>
          </a:p>
        </p:txBody>
      </p:sp>
    </p:spTree>
    <p:extLst>
      <p:ext uri="{BB962C8B-B14F-4D97-AF65-F5344CB8AC3E}">
        <p14:creationId xmlns:p14="http://schemas.microsoft.com/office/powerpoint/2010/main" val="46268551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5CC78776-1AC1-4673-BF37-BBD6D6F1DBCC}"/>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FF807148-A63D-40B4-A180-AF0A7D826F24}"/>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16B9813D-FBC9-42D5-9F29-9A795D6400D3}"/>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27  정답과 해설</a:t>
            </a:r>
          </a:p>
        </p:txBody>
      </p:sp>
      <p:sp>
        <p:nvSpPr>
          <p:cNvPr id="4" name="직사각형 3">
            <a:extLst>
              <a:ext uri="{FF2B5EF4-FFF2-40B4-BE49-F238E27FC236}">
                <a16:creationId xmlns:a16="http://schemas.microsoft.com/office/drawing/2014/main" id="{19FA1505-2622-408B-BC35-76C5857D093C}"/>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15B616AA-95BA-44C0-B4A9-23DED9A0BAC8}"/>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9A714477-924A-480C-943B-7AB26B71F21C}"/>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8B7B8D04-F8E5-4E2F-8062-4E9028DA494B}"/>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054</a:t>
            </a:r>
            <a:endParaRPr sz="1050" b="1" i="0">
              <a:solidFill>
                <a:srgbClr val="171717"/>
              </a:solidFill>
              <a:latin typeface="Consolas"/>
              <a:ea typeface="Consolas"/>
              <a:cs typeface="Consolas"/>
            </a:endParaRPr>
          </a:p>
        </p:txBody>
      </p:sp>
      <p:sp>
        <p:nvSpPr>
          <p:cNvPr id="8" name="text-178-64">
            <a:extLst>
              <a:ext uri="{FF2B5EF4-FFF2-40B4-BE49-F238E27FC236}">
                <a16:creationId xmlns:a16="http://schemas.microsoft.com/office/drawing/2014/main" id="{1C1418A4-B661-4381-BA4D-4587E4D05932}"/>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마스터 정리 T(n)=aT(n/b)+f(n)에서 a의 의미는?</a:t>
            </a:r>
          </a:p>
        </p:txBody>
      </p:sp>
      <p:sp>
        <p:nvSpPr>
          <p:cNvPr id="9" name="직사각형 8">
            <a:extLst>
              <a:ext uri="{FF2B5EF4-FFF2-40B4-BE49-F238E27FC236}">
                <a16:creationId xmlns:a16="http://schemas.microsoft.com/office/drawing/2014/main" id="{04BD9A21-47EB-47B9-B053-81B2A6B96C0B}"/>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AC83AAC4-F7A5-42E3-B2B9-BFEF1E399B0F}"/>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1번 재귀 부분 문제의 개수</a:t>
            </a:r>
          </a:p>
        </p:txBody>
      </p:sp>
      <p:sp>
        <p:nvSpPr>
          <p:cNvPr id="11" name="text-324.4-64">
            <a:extLst>
              <a:ext uri="{FF2B5EF4-FFF2-40B4-BE49-F238E27FC236}">
                <a16:creationId xmlns:a16="http://schemas.microsoft.com/office/drawing/2014/main" id="{8F59C649-199B-4AF1-B3FE-4F92C9327A55}"/>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9DF52340-2229-40AD-B9E7-7AD91D4FB9D8}"/>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930131CB-FCA8-41F8-B9F1-AA670192EA7A}"/>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b는 크기 축소 비율, f(n)은 재귀 호출 외 작업 비용이다.</a:t>
            </a:r>
          </a:p>
        </p:txBody>
      </p:sp>
    </p:spTree>
    <p:extLst>
      <p:ext uri="{BB962C8B-B14F-4D97-AF65-F5344CB8AC3E}">
        <p14:creationId xmlns:p14="http://schemas.microsoft.com/office/powerpoint/2010/main" val="462685519"/>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3" name="text-28-64">
            <a:extLst>
              <a:ext uri="{FF2B5EF4-FFF2-40B4-BE49-F238E27FC236}">
                <a16:creationId xmlns:a16="http://schemas.microsoft.com/office/drawing/2014/main" id="{253246B6-2FB1-49B8-AB7C-EC3F30EB7417}"/>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AF221FF2-8E83-45D1-AB25-CE519B513F9C}"/>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AD68010E-FFA6-428F-89EE-6E2B1EF48C09}"/>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28  </a:t>
            </a:r>
          </a:p>
        </p:txBody>
      </p:sp>
      <p:sp>
        <p:nvSpPr>
          <p:cNvPr id="4" name="직사각형 3">
            <a:extLst>
              <a:ext uri="{FF2B5EF4-FFF2-40B4-BE49-F238E27FC236}">
                <a16:creationId xmlns:a16="http://schemas.microsoft.com/office/drawing/2014/main" id="{D6B4E128-4872-4B71-91FF-7825CF20F6E8}"/>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A1C342E8-2CBA-496D-B4FA-EE046E025CA0}"/>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6364037C-E578-4B4B-A801-6A96337EA7F6}"/>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ADD04B87-19A1-47E6-90FD-FBB69909EA88}"/>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055</a:t>
            </a:r>
            <a:endParaRPr sz="1050" b="1" i="0">
              <a:solidFill>
                <a:srgbClr val="171717"/>
              </a:solidFill>
              <a:latin typeface="Consolas"/>
              <a:ea typeface="Consolas"/>
              <a:cs typeface="Consolas"/>
            </a:endParaRPr>
          </a:p>
        </p:txBody>
      </p:sp>
      <p:sp>
        <p:nvSpPr>
          <p:cNvPr id="8" name="text-178-64">
            <a:extLst>
              <a:ext uri="{FF2B5EF4-FFF2-40B4-BE49-F238E27FC236}">
                <a16:creationId xmlns:a16="http://schemas.microsoft.com/office/drawing/2014/main" id="{909AC76D-843F-46F1-A496-82884452E7BC}"/>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T(n)=4T(n/2)+Θ(n), T(1)=Θ(1)의 차수는?</a:t>
            </a:r>
          </a:p>
        </p:txBody>
      </p:sp>
      <p:sp>
        <p:nvSpPr>
          <p:cNvPr id="9" name="text-316-72">
            <a:extLst>
              <a:ext uri="{FF2B5EF4-FFF2-40B4-BE49-F238E27FC236}">
                <a16:creationId xmlns:a16="http://schemas.microsoft.com/office/drawing/2014/main" id="{87D40C61-0F1F-4A21-8F22-EBE9B839280C}"/>
              </a:ext>
            </a:extLst>
          </p:cNvPr>
          <p:cNvSpPr>
            <a:spLocks noGrp="1"/>
          </p:cNvSpPr>
          <p:nvPr/>
        </p:nvSpPr>
        <p:spPr>
          <a:xfrm>
            <a:off x="685800" y="30099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a:ext uri="{FF2B5EF4-FFF2-40B4-BE49-F238E27FC236}">
                <a16:creationId xmlns:a16="http://schemas.microsoft.com/office/drawing/2014/main" id="{29B941CB-1D89-4E7E-8B6B-CE23B33E7CB6}"/>
              </a:ext>
            </a:extLst>
          </p:cNvPr>
          <p:cNvSpPr>
            <a:spLocks noGrp="1"/>
          </p:cNvSpPr>
          <p:nvPr/>
        </p:nvSpPr>
        <p:spPr>
          <a:xfrm>
            <a:off x="1181100" y="30099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Θ(n)</a:t>
            </a:r>
          </a:p>
        </p:txBody>
      </p:sp>
      <p:sp>
        <p:nvSpPr>
          <p:cNvPr id="11" name="직사각형 10">
            <a:extLst>
              <a:ext uri="{FF2B5EF4-FFF2-40B4-BE49-F238E27FC236}">
                <a16:creationId xmlns:a16="http://schemas.microsoft.com/office/drawing/2014/main" id="{4D01B8C9-43F1-4E5B-B50B-99957E781637}"/>
              </a:ext>
            </a:extLst>
          </p:cNvPr>
          <p:cNvSpPr>
            <a:spLocks noGrp="1"/>
          </p:cNvSpPr>
          <p:nvPr/>
        </p:nvSpPr>
        <p:spPr>
          <a:xfrm>
            <a:off x="1181100" y="3552825"/>
            <a:ext cx="10401300" cy="9525"/>
          </a:xfrm>
          <a:prstGeom prst="rect">
            <a:avLst/>
          </a:prstGeom>
          <a:solidFill>
            <a:srgbClr val="E7E7E7"/>
          </a:solidFill>
          <a:ln w="0">
            <a:noFill/>
          </a:ln>
        </p:spPr>
      </p:sp>
      <p:sp>
        <p:nvSpPr>
          <p:cNvPr id="12" name="text-382-72">
            <a:extLst>
              <a:ext uri="{FF2B5EF4-FFF2-40B4-BE49-F238E27FC236}">
                <a16:creationId xmlns:a16="http://schemas.microsoft.com/office/drawing/2014/main" id="{66ABC403-C586-4060-9EB6-739477130423}"/>
              </a:ext>
            </a:extLst>
          </p:cNvPr>
          <p:cNvSpPr>
            <a:spLocks noGrp="1"/>
          </p:cNvSpPr>
          <p:nvPr/>
        </p:nvSpPr>
        <p:spPr>
          <a:xfrm>
            <a:off x="685800" y="36385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a:ext uri="{FF2B5EF4-FFF2-40B4-BE49-F238E27FC236}">
                <a16:creationId xmlns:a16="http://schemas.microsoft.com/office/drawing/2014/main" id="{A5BDFA09-9C58-4B32-A288-99F0DDFAFDC6}"/>
              </a:ext>
            </a:extLst>
          </p:cNvPr>
          <p:cNvSpPr>
            <a:spLocks noGrp="1"/>
          </p:cNvSpPr>
          <p:nvPr/>
        </p:nvSpPr>
        <p:spPr>
          <a:xfrm>
            <a:off x="1181100" y="36385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Θ(n²)</a:t>
            </a:r>
          </a:p>
        </p:txBody>
      </p:sp>
      <p:sp>
        <p:nvSpPr>
          <p:cNvPr id="14" name="직사각형 13">
            <a:extLst>
              <a:ext uri="{FF2B5EF4-FFF2-40B4-BE49-F238E27FC236}">
                <a16:creationId xmlns:a16="http://schemas.microsoft.com/office/drawing/2014/main" id="{DB9BD7D9-3A08-4CD7-B438-2479BF9D839D}"/>
              </a:ext>
            </a:extLst>
          </p:cNvPr>
          <p:cNvSpPr>
            <a:spLocks noGrp="1"/>
          </p:cNvSpPr>
          <p:nvPr/>
        </p:nvSpPr>
        <p:spPr>
          <a:xfrm>
            <a:off x="1181100" y="4181475"/>
            <a:ext cx="10401300" cy="9525"/>
          </a:xfrm>
          <a:prstGeom prst="rect">
            <a:avLst/>
          </a:prstGeom>
          <a:solidFill>
            <a:srgbClr val="E7E7E7"/>
          </a:solidFill>
          <a:ln w="0">
            <a:noFill/>
          </a:ln>
        </p:spPr>
      </p:sp>
      <p:sp>
        <p:nvSpPr>
          <p:cNvPr id="15" name="text-448-72">
            <a:extLst>
              <a:ext uri="{FF2B5EF4-FFF2-40B4-BE49-F238E27FC236}">
                <a16:creationId xmlns:a16="http://schemas.microsoft.com/office/drawing/2014/main" id="{19C38AE5-A373-4BE2-9166-2440E10CCD9F}"/>
              </a:ext>
            </a:extLst>
          </p:cNvPr>
          <p:cNvSpPr>
            <a:spLocks noGrp="1"/>
          </p:cNvSpPr>
          <p:nvPr/>
        </p:nvSpPr>
        <p:spPr>
          <a:xfrm>
            <a:off x="685800" y="42672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a:ext uri="{FF2B5EF4-FFF2-40B4-BE49-F238E27FC236}">
                <a16:creationId xmlns:a16="http://schemas.microsoft.com/office/drawing/2014/main" id="{58C845B0-B2AB-410E-9476-CB30B32383B5}"/>
              </a:ext>
            </a:extLst>
          </p:cNvPr>
          <p:cNvSpPr>
            <a:spLocks noGrp="1"/>
          </p:cNvSpPr>
          <p:nvPr/>
        </p:nvSpPr>
        <p:spPr>
          <a:xfrm>
            <a:off x="1181100" y="42672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Θ(log n)</a:t>
            </a:r>
          </a:p>
        </p:txBody>
      </p:sp>
      <p:sp>
        <p:nvSpPr>
          <p:cNvPr id="17" name="직사각형 16">
            <a:extLst>
              <a:ext uri="{FF2B5EF4-FFF2-40B4-BE49-F238E27FC236}">
                <a16:creationId xmlns:a16="http://schemas.microsoft.com/office/drawing/2014/main" id="{5A615418-C3C5-4A34-9681-36C7C8E901E5}"/>
              </a:ext>
            </a:extLst>
          </p:cNvPr>
          <p:cNvSpPr>
            <a:spLocks noGrp="1"/>
          </p:cNvSpPr>
          <p:nvPr/>
        </p:nvSpPr>
        <p:spPr>
          <a:xfrm>
            <a:off x="1181100" y="4810125"/>
            <a:ext cx="10401300" cy="9525"/>
          </a:xfrm>
          <a:prstGeom prst="rect">
            <a:avLst/>
          </a:prstGeom>
          <a:solidFill>
            <a:srgbClr val="E7E7E7"/>
          </a:solidFill>
          <a:ln w="0">
            <a:noFill/>
          </a:ln>
        </p:spPr>
      </p:sp>
      <p:sp>
        <p:nvSpPr>
          <p:cNvPr id="18" name="text-514-72">
            <a:extLst>
              <a:ext uri="{FF2B5EF4-FFF2-40B4-BE49-F238E27FC236}">
                <a16:creationId xmlns:a16="http://schemas.microsoft.com/office/drawing/2014/main" id="{9725E1D5-B275-468D-A1F5-641C376275F4}"/>
              </a:ext>
            </a:extLst>
          </p:cNvPr>
          <p:cNvSpPr>
            <a:spLocks noGrp="1"/>
          </p:cNvSpPr>
          <p:nvPr/>
        </p:nvSpPr>
        <p:spPr>
          <a:xfrm>
            <a:off x="685800" y="48958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a:ext uri="{FF2B5EF4-FFF2-40B4-BE49-F238E27FC236}">
                <a16:creationId xmlns:a16="http://schemas.microsoft.com/office/drawing/2014/main" id="{6125F645-697F-46F0-BD45-EF390391D2EF}"/>
              </a:ext>
            </a:extLst>
          </p:cNvPr>
          <p:cNvSpPr>
            <a:spLocks noGrp="1"/>
          </p:cNvSpPr>
          <p:nvPr/>
        </p:nvSpPr>
        <p:spPr>
          <a:xfrm>
            <a:off x="1181100" y="48958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Θ(n² log n)</a:t>
            </a:r>
          </a:p>
        </p:txBody>
      </p:sp>
      <p:sp>
        <p:nvSpPr>
          <p:cNvPr id="20" name="직사각형 19">
            <a:extLst>
              <a:ext uri="{FF2B5EF4-FFF2-40B4-BE49-F238E27FC236}">
                <a16:creationId xmlns:a16="http://schemas.microsoft.com/office/drawing/2014/main" id="{EFB965F8-1B69-4E5F-AAF4-83310DBD59F4}"/>
              </a:ext>
            </a:extLst>
          </p:cNvPr>
          <p:cNvSpPr>
            <a:spLocks noGrp="1"/>
          </p:cNvSpPr>
          <p:nvPr/>
        </p:nvSpPr>
        <p:spPr>
          <a:xfrm>
            <a:off x="1181100" y="5438775"/>
            <a:ext cx="10401300" cy="9525"/>
          </a:xfrm>
          <a:prstGeom prst="rect">
            <a:avLst/>
          </a:prstGeom>
          <a:solidFill>
            <a:srgbClr val="E7E7E7"/>
          </a:solidFill>
          <a:ln w="0">
            <a:noFill/>
          </a:ln>
        </p:spPr>
      </p:sp>
      <p:sp>
        <p:nvSpPr>
          <p:cNvPr id="21" name="text-580-72">
            <a:extLst>
              <a:ext uri="{FF2B5EF4-FFF2-40B4-BE49-F238E27FC236}">
                <a16:creationId xmlns:a16="http://schemas.microsoft.com/office/drawing/2014/main" id="{3B56C9E4-7321-403B-A157-C110ADA9B19A}"/>
              </a:ext>
            </a:extLst>
          </p:cNvPr>
          <p:cNvSpPr>
            <a:spLocks noGrp="1"/>
          </p:cNvSpPr>
          <p:nvPr/>
        </p:nvSpPr>
        <p:spPr>
          <a:xfrm>
            <a:off x="685800" y="55245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a:ext uri="{FF2B5EF4-FFF2-40B4-BE49-F238E27FC236}">
                <a16:creationId xmlns:a16="http://schemas.microsoft.com/office/drawing/2014/main" id="{800523E0-21E2-4024-857A-E4CB3001B508}"/>
              </a:ext>
            </a:extLst>
          </p:cNvPr>
          <p:cNvSpPr>
            <a:spLocks noGrp="1"/>
          </p:cNvSpPr>
          <p:nvPr/>
        </p:nvSpPr>
        <p:spPr>
          <a:xfrm>
            <a:off x="1181100" y="55245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Θ(n log n)</a:t>
            </a:r>
          </a:p>
        </p:txBody>
      </p:sp>
    </p:spTree>
    <p:extLst>
      <p:ext uri="{BB962C8B-B14F-4D97-AF65-F5344CB8AC3E}">
        <p14:creationId xmlns:p14="http://schemas.microsoft.com/office/powerpoint/2010/main" val="462685519"/>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C3C40D99-10EF-44F3-BC83-B663151D44E1}"/>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DB1BA145-8179-4795-BED1-7D24BA77975A}"/>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84786AF0-A7AA-45FB-8EA0-DA60087A6316}"/>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28  정답과 해설</a:t>
            </a:r>
          </a:p>
        </p:txBody>
      </p:sp>
      <p:sp>
        <p:nvSpPr>
          <p:cNvPr id="4" name="직사각형 3">
            <a:extLst>
              <a:ext uri="{FF2B5EF4-FFF2-40B4-BE49-F238E27FC236}">
                <a16:creationId xmlns:a16="http://schemas.microsoft.com/office/drawing/2014/main" id="{586741AD-F028-47FA-9AD2-B15E94720DE0}"/>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780EB6D9-E2B4-40FA-810F-DCE6663C2D8F}"/>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2DA38FAD-3CC5-4C8D-B473-F1510CCC61D6}"/>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9D2708D5-CAC6-4040-98D9-F4B757E57263}"/>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056</a:t>
            </a:r>
            <a:endParaRPr sz="1050" b="1" i="0">
              <a:solidFill>
                <a:srgbClr val="171717"/>
              </a:solidFill>
              <a:latin typeface="Consolas"/>
              <a:ea typeface="Consolas"/>
              <a:cs typeface="Consolas"/>
            </a:endParaRPr>
          </a:p>
        </p:txBody>
      </p:sp>
      <p:sp>
        <p:nvSpPr>
          <p:cNvPr id="8" name="text-178-64">
            <a:extLst>
              <a:ext uri="{FF2B5EF4-FFF2-40B4-BE49-F238E27FC236}">
                <a16:creationId xmlns:a16="http://schemas.microsoft.com/office/drawing/2014/main" id="{376D8CDC-89FD-4DDC-90B0-309AA0CD4D71}"/>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T(n)=4T(n/2)+Θ(n), T(1)=Θ(1)의 차수는?</a:t>
            </a:r>
          </a:p>
        </p:txBody>
      </p:sp>
      <p:sp>
        <p:nvSpPr>
          <p:cNvPr id="9" name="직사각형 8">
            <a:extLst>
              <a:ext uri="{FF2B5EF4-FFF2-40B4-BE49-F238E27FC236}">
                <a16:creationId xmlns:a16="http://schemas.microsoft.com/office/drawing/2014/main" id="{EEC83364-61A4-4C4C-BCF7-46B6AE14B9EF}"/>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11BB8E1B-C63C-4CC3-A273-03BFBB85C8E8}"/>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2번 Θ(n²)</a:t>
            </a:r>
          </a:p>
        </p:txBody>
      </p:sp>
      <p:sp>
        <p:nvSpPr>
          <p:cNvPr id="11" name="text-324.4-64">
            <a:extLst>
              <a:ext uri="{FF2B5EF4-FFF2-40B4-BE49-F238E27FC236}">
                <a16:creationId xmlns:a16="http://schemas.microsoft.com/office/drawing/2014/main" id="{AB30C148-60AD-45C2-BE26-6A933D4860E7}"/>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56328CB4-DB5E-4A12-983D-9D0014CB9090}"/>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E769540D-0622-496C-9114-4C22F6BEA38E}"/>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기준 지수 log₂4=2이고 결합 비용은 그보다 다항식 차이로 작다.</a:t>
            </a:r>
          </a:p>
        </p:txBody>
      </p:sp>
    </p:spTree>
    <p:extLst>
      <p:ext uri="{BB962C8B-B14F-4D97-AF65-F5344CB8AC3E}">
        <p14:creationId xmlns:p14="http://schemas.microsoft.com/office/powerpoint/2010/main" val="462685519"/>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3" name="text-28-64">
            <a:extLst>
              <a:ext uri="{FF2B5EF4-FFF2-40B4-BE49-F238E27FC236}">
                <a16:creationId xmlns:a16="http://schemas.microsoft.com/office/drawing/2014/main" id="{0B1EC3C5-1C91-45E4-8E92-A98264F57CAD}"/>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71F376F1-9C4F-47F2-A58B-8F253E11CCC1}"/>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4D487DC8-8EB0-4E87-85A5-ECC13F652F27}"/>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29  </a:t>
            </a:r>
          </a:p>
        </p:txBody>
      </p:sp>
      <p:sp>
        <p:nvSpPr>
          <p:cNvPr id="4" name="직사각형 3">
            <a:extLst>
              <a:ext uri="{FF2B5EF4-FFF2-40B4-BE49-F238E27FC236}">
                <a16:creationId xmlns:a16="http://schemas.microsoft.com/office/drawing/2014/main" id="{AF79BB22-4114-4C3E-8EA8-38CF563BCE09}"/>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993890CE-CC8F-417C-A4CF-1D5ABA2CE897}"/>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511F041F-425A-4256-B932-8D2137FABEC2}"/>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9F4AE406-5D69-45AF-B947-A406BBE85463}"/>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057</a:t>
            </a:r>
            <a:endParaRPr sz="1050" b="1" i="0">
              <a:solidFill>
                <a:srgbClr val="171717"/>
              </a:solidFill>
              <a:latin typeface="Consolas"/>
              <a:ea typeface="Consolas"/>
              <a:cs typeface="Consolas"/>
            </a:endParaRPr>
          </a:p>
        </p:txBody>
      </p:sp>
      <p:sp>
        <p:nvSpPr>
          <p:cNvPr id="8" name="text-178-64">
            <a:extLst>
              <a:ext uri="{FF2B5EF4-FFF2-40B4-BE49-F238E27FC236}">
                <a16:creationId xmlns:a16="http://schemas.microsoft.com/office/drawing/2014/main" id="{ED630635-03C4-430C-9AC9-0DA241E331CF}"/>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T(n)=2T(n/2)+Θ(n²)의 차수는?</a:t>
            </a:r>
          </a:p>
        </p:txBody>
      </p:sp>
      <p:sp>
        <p:nvSpPr>
          <p:cNvPr id="9" name="text-316-72">
            <a:extLst>
              <a:ext uri="{FF2B5EF4-FFF2-40B4-BE49-F238E27FC236}">
                <a16:creationId xmlns:a16="http://schemas.microsoft.com/office/drawing/2014/main" id="{CDA46B35-24AD-41B3-9F62-464419475AC2}"/>
              </a:ext>
            </a:extLst>
          </p:cNvPr>
          <p:cNvSpPr>
            <a:spLocks noGrp="1"/>
          </p:cNvSpPr>
          <p:nvPr/>
        </p:nvSpPr>
        <p:spPr>
          <a:xfrm>
            <a:off x="685800" y="30099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a:ext uri="{FF2B5EF4-FFF2-40B4-BE49-F238E27FC236}">
                <a16:creationId xmlns:a16="http://schemas.microsoft.com/office/drawing/2014/main" id="{8D550EC9-CF9A-404D-969B-3B14135AF017}"/>
              </a:ext>
            </a:extLst>
          </p:cNvPr>
          <p:cNvSpPr>
            <a:spLocks noGrp="1"/>
          </p:cNvSpPr>
          <p:nvPr/>
        </p:nvSpPr>
        <p:spPr>
          <a:xfrm>
            <a:off x="1181100" y="30099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Θ(n)</a:t>
            </a:r>
          </a:p>
        </p:txBody>
      </p:sp>
      <p:sp>
        <p:nvSpPr>
          <p:cNvPr id="11" name="직사각형 10">
            <a:extLst>
              <a:ext uri="{FF2B5EF4-FFF2-40B4-BE49-F238E27FC236}">
                <a16:creationId xmlns:a16="http://schemas.microsoft.com/office/drawing/2014/main" id="{BE8A6A0C-4640-4E39-9290-6147CCAFD275}"/>
              </a:ext>
            </a:extLst>
          </p:cNvPr>
          <p:cNvSpPr>
            <a:spLocks noGrp="1"/>
          </p:cNvSpPr>
          <p:nvPr/>
        </p:nvSpPr>
        <p:spPr>
          <a:xfrm>
            <a:off x="1181100" y="3552825"/>
            <a:ext cx="10401300" cy="9525"/>
          </a:xfrm>
          <a:prstGeom prst="rect">
            <a:avLst/>
          </a:prstGeom>
          <a:solidFill>
            <a:srgbClr val="E7E7E7"/>
          </a:solidFill>
          <a:ln w="0">
            <a:noFill/>
          </a:ln>
        </p:spPr>
      </p:sp>
      <p:sp>
        <p:nvSpPr>
          <p:cNvPr id="12" name="text-382-72">
            <a:extLst>
              <a:ext uri="{FF2B5EF4-FFF2-40B4-BE49-F238E27FC236}">
                <a16:creationId xmlns:a16="http://schemas.microsoft.com/office/drawing/2014/main" id="{7E53B856-8A01-4CAB-8A73-E45362EE41C6}"/>
              </a:ext>
            </a:extLst>
          </p:cNvPr>
          <p:cNvSpPr>
            <a:spLocks noGrp="1"/>
          </p:cNvSpPr>
          <p:nvPr/>
        </p:nvSpPr>
        <p:spPr>
          <a:xfrm>
            <a:off x="685800" y="36385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a:ext uri="{FF2B5EF4-FFF2-40B4-BE49-F238E27FC236}">
                <a16:creationId xmlns:a16="http://schemas.microsoft.com/office/drawing/2014/main" id="{6D67ED8B-CC95-42A3-A3F9-73A3B2FF8BBA}"/>
              </a:ext>
            </a:extLst>
          </p:cNvPr>
          <p:cNvSpPr>
            <a:spLocks noGrp="1"/>
          </p:cNvSpPr>
          <p:nvPr/>
        </p:nvSpPr>
        <p:spPr>
          <a:xfrm>
            <a:off x="1181100" y="36385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Θ(log n)</a:t>
            </a:r>
          </a:p>
        </p:txBody>
      </p:sp>
      <p:sp>
        <p:nvSpPr>
          <p:cNvPr id="14" name="직사각형 13">
            <a:extLst>
              <a:ext uri="{FF2B5EF4-FFF2-40B4-BE49-F238E27FC236}">
                <a16:creationId xmlns:a16="http://schemas.microsoft.com/office/drawing/2014/main" id="{5C88D450-6F3C-4238-8C3F-9389937A565C}"/>
              </a:ext>
            </a:extLst>
          </p:cNvPr>
          <p:cNvSpPr>
            <a:spLocks noGrp="1"/>
          </p:cNvSpPr>
          <p:nvPr/>
        </p:nvSpPr>
        <p:spPr>
          <a:xfrm>
            <a:off x="1181100" y="4181475"/>
            <a:ext cx="10401300" cy="9525"/>
          </a:xfrm>
          <a:prstGeom prst="rect">
            <a:avLst/>
          </a:prstGeom>
          <a:solidFill>
            <a:srgbClr val="E7E7E7"/>
          </a:solidFill>
          <a:ln w="0">
            <a:noFill/>
          </a:ln>
        </p:spPr>
      </p:sp>
      <p:sp>
        <p:nvSpPr>
          <p:cNvPr id="15" name="text-448-72">
            <a:extLst>
              <a:ext uri="{FF2B5EF4-FFF2-40B4-BE49-F238E27FC236}">
                <a16:creationId xmlns:a16="http://schemas.microsoft.com/office/drawing/2014/main" id="{B778E0C5-472F-47A3-BADB-C8023849FAB3}"/>
              </a:ext>
            </a:extLst>
          </p:cNvPr>
          <p:cNvSpPr>
            <a:spLocks noGrp="1"/>
          </p:cNvSpPr>
          <p:nvPr/>
        </p:nvSpPr>
        <p:spPr>
          <a:xfrm>
            <a:off x="685800" y="42672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a:ext uri="{FF2B5EF4-FFF2-40B4-BE49-F238E27FC236}">
                <a16:creationId xmlns:a16="http://schemas.microsoft.com/office/drawing/2014/main" id="{1751B3BE-6F88-49BC-BE6A-91D396BE13E8}"/>
              </a:ext>
            </a:extLst>
          </p:cNvPr>
          <p:cNvSpPr>
            <a:spLocks noGrp="1"/>
          </p:cNvSpPr>
          <p:nvPr/>
        </p:nvSpPr>
        <p:spPr>
          <a:xfrm>
            <a:off x="1181100" y="42672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Θ(n log n)</a:t>
            </a:r>
          </a:p>
        </p:txBody>
      </p:sp>
      <p:sp>
        <p:nvSpPr>
          <p:cNvPr id="17" name="직사각형 16">
            <a:extLst>
              <a:ext uri="{FF2B5EF4-FFF2-40B4-BE49-F238E27FC236}">
                <a16:creationId xmlns:a16="http://schemas.microsoft.com/office/drawing/2014/main" id="{344497BC-04D8-473A-8C85-442AA33700DC}"/>
              </a:ext>
            </a:extLst>
          </p:cNvPr>
          <p:cNvSpPr>
            <a:spLocks noGrp="1"/>
          </p:cNvSpPr>
          <p:nvPr/>
        </p:nvSpPr>
        <p:spPr>
          <a:xfrm>
            <a:off x="1181100" y="4810125"/>
            <a:ext cx="10401300" cy="9525"/>
          </a:xfrm>
          <a:prstGeom prst="rect">
            <a:avLst/>
          </a:prstGeom>
          <a:solidFill>
            <a:srgbClr val="E7E7E7"/>
          </a:solidFill>
          <a:ln w="0">
            <a:noFill/>
          </a:ln>
        </p:spPr>
      </p:sp>
      <p:sp>
        <p:nvSpPr>
          <p:cNvPr id="18" name="text-514-72">
            <a:extLst>
              <a:ext uri="{FF2B5EF4-FFF2-40B4-BE49-F238E27FC236}">
                <a16:creationId xmlns:a16="http://schemas.microsoft.com/office/drawing/2014/main" id="{1A4F8BBB-AE82-4C99-84ED-06248B375F70}"/>
              </a:ext>
            </a:extLst>
          </p:cNvPr>
          <p:cNvSpPr>
            <a:spLocks noGrp="1"/>
          </p:cNvSpPr>
          <p:nvPr/>
        </p:nvSpPr>
        <p:spPr>
          <a:xfrm>
            <a:off x="685800" y="48958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a:ext uri="{FF2B5EF4-FFF2-40B4-BE49-F238E27FC236}">
                <a16:creationId xmlns:a16="http://schemas.microsoft.com/office/drawing/2014/main" id="{57AF0E70-0C53-40B5-A33D-A5B6FC661E1B}"/>
              </a:ext>
            </a:extLst>
          </p:cNvPr>
          <p:cNvSpPr>
            <a:spLocks noGrp="1"/>
          </p:cNvSpPr>
          <p:nvPr/>
        </p:nvSpPr>
        <p:spPr>
          <a:xfrm>
            <a:off x="1181100" y="48958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Θ(n²)</a:t>
            </a:r>
          </a:p>
        </p:txBody>
      </p:sp>
      <p:sp>
        <p:nvSpPr>
          <p:cNvPr id="20" name="직사각형 19">
            <a:extLst>
              <a:ext uri="{FF2B5EF4-FFF2-40B4-BE49-F238E27FC236}">
                <a16:creationId xmlns:a16="http://schemas.microsoft.com/office/drawing/2014/main" id="{A642455A-EA13-4756-ADCC-1137A3A64B06}"/>
              </a:ext>
            </a:extLst>
          </p:cNvPr>
          <p:cNvSpPr>
            <a:spLocks noGrp="1"/>
          </p:cNvSpPr>
          <p:nvPr/>
        </p:nvSpPr>
        <p:spPr>
          <a:xfrm>
            <a:off x="1181100" y="5438775"/>
            <a:ext cx="10401300" cy="9525"/>
          </a:xfrm>
          <a:prstGeom prst="rect">
            <a:avLst/>
          </a:prstGeom>
          <a:solidFill>
            <a:srgbClr val="E7E7E7"/>
          </a:solidFill>
          <a:ln w="0">
            <a:noFill/>
          </a:ln>
        </p:spPr>
      </p:sp>
      <p:sp>
        <p:nvSpPr>
          <p:cNvPr id="21" name="text-580-72">
            <a:extLst>
              <a:ext uri="{FF2B5EF4-FFF2-40B4-BE49-F238E27FC236}">
                <a16:creationId xmlns:a16="http://schemas.microsoft.com/office/drawing/2014/main" id="{D92C74BF-CCC0-4FAF-BDFC-4928EAAB0067}"/>
              </a:ext>
            </a:extLst>
          </p:cNvPr>
          <p:cNvSpPr>
            <a:spLocks noGrp="1"/>
          </p:cNvSpPr>
          <p:nvPr/>
        </p:nvSpPr>
        <p:spPr>
          <a:xfrm>
            <a:off x="685800" y="55245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a:ext uri="{FF2B5EF4-FFF2-40B4-BE49-F238E27FC236}">
                <a16:creationId xmlns:a16="http://schemas.microsoft.com/office/drawing/2014/main" id="{0B53873E-9E44-4B4D-9212-3E745F6F4B8A}"/>
              </a:ext>
            </a:extLst>
          </p:cNvPr>
          <p:cNvSpPr>
            <a:spLocks noGrp="1"/>
          </p:cNvSpPr>
          <p:nvPr/>
        </p:nvSpPr>
        <p:spPr>
          <a:xfrm>
            <a:off x="1181100" y="55245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Θ(n³)</a:t>
            </a:r>
          </a:p>
        </p:txBody>
      </p:sp>
    </p:spTree>
    <p:extLst>
      <p:ext uri="{BB962C8B-B14F-4D97-AF65-F5344CB8AC3E}">
        <p14:creationId xmlns:p14="http://schemas.microsoft.com/office/powerpoint/2010/main" val="462685519"/>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D54DBB3B-3111-4C89-BBF3-35D0AFD45E7E}"/>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0C710455-BD53-4D09-A234-AB6356CC3CD8}"/>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BD66690C-651A-404B-8476-6DC18E556A64}"/>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29  정답과 해설</a:t>
            </a:r>
          </a:p>
        </p:txBody>
      </p:sp>
      <p:sp>
        <p:nvSpPr>
          <p:cNvPr id="4" name="직사각형 3">
            <a:extLst>
              <a:ext uri="{FF2B5EF4-FFF2-40B4-BE49-F238E27FC236}">
                <a16:creationId xmlns:a16="http://schemas.microsoft.com/office/drawing/2014/main" id="{086AF749-209D-490A-BF50-8E038B790FDC}"/>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D44CACE6-9150-4311-ACF8-48DFACFDD66C}"/>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B64D8287-1529-4FA1-9A4E-986D872607A9}"/>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3835A306-BE0C-40E3-A5FC-282925AB2830}"/>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058</a:t>
            </a:r>
            <a:endParaRPr sz="1050" b="1" i="0">
              <a:solidFill>
                <a:srgbClr val="171717"/>
              </a:solidFill>
              <a:latin typeface="Consolas"/>
              <a:ea typeface="Consolas"/>
              <a:cs typeface="Consolas"/>
            </a:endParaRPr>
          </a:p>
        </p:txBody>
      </p:sp>
      <p:sp>
        <p:nvSpPr>
          <p:cNvPr id="8" name="text-178-64">
            <a:extLst>
              <a:ext uri="{FF2B5EF4-FFF2-40B4-BE49-F238E27FC236}">
                <a16:creationId xmlns:a16="http://schemas.microsoft.com/office/drawing/2014/main" id="{981CD18D-5DD8-41A9-80F0-B81CBC54CDA5}"/>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T(n)=2T(n/2)+Θ(n²)의 차수는?</a:t>
            </a:r>
          </a:p>
        </p:txBody>
      </p:sp>
      <p:sp>
        <p:nvSpPr>
          <p:cNvPr id="9" name="직사각형 8">
            <a:extLst>
              <a:ext uri="{FF2B5EF4-FFF2-40B4-BE49-F238E27FC236}">
                <a16:creationId xmlns:a16="http://schemas.microsoft.com/office/drawing/2014/main" id="{07655B8B-0333-4E92-9EFF-2355A7A8783E}"/>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06BB17E7-C146-4179-938F-AAAD76E74269}"/>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4번 Θ(n²)</a:t>
            </a:r>
          </a:p>
        </p:txBody>
      </p:sp>
      <p:sp>
        <p:nvSpPr>
          <p:cNvPr id="11" name="text-324.4-64">
            <a:extLst>
              <a:ext uri="{FF2B5EF4-FFF2-40B4-BE49-F238E27FC236}">
                <a16:creationId xmlns:a16="http://schemas.microsoft.com/office/drawing/2014/main" id="{21D1E4E4-1D9E-4EB7-906B-E8BF1B1B87CB}"/>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0476CB6F-4198-4C60-9C2F-4261771F25EF}"/>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5873EE7F-6761-474E-A763-36F592F73B3B}"/>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각 아래 층의 전체 비용이 절반으로 줄어 최상위 층이 지배한다.</a:t>
            </a:r>
          </a:p>
        </p:txBody>
      </p:sp>
    </p:spTree>
    <p:extLst>
      <p:ext uri="{BB962C8B-B14F-4D97-AF65-F5344CB8AC3E}">
        <p14:creationId xmlns:p14="http://schemas.microsoft.com/office/powerpoint/2010/main" val="462685519"/>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3" name="text-28-64">
            <a:extLst>
              <a:ext uri="{FF2B5EF4-FFF2-40B4-BE49-F238E27FC236}">
                <a16:creationId xmlns:a16="http://schemas.microsoft.com/office/drawing/2014/main" id="{AF39FA7F-5960-456F-940B-F598F18D9FBE}"/>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1F421A67-84D7-4229-8835-456D7A1F7727}"/>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68468D44-71CE-4C52-8602-AA97967F15D3}"/>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30  </a:t>
            </a:r>
          </a:p>
        </p:txBody>
      </p:sp>
      <p:sp>
        <p:nvSpPr>
          <p:cNvPr id="4" name="직사각형 3">
            <a:extLst>
              <a:ext uri="{FF2B5EF4-FFF2-40B4-BE49-F238E27FC236}">
                <a16:creationId xmlns:a16="http://schemas.microsoft.com/office/drawing/2014/main" id="{C3CDC2A6-038F-49F3-BEC1-943D5A27FD29}"/>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DBF7471E-D157-4543-BF87-81077243F3CA}"/>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DFC94487-1A7B-4F37-9435-EDC72EF1C987}"/>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E527F22C-E04E-4071-9DCC-1BF6554CA0F0}"/>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059</a:t>
            </a:r>
            <a:endParaRPr sz="1050" b="1" i="0">
              <a:solidFill>
                <a:srgbClr val="171717"/>
              </a:solidFill>
              <a:latin typeface="Consolas"/>
              <a:ea typeface="Consolas"/>
              <a:cs typeface="Consolas"/>
            </a:endParaRPr>
          </a:p>
        </p:txBody>
      </p:sp>
      <p:sp>
        <p:nvSpPr>
          <p:cNvPr id="8" name="text-178-64">
            <a:extLst>
              <a:ext uri="{FF2B5EF4-FFF2-40B4-BE49-F238E27FC236}">
                <a16:creationId xmlns:a16="http://schemas.microsoft.com/office/drawing/2014/main" id="{9EC65FD4-D49B-4151-9154-1BBD8EB5F64E}"/>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T(n)=3T(n/2)+Θ(n)의 차수는?</a:t>
            </a:r>
          </a:p>
        </p:txBody>
      </p:sp>
      <p:sp>
        <p:nvSpPr>
          <p:cNvPr id="9" name="text-316-72">
            <a:extLst>
              <a:ext uri="{FF2B5EF4-FFF2-40B4-BE49-F238E27FC236}">
                <a16:creationId xmlns:a16="http://schemas.microsoft.com/office/drawing/2014/main" id="{4D18B72B-DF5D-4BCA-ADC0-DBF72F1E869C}"/>
              </a:ext>
            </a:extLst>
          </p:cNvPr>
          <p:cNvSpPr>
            <a:spLocks noGrp="1"/>
          </p:cNvSpPr>
          <p:nvPr/>
        </p:nvSpPr>
        <p:spPr>
          <a:xfrm>
            <a:off x="685800" y="30099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a:ext uri="{FF2B5EF4-FFF2-40B4-BE49-F238E27FC236}">
                <a16:creationId xmlns:a16="http://schemas.microsoft.com/office/drawing/2014/main" id="{2CA36D2D-ED02-4E56-99C5-A2E68999AA14}"/>
              </a:ext>
            </a:extLst>
          </p:cNvPr>
          <p:cNvSpPr>
            <a:spLocks noGrp="1"/>
          </p:cNvSpPr>
          <p:nvPr/>
        </p:nvSpPr>
        <p:spPr>
          <a:xfrm>
            <a:off x="1181100" y="30099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Θ(n^(log₂3))</a:t>
            </a:r>
          </a:p>
        </p:txBody>
      </p:sp>
      <p:sp>
        <p:nvSpPr>
          <p:cNvPr id="11" name="직사각형 10">
            <a:extLst>
              <a:ext uri="{FF2B5EF4-FFF2-40B4-BE49-F238E27FC236}">
                <a16:creationId xmlns:a16="http://schemas.microsoft.com/office/drawing/2014/main" id="{8F34DAA3-5C98-4AB8-BDC9-40F82DC661F7}"/>
              </a:ext>
            </a:extLst>
          </p:cNvPr>
          <p:cNvSpPr>
            <a:spLocks noGrp="1"/>
          </p:cNvSpPr>
          <p:nvPr/>
        </p:nvSpPr>
        <p:spPr>
          <a:xfrm>
            <a:off x="1181100" y="3552825"/>
            <a:ext cx="10401300" cy="9525"/>
          </a:xfrm>
          <a:prstGeom prst="rect">
            <a:avLst/>
          </a:prstGeom>
          <a:solidFill>
            <a:srgbClr val="E7E7E7"/>
          </a:solidFill>
          <a:ln w="0">
            <a:noFill/>
          </a:ln>
        </p:spPr>
      </p:sp>
      <p:sp>
        <p:nvSpPr>
          <p:cNvPr id="12" name="text-382-72">
            <a:extLst>
              <a:ext uri="{FF2B5EF4-FFF2-40B4-BE49-F238E27FC236}">
                <a16:creationId xmlns:a16="http://schemas.microsoft.com/office/drawing/2014/main" id="{864698A6-D0AF-46D6-960D-D50E12A963AC}"/>
              </a:ext>
            </a:extLst>
          </p:cNvPr>
          <p:cNvSpPr>
            <a:spLocks noGrp="1"/>
          </p:cNvSpPr>
          <p:nvPr/>
        </p:nvSpPr>
        <p:spPr>
          <a:xfrm>
            <a:off x="685800" y="36385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a:ext uri="{FF2B5EF4-FFF2-40B4-BE49-F238E27FC236}">
                <a16:creationId xmlns:a16="http://schemas.microsoft.com/office/drawing/2014/main" id="{02BD0E0A-BD37-41B8-8442-9C1123AD3018}"/>
              </a:ext>
            </a:extLst>
          </p:cNvPr>
          <p:cNvSpPr>
            <a:spLocks noGrp="1"/>
          </p:cNvSpPr>
          <p:nvPr/>
        </p:nvSpPr>
        <p:spPr>
          <a:xfrm>
            <a:off x="1181100" y="36385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Θ(log n)</a:t>
            </a:r>
          </a:p>
        </p:txBody>
      </p:sp>
      <p:sp>
        <p:nvSpPr>
          <p:cNvPr id="14" name="직사각형 13">
            <a:extLst>
              <a:ext uri="{FF2B5EF4-FFF2-40B4-BE49-F238E27FC236}">
                <a16:creationId xmlns:a16="http://schemas.microsoft.com/office/drawing/2014/main" id="{E5F61E0D-544C-4153-9DA4-112CD8406556}"/>
              </a:ext>
            </a:extLst>
          </p:cNvPr>
          <p:cNvSpPr>
            <a:spLocks noGrp="1"/>
          </p:cNvSpPr>
          <p:nvPr/>
        </p:nvSpPr>
        <p:spPr>
          <a:xfrm>
            <a:off x="1181100" y="4181475"/>
            <a:ext cx="10401300" cy="9525"/>
          </a:xfrm>
          <a:prstGeom prst="rect">
            <a:avLst/>
          </a:prstGeom>
          <a:solidFill>
            <a:srgbClr val="E7E7E7"/>
          </a:solidFill>
          <a:ln w="0">
            <a:noFill/>
          </a:ln>
        </p:spPr>
      </p:sp>
      <p:sp>
        <p:nvSpPr>
          <p:cNvPr id="15" name="text-448-72">
            <a:extLst>
              <a:ext uri="{FF2B5EF4-FFF2-40B4-BE49-F238E27FC236}">
                <a16:creationId xmlns:a16="http://schemas.microsoft.com/office/drawing/2014/main" id="{338F822F-9BE6-4305-8B95-34CCDEB2D43A}"/>
              </a:ext>
            </a:extLst>
          </p:cNvPr>
          <p:cNvSpPr>
            <a:spLocks noGrp="1"/>
          </p:cNvSpPr>
          <p:nvPr/>
        </p:nvSpPr>
        <p:spPr>
          <a:xfrm>
            <a:off x="685800" y="42672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a:ext uri="{FF2B5EF4-FFF2-40B4-BE49-F238E27FC236}">
                <a16:creationId xmlns:a16="http://schemas.microsoft.com/office/drawing/2014/main" id="{59DABF26-24A0-412D-BA82-F3A6202C9A7D}"/>
              </a:ext>
            </a:extLst>
          </p:cNvPr>
          <p:cNvSpPr>
            <a:spLocks noGrp="1"/>
          </p:cNvSpPr>
          <p:nvPr/>
        </p:nvSpPr>
        <p:spPr>
          <a:xfrm>
            <a:off x="1181100" y="42672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Θ(n³)</a:t>
            </a:r>
          </a:p>
        </p:txBody>
      </p:sp>
      <p:sp>
        <p:nvSpPr>
          <p:cNvPr id="17" name="직사각형 16">
            <a:extLst>
              <a:ext uri="{FF2B5EF4-FFF2-40B4-BE49-F238E27FC236}">
                <a16:creationId xmlns:a16="http://schemas.microsoft.com/office/drawing/2014/main" id="{ECCBA5E6-7083-4064-9CDD-033B56AF2CB8}"/>
              </a:ext>
            </a:extLst>
          </p:cNvPr>
          <p:cNvSpPr>
            <a:spLocks noGrp="1"/>
          </p:cNvSpPr>
          <p:nvPr/>
        </p:nvSpPr>
        <p:spPr>
          <a:xfrm>
            <a:off x="1181100" y="4810125"/>
            <a:ext cx="10401300" cy="9525"/>
          </a:xfrm>
          <a:prstGeom prst="rect">
            <a:avLst/>
          </a:prstGeom>
          <a:solidFill>
            <a:srgbClr val="E7E7E7"/>
          </a:solidFill>
          <a:ln w="0">
            <a:noFill/>
          </a:ln>
        </p:spPr>
      </p:sp>
      <p:sp>
        <p:nvSpPr>
          <p:cNvPr id="18" name="text-514-72">
            <a:extLst>
              <a:ext uri="{FF2B5EF4-FFF2-40B4-BE49-F238E27FC236}">
                <a16:creationId xmlns:a16="http://schemas.microsoft.com/office/drawing/2014/main" id="{157E9961-27CA-4A0A-907A-B591700A32C0}"/>
              </a:ext>
            </a:extLst>
          </p:cNvPr>
          <p:cNvSpPr>
            <a:spLocks noGrp="1"/>
          </p:cNvSpPr>
          <p:nvPr/>
        </p:nvSpPr>
        <p:spPr>
          <a:xfrm>
            <a:off x="685800" y="48958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a:ext uri="{FF2B5EF4-FFF2-40B4-BE49-F238E27FC236}">
                <a16:creationId xmlns:a16="http://schemas.microsoft.com/office/drawing/2014/main" id="{CE8749CB-C4CD-419B-8E6D-DA6F79889DE9}"/>
              </a:ext>
            </a:extLst>
          </p:cNvPr>
          <p:cNvSpPr>
            <a:spLocks noGrp="1"/>
          </p:cNvSpPr>
          <p:nvPr/>
        </p:nvSpPr>
        <p:spPr>
          <a:xfrm>
            <a:off x="1181100" y="48958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Θ(n log n)</a:t>
            </a:r>
          </a:p>
        </p:txBody>
      </p:sp>
      <p:sp>
        <p:nvSpPr>
          <p:cNvPr id="20" name="직사각형 19">
            <a:extLst>
              <a:ext uri="{FF2B5EF4-FFF2-40B4-BE49-F238E27FC236}">
                <a16:creationId xmlns:a16="http://schemas.microsoft.com/office/drawing/2014/main" id="{F20364BA-EA3B-4CE9-8155-9B6E7CE48B2F}"/>
              </a:ext>
            </a:extLst>
          </p:cNvPr>
          <p:cNvSpPr>
            <a:spLocks noGrp="1"/>
          </p:cNvSpPr>
          <p:nvPr/>
        </p:nvSpPr>
        <p:spPr>
          <a:xfrm>
            <a:off x="1181100" y="5438775"/>
            <a:ext cx="10401300" cy="9525"/>
          </a:xfrm>
          <a:prstGeom prst="rect">
            <a:avLst/>
          </a:prstGeom>
          <a:solidFill>
            <a:srgbClr val="E7E7E7"/>
          </a:solidFill>
          <a:ln w="0">
            <a:noFill/>
          </a:ln>
        </p:spPr>
      </p:sp>
      <p:sp>
        <p:nvSpPr>
          <p:cNvPr id="21" name="text-580-72">
            <a:extLst>
              <a:ext uri="{FF2B5EF4-FFF2-40B4-BE49-F238E27FC236}">
                <a16:creationId xmlns:a16="http://schemas.microsoft.com/office/drawing/2014/main" id="{46F457A2-C0B9-459D-A691-65220ABADF38}"/>
              </a:ext>
            </a:extLst>
          </p:cNvPr>
          <p:cNvSpPr>
            <a:spLocks noGrp="1"/>
          </p:cNvSpPr>
          <p:nvPr/>
        </p:nvSpPr>
        <p:spPr>
          <a:xfrm>
            <a:off x="685800" y="55245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a:ext uri="{FF2B5EF4-FFF2-40B4-BE49-F238E27FC236}">
                <a16:creationId xmlns:a16="http://schemas.microsoft.com/office/drawing/2014/main" id="{4268663B-0C9A-44E4-977F-A1AE947C02C1}"/>
              </a:ext>
            </a:extLst>
          </p:cNvPr>
          <p:cNvSpPr>
            <a:spLocks noGrp="1"/>
          </p:cNvSpPr>
          <p:nvPr/>
        </p:nvSpPr>
        <p:spPr>
          <a:xfrm>
            <a:off x="1181100" y="55245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Θ(n²)</a:t>
            </a:r>
          </a:p>
        </p:txBody>
      </p:sp>
    </p:spTree>
    <p:extLst>
      <p:ext uri="{BB962C8B-B14F-4D97-AF65-F5344CB8AC3E}">
        <p14:creationId xmlns:p14="http://schemas.microsoft.com/office/powerpoint/2010/main" val="462685519"/>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B28494BE-1FFE-4789-8D35-EDFF34FF7F0D}"/>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B659D75E-6ABC-4FE0-A782-68655489014B}"/>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1DB7E2D1-8525-4975-BCB1-8032D5707369}"/>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30  정답과 해설</a:t>
            </a:r>
          </a:p>
        </p:txBody>
      </p:sp>
      <p:sp>
        <p:nvSpPr>
          <p:cNvPr id="4" name="직사각형 3">
            <a:extLst>
              <a:ext uri="{FF2B5EF4-FFF2-40B4-BE49-F238E27FC236}">
                <a16:creationId xmlns:a16="http://schemas.microsoft.com/office/drawing/2014/main" id="{BA8D7D1F-0AD8-43B0-81F4-EE646A0AF72B}"/>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F318817D-CB46-4690-B17A-6F8A7143239E}"/>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74749EC3-A5AD-4B5A-BFF0-BB158BF3B222}"/>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2342AC75-EF15-434B-942F-72541A3D7151}"/>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060</a:t>
            </a:r>
            <a:endParaRPr sz="1050" b="1" i="0">
              <a:solidFill>
                <a:srgbClr val="171717"/>
              </a:solidFill>
              <a:latin typeface="Consolas"/>
              <a:ea typeface="Consolas"/>
              <a:cs typeface="Consolas"/>
            </a:endParaRPr>
          </a:p>
        </p:txBody>
      </p:sp>
      <p:sp>
        <p:nvSpPr>
          <p:cNvPr id="8" name="text-178-64">
            <a:extLst>
              <a:ext uri="{FF2B5EF4-FFF2-40B4-BE49-F238E27FC236}">
                <a16:creationId xmlns:a16="http://schemas.microsoft.com/office/drawing/2014/main" id="{D4CDEF0B-6B34-4B32-B101-6C4C48CE98CE}"/>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T(n)=3T(n/2)+Θ(n)의 차수는?</a:t>
            </a:r>
          </a:p>
        </p:txBody>
      </p:sp>
      <p:sp>
        <p:nvSpPr>
          <p:cNvPr id="9" name="직사각형 8">
            <a:extLst>
              <a:ext uri="{FF2B5EF4-FFF2-40B4-BE49-F238E27FC236}">
                <a16:creationId xmlns:a16="http://schemas.microsoft.com/office/drawing/2014/main" id="{997062CB-FE1B-4493-9F82-F52B71EC0206}"/>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59D018C3-BE70-4A1E-91B5-16E54F42C54C}"/>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1번 Θ(n^(log₂3))</a:t>
            </a:r>
          </a:p>
        </p:txBody>
      </p:sp>
      <p:sp>
        <p:nvSpPr>
          <p:cNvPr id="11" name="text-324.4-64">
            <a:extLst>
              <a:ext uri="{FF2B5EF4-FFF2-40B4-BE49-F238E27FC236}">
                <a16:creationId xmlns:a16="http://schemas.microsoft.com/office/drawing/2014/main" id="{D932CBE6-9B31-4474-8536-994DA08D0AEE}"/>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C923BEEB-5AD8-46ED-AD59-55270FA03670}"/>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56FB75B5-5FA5-4569-AA54-31D77F38E8B1}"/>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기준 지수 log₂3≈1.585가 결합 비용의 지수 1보다 크다.</a:t>
            </a:r>
          </a:p>
        </p:txBody>
      </p:sp>
    </p:spTree>
    <p:extLst>
      <p:ext uri="{BB962C8B-B14F-4D97-AF65-F5344CB8AC3E}">
        <p14:creationId xmlns:p14="http://schemas.microsoft.com/office/powerpoint/2010/main" val="462685519"/>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3" name="text-28-64">
            <a:extLst>
              <a:ext uri="{FF2B5EF4-FFF2-40B4-BE49-F238E27FC236}">
                <a16:creationId xmlns:a16="http://schemas.microsoft.com/office/drawing/2014/main" id="{597DC77A-573B-42CF-AD9C-8807D4C92B2E}"/>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869C575D-A925-4E72-BE6B-B577A59E85E9}"/>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6728B65C-F9D6-4A55-93BD-7488F17C0782}"/>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31  </a:t>
            </a:r>
          </a:p>
        </p:txBody>
      </p:sp>
      <p:sp>
        <p:nvSpPr>
          <p:cNvPr id="4" name="직사각형 3">
            <a:extLst>
              <a:ext uri="{FF2B5EF4-FFF2-40B4-BE49-F238E27FC236}">
                <a16:creationId xmlns:a16="http://schemas.microsoft.com/office/drawing/2014/main" id="{D6DA4B3F-DD26-4719-AAFC-EA7D268B0D5F}"/>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83383414-A608-4DEC-8767-38AD1FC6BEEB}"/>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77FA9772-732E-408D-859E-38C2C1DCCF1A}"/>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E226F3EB-0CF9-42D7-93A0-451615BE2A3F}"/>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061</a:t>
            </a:r>
            <a:endParaRPr sz="1050" b="1" i="0">
              <a:solidFill>
                <a:srgbClr val="171717"/>
              </a:solidFill>
              <a:latin typeface="Consolas"/>
              <a:ea typeface="Consolas"/>
              <a:cs typeface="Consolas"/>
            </a:endParaRPr>
          </a:p>
        </p:txBody>
      </p:sp>
      <p:sp>
        <p:nvSpPr>
          <p:cNvPr id="8" name="text-178-64">
            <a:extLst>
              <a:ext uri="{FF2B5EF4-FFF2-40B4-BE49-F238E27FC236}">
                <a16:creationId xmlns:a16="http://schemas.microsoft.com/office/drawing/2014/main" id="{31803CE8-8B8A-46B1-AECB-9DE3599D5B05}"/>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T(n)=T(n−1)+n에 기본 마스터 정리를 바로 적용할 수 없는 이유는?</a:t>
            </a:r>
          </a:p>
        </p:txBody>
      </p:sp>
      <p:sp>
        <p:nvSpPr>
          <p:cNvPr id="9" name="text-316-72">
            <a:extLst>
              <a:ext uri="{FF2B5EF4-FFF2-40B4-BE49-F238E27FC236}">
                <a16:creationId xmlns:a16="http://schemas.microsoft.com/office/drawing/2014/main" id="{1E8944E0-FFB5-4AE8-91BE-3F6618E7633B}"/>
              </a:ext>
            </a:extLst>
          </p:cNvPr>
          <p:cNvSpPr>
            <a:spLocks noGrp="1"/>
          </p:cNvSpPr>
          <p:nvPr/>
        </p:nvSpPr>
        <p:spPr>
          <a:xfrm>
            <a:off x="685800" y="30099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a:ext uri="{FF2B5EF4-FFF2-40B4-BE49-F238E27FC236}">
                <a16:creationId xmlns:a16="http://schemas.microsoft.com/office/drawing/2014/main" id="{0238C205-EF02-4FD5-849B-70FAA5686650}"/>
              </a:ext>
            </a:extLst>
          </p:cNvPr>
          <p:cNvSpPr>
            <a:spLocks noGrp="1"/>
          </p:cNvSpPr>
          <p:nvPr/>
        </p:nvSpPr>
        <p:spPr>
          <a:xfrm>
            <a:off x="1181100" y="30099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부분 문제 크기가 n/b 꼴의 고정 비율이 아니다</a:t>
            </a:r>
          </a:p>
        </p:txBody>
      </p:sp>
      <p:sp>
        <p:nvSpPr>
          <p:cNvPr id="11" name="직사각형 10">
            <a:extLst>
              <a:ext uri="{FF2B5EF4-FFF2-40B4-BE49-F238E27FC236}">
                <a16:creationId xmlns:a16="http://schemas.microsoft.com/office/drawing/2014/main" id="{FD8B7936-430D-4D95-9841-0B8A5534D6E8}"/>
              </a:ext>
            </a:extLst>
          </p:cNvPr>
          <p:cNvSpPr>
            <a:spLocks noGrp="1"/>
          </p:cNvSpPr>
          <p:nvPr/>
        </p:nvSpPr>
        <p:spPr>
          <a:xfrm>
            <a:off x="1181100" y="3552825"/>
            <a:ext cx="10401300" cy="9525"/>
          </a:xfrm>
          <a:prstGeom prst="rect">
            <a:avLst/>
          </a:prstGeom>
          <a:solidFill>
            <a:srgbClr val="E7E7E7"/>
          </a:solidFill>
          <a:ln w="0">
            <a:noFill/>
          </a:ln>
        </p:spPr>
      </p:sp>
      <p:sp>
        <p:nvSpPr>
          <p:cNvPr id="12" name="text-382-72">
            <a:extLst>
              <a:ext uri="{FF2B5EF4-FFF2-40B4-BE49-F238E27FC236}">
                <a16:creationId xmlns:a16="http://schemas.microsoft.com/office/drawing/2014/main" id="{B64351CD-711F-4CD8-AADD-3E4B70196BCB}"/>
              </a:ext>
            </a:extLst>
          </p:cNvPr>
          <p:cNvSpPr>
            <a:spLocks noGrp="1"/>
          </p:cNvSpPr>
          <p:nvPr/>
        </p:nvSpPr>
        <p:spPr>
          <a:xfrm>
            <a:off x="685800" y="36385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a:ext uri="{FF2B5EF4-FFF2-40B4-BE49-F238E27FC236}">
                <a16:creationId xmlns:a16="http://schemas.microsoft.com/office/drawing/2014/main" id="{F7CDC304-23F7-4B5E-8EB1-5C4B8A2AD62D}"/>
              </a:ext>
            </a:extLst>
          </p:cNvPr>
          <p:cNvSpPr>
            <a:spLocks noGrp="1"/>
          </p:cNvSpPr>
          <p:nvPr/>
        </p:nvSpPr>
        <p:spPr>
          <a:xfrm>
            <a:off x="1181100" y="36385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재귀 호출 개수가 반드시 2 이상이어야 하기 때문이다</a:t>
            </a:r>
          </a:p>
        </p:txBody>
      </p:sp>
      <p:sp>
        <p:nvSpPr>
          <p:cNvPr id="14" name="직사각형 13">
            <a:extLst>
              <a:ext uri="{FF2B5EF4-FFF2-40B4-BE49-F238E27FC236}">
                <a16:creationId xmlns:a16="http://schemas.microsoft.com/office/drawing/2014/main" id="{423BE258-98B8-4BF2-96C6-8C5FB1824504}"/>
              </a:ext>
            </a:extLst>
          </p:cNvPr>
          <p:cNvSpPr>
            <a:spLocks noGrp="1"/>
          </p:cNvSpPr>
          <p:nvPr/>
        </p:nvSpPr>
        <p:spPr>
          <a:xfrm>
            <a:off x="1181100" y="4181475"/>
            <a:ext cx="10401300" cy="9525"/>
          </a:xfrm>
          <a:prstGeom prst="rect">
            <a:avLst/>
          </a:prstGeom>
          <a:solidFill>
            <a:srgbClr val="E7E7E7"/>
          </a:solidFill>
          <a:ln w="0">
            <a:noFill/>
          </a:ln>
        </p:spPr>
      </p:sp>
      <p:sp>
        <p:nvSpPr>
          <p:cNvPr id="15" name="text-448-72">
            <a:extLst>
              <a:ext uri="{FF2B5EF4-FFF2-40B4-BE49-F238E27FC236}">
                <a16:creationId xmlns:a16="http://schemas.microsoft.com/office/drawing/2014/main" id="{272F141E-960E-41ED-A1A7-AD13843DA5C0}"/>
              </a:ext>
            </a:extLst>
          </p:cNvPr>
          <p:cNvSpPr>
            <a:spLocks noGrp="1"/>
          </p:cNvSpPr>
          <p:nvPr/>
        </p:nvSpPr>
        <p:spPr>
          <a:xfrm>
            <a:off x="685800" y="42672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a:ext uri="{FF2B5EF4-FFF2-40B4-BE49-F238E27FC236}">
                <a16:creationId xmlns:a16="http://schemas.microsoft.com/office/drawing/2014/main" id="{FA32D81E-5D10-4328-98FA-BB70B81F2595}"/>
              </a:ext>
            </a:extLst>
          </p:cNvPr>
          <p:cNvSpPr>
            <a:spLocks noGrp="1"/>
          </p:cNvSpPr>
          <p:nvPr/>
        </p:nvSpPr>
        <p:spPr>
          <a:xfrm>
            <a:off x="1181100" y="42672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a와 b가 같은 값이어야 하기 때문이다</a:t>
            </a:r>
          </a:p>
        </p:txBody>
      </p:sp>
      <p:sp>
        <p:nvSpPr>
          <p:cNvPr id="17" name="직사각형 16">
            <a:extLst>
              <a:ext uri="{FF2B5EF4-FFF2-40B4-BE49-F238E27FC236}">
                <a16:creationId xmlns:a16="http://schemas.microsoft.com/office/drawing/2014/main" id="{BB92B3FC-882E-4824-B4F7-9EE3133374D0}"/>
              </a:ext>
            </a:extLst>
          </p:cNvPr>
          <p:cNvSpPr>
            <a:spLocks noGrp="1"/>
          </p:cNvSpPr>
          <p:nvPr/>
        </p:nvSpPr>
        <p:spPr>
          <a:xfrm>
            <a:off x="1181100" y="4810125"/>
            <a:ext cx="10401300" cy="9525"/>
          </a:xfrm>
          <a:prstGeom prst="rect">
            <a:avLst/>
          </a:prstGeom>
          <a:solidFill>
            <a:srgbClr val="E7E7E7"/>
          </a:solidFill>
          <a:ln w="0">
            <a:noFill/>
          </a:ln>
        </p:spPr>
      </p:sp>
      <p:sp>
        <p:nvSpPr>
          <p:cNvPr id="18" name="text-514-72">
            <a:extLst>
              <a:ext uri="{FF2B5EF4-FFF2-40B4-BE49-F238E27FC236}">
                <a16:creationId xmlns:a16="http://schemas.microsoft.com/office/drawing/2014/main" id="{EB3797B6-A69B-46C6-8931-8397A9A6601B}"/>
              </a:ext>
            </a:extLst>
          </p:cNvPr>
          <p:cNvSpPr>
            <a:spLocks noGrp="1"/>
          </p:cNvSpPr>
          <p:nvPr/>
        </p:nvSpPr>
        <p:spPr>
          <a:xfrm>
            <a:off x="685800" y="48958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a:ext uri="{FF2B5EF4-FFF2-40B4-BE49-F238E27FC236}">
                <a16:creationId xmlns:a16="http://schemas.microsoft.com/office/drawing/2014/main" id="{985D447B-DAD4-47C7-9D16-88A8D77FE66F}"/>
              </a:ext>
            </a:extLst>
          </p:cNvPr>
          <p:cNvSpPr>
            <a:spLocks noGrp="1"/>
          </p:cNvSpPr>
          <p:nvPr/>
        </p:nvSpPr>
        <p:spPr>
          <a:xfrm>
            <a:off x="1181100" y="48958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T(1)이 상수이면 정리를 쓸 수 없기 때문이다</a:t>
            </a:r>
          </a:p>
        </p:txBody>
      </p:sp>
      <p:sp>
        <p:nvSpPr>
          <p:cNvPr id="20" name="직사각형 19">
            <a:extLst>
              <a:ext uri="{FF2B5EF4-FFF2-40B4-BE49-F238E27FC236}">
                <a16:creationId xmlns:a16="http://schemas.microsoft.com/office/drawing/2014/main" id="{9F4E0E6D-AA7F-446F-A179-329B7FBB0FFF}"/>
              </a:ext>
            </a:extLst>
          </p:cNvPr>
          <p:cNvSpPr>
            <a:spLocks noGrp="1"/>
          </p:cNvSpPr>
          <p:nvPr/>
        </p:nvSpPr>
        <p:spPr>
          <a:xfrm>
            <a:off x="1181100" y="5438775"/>
            <a:ext cx="10401300" cy="9525"/>
          </a:xfrm>
          <a:prstGeom prst="rect">
            <a:avLst/>
          </a:prstGeom>
          <a:solidFill>
            <a:srgbClr val="E7E7E7"/>
          </a:solidFill>
          <a:ln w="0">
            <a:noFill/>
          </a:ln>
        </p:spPr>
      </p:sp>
      <p:sp>
        <p:nvSpPr>
          <p:cNvPr id="21" name="text-580-72">
            <a:extLst>
              <a:ext uri="{FF2B5EF4-FFF2-40B4-BE49-F238E27FC236}">
                <a16:creationId xmlns:a16="http://schemas.microsoft.com/office/drawing/2014/main" id="{90DA2600-4B02-455B-9007-7265BA860633}"/>
              </a:ext>
            </a:extLst>
          </p:cNvPr>
          <p:cNvSpPr>
            <a:spLocks noGrp="1"/>
          </p:cNvSpPr>
          <p:nvPr/>
        </p:nvSpPr>
        <p:spPr>
          <a:xfrm>
            <a:off x="685800" y="55245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a:ext uri="{FF2B5EF4-FFF2-40B4-BE49-F238E27FC236}">
                <a16:creationId xmlns:a16="http://schemas.microsoft.com/office/drawing/2014/main" id="{39A8B863-46DF-409B-9C41-4F4AB828A66E}"/>
              </a:ext>
            </a:extLst>
          </p:cNvPr>
          <p:cNvSpPr>
            <a:spLocks noGrp="1"/>
          </p:cNvSpPr>
          <p:nvPr/>
        </p:nvSpPr>
        <p:spPr>
          <a:xfrm>
            <a:off x="1181100" y="55245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결합 비용이 선형이면 정리를 쓸 수 없기 때문이다</a:t>
            </a:r>
          </a:p>
        </p:txBody>
      </p:sp>
    </p:spTree>
    <p:extLst>
      <p:ext uri="{BB962C8B-B14F-4D97-AF65-F5344CB8AC3E}">
        <p14:creationId xmlns:p14="http://schemas.microsoft.com/office/powerpoint/2010/main" val="462685519"/>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2D0249BF-139E-4AA8-80AA-9EC19F97F20D}"/>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F5222D3E-6B79-4C2C-A229-BA29BB9B01B4}"/>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207863DB-A170-4002-8E11-D02747771768}"/>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31  정답과 해설</a:t>
            </a:r>
          </a:p>
        </p:txBody>
      </p:sp>
      <p:sp>
        <p:nvSpPr>
          <p:cNvPr id="4" name="직사각형 3">
            <a:extLst>
              <a:ext uri="{FF2B5EF4-FFF2-40B4-BE49-F238E27FC236}">
                <a16:creationId xmlns:a16="http://schemas.microsoft.com/office/drawing/2014/main" id="{F51632C2-5E49-49AD-8758-BBBB402CB64A}"/>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197154E7-68A7-4CFF-B73D-C00B12DBF8E9}"/>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A5908E3D-7794-4E43-9C4D-A011677B5792}"/>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D013D873-8A97-457E-82EB-33B819ECACB1}"/>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062</a:t>
            </a:r>
            <a:endParaRPr sz="1050" b="1" i="0">
              <a:solidFill>
                <a:srgbClr val="171717"/>
              </a:solidFill>
              <a:latin typeface="Consolas"/>
              <a:ea typeface="Consolas"/>
              <a:cs typeface="Consolas"/>
            </a:endParaRPr>
          </a:p>
        </p:txBody>
      </p:sp>
      <p:sp>
        <p:nvSpPr>
          <p:cNvPr id="8" name="text-178-64">
            <a:extLst>
              <a:ext uri="{FF2B5EF4-FFF2-40B4-BE49-F238E27FC236}">
                <a16:creationId xmlns:a16="http://schemas.microsoft.com/office/drawing/2014/main" id="{B8F46DC6-EFFB-439F-A45C-68229E16C221}"/>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T(n)=T(n−1)+n에 기본 마스터 정리를 바로 적용할 수 없는 이유는?</a:t>
            </a:r>
          </a:p>
        </p:txBody>
      </p:sp>
      <p:sp>
        <p:nvSpPr>
          <p:cNvPr id="9" name="직사각형 8">
            <a:extLst>
              <a:ext uri="{FF2B5EF4-FFF2-40B4-BE49-F238E27FC236}">
                <a16:creationId xmlns:a16="http://schemas.microsoft.com/office/drawing/2014/main" id="{2634EA93-9A48-4E89-8FAB-81B5CF7E84FF}"/>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E936E5C2-1B70-41BE-A7B0-7F8650CDC883}"/>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1번 부분 문제 크기가 n/b 꼴의 고정 비율이 아니다</a:t>
            </a:r>
          </a:p>
        </p:txBody>
      </p:sp>
      <p:sp>
        <p:nvSpPr>
          <p:cNvPr id="11" name="text-324.4-64">
            <a:extLst>
              <a:ext uri="{FF2B5EF4-FFF2-40B4-BE49-F238E27FC236}">
                <a16:creationId xmlns:a16="http://schemas.microsoft.com/office/drawing/2014/main" id="{DBFF50CB-2DEF-4E72-BFFF-35FA0B26A45E}"/>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5ADB4532-F0E9-4618-8CC4-B3077432FC67}"/>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8A68CC7C-6241-4F79-8BD0-0FCA90AE5EB6}"/>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한 칸 감소 점화식은 대입이나 합으로 분석한다.</a:t>
            </a:r>
          </a:p>
        </p:txBody>
      </p:sp>
    </p:spTree>
    <p:extLst>
      <p:ext uri="{BB962C8B-B14F-4D97-AF65-F5344CB8AC3E}">
        <p14:creationId xmlns:p14="http://schemas.microsoft.com/office/powerpoint/2010/main" val="462685519"/>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3" name="text-28-64">
            <a:extLst>
              <a:ext uri="{FF2B5EF4-FFF2-40B4-BE49-F238E27FC236}">
                <a16:creationId xmlns:a16="http://schemas.microsoft.com/office/drawing/2014/main" id="{33085473-891A-43DA-9181-262E66F3BDBB}"/>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CE5433AE-73CE-4CDA-91DE-4C8BE38AFAC0}"/>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A3EA358D-1A12-42AB-9B26-C869A4E2F8B8}"/>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32  </a:t>
            </a:r>
          </a:p>
        </p:txBody>
      </p:sp>
      <p:sp>
        <p:nvSpPr>
          <p:cNvPr id="4" name="직사각형 3">
            <a:extLst>
              <a:ext uri="{FF2B5EF4-FFF2-40B4-BE49-F238E27FC236}">
                <a16:creationId xmlns:a16="http://schemas.microsoft.com/office/drawing/2014/main" id="{577C72EC-1CB6-4DD2-BB3E-0999A342BF3E}"/>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B01F98F7-6495-4EBE-8E7E-847F1A1553FC}"/>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4A4606CF-C0EE-4AA6-B2C6-920F887B56AF}"/>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E5D49139-3D4C-45A0-85A6-FE56D75A130D}"/>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063</a:t>
            </a:r>
            <a:endParaRPr sz="1050" b="1" i="0">
              <a:solidFill>
                <a:srgbClr val="171717"/>
              </a:solidFill>
              <a:latin typeface="Consolas"/>
              <a:ea typeface="Consolas"/>
              <a:cs typeface="Consolas"/>
            </a:endParaRPr>
          </a:p>
        </p:txBody>
      </p:sp>
      <p:sp>
        <p:nvSpPr>
          <p:cNvPr id="8" name="text-178-64">
            <a:extLst>
              <a:ext uri="{FF2B5EF4-FFF2-40B4-BE49-F238E27FC236}">
                <a16:creationId xmlns:a16="http://schemas.microsoft.com/office/drawing/2014/main" id="{150CF40C-B075-476A-9480-47A61F6191AC}"/>
              </a:ext>
            </a:extLst>
          </p:cNvPr>
          <p:cNvSpPr>
            <a:spLocks noGrp="1"/>
          </p:cNvSpPr>
          <p:nvPr/>
        </p:nvSpPr>
        <p:spPr>
          <a:xfrm>
            <a:off x="609600" y="1695450"/>
            <a:ext cx="10972800" cy="739267"/>
          </a:xfrm>
          <a:prstGeom prst="rect">
            <a:avLst/>
          </a:prstGeom>
          <a:noFill/>
          <a:ln w="0">
            <a:noFill/>
          </a:ln>
        </p:spPr>
        <p:txBody>
          <a:bodyPr wrap="squar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n은 2의 거듭제곱이다. 병합 정렬에서 각 층의 처리량은 Θ(n), 층수는 Θ(log₂n)이다. 전체 시간 복잡도는?</a:t>
            </a:r>
          </a:p>
        </p:txBody>
      </p:sp>
      <p:sp>
        <p:nvSpPr>
          <p:cNvPr id="9" name="text-316-72">
            <a:extLst>
              <a:ext uri="{FF2B5EF4-FFF2-40B4-BE49-F238E27FC236}">
                <a16:creationId xmlns:a16="http://schemas.microsoft.com/office/drawing/2014/main" id="{139A0DF5-E738-4797-A97C-E1DC453FB7A8}"/>
              </a:ext>
            </a:extLst>
          </p:cNvPr>
          <p:cNvSpPr>
            <a:spLocks noGrp="1"/>
          </p:cNvSpPr>
          <p:nvPr/>
        </p:nvSpPr>
        <p:spPr>
          <a:xfrm>
            <a:off x="685800" y="30099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a:ext uri="{FF2B5EF4-FFF2-40B4-BE49-F238E27FC236}">
                <a16:creationId xmlns:a16="http://schemas.microsoft.com/office/drawing/2014/main" id="{796BC810-B11E-4C6D-B278-3044743B1A65}"/>
              </a:ext>
            </a:extLst>
          </p:cNvPr>
          <p:cNvSpPr>
            <a:spLocks noGrp="1"/>
          </p:cNvSpPr>
          <p:nvPr/>
        </p:nvSpPr>
        <p:spPr>
          <a:xfrm>
            <a:off x="1181100" y="3009900"/>
            <a:ext cx="10401300" cy="333375"/>
          </a:xfrm>
          <a:prstGeom prst="rect">
            <a:avLst/>
          </a:prstGeom>
          <a:noFill/>
          <a:ln w="0">
            <a:noFill/>
          </a:ln>
        </p:spPr>
        <p:txBody>
          <a:bodyPr wrap="squar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Θ(n)</a:t>
            </a:r>
          </a:p>
        </p:txBody>
      </p:sp>
      <p:sp>
        <p:nvSpPr>
          <p:cNvPr id="11" name="직사각형 10">
            <a:extLst>
              <a:ext uri="{FF2B5EF4-FFF2-40B4-BE49-F238E27FC236}">
                <a16:creationId xmlns:a16="http://schemas.microsoft.com/office/drawing/2014/main" id="{B3CA0B91-F10F-41D9-9050-54010800AC02}"/>
              </a:ext>
            </a:extLst>
          </p:cNvPr>
          <p:cNvSpPr>
            <a:spLocks noGrp="1"/>
          </p:cNvSpPr>
          <p:nvPr/>
        </p:nvSpPr>
        <p:spPr>
          <a:xfrm>
            <a:off x="1181100" y="3552825"/>
            <a:ext cx="10401300" cy="9525"/>
          </a:xfrm>
          <a:prstGeom prst="rect">
            <a:avLst/>
          </a:prstGeom>
          <a:solidFill>
            <a:srgbClr val="E7E7E7"/>
          </a:solidFill>
          <a:ln w="0">
            <a:noFill/>
          </a:ln>
        </p:spPr>
      </p:sp>
      <p:sp>
        <p:nvSpPr>
          <p:cNvPr id="12" name="text-382-72">
            <a:extLst>
              <a:ext uri="{FF2B5EF4-FFF2-40B4-BE49-F238E27FC236}">
                <a16:creationId xmlns:a16="http://schemas.microsoft.com/office/drawing/2014/main" id="{11534A46-B1F8-464E-99E1-8A5B7C009A0C}"/>
              </a:ext>
            </a:extLst>
          </p:cNvPr>
          <p:cNvSpPr>
            <a:spLocks noGrp="1"/>
          </p:cNvSpPr>
          <p:nvPr/>
        </p:nvSpPr>
        <p:spPr>
          <a:xfrm>
            <a:off x="685800" y="36385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a:ext uri="{FF2B5EF4-FFF2-40B4-BE49-F238E27FC236}">
                <a16:creationId xmlns:a16="http://schemas.microsoft.com/office/drawing/2014/main" id="{2808860C-D05B-420F-9549-6823246535AB}"/>
              </a:ext>
            </a:extLst>
          </p:cNvPr>
          <p:cNvSpPr>
            <a:spLocks noGrp="1"/>
          </p:cNvSpPr>
          <p:nvPr/>
        </p:nvSpPr>
        <p:spPr>
          <a:xfrm>
            <a:off x="1181100" y="3638550"/>
            <a:ext cx="10401300" cy="333375"/>
          </a:xfrm>
          <a:prstGeom prst="rect">
            <a:avLst/>
          </a:prstGeom>
          <a:noFill/>
          <a:ln w="0">
            <a:noFill/>
          </a:ln>
        </p:spPr>
        <p:txBody>
          <a:bodyPr wrap="squar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Θ(n log n)</a:t>
            </a:r>
          </a:p>
        </p:txBody>
      </p:sp>
      <p:sp>
        <p:nvSpPr>
          <p:cNvPr id="14" name="직사각형 13">
            <a:extLst>
              <a:ext uri="{FF2B5EF4-FFF2-40B4-BE49-F238E27FC236}">
                <a16:creationId xmlns:a16="http://schemas.microsoft.com/office/drawing/2014/main" id="{2CD9B7AF-A35B-4799-997C-06D342F56D91}"/>
              </a:ext>
            </a:extLst>
          </p:cNvPr>
          <p:cNvSpPr>
            <a:spLocks noGrp="1"/>
          </p:cNvSpPr>
          <p:nvPr/>
        </p:nvSpPr>
        <p:spPr>
          <a:xfrm>
            <a:off x="1181100" y="4181475"/>
            <a:ext cx="10401300" cy="9525"/>
          </a:xfrm>
          <a:prstGeom prst="rect">
            <a:avLst/>
          </a:prstGeom>
          <a:solidFill>
            <a:srgbClr val="E7E7E7"/>
          </a:solidFill>
          <a:ln w="0">
            <a:noFill/>
          </a:ln>
        </p:spPr>
      </p:sp>
      <p:sp>
        <p:nvSpPr>
          <p:cNvPr id="15" name="text-448-72">
            <a:extLst>
              <a:ext uri="{FF2B5EF4-FFF2-40B4-BE49-F238E27FC236}">
                <a16:creationId xmlns:a16="http://schemas.microsoft.com/office/drawing/2014/main" id="{3A8D9990-2421-4B85-8C1E-CDA6590ACBC1}"/>
              </a:ext>
            </a:extLst>
          </p:cNvPr>
          <p:cNvSpPr>
            <a:spLocks noGrp="1"/>
          </p:cNvSpPr>
          <p:nvPr/>
        </p:nvSpPr>
        <p:spPr>
          <a:xfrm>
            <a:off x="685800" y="42672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a:ext uri="{FF2B5EF4-FFF2-40B4-BE49-F238E27FC236}">
                <a16:creationId xmlns:a16="http://schemas.microsoft.com/office/drawing/2014/main" id="{C63B78BC-1560-48BC-8B50-D02CC1B08CA7}"/>
              </a:ext>
            </a:extLst>
          </p:cNvPr>
          <p:cNvSpPr>
            <a:spLocks noGrp="1"/>
          </p:cNvSpPr>
          <p:nvPr/>
        </p:nvSpPr>
        <p:spPr>
          <a:xfrm>
            <a:off x="1181100" y="4267200"/>
            <a:ext cx="10401300" cy="333375"/>
          </a:xfrm>
          <a:prstGeom prst="rect">
            <a:avLst/>
          </a:prstGeom>
          <a:noFill/>
          <a:ln w="0">
            <a:noFill/>
          </a:ln>
        </p:spPr>
        <p:txBody>
          <a:bodyPr wrap="squar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Θ(log n)</a:t>
            </a:r>
          </a:p>
        </p:txBody>
      </p:sp>
      <p:sp>
        <p:nvSpPr>
          <p:cNvPr id="17" name="직사각형 16">
            <a:extLst>
              <a:ext uri="{FF2B5EF4-FFF2-40B4-BE49-F238E27FC236}">
                <a16:creationId xmlns:a16="http://schemas.microsoft.com/office/drawing/2014/main" id="{B92659D8-F4D3-4819-BE46-99866A122DE4}"/>
              </a:ext>
            </a:extLst>
          </p:cNvPr>
          <p:cNvSpPr>
            <a:spLocks noGrp="1"/>
          </p:cNvSpPr>
          <p:nvPr/>
        </p:nvSpPr>
        <p:spPr>
          <a:xfrm>
            <a:off x="1181100" y="4810125"/>
            <a:ext cx="10401300" cy="9525"/>
          </a:xfrm>
          <a:prstGeom prst="rect">
            <a:avLst/>
          </a:prstGeom>
          <a:solidFill>
            <a:srgbClr val="E7E7E7"/>
          </a:solidFill>
          <a:ln w="0">
            <a:noFill/>
          </a:ln>
        </p:spPr>
      </p:sp>
      <p:sp>
        <p:nvSpPr>
          <p:cNvPr id="18" name="text-514-72">
            <a:extLst>
              <a:ext uri="{FF2B5EF4-FFF2-40B4-BE49-F238E27FC236}">
                <a16:creationId xmlns:a16="http://schemas.microsoft.com/office/drawing/2014/main" id="{2F72CC6E-17CC-477A-84AD-13AE1FDCB038}"/>
              </a:ext>
            </a:extLst>
          </p:cNvPr>
          <p:cNvSpPr>
            <a:spLocks noGrp="1"/>
          </p:cNvSpPr>
          <p:nvPr/>
        </p:nvSpPr>
        <p:spPr>
          <a:xfrm>
            <a:off x="685800" y="48958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a:ext uri="{FF2B5EF4-FFF2-40B4-BE49-F238E27FC236}">
                <a16:creationId xmlns:a16="http://schemas.microsoft.com/office/drawing/2014/main" id="{873ACCEF-E152-4D77-8F48-CF9E7B074075}"/>
              </a:ext>
            </a:extLst>
          </p:cNvPr>
          <p:cNvSpPr>
            <a:spLocks noGrp="1"/>
          </p:cNvSpPr>
          <p:nvPr/>
        </p:nvSpPr>
        <p:spPr>
          <a:xfrm>
            <a:off x="1181100" y="4895850"/>
            <a:ext cx="10401300" cy="333375"/>
          </a:xfrm>
          <a:prstGeom prst="rect">
            <a:avLst/>
          </a:prstGeom>
          <a:noFill/>
          <a:ln w="0">
            <a:noFill/>
          </a:ln>
        </p:spPr>
        <p:txBody>
          <a:bodyPr wrap="squar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Θ(n²)</a:t>
            </a:r>
          </a:p>
        </p:txBody>
      </p:sp>
      <p:sp>
        <p:nvSpPr>
          <p:cNvPr id="20" name="직사각형 19">
            <a:extLst>
              <a:ext uri="{FF2B5EF4-FFF2-40B4-BE49-F238E27FC236}">
                <a16:creationId xmlns:a16="http://schemas.microsoft.com/office/drawing/2014/main" id="{55BD6914-0678-487A-AC48-17F584F68138}"/>
              </a:ext>
            </a:extLst>
          </p:cNvPr>
          <p:cNvSpPr>
            <a:spLocks noGrp="1"/>
          </p:cNvSpPr>
          <p:nvPr/>
        </p:nvSpPr>
        <p:spPr>
          <a:xfrm>
            <a:off x="1181100" y="5438775"/>
            <a:ext cx="10401300" cy="9525"/>
          </a:xfrm>
          <a:prstGeom prst="rect">
            <a:avLst/>
          </a:prstGeom>
          <a:solidFill>
            <a:srgbClr val="E7E7E7"/>
          </a:solidFill>
          <a:ln w="0">
            <a:noFill/>
          </a:ln>
        </p:spPr>
      </p:sp>
      <p:sp>
        <p:nvSpPr>
          <p:cNvPr id="21" name="text-580-72">
            <a:extLst>
              <a:ext uri="{FF2B5EF4-FFF2-40B4-BE49-F238E27FC236}">
                <a16:creationId xmlns:a16="http://schemas.microsoft.com/office/drawing/2014/main" id="{F6DDB20D-3635-42F5-89F1-79B831D84685}"/>
              </a:ext>
            </a:extLst>
          </p:cNvPr>
          <p:cNvSpPr>
            <a:spLocks noGrp="1"/>
          </p:cNvSpPr>
          <p:nvPr/>
        </p:nvSpPr>
        <p:spPr>
          <a:xfrm>
            <a:off x="685800" y="55245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a:ext uri="{FF2B5EF4-FFF2-40B4-BE49-F238E27FC236}">
                <a16:creationId xmlns:a16="http://schemas.microsoft.com/office/drawing/2014/main" id="{F3482660-032E-4B2C-A66E-578EFF43F909}"/>
              </a:ext>
            </a:extLst>
          </p:cNvPr>
          <p:cNvSpPr>
            <a:spLocks noGrp="1"/>
          </p:cNvSpPr>
          <p:nvPr/>
        </p:nvSpPr>
        <p:spPr>
          <a:xfrm>
            <a:off x="1181100" y="5524500"/>
            <a:ext cx="10401300" cy="333375"/>
          </a:xfrm>
          <a:prstGeom prst="rect">
            <a:avLst/>
          </a:prstGeom>
          <a:noFill/>
          <a:ln w="0">
            <a:noFill/>
          </a:ln>
        </p:spPr>
        <p:txBody>
          <a:bodyPr wrap="squar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Θ(1)</a:t>
            </a:r>
          </a:p>
        </p:txBody>
      </p:sp>
    </p:spTree>
    <p:extLst>
      <p:ext uri="{BB962C8B-B14F-4D97-AF65-F5344CB8AC3E}">
        <p14:creationId xmlns:p14="http://schemas.microsoft.com/office/powerpoint/2010/main" val="462685519"/>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83579227-1AF8-47D8-B476-6E70340F0F31}"/>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3BE3C0CF-54DE-470B-803A-AB246B8A4BB8}"/>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7A10AF37-AA96-4124-BD31-FEBF56CFAB27}"/>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32  정답과 해설</a:t>
            </a:r>
          </a:p>
        </p:txBody>
      </p:sp>
      <p:sp>
        <p:nvSpPr>
          <p:cNvPr id="4" name="직사각형 3">
            <a:extLst>
              <a:ext uri="{FF2B5EF4-FFF2-40B4-BE49-F238E27FC236}">
                <a16:creationId xmlns:a16="http://schemas.microsoft.com/office/drawing/2014/main" id="{F62D526A-9D45-4579-A435-34D699C939EF}"/>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B0B32CBF-1119-4107-8CFD-AAD2CFE7A292}"/>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98F11798-B776-43AA-8557-070F23E4F9DB}"/>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900513FA-E8D2-44E4-BD9F-338DB4A6DD7A}"/>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064</a:t>
            </a:r>
            <a:endParaRPr sz="1050" b="1" i="0">
              <a:solidFill>
                <a:srgbClr val="171717"/>
              </a:solidFill>
              <a:latin typeface="Consolas"/>
              <a:ea typeface="Consolas"/>
              <a:cs typeface="Consolas"/>
            </a:endParaRPr>
          </a:p>
        </p:txBody>
      </p:sp>
      <p:sp>
        <p:nvSpPr>
          <p:cNvPr id="8" name="text-178-64">
            <a:extLst>
              <a:ext uri="{FF2B5EF4-FFF2-40B4-BE49-F238E27FC236}">
                <a16:creationId xmlns:a16="http://schemas.microsoft.com/office/drawing/2014/main" id="{28D1A10A-8E15-4238-8471-69FC2B4F6A83}"/>
              </a:ext>
            </a:extLst>
          </p:cNvPr>
          <p:cNvSpPr>
            <a:spLocks noGrp="1"/>
          </p:cNvSpPr>
          <p:nvPr/>
        </p:nvSpPr>
        <p:spPr>
          <a:xfrm>
            <a:off x="609600" y="1695450"/>
            <a:ext cx="10972800" cy="320040"/>
          </a:xfrm>
          <a:prstGeom prst="rect">
            <a:avLst/>
          </a:prstGeom>
          <a:noFill/>
          <a:ln w="0">
            <a:noFill/>
          </a:ln>
        </p:spPr>
        <p:txBody>
          <a:bodyPr wrap="squar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n은 2의 거듭제곱이다. 병합 정렬에서 각 층의 처리량은 Θ(n), 층수는 Θ(log₂n)이다. 전체 시간 복잡도는?</a:t>
            </a:r>
          </a:p>
        </p:txBody>
      </p:sp>
      <p:sp>
        <p:nvSpPr>
          <p:cNvPr id="9" name="직사각형 8">
            <a:extLst>
              <a:ext uri="{FF2B5EF4-FFF2-40B4-BE49-F238E27FC236}">
                <a16:creationId xmlns:a16="http://schemas.microsoft.com/office/drawing/2014/main" id="{F972EE8F-9423-424C-A4AA-785911E61F32}"/>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1D67EAC4-0BFA-4859-85F0-42B28E452C1C}"/>
              </a:ext>
            </a:extLst>
          </p:cNvPr>
          <p:cNvSpPr>
            <a:spLocks noGrp="1"/>
          </p:cNvSpPr>
          <p:nvPr/>
        </p:nvSpPr>
        <p:spPr>
          <a:xfrm>
            <a:off x="876300" y="2339340"/>
            <a:ext cx="10439400" cy="436245"/>
          </a:xfrm>
          <a:prstGeom prst="rect">
            <a:avLst/>
          </a:prstGeom>
          <a:noFill/>
          <a:ln w="0">
            <a:noFill/>
          </a:ln>
        </p:spPr>
        <p:txBody>
          <a:bodyPr wrap="squar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2번 Θ(n log n)</a:t>
            </a:r>
          </a:p>
        </p:txBody>
      </p:sp>
      <p:sp>
        <p:nvSpPr>
          <p:cNvPr id="11" name="text-324.4-64">
            <a:extLst>
              <a:ext uri="{FF2B5EF4-FFF2-40B4-BE49-F238E27FC236}">
                <a16:creationId xmlns:a16="http://schemas.microsoft.com/office/drawing/2014/main" id="{2CD49EE9-8465-48B2-8A59-846E6FC76DF4}"/>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F801CA64-7A59-4DA4-A1F4-5BC0ED5522F0}"/>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169735D2-3C5A-4F47-B5B2-52BCEF556428}"/>
              </a:ext>
            </a:extLst>
          </p:cNvPr>
          <p:cNvSpPr>
            <a:spLocks noGrp="1"/>
          </p:cNvSpPr>
          <p:nvPr/>
        </p:nvSpPr>
        <p:spPr>
          <a:xfrm>
            <a:off x="609600" y="3547110"/>
            <a:ext cx="10972800" cy="320040"/>
          </a:xfrm>
          <a:prstGeom prst="rect">
            <a:avLst/>
          </a:prstGeom>
          <a:noFill/>
          <a:ln w="0">
            <a:noFill/>
          </a:ln>
        </p:spPr>
        <p:txBody>
          <a:bodyPr wrap="squar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층마다 n에 비례하는 작업을 log₂n에 비례하는 횟수만큼 하므로 Θ(n log n)이다.</a:t>
            </a:r>
          </a:p>
        </p:txBody>
      </p:sp>
    </p:spTree>
    <p:extLst>
      <p:ext uri="{BB962C8B-B14F-4D97-AF65-F5344CB8AC3E}">
        <p14:creationId xmlns:p14="http://schemas.microsoft.com/office/powerpoint/2010/main" val="462685519"/>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section">
            <a:extLst>
              <a:ext uri="{FF2B5EF4-FFF2-40B4-BE49-F238E27FC236}">
                <a16:creationId xmlns:a16="http://schemas.microsoft.com/office/drawing/2014/main" id="{1FF54CB2-F419-47C8-AA38-3506D02E698C}"/>
              </a:ext>
            </a:extLst>
          </p:cNvPr>
          <p:cNvSpPr>
            <a:spLocks noGrp="1"/>
          </p:cNvSpPr>
          <p:nvPr/>
        </p:nvSpPr>
        <p:spPr>
          <a:xfrm>
            <a:off x="609600" y="266700"/>
            <a:ext cx="8096250" cy="266700"/>
          </a:xfrm>
          <a:prstGeom prst="rect">
            <a:avLst/>
          </a:prstGeom>
          <a:noFill/>
          <a:ln w="0">
            <a:noFill/>
          </a:ln>
        </p:spPr>
        <p:txBody>
          <a:bodyPr wrap="none" lIns="0" tIns="0" rIns="0" bIns="0" anchor="t">
            <a:noAutofit/>
          </a:bodyPr>
          <a:lstStyle>
            <a:defPPr algn="l">
              <a:defRPr sz="1050" b="0">
                <a:solidFill>
                  <a:srgbClr val="555555"/>
                </a:solidFill>
                <a:latin typeface="Malgun Gothic"/>
                <a:ea typeface="Malgun Gothic"/>
                <a:cs typeface="Malgun Gothic"/>
              </a:defRPr>
            </a:defPPr>
          </a:lstStyle>
          <a:p>
            <a:pPr algn="l">
              <a:lnSpc>
                <a:spcPct val="110000"/>
              </a:lnSpc>
              <a:buNone/>
              <a:defRPr sz="1050" b="0">
                <a:solidFill>
                  <a:srgbClr val="555555"/>
                </a:solidFill>
                <a:latin typeface="Malgun Gothic"/>
                <a:ea typeface="Malgun Gothic"/>
                <a:cs typeface="Malgun Gothic"/>
              </a:defRPr>
            </a:pPr>
            <a:r>
              <a:rPr sz="1050" b="0">
                <a:solidFill>
                  <a:srgbClr val="555555"/>
                </a:solidFill>
                <a:latin typeface="Malgun Gothic"/>
                <a:ea typeface="Malgun Gothic"/>
                <a:cs typeface="Malgun Gothic"/>
              </a:rPr>
              <a:t>4장 분할 정복  /  객관식</a:t>
            </a:r>
          </a:p>
        </p:txBody>
      </p:sp>
      <p:sp>
        <p:nvSpPr>
          <p:cNvPr id="2" name="brand">
            <a:extLst>
              <a:ext uri="{FF2B5EF4-FFF2-40B4-BE49-F238E27FC236}">
                <a16:creationId xmlns:a16="http://schemas.microsoft.com/office/drawing/2014/main" id="{F55AA634-2DA9-42A8-A043-36690A4475A8}"/>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555555"/>
                </a:solidFill>
                <a:latin typeface="Malgun Gothic"/>
                <a:ea typeface="Malgun Gothic"/>
                <a:cs typeface="Malgun Gothic"/>
              </a:defRPr>
            </a:defPPr>
          </a:lstStyle>
          <a:p>
            <a:pPr algn="l">
              <a:lnSpc>
                <a:spcPct val="110000"/>
              </a:lnSpc>
              <a:buNone/>
              <a:defRPr sz="900" b="0">
                <a:solidFill>
                  <a:srgbClr val="555555"/>
                </a:solidFill>
                <a:latin typeface="Malgun Gothic"/>
                <a:ea typeface="Malgun Gothic"/>
                <a:cs typeface="Malgun Gothic"/>
              </a:defRPr>
            </a:pPr>
            <a:r>
              <a:rPr sz="900" b="0">
                <a:solidFill>
                  <a:srgbClr val="55555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873CF5BB-8E58-49E5-8A2C-601C3D02F8FF}"/>
              </a:ext>
            </a:extLst>
          </p:cNvPr>
          <p:cNvSpPr>
            <a:spLocks noGrp="1"/>
          </p:cNvSpPr>
          <p:nvPr/>
        </p:nvSpPr>
        <p:spPr>
          <a:xfrm>
            <a:off x="609600" y="685800"/>
            <a:ext cx="10972800" cy="685800"/>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0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문제 33</a:t>
            </a:r>
          </a:p>
        </p:txBody>
      </p:sp>
      <p:sp>
        <p:nvSpPr>
          <p:cNvPr id="4" name="footer">
            <a:extLst>
              <a:ext uri="{FF2B5EF4-FFF2-40B4-BE49-F238E27FC236}">
                <a16:creationId xmlns:a16="http://schemas.microsoft.com/office/drawing/2014/main" id="{B31C8A89-9AC6-4D45-BFCB-49753715CC08}"/>
              </a:ext>
            </a:extLst>
          </p:cNvPr>
          <p:cNvSpPr>
            <a:spLocks noGrp="1"/>
          </p:cNvSpPr>
          <p:nvPr/>
        </p:nvSpPr>
        <p:spPr>
          <a:xfrm>
            <a:off x="609600" y="6591300"/>
            <a:ext cx="9715500" cy="190500"/>
          </a:xfrm>
          <a:prstGeom prst="rect">
            <a:avLst/>
          </a:prstGeom>
          <a:noFill/>
          <a:ln w="0">
            <a:noFill/>
          </a:ln>
        </p:spPr>
        <p:txBody>
          <a:bodyPr wrap="none" lIns="0" tIns="0" rIns="0" bIns="0" anchor="t">
            <a:noAutofit/>
          </a:bodyPr>
          <a:lstStyle>
            <a:defPPr algn="l">
              <a:defRPr sz="900" b="0">
                <a:solidFill>
                  <a:srgbClr val="555555"/>
                </a:solidFill>
                <a:latin typeface="Consolas"/>
                <a:ea typeface="Consolas"/>
                <a:cs typeface="Consolas"/>
              </a:defRPr>
            </a:defPPr>
          </a:lstStyle>
          <a:p>
            <a:pPr algn="l">
              <a:lnSpc>
                <a:spcPct val="110000"/>
              </a:lnSpc>
              <a:buNone/>
              <a:defRPr sz="900" b="0">
                <a:solidFill>
                  <a:srgbClr val="555555"/>
                </a:solidFill>
                <a:latin typeface="Consolas"/>
                <a:ea typeface="Consolas"/>
                <a:cs typeface="Consolas"/>
              </a:defRPr>
            </a:pPr>
            <a:r>
              <a:rPr sz="900" b="0">
                <a:solidFill>
                  <a:srgbClr val="555555"/>
                </a:solidFill>
                <a:latin typeface="Consolas"/>
                <a:ea typeface="Consolas"/>
                <a:cs typeface="Consolas"/>
              </a:rPr>
              <a:t>04 / DIVIDE AND CONQUER · EXERCISES</a:t>
            </a:r>
          </a:p>
        </p:txBody>
      </p:sp>
      <p:sp>
        <p:nvSpPr>
          <p:cNvPr id="5" name="page">
            <a:extLst>
              <a:ext uri="{FF2B5EF4-FFF2-40B4-BE49-F238E27FC236}">
                <a16:creationId xmlns:a16="http://schemas.microsoft.com/office/drawing/2014/main" id="{C56D0527-10A3-4471-8C42-A782C7F11AA8}"/>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0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065</a:t>
            </a:r>
            <a:endParaRPr sz="1050" b="0">
              <a:solidFill>
                <a:srgbClr val="151515"/>
              </a:solidFill>
              <a:latin typeface="Consolas"/>
              <a:ea typeface="Consolas"/>
              <a:cs typeface="Consolas"/>
            </a:endParaRPr>
          </a:p>
        </p:txBody>
      </p:sp>
      <p:sp>
        <p:nvSpPr>
          <p:cNvPr id="6" name="직사각형 5">
            <a:extLst>
              <a:ext uri="{FF2B5EF4-FFF2-40B4-BE49-F238E27FC236}">
                <a16:creationId xmlns:a16="http://schemas.microsoft.com/office/drawing/2014/main" id="{E84D9D9B-0528-448E-85A6-0392B51531B6}"/>
              </a:ext>
            </a:extLst>
          </p:cNvPr>
          <p:cNvSpPr>
            <a:spLocks noGrp="1"/>
          </p:cNvSpPr>
          <p:nvPr/>
        </p:nvSpPr>
        <p:spPr>
          <a:xfrm>
            <a:off x="609600" y="6438900"/>
            <a:ext cx="10972800" cy="9525"/>
          </a:xfrm>
          <a:prstGeom prst="rect">
            <a:avLst/>
          </a:prstGeom>
          <a:solidFill>
            <a:srgbClr val="CCCCCC"/>
          </a:solidFill>
          <a:ln w="0">
            <a:noFill/>
          </a:ln>
        </p:spPr>
      </p:sp>
      <p:sp>
        <p:nvSpPr>
          <p:cNvPr id="7" name="prompt">
            <a:extLst>
              <a:ext uri="{FF2B5EF4-FFF2-40B4-BE49-F238E27FC236}">
                <a16:creationId xmlns:a16="http://schemas.microsoft.com/office/drawing/2014/main" id="{D7CF2D79-4D45-4099-98CB-1572E5C959CC}"/>
              </a:ext>
            </a:extLst>
          </p:cNvPr>
          <p:cNvSpPr>
            <a:spLocks noGrp="1"/>
          </p:cNvSpPr>
          <p:nvPr/>
        </p:nvSpPr>
        <p:spPr>
          <a:xfrm>
            <a:off x="609600" y="1714500"/>
            <a:ext cx="10972800" cy="1381125"/>
          </a:xfrm>
          <a:prstGeom prst="rect">
            <a:avLst/>
          </a:prstGeom>
          <a:noFill/>
          <a:ln w="0">
            <a:noFill/>
          </a:ln>
        </p:spPr>
        <p:txBody>
          <a:bodyPr wrap="none" lIns="0" tIns="0" rIns="0" bIns="0" anchor="t">
            <a:noAutofit/>
          </a:bodyPr>
          <a:lstStyle>
            <a:defPPr algn="l">
              <a:defRPr sz="2100" b="0">
                <a:solidFill>
                  <a:srgbClr val="151515"/>
                </a:solidFill>
                <a:latin typeface="Malgun Gothic"/>
                <a:ea typeface="Malgun Gothic"/>
                <a:cs typeface="Malgun Gothic"/>
              </a:defRPr>
            </a:defPPr>
          </a:lstStyle>
          <a:p>
            <a:pPr algn="l">
              <a:lnSpc>
                <a:spcPct val="110000"/>
              </a:lnSpc>
              <a:buNone/>
              <a:defRPr sz="2100" b="0">
                <a:solidFill>
                  <a:srgbClr val="151515"/>
                </a:solidFill>
                <a:latin typeface="Malgun Gothic"/>
                <a:ea typeface="Malgun Gothic"/>
                <a:cs typeface="Malgun Gothic"/>
              </a:defRPr>
            </a:pPr>
            <a:r>
              <a:rPr sz="2100" b="0">
                <a:solidFill>
                  <a:srgbClr val="151515"/>
                </a:solidFill>
                <a:latin typeface="Malgun Gothic"/>
                <a:ea typeface="Malgun Gothic"/>
                <a:cs typeface="Malgun Gothic"/>
              </a:rPr>
              <a:t>정렬된 A=[1,4], B=[2,3]을 오름차순으로 병합한다.</a:t>
            </a:r>
          </a:p>
          <a:p>
            <a:pPr algn="l">
              <a:lnSpc>
                <a:spcPct val="110000"/>
              </a:lnSpc>
              <a:buNone/>
              <a:defRPr sz="2100" b="0">
                <a:solidFill>
                  <a:srgbClr val="151515"/>
                </a:solidFill>
                <a:latin typeface="Malgun Gothic"/>
                <a:ea typeface="Malgun Gothic"/>
                <a:cs typeface="Malgun Gothic"/>
              </a:defRPr>
            </a:pPr>
            <a:r>
              <a:rPr sz="2100" b="0">
                <a:solidFill>
                  <a:srgbClr val="151515"/>
                </a:solidFill>
                <a:latin typeface="Malgun Gothic"/>
                <a:ea typeface="Malgun Gothic"/>
                <a:cs typeface="Malgun Gothic"/>
              </a:rPr>
              <a:t>완성된 배열은?</a:t>
            </a:r>
          </a:p>
        </p:txBody>
      </p:sp>
      <p:sp>
        <p:nvSpPr>
          <p:cNvPr id="8" name="option-number-0">
            <a:extLst>
              <a:ext uri="{FF2B5EF4-FFF2-40B4-BE49-F238E27FC236}">
                <a16:creationId xmlns:a16="http://schemas.microsoft.com/office/drawing/2014/main" id="{C4DFC9E4-6A8B-414D-86FD-72F5EE6A1A06}"/>
              </a:ext>
            </a:extLst>
          </p:cNvPr>
          <p:cNvSpPr>
            <a:spLocks noGrp="1"/>
          </p:cNvSpPr>
          <p:nvPr/>
        </p:nvSpPr>
        <p:spPr>
          <a:xfrm>
            <a:off x="685800" y="3048000"/>
            <a:ext cx="400050" cy="323850"/>
          </a:xfrm>
          <a:prstGeom prst="rect">
            <a:avLst/>
          </a:prstGeom>
          <a:noFill/>
          <a:ln w="0">
            <a:noFill/>
          </a:ln>
        </p:spPr>
        <p:txBody>
          <a:bodyPr wrap="none" lIns="0" tIns="0" rIns="0" bIns="0" anchor="t">
            <a:noAutofit/>
          </a:bodyPr>
          <a:lstStyle>
            <a:defPPr algn="l">
              <a:defRPr sz="1800" b="1">
                <a:solidFill>
                  <a:srgbClr val="151515"/>
                </a:solidFill>
                <a:latin typeface="Malgun Gothic"/>
                <a:ea typeface="Malgun Gothic"/>
                <a:cs typeface="Malgun Gothic"/>
              </a:defRPr>
            </a:defPPr>
          </a:lstStyle>
          <a:p>
            <a:pPr algn="l">
              <a:lnSpc>
                <a:spcPct val="110000"/>
              </a:lnSpc>
              <a:buNone/>
              <a:defRPr sz="1800" b="1">
                <a:solidFill>
                  <a:srgbClr val="151515"/>
                </a:solidFill>
                <a:latin typeface="Malgun Gothic"/>
                <a:ea typeface="Malgun Gothic"/>
                <a:cs typeface="Malgun Gothic"/>
              </a:defRPr>
            </a:pPr>
            <a:r>
              <a:rPr sz="1800" b="1">
                <a:solidFill>
                  <a:srgbClr val="151515"/>
                </a:solidFill>
                <a:latin typeface="Malgun Gothic"/>
                <a:ea typeface="Malgun Gothic"/>
                <a:cs typeface="Malgun Gothic"/>
              </a:rPr>
              <a:t>1</a:t>
            </a:r>
          </a:p>
        </p:txBody>
      </p:sp>
      <p:sp>
        <p:nvSpPr>
          <p:cNvPr id="9" name="option-0">
            <a:extLst>
              <a:ext uri="{FF2B5EF4-FFF2-40B4-BE49-F238E27FC236}">
                <a16:creationId xmlns:a16="http://schemas.microsoft.com/office/drawing/2014/main" id="{E7427C9C-DDCC-4AC2-94C5-5F082FD1A762}"/>
              </a:ext>
            </a:extLst>
          </p:cNvPr>
          <p:cNvSpPr>
            <a:spLocks noGrp="1"/>
          </p:cNvSpPr>
          <p:nvPr/>
        </p:nvSpPr>
        <p:spPr>
          <a:xfrm>
            <a:off x="1181100" y="3048000"/>
            <a:ext cx="10401300" cy="342900"/>
          </a:xfrm>
          <a:prstGeom prst="rect">
            <a:avLst/>
          </a:prstGeom>
          <a:noFill/>
          <a:ln w="0">
            <a:noFill/>
          </a:ln>
        </p:spPr>
        <p:txBody>
          <a:bodyPr wrap="none" lIns="0" tIns="0" rIns="0" bIns="0" anchor="t">
            <a:noAutofit/>
          </a:bodyPr>
          <a:lstStyle>
            <a:defPPr algn="l">
              <a:defRPr sz="1875" b="0">
                <a:solidFill>
                  <a:srgbClr val="151515"/>
                </a:solidFill>
                <a:latin typeface="Malgun Gothic"/>
                <a:ea typeface="Malgun Gothic"/>
                <a:cs typeface="Malgun Gothic"/>
              </a:defRPr>
            </a:defPPr>
          </a:lstStyle>
          <a:p>
            <a:pPr algn="l">
              <a:lnSpc>
                <a:spcPct val="110000"/>
              </a:lnSpc>
              <a:buNone/>
              <a:defRPr sz="1875" b="0">
                <a:solidFill>
                  <a:srgbClr val="151515"/>
                </a:solidFill>
                <a:latin typeface="Malgun Gothic"/>
                <a:ea typeface="Malgun Gothic"/>
                <a:cs typeface="Malgun Gothic"/>
              </a:defRPr>
            </a:pPr>
            <a:r>
              <a:rPr sz="1875" b="0">
                <a:solidFill>
                  <a:srgbClr val="151515"/>
                </a:solidFill>
                <a:latin typeface="Malgun Gothic"/>
                <a:ea typeface="Malgun Gothic"/>
                <a:cs typeface="Malgun Gothic"/>
              </a:rPr>
              <a:t>[1,4,2,3]</a:t>
            </a:r>
          </a:p>
        </p:txBody>
      </p:sp>
      <p:sp>
        <p:nvSpPr>
          <p:cNvPr id="10" name="직사각형 9">
            <a:extLst>
              <a:ext uri="{FF2B5EF4-FFF2-40B4-BE49-F238E27FC236}">
                <a16:creationId xmlns:a16="http://schemas.microsoft.com/office/drawing/2014/main" id="{57C447B8-9A2F-4950-BCBE-DD91DF4F844A}"/>
              </a:ext>
            </a:extLst>
          </p:cNvPr>
          <p:cNvSpPr>
            <a:spLocks noGrp="1"/>
          </p:cNvSpPr>
          <p:nvPr/>
        </p:nvSpPr>
        <p:spPr>
          <a:xfrm>
            <a:off x="1181100" y="3562350"/>
            <a:ext cx="10401300" cy="9525"/>
          </a:xfrm>
          <a:prstGeom prst="rect">
            <a:avLst/>
          </a:prstGeom>
          <a:solidFill>
            <a:srgbClr val="DDDDDD"/>
          </a:solidFill>
          <a:ln w="0">
            <a:noFill/>
          </a:ln>
        </p:spPr>
      </p:sp>
      <p:sp>
        <p:nvSpPr>
          <p:cNvPr id="11" name="option-number-1">
            <a:extLst>
              <a:ext uri="{FF2B5EF4-FFF2-40B4-BE49-F238E27FC236}">
                <a16:creationId xmlns:a16="http://schemas.microsoft.com/office/drawing/2014/main" id="{AC6EBCE4-720D-40CB-BF24-97B65C9DEC80}"/>
              </a:ext>
            </a:extLst>
          </p:cNvPr>
          <p:cNvSpPr>
            <a:spLocks noGrp="1"/>
          </p:cNvSpPr>
          <p:nvPr/>
        </p:nvSpPr>
        <p:spPr>
          <a:xfrm>
            <a:off x="685800" y="3676650"/>
            <a:ext cx="400050" cy="323850"/>
          </a:xfrm>
          <a:prstGeom prst="rect">
            <a:avLst/>
          </a:prstGeom>
          <a:noFill/>
          <a:ln w="0">
            <a:noFill/>
          </a:ln>
        </p:spPr>
        <p:txBody>
          <a:bodyPr wrap="none" lIns="0" tIns="0" rIns="0" bIns="0" anchor="t">
            <a:noAutofit/>
          </a:bodyPr>
          <a:lstStyle>
            <a:defPPr algn="l">
              <a:defRPr sz="1800" b="1">
                <a:solidFill>
                  <a:srgbClr val="151515"/>
                </a:solidFill>
                <a:latin typeface="Malgun Gothic"/>
                <a:ea typeface="Malgun Gothic"/>
                <a:cs typeface="Malgun Gothic"/>
              </a:defRPr>
            </a:defPPr>
          </a:lstStyle>
          <a:p>
            <a:pPr algn="l">
              <a:lnSpc>
                <a:spcPct val="110000"/>
              </a:lnSpc>
              <a:buNone/>
              <a:defRPr sz="1800" b="1">
                <a:solidFill>
                  <a:srgbClr val="151515"/>
                </a:solidFill>
                <a:latin typeface="Malgun Gothic"/>
                <a:ea typeface="Malgun Gothic"/>
                <a:cs typeface="Malgun Gothic"/>
              </a:defRPr>
            </a:pPr>
            <a:r>
              <a:rPr sz="1800" b="1">
                <a:solidFill>
                  <a:srgbClr val="151515"/>
                </a:solidFill>
                <a:latin typeface="Malgun Gothic"/>
                <a:ea typeface="Malgun Gothic"/>
                <a:cs typeface="Malgun Gothic"/>
              </a:rPr>
              <a:t>2</a:t>
            </a:r>
          </a:p>
        </p:txBody>
      </p:sp>
      <p:sp>
        <p:nvSpPr>
          <p:cNvPr id="12" name="option-1">
            <a:extLst>
              <a:ext uri="{FF2B5EF4-FFF2-40B4-BE49-F238E27FC236}">
                <a16:creationId xmlns:a16="http://schemas.microsoft.com/office/drawing/2014/main" id="{0647BA49-7EFB-4D27-B988-28E6C5CDE16C}"/>
              </a:ext>
            </a:extLst>
          </p:cNvPr>
          <p:cNvSpPr>
            <a:spLocks noGrp="1"/>
          </p:cNvSpPr>
          <p:nvPr/>
        </p:nvSpPr>
        <p:spPr>
          <a:xfrm>
            <a:off x="1181100" y="3676650"/>
            <a:ext cx="10401300" cy="342900"/>
          </a:xfrm>
          <a:prstGeom prst="rect">
            <a:avLst/>
          </a:prstGeom>
          <a:noFill/>
          <a:ln w="0">
            <a:noFill/>
          </a:ln>
        </p:spPr>
        <p:txBody>
          <a:bodyPr wrap="none" lIns="0" tIns="0" rIns="0" bIns="0" anchor="t">
            <a:noAutofit/>
          </a:bodyPr>
          <a:lstStyle>
            <a:defPPr algn="l">
              <a:defRPr sz="1875" b="0">
                <a:solidFill>
                  <a:srgbClr val="151515"/>
                </a:solidFill>
                <a:latin typeface="Malgun Gothic"/>
                <a:ea typeface="Malgun Gothic"/>
                <a:cs typeface="Malgun Gothic"/>
              </a:defRPr>
            </a:defPPr>
          </a:lstStyle>
          <a:p>
            <a:pPr algn="l">
              <a:lnSpc>
                <a:spcPct val="110000"/>
              </a:lnSpc>
              <a:buNone/>
              <a:defRPr sz="1875" b="0">
                <a:solidFill>
                  <a:srgbClr val="151515"/>
                </a:solidFill>
                <a:latin typeface="Malgun Gothic"/>
                <a:ea typeface="Malgun Gothic"/>
                <a:cs typeface="Malgun Gothic"/>
              </a:defRPr>
            </a:pPr>
            <a:r>
              <a:rPr sz="1875" b="0">
                <a:solidFill>
                  <a:srgbClr val="151515"/>
                </a:solidFill>
                <a:latin typeface="Malgun Gothic"/>
                <a:ea typeface="Malgun Gothic"/>
                <a:cs typeface="Malgun Gothic"/>
              </a:rPr>
              <a:t>[1,2,3,4]</a:t>
            </a:r>
          </a:p>
        </p:txBody>
      </p:sp>
      <p:sp>
        <p:nvSpPr>
          <p:cNvPr id="13" name="직사각형 12">
            <a:extLst>
              <a:ext uri="{FF2B5EF4-FFF2-40B4-BE49-F238E27FC236}">
                <a16:creationId xmlns:a16="http://schemas.microsoft.com/office/drawing/2014/main" id="{9C7B6C92-490C-4C8D-B458-5C3EBFD956F8}"/>
              </a:ext>
            </a:extLst>
          </p:cNvPr>
          <p:cNvSpPr>
            <a:spLocks noGrp="1"/>
          </p:cNvSpPr>
          <p:nvPr/>
        </p:nvSpPr>
        <p:spPr>
          <a:xfrm>
            <a:off x="1181100" y="4191000"/>
            <a:ext cx="10401300" cy="9525"/>
          </a:xfrm>
          <a:prstGeom prst="rect">
            <a:avLst/>
          </a:prstGeom>
          <a:solidFill>
            <a:srgbClr val="DDDDDD"/>
          </a:solidFill>
          <a:ln w="0">
            <a:noFill/>
          </a:ln>
        </p:spPr>
      </p:sp>
      <p:sp>
        <p:nvSpPr>
          <p:cNvPr id="14" name="option-number-2">
            <a:extLst>
              <a:ext uri="{FF2B5EF4-FFF2-40B4-BE49-F238E27FC236}">
                <a16:creationId xmlns:a16="http://schemas.microsoft.com/office/drawing/2014/main" id="{F7557B48-7574-4D28-B6A4-D588BF6D5F02}"/>
              </a:ext>
            </a:extLst>
          </p:cNvPr>
          <p:cNvSpPr>
            <a:spLocks noGrp="1"/>
          </p:cNvSpPr>
          <p:nvPr/>
        </p:nvSpPr>
        <p:spPr>
          <a:xfrm>
            <a:off x="685800" y="4305300"/>
            <a:ext cx="400050" cy="323850"/>
          </a:xfrm>
          <a:prstGeom prst="rect">
            <a:avLst/>
          </a:prstGeom>
          <a:noFill/>
          <a:ln w="0">
            <a:noFill/>
          </a:ln>
        </p:spPr>
        <p:txBody>
          <a:bodyPr wrap="none" lIns="0" tIns="0" rIns="0" bIns="0" anchor="t">
            <a:noAutofit/>
          </a:bodyPr>
          <a:lstStyle>
            <a:defPPr algn="l">
              <a:defRPr sz="1800" b="1">
                <a:solidFill>
                  <a:srgbClr val="151515"/>
                </a:solidFill>
                <a:latin typeface="Malgun Gothic"/>
                <a:ea typeface="Malgun Gothic"/>
                <a:cs typeface="Malgun Gothic"/>
              </a:defRPr>
            </a:defPPr>
          </a:lstStyle>
          <a:p>
            <a:pPr algn="l">
              <a:lnSpc>
                <a:spcPct val="110000"/>
              </a:lnSpc>
              <a:buNone/>
              <a:defRPr sz="1800" b="1">
                <a:solidFill>
                  <a:srgbClr val="151515"/>
                </a:solidFill>
                <a:latin typeface="Malgun Gothic"/>
                <a:ea typeface="Malgun Gothic"/>
                <a:cs typeface="Malgun Gothic"/>
              </a:defRPr>
            </a:pPr>
            <a:r>
              <a:rPr sz="1800" b="1">
                <a:solidFill>
                  <a:srgbClr val="151515"/>
                </a:solidFill>
                <a:latin typeface="Malgun Gothic"/>
                <a:ea typeface="Malgun Gothic"/>
                <a:cs typeface="Malgun Gothic"/>
              </a:rPr>
              <a:t>3</a:t>
            </a:r>
          </a:p>
        </p:txBody>
      </p:sp>
      <p:sp>
        <p:nvSpPr>
          <p:cNvPr id="15" name="option-2">
            <a:extLst>
              <a:ext uri="{FF2B5EF4-FFF2-40B4-BE49-F238E27FC236}">
                <a16:creationId xmlns:a16="http://schemas.microsoft.com/office/drawing/2014/main" id="{05781046-ACFF-4745-9555-F630501820DD}"/>
              </a:ext>
            </a:extLst>
          </p:cNvPr>
          <p:cNvSpPr>
            <a:spLocks noGrp="1"/>
          </p:cNvSpPr>
          <p:nvPr/>
        </p:nvSpPr>
        <p:spPr>
          <a:xfrm>
            <a:off x="1181100" y="4305300"/>
            <a:ext cx="10401300" cy="342900"/>
          </a:xfrm>
          <a:prstGeom prst="rect">
            <a:avLst/>
          </a:prstGeom>
          <a:noFill/>
          <a:ln w="0">
            <a:noFill/>
          </a:ln>
        </p:spPr>
        <p:txBody>
          <a:bodyPr wrap="none" lIns="0" tIns="0" rIns="0" bIns="0" anchor="t">
            <a:noAutofit/>
          </a:bodyPr>
          <a:lstStyle>
            <a:defPPr algn="l">
              <a:defRPr sz="1875" b="0">
                <a:solidFill>
                  <a:srgbClr val="151515"/>
                </a:solidFill>
                <a:latin typeface="Malgun Gothic"/>
                <a:ea typeface="Malgun Gothic"/>
                <a:cs typeface="Malgun Gothic"/>
              </a:defRPr>
            </a:defPPr>
          </a:lstStyle>
          <a:p>
            <a:pPr algn="l">
              <a:lnSpc>
                <a:spcPct val="110000"/>
              </a:lnSpc>
              <a:buNone/>
              <a:defRPr sz="1875" b="0">
                <a:solidFill>
                  <a:srgbClr val="151515"/>
                </a:solidFill>
                <a:latin typeface="Malgun Gothic"/>
                <a:ea typeface="Malgun Gothic"/>
                <a:cs typeface="Malgun Gothic"/>
              </a:defRPr>
            </a:pPr>
            <a:r>
              <a:rPr sz="1875" b="0">
                <a:solidFill>
                  <a:srgbClr val="151515"/>
                </a:solidFill>
                <a:latin typeface="Malgun Gothic"/>
                <a:ea typeface="Malgun Gothic"/>
                <a:cs typeface="Malgun Gothic"/>
              </a:rPr>
              <a:t>[2,3,1,4]</a:t>
            </a:r>
          </a:p>
        </p:txBody>
      </p:sp>
      <p:sp>
        <p:nvSpPr>
          <p:cNvPr id="16" name="직사각형 15">
            <a:extLst>
              <a:ext uri="{FF2B5EF4-FFF2-40B4-BE49-F238E27FC236}">
                <a16:creationId xmlns:a16="http://schemas.microsoft.com/office/drawing/2014/main" id="{44CD76FF-A611-4ADA-B8EE-A1C251DA702A}"/>
              </a:ext>
            </a:extLst>
          </p:cNvPr>
          <p:cNvSpPr>
            <a:spLocks noGrp="1"/>
          </p:cNvSpPr>
          <p:nvPr/>
        </p:nvSpPr>
        <p:spPr>
          <a:xfrm>
            <a:off x="1181100" y="4819650"/>
            <a:ext cx="10401300" cy="9525"/>
          </a:xfrm>
          <a:prstGeom prst="rect">
            <a:avLst/>
          </a:prstGeom>
          <a:solidFill>
            <a:srgbClr val="DDDDDD"/>
          </a:solidFill>
          <a:ln w="0">
            <a:noFill/>
          </a:ln>
        </p:spPr>
      </p:sp>
      <p:sp>
        <p:nvSpPr>
          <p:cNvPr id="17" name="option-number-3">
            <a:extLst>
              <a:ext uri="{FF2B5EF4-FFF2-40B4-BE49-F238E27FC236}">
                <a16:creationId xmlns:a16="http://schemas.microsoft.com/office/drawing/2014/main" id="{147164B4-89B9-4205-86C0-C10D049585B7}"/>
              </a:ext>
            </a:extLst>
          </p:cNvPr>
          <p:cNvSpPr>
            <a:spLocks noGrp="1"/>
          </p:cNvSpPr>
          <p:nvPr/>
        </p:nvSpPr>
        <p:spPr>
          <a:xfrm>
            <a:off x="685800" y="4933950"/>
            <a:ext cx="400050" cy="323850"/>
          </a:xfrm>
          <a:prstGeom prst="rect">
            <a:avLst/>
          </a:prstGeom>
          <a:noFill/>
          <a:ln w="0">
            <a:noFill/>
          </a:ln>
        </p:spPr>
        <p:txBody>
          <a:bodyPr wrap="none" lIns="0" tIns="0" rIns="0" bIns="0" anchor="t">
            <a:noAutofit/>
          </a:bodyPr>
          <a:lstStyle>
            <a:defPPr algn="l">
              <a:defRPr sz="1800" b="1">
                <a:solidFill>
                  <a:srgbClr val="151515"/>
                </a:solidFill>
                <a:latin typeface="Malgun Gothic"/>
                <a:ea typeface="Malgun Gothic"/>
                <a:cs typeface="Malgun Gothic"/>
              </a:defRPr>
            </a:defPPr>
          </a:lstStyle>
          <a:p>
            <a:pPr algn="l">
              <a:lnSpc>
                <a:spcPct val="110000"/>
              </a:lnSpc>
              <a:buNone/>
              <a:defRPr sz="1800" b="1">
                <a:solidFill>
                  <a:srgbClr val="151515"/>
                </a:solidFill>
                <a:latin typeface="Malgun Gothic"/>
                <a:ea typeface="Malgun Gothic"/>
                <a:cs typeface="Malgun Gothic"/>
              </a:defRPr>
            </a:pPr>
            <a:r>
              <a:rPr sz="1800" b="1">
                <a:solidFill>
                  <a:srgbClr val="151515"/>
                </a:solidFill>
                <a:latin typeface="Malgun Gothic"/>
                <a:ea typeface="Malgun Gothic"/>
                <a:cs typeface="Malgun Gothic"/>
              </a:rPr>
              <a:t>4</a:t>
            </a:r>
          </a:p>
        </p:txBody>
      </p:sp>
      <p:sp>
        <p:nvSpPr>
          <p:cNvPr id="18" name="option-3">
            <a:extLst>
              <a:ext uri="{FF2B5EF4-FFF2-40B4-BE49-F238E27FC236}">
                <a16:creationId xmlns:a16="http://schemas.microsoft.com/office/drawing/2014/main" id="{0BE9AF54-4D89-41D1-8F31-E7B23896B304}"/>
              </a:ext>
            </a:extLst>
          </p:cNvPr>
          <p:cNvSpPr>
            <a:spLocks noGrp="1"/>
          </p:cNvSpPr>
          <p:nvPr/>
        </p:nvSpPr>
        <p:spPr>
          <a:xfrm>
            <a:off x="1181100" y="4933950"/>
            <a:ext cx="10401300" cy="342900"/>
          </a:xfrm>
          <a:prstGeom prst="rect">
            <a:avLst/>
          </a:prstGeom>
          <a:noFill/>
          <a:ln w="0">
            <a:noFill/>
          </a:ln>
        </p:spPr>
        <p:txBody>
          <a:bodyPr wrap="none" lIns="0" tIns="0" rIns="0" bIns="0" anchor="t">
            <a:noAutofit/>
          </a:bodyPr>
          <a:lstStyle>
            <a:defPPr algn="l">
              <a:defRPr sz="1875" b="0">
                <a:solidFill>
                  <a:srgbClr val="151515"/>
                </a:solidFill>
                <a:latin typeface="Malgun Gothic"/>
                <a:ea typeface="Malgun Gothic"/>
                <a:cs typeface="Malgun Gothic"/>
              </a:defRPr>
            </a:defPPr>
          </a:lstStyle>
          <a:p>
            <a:pPr algn="l">
              <a:lnSpc>
                <a:spcPct val="110000"/>
              </a:lnSpc>
              <a:buNone/>
              <a:defRPr sz="1875" b="0">
                <a:solidFill>
                  <a:srgbClr val="151515"/>
                </a:solidFill>
                <a:latin typeface="Malgun Gothic"/>
                <a:ea typeface="Malgun Gothic"/>
                <a:cs typeface="Malgun Gothic"/>
              </a:defRPr>
            </a:pPr>
            <a:r>
              <a:rPr sz="1875" b="0">
                <a:solidFill>
                  <a:srgbClr val="151515"/>
                </a:solidFill>
                <a:latin typeface="Malgun Gothic"/>
                <a:ea typeface="Malgun Gothic"/>
                <a:cs typeface="Malgun Gothic"/>
              </a:rPr>
              <a:t>[4,3,2,1]</a:t>
            </a:r>
          </a:p>
        </p:txBody>
      </p:sp>
      <p:sp>
        <p:nvSpPr>
          <p:cNvPr id="19" name="직사각형 18">
            <a:extLst>
              <a:ext uri="{FF2B5EF4-FFF2-40B4-BE49-F238E27FC236}">
                <a16:creationId xmlns:a16="http://schemas.microsoft.com/office/drawing/2014/main" id="{77D7980C-1083-432B-AFA1-A5127C030763}"/>
              </a:ext>
            </a:extLst>
          </p:cNvPr>
          <p:cNvSpPr>
            <a:spLocks noGrp="1"/>
          </p:cNvSpPr>
          <p:nvPr/>
        </p:nvSpPr>
        <p:spPr>
          <a:xfrm>
            <a:off x="1181100" y="5448300"/>
            <a:ext cx="10401300" cy="9525"/>
          </a:xfrm>
          <a:prstGeom prst="rect">
            <a:avLst/>
          </a:prstGeom>
          <a:solidFill>
            <a:srgbClr val="DDDDDD"/>
          </a:solidFill>
          <a:ln w="0">
            <a:noFill/>
          </a:ln>
        </p:spPr>
      </p:sp>
      <p:sp>
        <p:nvSpPr>
          <p:cNvPr id="20" name="option-number-4">
            <a:extLst>
              <a:ext uri="{FF2B5EF4-FFF2-40B4-BE49-F238E27FC236}">
                <a16:creationId xmlns:a16="http://schemas.microsoft.com/office/drawing/2014/main" id="{95E5C3AA-E9C8-49E9-854E-94BE1EB7D2AF}"/>
              </a:ext>
            </a:extLst>
          </p:cNvPr>
          <p:cNvSpPr>
            <a:spLocks noGrp="1"/>
          </p:cNvSpPr>
          <p:nvPr/>
        </p:nvSpPr>
        <p:spPr>
          <a:xfrm>
            <a:off x="685800" y="5562600"/>
            <a:ext cx="400050" cy="323850"/>
          </a:xfrm>
          <a:prstGeom prst="rect">
            <a:avLst/>
          </a:prstGeom>
          <a:noFill/>
          <a:ln w="0">
            <a:noFill/>
          </a:ln>
        </p:spPr>
        <p:txBody>
          <a:bodyPr wrap="none" lIns="0" tIns="0" rIns="0" bIns="0" anchor="t">
            <a:noAutofit/>
          </a:bodyPr>
          <a:lstStyle>
            <a:defPPr algn="l">
              <a:defRPr sz="1800" b="1">
                <a:solidFill>
                  <a:srgbClr val="151515"/>
                </a:solidFill>
                <a:latin typeface="Malgun Gothic"/>
                <a:ea typeface="Malgun Gothic"/>
                <a:cs typeface="Malgun Gothic"/>
              </a:defRPr>
            </a:defPPr>
          </a:lstStyle>
          <a:p>
            <a:pPr algn="l">
              <a:lnSpc>
                <a:spcPct val="110000"/>
              </a:lnSpc>
              <a:buNone/>
              <a:defRPr sz="1800" b="1">
                <a:solidFill>
                  <a:srgbClr val="151515"/>
                </a:solidFill>
                <a:latin typeface="Malgun Gothic"/>
                <a:ea typeface="Malgun Gothic"/>
                <a:cs typeface="Malgun Gothic"/>
              </a:defRPr>
            </a:pPr>
            <a:r>
              <a:rPr sz="1800" b="1">
                <a:solidFill>
                  <a:srgbClr val="151515"/>
                </a:solidFill>
                <a:latin typeface="Malgun Gothic"/>
                <a:ea typeface="Malgun Gothic"/>
                <a:cs typeface="Malgun Gothic"/>
              </a:rPr>
              <a:t>5</a:t>
            </a:r>
          </a:p>
        </p:txBody>
      </p:sp>
      <p:sp>
        <p:nvSpPr>
          <p:cNvPr id="21" name="option-4">
            <a:extLst>
              <a:ext uri="{FF2B5EF4-FFF2-40B4-BE49-F238E27FC236}">
                <a16:creationId xmlns:a16="http://schemas.microsoft.com/office/drawing/2014/main" id="{501A0A86-DC71-4012-93F4-B15ED714F91F}"/>
              </a:ext>
            </a:extLst>
          </p:cNvPr>
          <p:cNvSpPr>
            <a:spLocks noGrp="1"/>
          </p:cNvSpPr>
          <p:nvPr/>
        </p:nvSpPr>
        <p:spPr>
          <a:xfrm>
            <a:off x="1181100" y="5562600"/>
            <a:ext cx="10401300" cy="342900"/>
          </a:xfrm>
          <a:prstGeom prst="rect">
            <a:avLst/>
          </a:prstGeom>
          <a:noFill/>
          <a:ln w="0">
            <a:noFill/>
          </a:ln>
        </p:spPr>
        <p:txBody>
          <a:bodyPr wrap="none" lIns="0" tIns="0" rIns="0" bIns="0" anchor="t">
            <a:noAutofit/>
          </a:bodyPr>
          <a:lstStyle>
            <a:defPPr algn="l">
              <a:defRPr sz="1875" b="0">
                <a:solidFill>
                  <a:srgbClr val="151515"/>
                </a:solidFill>
                <a:latin typeface="Malgun Gothic"/>
                <a:ea typeface="Malgun Gothic"/>
                <a:cs typeface="Malgun Gothic"/>
              </a:defRPr>
            </a:defPPr>
          </a:lstStyle>
          <a:p>
            <a:pPr algn="l">
              <a:lnSpc>
                <a:spcPct val="110000"/>
              </a:lnSpc>
              <a:buNone/>
              <a:defRPr sz="1875" b="0">
                <a:solidFill>
                  <a:srgbClr val="151515"/>
                </a:solidFill>
                <a:latin typeface="Malgun Gothic"/>
                <a:ea typeface="Malgun Gothic"/>
                <a:cs typeface="Malgun Gothic"/>
              </a:defRPr>
            </a:pPr>
            <a:r>
              <a:rPr sz="1875" b="0">
                <a:solidFill>
                  <a:srgbClr val="151515"/>
                </a:solidFill>
                <a:latin typeface="Malgun Gothic"/>
                <a:ea typeface="Malgun Gothic"/>
                <a:cs typeface="Malgun Gothic"/>
              </a:rPr>
              <a:t>[1,2,4,3]</a:t>
            </a:r>
          </a:p>
        </p:txBody>
      </p:sp>
    </p:spTree>
    <p:extLst>
      <p:ext uri="{BB962C8B-B14F-4D97-AF65-F5344CB8AC3E}">
        <p14:creationId xmlns:p14="http://schemas.microsoft.com/office/powerpoint/2010/main" val="2954069233"/>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section">
            <a:extLst>
              <a:ext uri="{FF2B5EF4-FFF2-40B4-BE49-F238E27FC236}">
                <a16:creationId xmlns:a16="http://schemas.microsoft.com/office/drawing/2014/main" id="{618DD907-79A0-432B-9C82-8D5329F84556}"/>
              </a:ext>
            </a:extLst>
          </p:cNvPr>
          <p:cNvSpPr>
            <a:spLocks noGrp="1"/>
          </p:cNvSpPr>
          <p:nvPr/>
        </p:nvSpPr>
        <p:spPr>
          <a:xfrm>
            <a:off x="609600" y="266700"/>
            <a:ext cx="8096250" cy="266700"/>
          </a:xfrm>
          <a:prstGeom prst="rect">
            <a:avLst/>
          </a:prstGeom>
          <a:noFill/>
          <a:ln w="0">
            <a:noFill/>
          </a:ln>
        </p:spPr>
        <p:txBody>
          <a:bodyPr wrap="none" lIns="0" tIns="0" rIns="0" bIns="0" anchor="t">
            <a:noAutofit/>
          </a:bodyPr>
          <a:lstStyle>
            <a:defPPr algn="l">
              <a:defRPr sz="1050" b="0">
                <a:solidFill>
                  <a:srgbClr val="555555"/>
                </a:solidFill>
                <a:latin typeface="Malgun Gothic"/>
                <a:ea typeface="Malgun Gothic"/>
                <a:cs typeface="Malgun Gothic"/>
              </a:defRPr>
            </a:defPPr>
          </a:lstStyle>
          <a:p>
            <a:pPr algn="l">
              <a:lnSpc>
                <a:spcPct val="110000"/>
              </a:lnSpc>
              <a:buNone/>
              <a:defRPr sz="1050" b="0">
                <a:solidFill>
                  <a:srgbClr val="555555"/>
                </a:solidFill>
                <a:latin typeface="Malgun Gothic"/>
                <a:ea typeface="Malgun Gothic"/>
                <a:cs typeface="Malgun Gothic"/>
              </a:defRPr>
            </a:pPr>
            <a:r>
              <a:rPr sz="1050" b="0">
                <a:solidFill>
                  <a:srgbClr val="555555"/>
                </a:solidFill>
                <a:latin typeface="Malgun Gothic"/>
                <a:ea typeface="Malgun Gothic"/>
                <a:cs typeface="Malgun Gothic"/>
              </a:rPr>
              <a:t>4장 분할 정복  /  객관식</a:t>
            </a:r>
          </a:p>
        </p:txBody>
      </p:sp>
      <p:sp>
        <p:nvSpPr>
          <p:cNvPr id="2" name="brand">
            <a:extLst>
              <a:ext uri="{FF2B5EF4-FFF2-40B4-BE49-F238E27FC236}">
                <a16:creationId xmlns:a16="http://schemas.microsoft.com/office/drawing/2014/main" id="{7ADC62F4-4A96-474E-83FE-0C2A9942F9AA}"/>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555555"/>
                </a:solidFill>
                <a:latin typeface="Malgun Gothic"/>
                <a:ea typeface="Malgun Gothic"/>
                <a:cs typeface="Malgun Gothic"/>
              </a:defRPr>
            </a:defPPr>
          </a:lstStyle>
          <a:p>
            <a:pPr algn="l">
              <a:lnSpc>
                <a:spcPct val="110000"/>
              </a:lnSpc>
              <a:buNone/>
              <a:defRPr sz="900" b="0">
                <a:solidFill>
                  <a:srgbClr val="555555"/>
                </a:solidFill>
                <a:latin typeface="Malgun Gothic"/>
                <a:ea typeface="Malgun Gothic"/>
                <a:cs typeface="Malgun Gothic"/>
              </a:defRPr>
            </a:pPr>
            <a:r>
              <a:rPr sz="900" b="0">
                <a:solidFill>
                  <a:srgbClr val="55555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B983B5B9-BD33-4D1B-AEDE-A69E4603C6DE}"/>
              </a:ext>
            </a:extLst>
          </p:cNvPr>
          <p:cNvSpPr>
            <a:spLocks noGrp="1"/>
          </p:cNvSpPr>
          <p:nvPr/>
        </p:nvSpPr>
        <p:spPr>
          <a:xfrm>
            <a:off x="609600" y="685800"/>
            <a:ext cx="10972800" cy="685800"/>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0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문제 33  정답과 해설</a:t>
            </a:r>
          </a:p>
        </p:txBody>
      </p:sp>
      <p:sp>
        <p:nvSpPr>
          <p:cNvPr id="4" name="footer">
            <a:extLst>
              <a:ext uri="{FF2B5EF4-FFF2-40B4-BE49-F238E27FC236}">
                <a16:creationId xmlns:a16="http://schemas.microsoft.com/office/drawing/2014/main" id="{B7D8709F-ABA8-4067-83A7-ADBDA3C637CC}"/>
              </a:ext>
            </a:extLst>
          </p:cNvPr>
          <p:cNvSpPr>
            <a:spLocks noGrp="1"/>
          </p:cNvSpPr>
          <p:nvPr/>
        </p:nvSpPr>
        <p:spPr>
          <a:xfrm>
            <a:off x="609600" y="6591300"/>
            <a:ext cx="9715500" cy="190500"/>
          </a:xfrm>
          <a:prstGeom prst="rect">
            <a:avLst/>
          </a:prstGeom>
          <a:noFill/>
          <a:ln w="0">
            <a:noFill/>
          </a:ln>
        </p:spPr>
        <p:txBody>
          <a:bodyPr wrap="none" lIns="0" tIns="0" rIns="0" bIns="0" anchor="t">
            <a:noAutofit/>
          </a:bodyPr>
          <a:lstStyle>
            <a:defPPr algn="l">
              <a:defRPr sz="900" b="0">
                <a:solidFill>
                  <a:srgbClr val="555555"/>
                </a:solidFill>
                <a:latin typeface="Consolas"/>
                <a:ea typeface="Consolas"/>
                <a:cs typeface="Consolas"/>
              </a:defRPr>
            </a:defPPr>
          </a:lstStyle>
          <a:p>
            <a:pPr algn="l">
              <a:lnSpc>
                <a:spcPct val="110000"/>
              </a:lnSpc>
              <a:buNone/>
              <a:defRPr sz="900" b="0">
                <a:solidFill>
                  <a:srgbClr val="555555"/>
                </a:solidFill>
                <a:latin typeface="Consolas"/>
                <a:ea typeface="Consolas"/>
                <a:cs typeface="Consolas"/>
              </a:defRPr>
            </a:pPr>
            <a:r>
              <a:rPr sz="900" b="0">
                <a:solidFill>
                  <a:srgbClr val="555555"/>
                </a:solidFill>
                <a:latin typeface="Consolas"/>
                <a:ea typeface="Consolas"/>
                <a:cs typeface="Consolas"/>
              </a:rPr>
              <a:t>04 / DIVIDE AND CONQUER · EXERCISES</a:t>
            </a:r>
          </a:p>
        </p:txBody>
      </p:sp>
      <p:sp>
        <p:nvSpPr>
          <p:cNvPr id="5" name="page">
            <a:extLst>
              <a:ext uri="{FF2B5EF4-FFF2-40B4-BE49-F238E27FC236}">
                <a16:creationId xmlns:a16="http://schemas.microsoft.com/office/drawing/2014/main" id="{634AC390-D5B9-471A-9A8F-945B6D7C8CA3}"/>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0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066</a:t>
            </a:r>
            <a:endParaRPr sz="1050" b="0">
              <a:solidFill>
                <a:srgbClr val="151515"/>
              </a:solidFill>
              <a:latin typeface="Consolas"/>
              <a:ea typeface="Consolas"/>
              <a:cs typeface="Consolas"/>
            </a:endParaRPr>
          </a:p>
        </p:txBody>
      </p:sp>
      <p:sp>
        <p:nvSpPr>
          <p:cNvPr id="6" name="직사각형 5">
            <a:extLst>
              <a:ext uri="{FF2B5EF4-FFF2-40B4-BE49-F238E27FC236}">
                <a16:creationId xmlns:a16="http://schemas.microsoft.com/office/drawing/2014/main" id="{F1BD2B38-CCB8-41E4-BAC5-763D60D036D8}"/>
              </a:ext>
            </a:extLst>
          </p:cNvPr>
          <p:cNvSpPr>
            <a:spLocks noGrp="1"/>
          </p:cNvSpPr>
          <p:nvPr/>
        </p:nvSpPr>
        <p:spPr>
          <a:xfrm>
            <a:off x="609600" y="6438900"/>
            <a:ext cx="10972800" cy="9525"/>
          </a:xfrm>
          <a:prstGeom prst="rect">
            <a:avLst/>
          </a:prstGeom>
          <a:solidFill>
            <a:srgbClr val="CCCCCC"/>
          </a:solidFill>
          <a:ln w="0">
            <a:noFill/>
          </a:ln>
        </p:spPr>
      </p:sp>
      <p:sp>
        <p:nvSpPr>
          <p:cNvPr id="7" name="직사각형 6">
            <a:extLst>
              <a:ext uri="{FF2B5EF4-FFF2-40B4-BE49-F238E27FC236}">
                <a16:creationId xmlns:a16="http://schemas.microsoft.com/office/drawing/2014/main" id="{593CF838-6202-433B-9677-AEBECB9EDAA6}"/>
              </a:ext>
            </a:extLst>
          </p:cNvPr>
          <p:cNvSpPr>
            <a:spLocks noGrp="1"/>
          </p:cNvSpPr>
          <p:nvPr/>
        </p:nvSpPr>
        <p:spPr>
          <a:xfrm>
            <a:off x="609600" y="1381125"/>
            <a:ext cx="10972800" cy="19050"/>
          </a:xfrm>
          <a:prstGeom prst="rect">
            <a:avLst/>
          </a:prstGeom>
          <a:solidFill>
            <a:srgbClr val="151515"/>
          </a:solidFill>
          <a:ln w="0">
            <a:noFill/>
          </a:ln>
        </p:spPr>
      </p:sp>
      <p:sp>
        <p:nvSpPr>
          <p:cNvPr id="8" name="prompt">
            <a:extLst>
              <a:ext uri="{FF2B5EF4-FFF2-40B4-BE49-F238E27FC236}">
                <a16:creationId xmlns:a16="http://schemas.microsoft.com/office/drawing/2014/main" id="{D5674523-050F-4E7E-A9B3-9666B17515F2}"/>
              </a:ext>
            </a:extLst>
          </p:cNvPr>
          <p:cNvSpPr>
            <a:spLocks noGrp="1"/>
          </p:cNvSpPr>
          <p:nvPr/>
        </p:nvSpPr>
        <p:spPr>
          <a:xfrm>
            <a:off x="609600" y="1714500"/>
            <a:ext cx="10972800" cy="1095375"/>
          </a:xfrm>
          <a:prstGeom prst="rect">
            <a:avLst/>
          </a:prstGeom>
          <a:noFill/>
          <a:ln w="0">
            <a:noFill/>
          </a:ln>
        </p:spPr>
        <p:txBody>
          <a:bodyPr wrap="none" lIns="0" tIns="0" rIns="0" bIns="0" anchor="t">
            <a:noAutofit/>
          </a:bodyPr>
          <a:lstStyle>
            <a:defPPr algn="l">
              <a:defRPr sz="1800" b="0">
                <a:solidFill>
                  <a:srgbClr val="555555"/>
                </a:solidFill>
                <a:latin typeface="Malgun Gothic"/>
                <a:ea typeface="Malgun Gothic"/>
                <a:cs typeface="Malgun Gothic"/>
              </a:defRPr>
            </a:defPPr>
          </a:lstStyle>
          <a:p>
            <a:pPr algn="l">
              <a:lnSpc>
                <a:spcPct val="110000"/>
              </a:lnSpc>
              <a:buNone/>
              <a:defRPr sz="1800" b="0">
                <a:solidFill>
                  <a:srgbClr val="555555"/>
                </a:solidFill>
                <a:latin typeface="Malgun Gothic"/>
                <a:ea typeface="Malgun Gothic"/>
                <a:cs typeface="Malgun Gothic"/>
              </a:defRPr>
            </a:pPr>
            <a:r>
              <a:rPr sz="1800" b="0">
                <a:solidFill>
                  <a:srgbClr val="555555"/>
                </a:solidFill>
                <a:latin typeface="Malgun Gothic"/>
                <a:ea typeface="Malgun Gothic"/>
                <a:cs typeface="Malgun Gothic"/>
              </a:rPr>
              <a:t>정렬된 A=[1,4], B=[2,3]을 오름차순으로 병합한다.</a:t>
            </a:r>
          </a:p>
          <a:p>
            <a:pPr algn="l">
              <a:lnSpc>
                <a:spcPct val="110000"/>
              </a:lnSpc>
              <a:buNone/>
              <a:defRPr sz="1800" b="0">
                <a:solidFill>
                  <a:srgbClr val="555555"/>
                </a:solidFill>
                <a:latin typeface="Malgun Gothic"/>
                <a:ea typeface="Malgun Gothic"/>
                <a:cs typeface="Malgun Gothic"/>
              </a:defRPr>
            </a:pPr>
            <a:r>
              <a:rPr sz="1800" b="0">
                <a:solidFill>
                  <a:srgbClr val="555555"/>
                </a:solidFill>
                <a:latin typeface="Malgun Gothic"/>
                <a:ea typeface="Malgun Gothic"/>
                <a:cs typeface="Malgun Gothic"/>
              </a:rPr>
              <a:t>완성된 배열은?</a:t>
            </a:r>
          </a:p>
        </p:txBody>
      </p:sp>
      <p:sp>
        <p:nvSpPr>
          <p:cNvPr id="9" name="answer-band">
            <a:extLst>
              <a:ext uri="{FF2B5EF4-FFF2-40B4-BE49-F238E27FC236}">
                <a16:creationId xmlns:a16="http://schemas.microsoft.com/office/drawing/2014/main" id="{0C4F850A-D072-4E31-9628-DD2D3B93D46B}"/>
              </a:ext>
            </a:extLst>
          </p:cNvPr>
          <p:cNvSpPr>
            <a:spLocks noGrp="1"/>
          </p:cNvSpPr>
          <p:nvPr/>
        </p:nvSpPr>
        <p:spPr>
          <a:xfrm>
            <a:off x="609600" y="2952750"/>
            <a:ext cx="10972800" cy="723900"/>
          </a:xfrm>
          <a:prstGeom prst="rect">
            <a:avLst/>
          </a:prstGeom>
          <a:solidFill>
            <a:srgbClr val="151515"/>
          </a:solidFill>
          <a:ln w="0">
            <a:noFill/>
          </a:ln>
        </p:spPr>
      </p:sp>
      <p:sp>
        <p:nvSpPr>
          <p:cNvPr id="10" name="answer">
            <a:extLst>
              <a:ext uri="{FF2B5EF4-FFF2-40B4-BE49-F238E27FC236}">
                <a16:creationId xmlns:a16="http://schemas.microsoft.com/office/drawing/2014/main" id="{4571260C-FCAA-4428-A79A-B84A8886D164}"/>
              </a:ext>
            </a:extLst>
          </p:cNvPr>
          <p:cNvSpPr>
            <a:spLocks noGrp="1"/>
          </p:cNvSpPr>
          <p:nvPr/>
        </p:nvSpPr>
        <p:spPr>
          <a:xfrm>
            <a:off x="876300" y="3162300"/>
            <a:ext cx="10439400" cy="457200"/>
          </a:xfrm>
          <a:prstGeom prst="rect">
            <a:avLst/>
          </a:prstGeom>
          <a:noFill/>
          <a:ln w="0">
            <a:noFill/>
          </a:ln>
        </p:spPr>
        <p:txBody>
          <a:bodyPr wrap="none" lIns="0" tIns="0" rIns="0" bIns="0" anchor="t">
            <a:noAutofit/>
          </a:bodyPr>
          <a:lstStyle>
            <a:defPPr algn="l">
              <a:defRPr sz="1950" b="1">
                <a:solidFill>
                  <a:srgbClr val="FFFFFF"/>
                </a:solidFill>
                <a:latin typeface="Malgun Gothic"/>
                <a:ea typeface="Malgun Gothic"/>
                <a:cs typeface="Malgun Gothic"/>
              </a:defRPr>
            </a:defPPr>
          </a:lstStyle>
          <a:p>
            <a:pPr algn="l">
              <a:lnSpc>
                <a:spcPct val="110000"/>
              </a:lnSpc>
              <a:buNone/>
              <a:defRPr sz="1950" b="1">
                <a:solidFill>
                  <a:srgbClr val="FFFFFF"/>
                </a:solidFill>
                <a:latin typeface="Malgun Gothic"/>
                <a:ea typeface="Malgun Gothic"/>
                <a:cs typeface="Malgun Gothic"/>
              </a:defRPr>
            </a:pPr>
            <a:r>
              <a:rPr sz="1950" b="1">
                <a:solidFill>
                  <a:srgbClr val="FFFFFF"/>
                </a:solidFill>
                <a:latin typeface="Malgun Gothic"/>
                <a:ea typeface="Malgun Gothic"/>
                <a:cs typeface="Malgun Gothic"/>
              </a:rPr>
              <a:t>2번 [1,2,3,4]</a:t>
            </a:r>
          </a:p>
        </p:txBody>
      </p:sp>
      <p:sp>
        <p:nvSpPr>
          <p:cNvPr id="11" name="explanation-label">
            <a:extLst>
              <a:ext uri="{FF2B5EF4-FFF2-40B4-BE49-F238E27FC236}">
                <a16:creationId xmlns:a16="http://schemas.microsoft.com/office/drawing/2014/main" id="{4E3C68F3-6DB7-4E1D-8B35-BB36D0EAC557}"/>
              </a:ext>
            </a:extLst>
          </p:cNvPr>
          <p:cNvSpPr>
            <a:spLocks noGrp="1"/>
          </p:cNvSpPr>
          <p:nvPr/>
        </p:nvSpPr>
        <p:spPr>
          <a:xfrm>
            <a:off x="609600" y="4019550"/>
            <a:ext cx="1143000" cy="304800"/>
          </a:xfrm>
          <a:prstGeom prst="rect">
            <a:avLst/>
          </a:prstGeom>
          <a:noFill/>
          <a:ln w="0">
            <a:noFill/>
          </a:ln>
        </p:spPr>
        <p:txBody>
          <a:bodyPr wrap="none" lIns="0" tIns="0" rIns="0" bIns="0" anchor="t">
            <a:noAutofit/>
          </a:bodyPr>
          <a:lstStyle>
            <a:defPPr algn="l">
              <a:defRPr sz="1800" b="1">
                <a:solidFill>
                  <a:srgbClr val="151515"/>
                </a:solidFill>
                <a:latin typeface="Malgun Gothic"/>
                <a:ea typeface="Malgun Gothic"/>
                <a:cs typeface="Malgun Gothic"/>
              </a:defRPr>
            </a:defPPr>
          </a:lstStyle>
          <a:p>
            <a:pPr algn="l">
              <a:lnSpc>
                <a:spcPct val="110000"/>
              </a:lnSpc>
              <a:buNone/>
              <a:defRPr sz="1800" b="1">
                <a:solidFill>
                  <a:srgbClr val="151515"/>
                </a:solidFill>
                <a:latin typeface="Malgun Gothic"/>
                <a:ea typeface="Malgun Gothic"/>
                <a:cs typeface="Malgun Gothic"/>
              </a:defRPr>
            </a:pPr>
            <a:r>
              <a:rPr sz="1800" b="1">
                <a:solidFill>
                  <a:srgbClr val="151515"/>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76CEEE20-8DD6-47A3-ABF4-BA766F5CE9CB}"/>
              </a:ext>
            </a:extLst>
          </p:cNvPr>
          <p:cNvSpPr>
            <a:spLocks noGrp="1"/>
          </p:cNvSpPr>
          <p:nvPr/>
        </p:nvSpPr>
        <p:spPr>
          <a:xfrm>
            <a:off x="1752600" y="4210050"/>
            <a:ext cx="9829800" cy="9525"/>
          </a:xfrm>
          <a:prstGeom prst="rect">
            <a:avLst/>
          </a:prstGeom>
          <a:solidFill>
            <a:srgbClr val="CCCCCC"/>
          </a:solidFill>
          <a:ln w="0">
            <a:noFill/>
          </a:ln>
        </p:spPr>
      </p:sp>
      <p:sp>
        <p:nvSpPr>
          <p:cNvPr id="13" name="explanation">
            <a:extLst>
              <a:ext uri="{FF2B5EF4-FFF2-40B4-BE49-F238E27FC236}">
                <a16:creationId xmlns:a16="http://schemas.microsoft.com/office/drawing/2014/main" id="{5DC5C459-3BB8-4A87-B024-A2A75EE704E4}"/>
              </a:ext>
            </a:extLst>
          </p:cNvPr>
          <p:cNvSpPr>
            <a:spLocks noGrp="1"/>
          </p:cNvSpPr>
          <p:nvPr/>
        </p:nvSpPr>
        <p:spPr>
          <a:xfrm>
            <a:off x="609600" y="4495800"/>
            <a:ext cx="10972800" cy="1314450"/>
          </a:xfrm>
          <a:prstGeom prst="rect">
            <a:avLst/>
          </a:prstGeom>
          <a:noFill/>
          <a:ln w="0">
            <a:noFill/>
          </a:ln>
        </p:spPr>
        <p:txBody>
          <a:bodyPr wrap="none" lIns="0" tIns="0" rIns="0" bIns="0" anchor="t">
            <a:noAutofit/>
          </a:bodyPr>
          <a:lstStyle>
            <a:defPPr algn="l">
              <a:defRPr sz="1875" b="0">
                <a:solidFill>
                  <a:srgbClr val="555555"/>
                </a:solidFill>
                <a:latin typeface="Malgun Gothic"/>
                <a:ea typeface="Malgun Gothic"/>
                <a:cs typeface="Malgun Gothic"/>
              </a:defRPr>
            </a:defPPr>
          </a:lstStyle>
          <a:p>
            <a:pPr algn="l">
              <a:lnSpc>
                <a:spcPct val="110000"/>
              </a:lnSpc>
              <a:buNone/>
              <a:defRPr sz="1875" b="0">
                <a:solidFill>
                  <a:srgbClr val="555555"/>
                </a:solidFill>
                <a:latin typeface="Malgun Gothic"/>
                <a:ea typeface="Malgun Gothic"/>
                <a:cs typeface="Malgun Gothic"/>
              </a:defRPr>
            </a:pPr>
            <a:r>
              <a:rPr sz="1875" b="0">
                <a:solidFill>
                  <a:srgbClr val="555555"/>
                </a:solidFill>
                <a:latin typeface="Malgun Gothic"/>
                <a:ea typeface="Malgun Gothic"/>
                <a:cs typeface="Malgun Gothic"/>
              </a:rPr>
              <a:t>두 배열의 맨 앞에서 남아 있는 값 중 작은 값을 고른다.</a:t>
            </a:r>
          </a:p>
          <a:p>
            <a:pPr algn="l">
              <a:lnSpc>
                <a:spcPct val="110000"/>
              </a:lnSpc>
              <a:buNone/>
              <a:defRPr sz="1875" b="0">
                <a:solidFill>
                  <a:srgbClr val="555555"/>
                </a:solidFill>
                <a:latin typeface="Malgun Gothic"/>
                <a:ea typeface="Malgun Gothic"/>
                <a:cs typeface="Malgun Gothic"/>
              </a:defRPr>
            </a:pPr>
            <a:r>
              <a:rPr sz="1875" b="0">
                <a:solidFill>
                  <a:srgbClr val="555555"/>
                </a:solidFill>
                <a:latin typeface="Malgun Gothic"/>
                <a:ea typeface="Malgun Gothic"/>
                <a:cs typeface="Malgun Gothic"/>
              </a:rPr>
              <a:t>1, 2, 3, 4 순서로 결과에 넣는다.</a:t>
            </a:r>
          </a:p>
        </p:txBody>
      </p:sp>
    </p:spTree>
    <p:extLst>
      <p:ext uri="{BB962C8B-B14F-4D97-AF65-F5344CB8AC3E}">
        <p14:creationId xmlns:p14="http://schemas.microsoft.com/office/powerpoint/2010/main" val="1164480456"/>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section">
            <a:extLst>
              <a:ext uri="{FF2B5EF4-FFF2-40B4-BE49-F238E27FC236}">
                <a16:creationId xmlns:a16="http://schemas.microsoft.com/office/drawing/2014/main" id="{0F57CC62-C798-468C-887B-F26F6393488B}"/>
              </a:ext>
            </a:extLst>
          </p:cNvPr>
          <p:cNvSpPr>
            <a:spLocks noGrp="1"/>
          </p:cNvSpPr>
          <p:nvPr/>
        </p:nvSpPr>
        <p:spPr>
          <a:xfrm>
            <a:off x="609600" y="266700"/>
            <a:ext cx="8096250" cy="266700"/>
          </a:xfrm>
          <a:prstGeom prst="rect">
            <a:avLst/>
          </a:prstGeom>
          <a:noFill/>
          <a:ln w="0">
            <a:noFill/>
          </a:ln>
        </p:spPr>
        <p:txBody>
          <a:bodyPr wrap="none" lIns="0" tIns="0" rIns="0" bIns="0" anchor="t">
            <a:noAutofit/>
          </a:bodyPr>
          <a:lstStyle>
            <a:defPPr algn="l">
              <a:defRPr sz="1050" b="0">
                <a:solidFill>
                  <a:srgbClr val="555555"/>
                </a:solidFill>
                <a:latin typeface="Malgun Gothic"/>
                <a:ea typeface="Malgun Gothic"/>
                <a:cs typeface="Malgun Gothic"/>
              </a:defRPr>
            </a:defPPr>
          </a:lstStyle>
          <a:p>
            <a:pPr algn="l">
              <a:lnSpc>
                <a:spcPct val="110000"/>
              </a:lnSpc>
              <a:buNone/>
              <a:defRPr sz="1050" b="0">
                <a:solidFill>
                  <a:srgbClr val="555555"/>
                </a:solidFill>
                <a:latin typeface="Malgun Gothic"/>
                <a:ea typeface="Malgun Gothic"/>
                <a:cs typeface="Malgun Gothic"/>
              </a:defRPr>
            </a:pPr>
            <a:r>
              <a:rPr sz="1050" b="0">
                <a:solidFill>
                  <a:srgbClr val="555555"/>
                </a:solidFill>
                <a:latin typeface="Malgun Gothic"/>
                <a:ea typeface="Malgun Gothic"/>
                <a:cs typeface="Malgun Gothic"/>
              </a:rPr>
              <a:t>4장 분할 정복  /  객관식</a:t>
            </a:r>
          </a:p>
        </p:txBody>
      </p:sp>
      <p:sp>
        <p:nvSpPr>
          <p:cNvPr id="2" name="brand">
            <a:extLst>
              <a:ext uri="{FF2B5EF4-FFF2-40B4-BE49-F238E27FC236}">
                <a16:creationId xmlns:a16="http://schemas.microsoft.com/office/drawing/2014/main" id="{F6314AA5-BF79-4F17-B754-CBFBE60DFA89}"/>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555555"/>
                </a:solidFill>
                <a:latin typeface="Malgun Gothic"/>
                <a:ea typeface="Malgun Gothic"/>
                <a:cs typeface="Malgun Gothic"/>
              </a:defRPr>
            </a:defPPr>
          </a:lstStyle>
          <a:p>
            <a:pPr algn="l">
              <a:lnSpc>
                <a:spcPct val="110000"/>
              </a:lnSpc>
              <a:buNone/>
              <a:defRPr sz="900" b="0">
                <a:solidFill>
                  <a:srgbClr val="555555"/>
                </a:solidFill>
                <a:latin typeface="Malgun Gothic"/>
                <a:ea typeface="Malgun Gothic"/>
                <a:cs typeface="Malgun Gothic"/>
              </a:defRPr>
            </a:pPr>
            <a:r>
              <a:rPr sz="900" b="0">
                <a:solidFill>
                  <a:srgbClr val="55555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0B4D0FFE-6344-4F7D-82C1-5A12BD06A674}"/>
              </a:ext>
            </a:extLst>
          </p:cNvPr>
          <p:cNvSpPr>
            <a:spLocks noGrp="1"/>
          </p:cNvSpPr>
          <p:nvPr/>
        </p:nvSpPr>
        <p:spPr>
          <a:xfrm>
            <a:off x="609600" y="685800"/>
            <a:ext cx="10972800" cy="685800"/>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0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문제 34</a:t>
            </a:r>
          </a:p>
        </p:txBody>
      </p:sp>
      <p:sp>
        <p:nvSpPr>
          <p:cNvPr id="4" name="footer">
            <a:extLst>
              <a:ext uri="{FF2B5EF4-FFF2-40B4-BE49-F238E27FC236}">
                <a16:creationId xmlns:a16="http://schemas.microsoft.com/office/drawing/2014/main" id="{52DC6404-11B3-4558-9FAC-D1208E897C8A}"/>
              </a:ext>
            </a:extLst>
          </p:cNvPr>
          <p:cNvSpPr>
            <a:spLocks noGrp="1"/>
          </p:cNvSpPr>
          <p:nvPr/>
        </p:nvSpPr>
        <p:spPr>
          <a:xfrm>
            <a:off x="609600" y="6591300"/>
            <a:ext cx="9715500" cy="190500"/>
          </a:xfrm>
          <a:prstGeom prst="rect">
            <a:avLst/>
          </a:prstGeom>
          <a:noFill/>
          <a:ln w="0">
            <a:noFill/>
          </a:ln>
        </p:spPr>
        <p:txBody>
          <a:bodyPr wrap="none" lIns="0" tIns="0" rIns="0" bIns="0" anchor="t">
            <a:noAutofit/>
          </a:bodyPr>
          <a:lstStyle>
            <a:defPPr algn="l">
              <a:defRPr sz="900" b="0">
                <a:solidFill>
                  <a:srgbClr val="555555"/>
                </a:solidFill>
                <a:latin typeface="Consolas"/>
                <a:ea typeface="Consolas"/>
                <a:cs typeface="Consolas"/>
              </a:defRPr>
            </a:defPPr>
          </a:lstStyle>
          <a:p>
            <a:pPr algn="l">
              <a:lnSpc>
                <a:spcPct val="110000"/>
              </a:lnSpc>
              <a:buNone/>
              <a:defRPr sz="900" b="0">
                <a:solidFill>
                  <a:srgbClr val="555555"/>
                </a:solidFill>
                <a:latin typeface="Consolas"/>
                <a:ea typeface="Consolas"/>
                <a:cs typeface="Consolas"/>
              </a:defRPr>
            </a:pPr>
            <a:r>
              <a:rPr sz="900" b="0">
                <a:solidFill>
                  <a:srgbClr val="555555"/>
                </a:solidFill>
                <a:latin typeface="Consolas"/>
                <a:ea typeface="Consolas"/>
                <a:cs typeface="Consolas"/>
              </a:rPr>
              <a:t>04 / DIVIDE AND CONQUER · EXERCISES</a:t>
            </a:r>
          </a:p>
        </p:txBody>
      </p:sp>
      <p:sp>
        <p:nvSpPr>
          <p:cNvPr id="5" name="page">
            <a:extLst>
              <a:ext uri="{FF2B5EF4-FFF2-40B4-BE49-F238E27FC236}">
                <a16:creationId xmlns:a16="http://schemas.microsoft.com/office/drawing/2014/main" id="{56CCE846-BCAC-4D36-A0B0-E9F98BCE5638}"/>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0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067</a:t>
            </a:r>
            <a:endParaRPr sz="1050" b="0">
              <a:solidFill>
                <a:srgbClr val="151515"/>
              </a:solidFill>
              <a:latin typeface="Consolas"/>
              <a:ea typeface="Consolas"/>
              <a:cs typeface="Consolas"/>
            </a:endParaRPr>
          </a:p>
        </p:txBody>
      </p:sp>
      <p:sp>
        <p:nvSpPr>
          <p:cNvPr id="6" name="직사각형 5">
            <a:extLst>
              <a:ext uri="{FF2B5EF4-FFF2-40B4-BE49-F238E27FC236}">
                <a16:creationId xmlns:a16="http://schemas.microsoft.com/office/drawing/2014/main" id="{707B4450-4ADB-4178-9498-0AAEA555378A}"/>
              </a:ext>
            </a:extLst>
          </p:cNvPr>
          <p:cNvSpPr>
            <a:spLocks noGrp="1"/>
          </p:cNvSpPr>
          <p:nvPr/>
        </p:nvSpPr>
        <p:spPr>
          <a:xfrm>
            <a:off x="609600" y="6438900"/>
            <a:ext cx="10972800" cy="9525"/>
          </a:xfrm>
          <a:prstGeom prst="rect">
            <a:avLst/>
          </a:prstGeom>
          <a:solidFill>
            <a:srgbClr val="CCCCCC"/>
          </a:solidFill>
          <a:ln w="0">
            <a:noFill/>
          </a:ln>
        </p:spPr>
      </p:sp>
      <p:sp>
        <p:nvSpPr>
          <p:cNvPr id="7" name="prompt">
            <a:extLst>
              <a:ext uri="{FF2B5EF4-FFF2-40B4-BE49-F238E27FC236}">
                <a16:creationId xmlns:a16="http://schemas.microsoft.com/office/drawing/2014/main" id="{BF340462-8ECF-4B0F-BACC-626A88338C9B}"/>
              </a:ext>
            </a:extLst>
          </p:cNvPr>
          <p:cNvSpPr>
            <a:spLocks noGrp="1"/>
          </p:cNvSpPr>
          <p:nvPr/>
        </p:nvSpPr>
        <p:spPr>
          <a:xfrm>
            <a:off x="609600" y="1714500"/>
            <a:ext cx="10972800" cy="1381125"/>
          </a:xfrm>
          <a:prstGeom prst="rect">
            <a:avLst/>
          </a:prstGeom>
          <a:noFill/>
          <a:ln w="0">
            <a:noFill/>
          </a:ln>
        </p:spPr>
        <p:txBody>
          <a:bodyPr wrap="none" lIns="0" tIns="0" rIns="0" bIns="0" anchor="t">
            <a:noAutofit/>
          </a:bodyPr>
          <a:lstStyle>
            <a:defPPr algn="l">
              <a:defRPr sz="2100" b="0">
                <a:solidFill>
                  <a:srgbClr val="151515"/>
                </a:solidFill>
                <a:latin typeface="Malgun Gothic"/>
                <a:ea typeface="Malgun Gothic"/>
                <a:cs typeface="Malgun Gothic"/>
              </a:defRPr>
            </a:defPPr>
          </a:lstStyle>
          <a:p>
            <a:pPr algn="l">
              <a:lnSpc>
                <a:spcPct val="110000"/>
              </a:lnSpc>
              <a:buNone/>
              <a:defRPr sz="2100" b="0">
                <a:solidFill>
                  <a:srgbClr val="151515"/>
                </a:solidFill>
                <a:latin typeface="Malgun Gothic"/>
                <a:ea typeface="Malgun Gothic"/>
                <a:cs typeface="Malgun Gothic"/>
              </a:defRPr>
            </a:pPr>
            <a:r>
              <a:rPr sz="2100" b="0">
                <a:solidFill>
                  <a:srgbClr val="151515"/>
                </a:solidFill>
                <a:latin typeface="Malgun Gothic"/>
                <a:ea typeface="Malgun Gothic"/>
                <a:cs typeface="Malgun Gothic"/>
              </a:rPr>
              <a:t>A=[1,4], B=[2,5]를 병합하는 중 i=1, j=0이다.</a:t>
            </a:r>
          </a:p>
          <a:p>
            <a:pPr algn="l">
              <a:lnSpc>
                <a:spcPct val="110000"/>
              </a:lnSpc>
              <a:buNone/>
              <a:defRPr sz="2100" b="0">
                <a:solidFill>
                  <a:srgbClr val="151515"/>
                </a:solidFill>
                <a:latin typeface="Malgun Gothic"/>
                <a:ea typeface="Malgun Gothic"/>
                <a:cs typeface="Malgun Gothic"/>
              </a:defRPr>
            </a:pPr>
            <a:r>
              <a:rPr sz="2100" b="0">
                <a:solidFill>
                  <a:srgbClr val="151515"/>
                </a:solidFill>
                <a:latin typeface="Malgun Gothic"/>
                <a:ea typeface="Malgun Gothic"/>
                <a:cs typeface="Malgun Gothic"/>
              </a:rPr>
              <a:t>A[i]와 B[j] 중 다음에 넣을 값과 갱신할 인덱스는?</a:t>
            </a:r>
          </a:p>
        </p:txBody>
      </p:sp>
      <p:sp>
        <p:nvSpPr>
          <p:cNvPr id="8" name="option-number-0">
            <a:extLst>
              <a:ext uri="{FF2B5EF4-FFF2-40B4-BE49-F238E27FC236}">
                <a16:creationId xmlns:a16="http://schemas.microsoft.com/office/drawing/2014/main" id="{2A6A023D-DFB3-4D03-840B-49AF5DFFF289}"/>
              </a:ext>
            </a:extLst>
          </p:cNvPr>
          <p:cNvSpPr>
            <a:spLocks noGrp="1"/>
          </p:cNvSpPr>
          <p:nvPr/>
        </p:nvSpPr>
        <p:spPr>
          <a:xfrm>
            <a:off x="685800" y="3048000"/>
            <a:ext cx="400050" cy="323850"/>
          </a:xfrm>
          <a:prstGeom prst="rect">
            <a:avLst/>
          </a:prstGeom>
          <a:noFill/>
          <a:ln w="0">
            <a:noFill/>
          </a:ln>
        </p:spPr>
        <p:txBody>
          <a:bodyPr wrap="none" lIns="0" tIns="0" rIns="0" bIns="0" anchor="t">
            <a:noAutofit/>
          </a:bodyPr>
          <a:lstStyle>
            <a:defPPr algn="l">
              <a:defRPr sz="1800" b="1">
                <a:solidFill>
                  <a:srgbClr val="151515"/>
                </a:solidFill>
                <a:latin typeface="Malgun Gothic"/>
                <a:ea typeface="Malgun Gothic"/>
                <a:cs typeface="Malgun Gothic"/>
              </a:defRPr>
            </a:defPPr>
          </a:lstStyle>
          <a:p>
            <a:pPr algn="l">
              <a:lnSpc>
                <a:spcPct val="110000"/>
              </a:lnSpc>
              <a:buNone/>
              <a:defRPr sz="1800" b="1">
                <a:solidFill>
                  <a:srgbClr val="151515"/>
                </a:solidFill>
                <a:latin typeface="Malgun Gothic"/>
                <a:ea typeface="Malgun Gothic"/>
                <a:cs typeface="Malgun Gothic"/>
              </a:defRPr>
            </a:pPr>
            <a:r>
              <a:rPr sz="1800" b="1">
                <a:solidFill>
                  <a:srgbClr val="151515"/>
                </a:solidFill>
                <a:latin typeface="Malgun Gothic"/>
                <a:ea typeface="Malgun Gothic"/>
                <a:cs typeface="Malgun Gothic"/>
              </a:rPr>
              <a:t>1</a:t>
            </a:r>
          </a:p>
        </p:txBody>
      </p:sp>
      <p:sp>
        <p:nvSpPr>
          <p:cNvPr id="9" name="option-0">
            <a:extLst>
              <a:ext uri="{FF2B5EF4-FFF2-40B4-BE49-F238E27FC236}">
                <a16:creationId xmlns:a16="http://schemas.microsoft.com/office/drawing/2014/main" id="{23B09FD5-DDCB-4560-B7B0-BB8BEEF10987}"/>
              </a:ext>
            </a:extLst>
          </p:cNvPr>
          <p:cNvSpPr>
            <a:spLocks noGrp="1"/>
          </p:cNvSpPr>
          <p:nvPr/>
        </p:nvSpPr>
        <p:spPr>
          <a:xfrm>
            <a:off x="1181100" y="3048000"/>
            <a:ext cx="10401300" cy="342900"/>
          </a:xfrm>
          <a:prstGeom prst="rect">
            <a:avLst/>
          </a:prstGeom>
          <a:noFill/>
          <a:ln w="0">
            <a:noFill/>
          </a:ln>
        </p:spPr>
        <p:txBody>
          <a:bodyPr wrap="none" lIns="0" tIns="0" rIns="0" bIns="0" anchor="t">
            <a:noAutofit/>
          </a:bodyPr>
          <a:lstStyle>
            <a:defPPr algn="l">
              <a:defRPr sz="1875" b="0">
                <a:solidFill>
                  <a:srgbClr val="151515"/>
                </a:solidFill>
                <a:latin typeface="Malgun Gothic"/>
                <a:ea typeface="Malgun Gothic"/>
                <a:cs typeface="Malgun Gothic"/>
              </a:defRPr>
            </a:defPPr>
          </a:lstStyle>
          <a:p>
            <a:pPr algn="l">
              <a:lnSpc>
                <a:spcPct val="110000"/>
              </a:lnSpc>
              <a:buNone/>
              <a:defRPr sz="1875" b="0">
                <a:solidFill>
                  <a:srgbClr val="151515"/>
                </a:solidFill>
                <a:latin typeface="Malgun Gothic"/>
                <a:ea typeface="Malgun Gothic"/>
                <a:cs typeface="Malgun Gothic"/>
              </a:defRPr>
            </a:pPr>
            <a:r>
              <a:rPr sz="1875" b="0">
                <a:solidFill>
                  <a:srgbClr val="151515"/>
                </a:solidFill>
                <a:latin typeface="Malgun Gothic"/>
                <a:ea typeface="Malgun Gothic"/>
                <a:cs typeface="Malgun Gothic"/>
              </a:rPr>
              <a:t>4를 넣고 i를 2로 바꾼다</a:t>
            </a:r>
          </a:p>
        </p:txBody>
      </p:sp>
      <p:sp>
        <p:nvSpPr>
          <p:cNvPr id="10" name="직사각형 9">
            <a:extLst>
              <a:ext uri="{FF2B5EF4-FFF2-40B4-BE49-F238E27FC236}">
                <a16:creationId xmlns:a16="http://schemas.microsoft.com/office/drawing/2014/main" id="{A681FD24-62D3-4B48-820B-53EDFE8004A5}"/>
              </a:ext>
            </a:extLst>
          </p:cNvPr>
          <p:cNvSpPr>
            <a:spLocks noGrp="1"/>
          </p:cNvSpPr>
          <p:nvPr/>
        </p:nvSpPr>
        <p:spPr>
          <a:xfrm>
            <a:off x="1181100" y="3562350"/>
            <a:ext cx="10401300" cy="9525"/>
          </a:xfrm>
          <a:prstGeom prst="rect">
            <a:avLst/>
          </a:prstGeom>
          <a:solidFill>
            <a:srgbClr val="DDDDDD"/>
          </a:solidFill>
          <a:ln w="0">
            <a:noFill/>
          </a:ln>
        </p:spPr>
      </p:sp>
      <p:sp>
        <p:nvSpPr>
          <p:cNvPr id="11" name="option-number-1">
            <a:extLst>
              <a:ext uri="{FF2B5EF4-FFF2-40B4-BE49-F238E27FC236}">
                <a16:creationId xmlns:a16="http://schemas.microsoft.com/office/drawing/2014/main" id="{1C8532C2-14AD-41C0-9AF8-3561466ECD88}"/>
              </a:ext>
            </a:extLst>
          </p:cNvPr>
          <p:cNvSpPr>
            <a:spLocks noGrp="1"/>
          </p:cNvSpPr>
          <p:nvPr/>
        </p:nvSpPr>
        <p:spPr>
          <a:xfrm>
            <a:off x="685800" y="3676650"/>
            <a:ext cx="400050" cy="323850"/>
          </a:xfrm>
          <a:prstGeom prst="rect">
            <a:avLst/>
          </a:prstGeom>
          <a:noFill/>
          <a:ln w="0">
            <a:noFill/>
          </a:ln>
        </p:spPr>
        <p:txBody>
          <a:bodyPr wrap="none" lIns="0" tIns="0" rIns="0" bIns="0" anchor="t">
            <a:noAutofit/>
          </a:bodyPr>
          <a:lstStyle>
            <a:defPPr algn="l">
              <a:defRPr sz="1800" b="1">
                <a:solidFill>
                  <a:srgbClr val="151515"/>
                </a:solidFill>
                <a:latin typeface="Malgun Gothic"/>
                <a:ea typeface="Malgun Gothic"/>
                <a:cs typeface="Malgun Gothic"/>
              </a:defRPr>
            </a:defPPr>
          </a:lstStyle>
          <a:p>
            <a:pPr algn="l">
              <a:lnSpc>
                <a:spcPct val="110000"/>
              </a:lnSpc>
              <a:buNone/>
              <a:defRPr sz="1800" b="1">
                <a:solidFill>
                  <a:srgbClr val="151515"/>
                </a:solidFill>
                <a:latin typeface="Malgun Gothic"/>
                <a:ea typeface="Malgun Gothic"/>
                <a:cs typeface="Malgun Gothic"/>
              </a:defRPr>
            </a:pPr>
            <a:r>
              <a:rPr sz="1800" b="1">
                <a:solidFill>
                  <a:srgbClr val="151515"/>
                </a:solidFill>
                <a:latin typeface="Malgun Gothic"/>
                <a:ea typeface="Malgun Gothic"/>
                <a:cs typeface="Malgun Gothic"/>
              </a:rPr>
              <a:t>2</a:t>
            </a:r>
          </a:p>
        </p:txBody>
      </p:sp>
      <p:sp>
        <p:nvSpPr>
          <p:cNvPr id="12" name="option-1">
            <a:extLst>
              <a:ext uri="{FF2B5EF4-FFF2-40B4-BE49-F238E27FC236}">
                <a16:creationId xmlns:a16="http://schemas.microsoft.com/office/drawing/2014/main" id="{845482E7-63A0-4408-9DF7-8540AD9E9503}"/>
              </a:ext>
            </a:extLst>
          </p:cNvPr>
          <p:cNvSpPr>
            <a:spLocks noGrp="1"/>
          </p:cNvSpPr>
          <p:nvPr/>
        </p:nvSpPr>
        <p:spPr>
          <a:xfrm>
            <a:off x="1181100" y="3676650"/>
            <a:ext cx="10401300" cy="342900"/>
          </a:xfrm>
          <a:prstGeom prst="rect">
            <a:avLst/>
          </a:prstGeom>
          <a:noFill/>
          <a:ln w="0">
            <a:noFill/>
          </a:ln>
        </p:spPr>
        <p:txBody>
          <a:bodyPr wrap="none" lIns="0" tIns="0" rIns="0" bIns="0" anchor="t">
            <a:noAutofit/>
          </a:bodyPr>
          <a:lstStyle>
            <a:defPPr algn="l">
              <a:defRPr sz="1875" b="0">
                <a:solidFill>
                  <a:srgbClr val="151515"/>
                </a:solidFill>
                <a:latin typeface="Malgun Gothic"/>
                <a:ea typeface="Malgun Gothic"/>
                <a:cs typeface="Malgun Gothic"/>
              </a:defRPr>
            </a:defPPr>
          </a:lstStyle>
          <a:p>
            <a:pPr algn="l">
              <a:lnSpc>
                <a:spcPct val="110000"/>
              </a:lnSpc>
              <a:buNone/>
              <a:defRPr sz="1875" b="0">
                <a:solidFill>
                  <a:srgbClr val="151515"/>
                </a:solidFill>
                <a:latin typeface="Malgun Gothic"/>
                <a:ea typeface="Malgun Gothic"/>
                <a:cs typeface="Malgun Gothic"/>
              </a:defRPr>
            </a:pPr>
            <a:r>
              <a:rPr sz="1875" b="0">
                <a:solidFill>
                  <a:srgbClr val="151515"/>
                </a:solidFill>
                <a:latin typeface="Malgun Gothic"/>
                <a:ea typeface="Malgun Gothic"/>
                <a:cs typeface="Malgun Gothic"/>
              </a:rPr>
              <a:t>2를 넣고 i를 2로 바꾼다</a:t>
            </a:r>
          </a:p>
        </p:txBody>
      </p:sp>
      <p:sp>
        <p:nvSpPr>
          <p:cNvPr id="13" name="직사각형 12">
            <a:extLst>
              <a:ext uri="{FF2B5EF4-FFF2-40B4-BE49-F238E27FC236}">
                <a16:creationId xmlns:a16="http://schemas.microsoft.com/office/drawing/2014/main" id="{6DCF9DD5-C92C-43F7-A7CF-8D5C54199A10}"/>
              </a:ext>
            </a:extLst>
          </p:cNvPr>
          <p:cNvSpPr>
            <a:spLocks noGrp="1"/>
          </p:cNvSpPr>
          <p:nvPr/>
        </p:nvSpPr>
        <p:spPr>
          <a:xfrm>
            <a:off x="1181100" y="4191000"/>
            <a:ext cx="10401300" cy="9525"/>
          </a:xfrm>
          <a:prstGeom prst="rect">
            <a:avLst/>
          </a:prstGeom>
          <a:solidFill>
            <a:srgbClr val="DDDDDD"/>
          </a:solidFill>
          <a:ln w="0">
            <a:noFill/>
          </a:ln>
        </p:spPr>
      </p:sp>
      <p:sp>
        <p:nvSpPr>
          <p:cNvPr id="14" name="option-number-2">
            <a:extLst>
              <a:ext uri="{FF2B5EF4-FFF2-40B4-BE49-F238E27FC236}">
                <a16:creationId xmlns:a16="http://schemas.microsoft.com/office/drawing/2014/main" id="{AEEDFA29-6104-468E-9641-89E19047E07E}"/>
              </a:ext>
            </a:extLst>
          </p:cNvPr>
          <p:cNvSpPr>
            <a:spLocks noGrp="1"/>
          </p:cNvSpPr>
          <p:nvPr/>
        </p:nvSpPr>
        <p:spPr>
          <a:xfrm>
            <a:off x="685800" y="4305300"/>
            <a:ext cx="400050" cy="323850"/>
          </a:xfrm>
          <a:prstGeom prst="rect">
            <a:avLst/>
          </a:prstGeom>
          <a:noFill/>
          <a:ln w="0">
            <a:noFill/>
          </a:ln>
        </p:spPr>
        <p:txBody>
          <a:bodyPr wrap="none" lIns="0" tIns="0" rIns="0" bIns="0" anchor="t">
            <a:noAutofit/>
          </a:bodyPr>
          <a:lstStyle>
            <a:defPPr algn="l">
              <a:defRPr sz="1800" b="1">
                <a:solidFill>
                  <a:srgbClr val="151515"/>
                </a:solidFill>
                <a:latin typeface="Malgun Gothic"/>
                <a:ea typeface="Malgun Gothic"/>
                <a:cs typeface="Malgun Gothic"/>
              </a:defRPr>
            </a:defPPr>
          </a:lstStyle>
          <a:p>
            <a:pPr algn="l">
              <a:lnSpc>
                <a:spcPct val="110000"/>
              </a:lnSpc>
              <a:buNone/>
              <a:defRPr sz="1800" b="1">
                <a:solidFill>
                  <a:srgbClr val="151515"/>
                </a:solidFill>
                <a:latin typeface="Malgun Gothic"/>
                <a:ea typeface="Malgun Gothic"/>
                <a:cs typeface="Malgun Gothic"/>
              </a:defRPr>
            </a:pPr>
            <a:r>
              <a:rPr sz="1800" b="1">
                <a:solidFill>
                  <a:srgbClr val="151515"/>
                </a:solidFill>
                <a:latin typeface="Malgun Gothic"/>
                <a:ea typeface="Malgun Gothic"/>
                <a:cs typeface="Malgun Gothic"/>
              </a:rPr>
              <a:t>3</a:t>
            </a:r>
          </a:p>
        </p:txBody>
      </p:sp>
      <p:sp>
        <p:nvSpPr>
          <p:cNvPr id="15" name="option-2">
            <a:extLst>
              <a:ext uri="{FF2B5EF4-FFF2-40B4-BE49-F238E27FC236}">
                <a16:creationId xmlns:a16="http://schemas.microsoft.com/office/drawing/2014/main" id="{455D486F-F466-4BAD-913D-352731A60C09}"/>
              </a:ext>
            </a:extLst>
          </p:cNvPr>
          <p:cNvSpPr>
            <a:spLocks noGrp="1"/>
          </p:cNvSpPr>
          <p:nvPr/>
        </p:nvSpPr>
        <p:spPr>
          <a:xfrm>
            <a:off x="1181100" y="4305300"/>
            <a:ext cx="10401300" cy="342900"/>
          </a:xfrm>
          <a:prstGeom prst="rect">
            <a:avLst/>
          </a:prstGeom>
          <a:noFill/>
          <a:ln w="0">
            <a:noFill/>
          </a:ln>
        </p:spPr>
        <p:txBody>
          <a:bodyPr wrap="none" lIns="0" tIns="0" rIns="0" bIns="0" anchor="t">
            <a:noAutofit/>
          </a:bodyPr>
          <a:lstStyle>
            <a:defPPr algn="l">
              <a:defRPr sz="1875" b="0">
                <a:solidFill>
                  <a:srgbClr val="151515"/>
                </a:solidFill>
                <a:latin typeface="Malgun Gothic"/>
                <a:ea typeface="Malgun Gothic"/>
                <a:cs typeface="Malgun Gothic"/>
              </a:defRPr>
            </a:defPPr>
          </a:lstStyle>
          <a:p>
            <a:pPr algn="l">
              <a:lnSpc>
                <a:spcPct val="110000"/>
              </a:lnSpc>
              <a:buNone/>
              <a:defRPr sz="1875" b="0">
                <a:solidFill>
                  <a:srgbClr val="151515"/>
                </a:solidFill>
                <a:latin typeface="Malgun Gothic"/>
                <a:ea typeface="Malgun Gothic"/>
                <a:cs typeface="Malgun Gothic"/>
              </a:defRPr>
            </a:pPr>
            <a:r>
              <a:rPr sz="1875" b="0">
                <a:solidFill>
                  <a:srgbClr val="151515"/>
                </a:solidFill>
                <a:latin typeface="Malgun Gothic"/>
                <a:ea typeface="Malgun Gothic"/>
                <a:cs typeface="Malgun Gothic"/>
              </a:rPr>
              <a:t>4를 넣고 j를 1로 바꾼다</a:t>
            </a:r>
          </a:p>
        </p:txBody>
      </p:sp>
      <p:sp>
        <p:nvSpPr>
          <p:cNvPr id="16" name="직사각형 15">
            <a:extLst>
              <a:ext uri="{FF2B5EF4-FFF2-40B4-BE49-F238E27FC236}">
                <a16:creationId xmlns:a16="http://schemas.microsoft.com/office/drawing/2014/main" id="{7697813B-4036-4DF0-9EE1-81CCC8A7F30F}"/>
              </a:ext>
            </a:extLst>
          </p:cNvPr>
          <p:cNvSpPr>
            <a:spLocks noGrp="1"/>
          </p:cNvSpPr>
          <p:nvPr/>
        </p:nvSpPr>
        <p:spPr>
          <a:xfrm>
            <a:off x="1181100" y="4819650"/>
            <a:ext cx="10401300" cy="9525"/>
          </a:xfrm>
          <a:prstGeom prst="rect">
            <a:avLst/>
          </a:prstGeom>
          <a:solidFill>
            <a:srgbClr val="DDDDDD"/>
          </a:solidFill>
          <a:ln w="0">
            <a:noFill/>
          </a:ln>
        </p:spPr>
      </p:sp>
      <p:sp>
        <p:nvSpPr>
          <p:cNvPr id="17" name="option-number-3">
            <a:extLst>
              <a:ext uri="{FF2B5EF4-FFF2-40B4-BE49-F238E27FC236}">
                <a16:creationId xmlns:a16="http://schemas.microsoft.com/office/drawing/2014/main" id="{5F27169B-FF83-4132-BA3E-F326DD792D77}"/>
              </a:ext>
            </a:extLst>
          </p:cNvPr>
          <p:cNvSpPr>
            <a:spLocks noGrp="1"/>
          </p:cNvSpPr>
          <p:nvPr/>
        </p:nvSpPr>
        <p:spPr>
          <a:xfrm>
            <a:off x="685800" y="4933950"/>
            <a:ext cx="400050" cy="323850"/>
          </a:xfrm>
          <a:prstGeom prst="rect">
            <a:avLst/>
          </a:prstGeom>
          <a:noFill/>
          <a:ln w="0">
            <a:noFill/>
          </a:ln>
        </p:spPr>
        <p:txBody>
          <a:bodyPr wrap="none" lIns="0" tIns="0" rIns="0" bIns="0" anchor="t">
            <a:noAutofit/>
          </a:bodyPr>
          <a:lstStyle>
            <a:defPPr algn="l">
              <a:defRPr sz="1800" b="1">
                <a:solidFill>
                  <a:srgbClr val="151515"/>
                </a:solidFill>
                <a:latin typeface="Malgun Gothic"/>
                <a:ea typeface="Malgun Gothic"/>
                <a:cs typeface="Malgun Gothic"/>
              </a:defRPr>
            </a:defPPr>
          </a:lstStyle>
          <a:p>
            <a:pPr algn="l">
              <a:lnSpc>
                <a:spcPct val="110000"/>
              </a:lnSpc>
              <a:buNone/>
              <a:defRPr sz="1800" b="1">
                <a:solidFill>
                  <a:srgbClr val="151515"/>
                </a:solidFill>
                <a:latin typeface="Malgun Gothic"/>
                <a:ea typeface="Malgun Gothic"/>
                <a:cs typeface="Malgun Gothic"/>
              </a:defRPr>
            </a:pPr>
            <a:r>
              <a:rPr sz="1800" b="1">
                <a:solidFill>
                  <a:srgbClr val="151515"/>
                </a:solidFill>
                <a:latin typeface="Malgun Gothic"/>
                <a:ea typeface="Malgun Gothic"/>
                <a:cs typeface="Malgun Gothic"/>
              </a:rPr>
              <a:t>4</a:t>
            </a:r>
          </a:p>
        </p:txBody>
      </p:sp>
      <p:sp>
        <p:nvSpPr>
          <p:cNvPr id="18" name="option-3">
            <a:extLst>
              <a:ext uri="{FF2B5EF4-FFF2-40B4-BE49-F238E27FC236}">
                <a16:creationId xmlns:a16="http://schemas.microsoft.com/office/drawing/2014/main" id="{FE648A4E-84FC-45B0-8ACA-09A10FA794D2}"/>
              </a:ext>
            </a:extLst>
          </p:cNvPr>
          <p:cNvSpPr>
            <a:spLocks noGrp="1"/>
          </p:cNvSpPr>
          <p:nvPr/>
        </p:nvSpPr>
        <p:spPr>
          <a:xfrm>
            <a:off x="1181100" y="4933950"/>
            <a:ext cx="10401300" cy="342900"/>
          </a:xfrm>
          <a:prstGeom prst="rect">
            <a:avLst/>
          </a:prstGeom>
          <a:noFill/>
          <a:ln w="0">
            <a:noFill/>
          </a:ln>
        </p:spPr>
        <p:txBody>
          <a:bodyPr wrap="none" lIns="0" tIns="0" rIns="0" bIns="0" anchor="t">
            <a:noAutofit/>
          </a:bodyPr>
          <a:lstStyle>
            <a:defPPr algn="l">
              <a:defRPr sz="1875" b="0">
                <a:solidFill>
                  <a:srgbClr val="151515"/>
                </a:solidFill>
                <a:latin typeface="Malgun Gothic"/>
                <a:ea typeface="Malgun Gothic"/>
                <a:cs typeface="Malgun Gothic"/>
              </a:defRPr>
            </a:defPPr>
          </a:lstStyle>
          <a:p>
            <a:pPr algn="l">
              <a:lnSpc>
                <a:spcPct val="110000"/>
              </a:lnSpc>
              <a:buNone/>
              <a:defRPr sz="1875" b="0">
                <a:solidFill>
                  <a:srgbClr val="151515"/>
                </a:solidFill>
                <a:latin typeface="Malgun Gothic"/>
                <a:ea typeface="Malgun Gothic"/>
                <a:cs typeface="Malgun Gothic"/>
              </a:defRPr>
            </a:pPr>
            <a:r>
              <a:rPr sz="1875" b="0">
                <a:solidFill>
                  <a:srgbClr val="151515"/>
                </a:solidFill>
                <a:latin typeface="Malgun Gothic"/>
                <a:ea typeface="Malgun Gothic"/>
                <a:cs typeface="Malgun Gothic"/>
              </a:rPr>
              <a:t>2를 넣고 j를 1로 바꾼다</a:t>
            </a:r>
          </a:p>
        </p:txBody>
      </p:sp>
      <p:sp>
        <p:nvSpPr>
          <p:cNvPr id="19" name="직사각형 18">
            <a:extLst>
              <a:ext uri="{FF2B5EF4-FFF2-40B4-BE49-F238E27FC236}">
                <a16:creationId xmlns:a16="http://schemas.microsoft.com/office/drawing/2014/main" id="{E43FA949-0337-496D-90ED-2B63F6FAD2E6}"/>
              </a:ext>
            </a:extLst>
          </p:cNvPr>
          <p:cNvSpPr>
            <a:spLocks noGrp="1"/>
          </p:cNvSpPr>
          <p:nvPr/>
        </p:nvSpPr>
        <p:spPr>
          <a:xfrm>
            <a:off x="1181100" y="5448300"/>
            <a:ext cx="10401300" cy="9525"/>
          </a:xfrm>
          <a:prstGeom prst="rect">
            <a:avLst/>
          </a:prstGeom>
          <a:solidFill>
            <a:srgbClr val="DDDDDD"/>
          </a:solidFill>
          <a:ln w="0">
            <a:noFill/>
          </a:ln>
        </p:spPr>
      </p:sp>
      <p:sp>
        <p:nvSpPr>
          <p:cNvPr id="20" name="option-number-4">
            <a:extLst>
              <a:ext uri="{FF2B5EF4-FFF2-40B4-BE49-F238E27FC236}">
                <a16:creationId xmlns:a16="http://schemas.microsoft.com/office/drawing/2014/main" id="{81E23986-DF23-453D-BE48-CD688AB71FC3}"/>
              </a:ext>
            </a:extLst>
          </p:cNvPr>
          <p:cNvSpPr>
            <a:spLocks noGrp="1"/>
          </p:cNvSpPr>
          <p:nvPr/>
        </p:nvSpPr>
        <p:spPr>
          <a:xfrm>
            <a:off x="685800" y="5562600"/>
            <a:ext cx="400050" cy="323850"/>
          </a:xfrm>
          <a:prstGeom prst="rect">
            <a:avLst/>
          </a:prstGeom>
          <a:noFill/>
          <a:ln w="0">
            <a:noFill/>
          </a:ln>
        </p:spPr>
        <p:txBody>
          <a:bodyPr wrap="none" lIns="0" tIns="0" rIns="0" bIns="0" anchor="t">
            <a:noAutofit/>
          </a:bodyPr>
          <a:lstStyle>
            <a:defPPr algn="l">
              <a:defRPr sz="1800" b="1">
                <a:solidFill>
                  <a:srgbClr val="151515"/>
                </a:solidFill>
                <a:latin typeface="Malgun Gothic"/>
                <a:ea typeface="Malgun Gothic"/>
                <a:cs typeface="Malgun Gothic"/>
              </a:defRPr>
            </a:defPPr>
          </a:lstStyle>
          <a:p>
            <a:pPr algn="l">
              <a:lnSpc>
                <a:spcPct val="110000"/>
              </a:lnSpc>
              <a:buNone/>
              <a:defRPr sz="1800" b="1">
                <a:solidFill>
                  <a:srgbClr val="151515"/>
                </a:solidFill>
                <a:latin typeface="Malgun Gothic"/>
                <a:ea typeface="Malgun Gothic"/>
                <a:cs typeface="Malgun Gothic"/>
              </a:defRPr>
            </a:pPr>
            <a:r>
              <a:rPr sz="1800" b="1">
                <a:solidFill>
                  <a:srgbClr val="151515"/>
                </a:solidFill>
                <a:latin typeface="Malgun Gothic"/>
                <a:ea typeface="Malgun Gothic"/>
                <a:cs typeface="Malgun Gothic"/>
              </a:rPr>
              <a:t>5</a:t>
            </a:r>
          </a:p>
        </p:txBody>
      </p:sp>
      <p:sp>
        <p:nvSpPr>
          <p:cNvPr id="21" name="option-4">
            <a:extLst>
              <a:ext uri="{FF2B5EF4-FFF2-40B4-BE49-F238E27FC236}">
                <a16:creationId xmlns:a16="http://schemas.microsoft.com/office/drawing/2014/main" id="{A82F2D98-B77C-42ED-9730-9752ABA680E6}"/>
              </a:ext>
            </a:extLst>
          </p:cNvPr>
          <p:cNvSpPr>
            <a:spLocks noGrp="1"/>
          </p:cNvSpPr>
          <p:nvPr/>
        </p:nvSpPr>
        <p:spPr>
          <a:xfrm>
            <a:off x="1181100" y="5562600"/>
            <a:ext cx="10401300" cy="342900"/>
          </a:xfrm>
          <a:prstGeom prst="rect">
            <a:avLst/>
          </a:prstGeom>
          <a:noFill/>
          <a:ln w="0">
            <a:noFill/>
          </a:ln>
        </p:spPr>
        <p:txBody>
          <a:bodyPr wrap="none" lIns="0" tIns="0" rIns="0" bIns="0" anchor="t">
            <a:noAutofit/>
          </a:bodyPr>
          <a:lstStyle>
            <a:defPPr algn="l">
              <a:defRPr sz="1875" b="0">
                <a:solidFill>
                  <a:srgbClr val="151515"/>
                </a:solidFill>
                <a:latin typeface="Malgun Gothic"/>
                <a:ea typeface="Malgun Gothic"/>
                <a:cs typeface="Malgun Gothic"/>
              </a:defRPr>
            </a:defPPr>
          </a:lstStyle>
          <a:p>
            <a:pPr algn="l">
              <a:lnSpc>
                <a:spcPct val="110000"/>
              </a:lnSpc>
              <a:buNone/>
              <a:defRPr sz="1875" b="0">
                <a:solidFill>
                  <a:srgbClr val="151515"/>
                </a:solidFill>
                <a:latin typeface="Malgun Gothic"/>
                <a:ea typeface="Malgun Gothic"/>
                <a:cs typeface="Malgun Gothic"/>
              </a:defRPr>
            </a:pPr>
            <a:r>
              <a:rPr sz="1875" b="0">
                <a:solidFill>
                  <a:srgbClr val="151515"/>
                </a:solidFill>
                <a:latin typeface="Malgun Gothic"/>
                <a:ea typeface="Malgun Gothic"/>
                <a:cs typeface="Malgun Gothic"/>
              </a:rPr>
              <a:t>2를 넣고 i와 j를 모두 늘린다</a:t>
            </a:r>
          </a:p>
        </p:txBody>
      </p:sp>
    </p:spTree>
    <p:extLst>
      <p:ext uri="{BB962C8B-B14F-4D97-AF65-F5344CB8AC3E}">
        <p14:creationId xmlns:p14="http://schemas.microsoft.com/office/powerpoint/2010/main" val="3547511865"/>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section">
            <a:extLst>
              <a:ext uri="{FF2B5EF4-FFF2-40B4-BE49-F238E27FC236}">
                <a16:creationId xmlns:a16="http://schemas.microsoft.com/office/drawing/2014/main" id="{07321085-30CF-4D12-930E-976DC9D81B70}"/>
              </a:ext>
            </a:extLst>
          </p:cNvPr>
          <p:cNvSpPr>
            <a:spLocks noGrp="1"/>
          </p:cNvSpPr>
          <p:nvPr/>
        </p:nvSpPr>
        <p:spPr>
          <a:xfrm>
            <a:off x="609600" y="266700"/>
            <a:ext cx="8096250" cy="266700"/>
          </a:xfrm>
          <a:prstGeom prst="rect">
            <a:avLst/>
          </a:prstGeom>
          <a:noFill/>
          <a:ln w="0">
            <a:noFill/>
          </a:ln>
        </p:spPr>
        <p:txBody>
          <a:bodyPr wrap="none" lIns="0" tIns="0" rIns="0" bIns="0" anchor="t">
            <a:noAutofit/>
          </a:bodyPr>
          <a:lstStyle>
            <a:defPPr algn="l">
              <a:defRPr sz="1050" b="0">
                <a:solidFill>
                  <a:srgbClr val="555555"/>
                </a:solidFill>
                <a:latin typeface="Malgun Gothic"/>
                <a:ea typeface="Malgun Gothic"/>
                <a:cs typeface="Malgun Gothic"/>
              </a:defRPr>
            </a:defPPr>
          </a:lstStyle>
          <a:p>
            <a:pPr algn="l">
              <a:lnSpc>
                <a:spcPct val="110000"/>
              </a:lnSpc>
              <a:buNone/>
              <a:defRPr sz="1050" b="0">
                <a:solidFill>
                  <a:srgbClr val="555555"/>
                </a:solidFill>
                <a:latin typeface="Malgun Gothic"/>
                <a:ea typeface="Malgun Gothic"/>
                <a:cs typeface="Malgun Gothic"/>
              </a:defRPr>
            </a:pPr>
            <a:r>
              <a:rPr sz="1050" b="0">
                <a:solidFill>
                  <a:srgbClr val="555555"/>
                </a:solidFill>
                <a:latin typeface="Malgun Gothic"/>
                <a:ea typeface="Malgun Gothic"/>
                <a:cs typeface="Malgun Gothic"/>
              </a:rPr>
              <a:t>4장 분할 정복  /  객관식</a:t>
            </a:r>
          </a:p>
        </p:txBody>
      </p:sp>
      <p:sp>
        <p:nvSpPr>
          <p:cNvPr id="2" name="brand">
            <a:extLst>
              <a:ext uri="{FF2B5EF4-FFF2-40B4-BE49-F238E27FC236}">
                <a16:creationId xmlns:a16="http://schemas.microsoft.com/office/drawing/2014/main" id="{52F30F2E-7B9C-43DE-97B9-348AB6203409}"/>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555555"/>
                </a:solidFill>
                <a:latin typeface="Malgun Gothic"/>
                <a:ea typeface="Malgun Gothic"/>
                <a:cs typeface="Malgun Gothic"/>
              </a:defRPr>
            </a:defPPr>
          </a:lstStyle>
          <a:p>
            <a:pPr algn="l">
              <a:lnSpc>
                <a:spcPct val="110000"/>
              </a:lnSpc>
              <a:buNone/>
              <a:defRPr sz="900" b="0">
                <a:solidFill>
                  <a:srgbClr val="555555"/>
                </a:solidFill>
                <a:latin typeface="Malgun Gothic"/>
                <a:ea typeface="Malgun Gothic"/>
                <a:cs typeface="Malgun Gothic"/>
              </a:defRPr>
            </a:pPr>
            <a:r>
              <a:rPr sz="900" b="0">
                <a:solidFill>
                  <a:srgbClr val="55555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5DD09836-C0AF-4544-965E-5D194B4DF25F}"/>
              </a:ext>
            </a:extLst>
          </p:cNvPr>
          <p:cNvSpPr>
            <a:spLocks noGrp="1"/>
          </p:cNvSpPr>
          <p:nvPr/>
        </p:nvSpPr>
        <p:spPr>
          <a:xfrm>
            <a:off x="609600" y="685800"/>
            <a:ext cx="10972800" cy="685800"/>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0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문제 34  정답과 해설</a:t>
            </a:r>
          </a:p>
        </p:txBody>
      </p:sp>
      <p:sp>
        <p:nvSpPr>
          <p:cNvPr id="4" name="footer">
            <a:extLst>
              <a:ext uri="{FF2B5EF4-FFF2-40B4-BE49-F238E27FC236}">
                <a16:creationId xmlns:a16="http://schemas.microsoft.com/office/drawing/2014/main" id="{B48AC3AA-A975-4CA1-B46F-CFE445D06BF1}"/>
              </a:ext>
            </a:extLst>
          </p:cNvPr>
          <p:cNvSpPr>
            <a:spLocks noGrp="1"/>
          </p:cNvSpPr>
          <p:nvPr/>
        </p:nvSpPr>
        <p:spPr>
          <a:xfrm>
            <a:off x="609600" y="6591300"/>
            <a:ext cx="9715500" cy="190500"/>
          </a:xfrm>
          <a:prstGeom prst="rect">
            <a:avLst/>
          </a:prstGeom>
          <a:noFill/>
          <a:ln w="0">
            <a:noFill/>
          </a:ln>
        </p:spPr>
        <p:txBody>
          <a:bodyPr wrap="none" lIns="0" tIns="0" rIns="0" bIns="0" anchor="t">
            <a:noAutofit/>
          </a:bodyPr>
          <a:lstStyle>
            <a:defPPr algn="l">
              <a:defRPr sz="900" b="0">
                <a:solidFill>
                  <a:srgbClr val="555555"/>
                </a:solidFill>
                <a:latin typeface="Consolas"/>
                <a:ea typeface="Consolas"/>
                <a:cs typeface="Consolas"/>
              </a:defRPr>
            </a:defPPr>
          </a:lstStyle>
          <a:p>
            <a:pPr algn="l">
              <a:lnSpc>
                <a:spcPct val="110000"/>
              </a:lnSpc>
              <a:buNone/>
              <a:defRPr sz="900" b="0">
                <a:solidFill>
                  <a:srgbClr val="555555"/>
                </a:solidFill>
                <a:latin typeface="Consolas"/>
                <a:ea typeface="Consolas"/>
                <a:cs typeface="Consolas"/>
              </a:defRPr>
            </a:pPr>
            <a:r>
              <a:rPr sz="900" b="0">
                <a:solidFill>
                  <a:srgbClr val="555555"/>
                </a:solidFill>
                <a:latin typeface="Consolas"/>
                <a:ea typeface="Consolas"/>
                <a:cs typeface="Consolas"/>
              </a:rPr>
              <a:t>04 / DIVIDE AND CONQUER · EXERCISES</a:t>
            </a:r>
          </a:p>
        </p:txBody>
      </p:sp>
      <p:sp>
        <p:nvSpPr>
          <p:cNvPr id="5" name="page">
            <a:extLst>
              <a:ext uri="{FF2B5EF4-FFF2-40B4-BE49-F238E27FC236}">
                <a16:creationId xmlns:a16="http://schemas.microsoft.com/office/drawing/2014/main" id="{3038B838-ED5C-41CB-B868-3AEF9A41C672}"/>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0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068</a:t>
            </a:r>
            <a:endParaRPr sz="1050" b="0">
              <a:solidFill>
                <a:srgbClr val="151515"/>
              </a:solidFill>
              <a:latin typeface="Consolas"/>
              <a:ea typeface="Consolas"/>
              <a:cs typeface="Consolas"/>
            </a:endParaRPr>
          </a:p>
        </p:txBody>
      </p:sp>
      <p:sp>
        <p:nvSpPr>
          <p:cNvPr id="6" name="직사각형 5">
            <a:extLst>
              <a:ext uri="{FF2B5EF4-FFF2-40B4-BE49-F238E27FC236}">
                <a16:creationId xmlns:a16="http://schemas.microsoft.com/office/drawing/2014/main" id="{98BEAF3F-BE29-4BD9-BD63-0346513E5DC9}"/>
              </a:ext>
            </a:extLst>
          </p:cNvPr>
          <p:cNvSpPr>
            <a:spLocks noGrp="1"/>
          </p:cNvSpPr>
          <p:nvPr/>
        </p:nvSpPr>
        <p:spPr>
          <a:xfrm>
            <a:off x="609600" y="6438900"/>
            <a:ext cx="10972800" cy="9525"/>
          </a:xfrm>
          <a:prstGeom prst="rect">
            <a:avLst/>
          </a:prstGeom>
          <a:solidFill>
            <a:srgbClr val="CCCCCC"/>
          </a:solidFill>
          <a:ln w="0">
            <a:noFill/>
          </a:ln>
        </p:spPr>
      </p:sp>
      <p:sp>
        <p:nvSpPr>
          <p:cNvPr id="7" name="직사각형 6">
            <a:extLst>
              <a:ext uri="{FF2B5EF4-FFF2-40B4-BE49-F238E27FC236}">
                <a16:creationId xmlns:a16="http://schemas.microsoft.com/office/drawing/2014/main" id="{1561372D-A4EB-4DF7-82C2-6AC1C3E0E6C8}"/>
              </a:ext>
            </a:extLst>
          </p:cNvPr>
          <p:cNvSpPr>
            <a:spLocks noGrp="1"/>
          </p:cNvSpPr>
          <p:nvPr/>
        </p:nvSpPr>
        <p:spPr>
          <a:xfrm>
            <a:off x="609600" y="1381125"/>
            <a:ext cx="10972800" cy="19050"/>
          </a:xfrm>
          <a:prstGeom prst="rect">
            <a:avLst/>
          </a:prstGeom>
          <a:solidFill>
            <a:srgbClr val="151515"/>
          </a:solidFill>
          <a:ln w="0">
            <a:noFill/>
          </a:ln>
        </p:spPr>
      </p:sp>
      <p:sp>
        <p:nvSpPr>
          <p:cNvPr id="8" name="prompt">
            <a:extLst>
              <a:ext uri="{FF2B5EF4-FFF2-40B4-BE49-F238E27FC236}">
                <a16:creationId xmlns:a16="http://schemas.microsoft.com/office/drawing/2014/main" id="{4BBC19C2-5C61-4BA0-81BF-6A92D7129D5D}"/>
              </a:ext>
            </a:extLst>
          </p:cNvPr>
          <p:cNvSpPr>
            <a:spLocks noGrp="1"/>
          </p:cNvSpPr>
          <p:nvPr/>
        </p:nvSpPr>
        <p:spPr>
          <a:xfrm>
            <a:off x="609600" y="1714500"/>
            <a:ext cx="10972800" cy="1095375"/>
          </a:xfrm>
          <a:prstGeom prst="rect">
            <a:avLst/>
          </a:prstGeom>
          <a:noFill/>
          <a:ln w="0">
            <a:noFill/>
          </a:ln>
        </p:spPr>
        <p:txBody>
          <a:bodyPr wrap="none" lIns="0" tIns="0" rIns="0" bIns="0" anchor="t">
            <a:noAutofit/>
          </a:bodyPr>
          <a:lstStyle>
            <a:defPPr algn="l">
              <a:defRPr sz="1800" b="0">
                <a:solidFill>
                  <a:srgbClr val="555555"/>
                </a:solidFill>
                <a:latin typeface="Malgun Gothic"/>
                <a:ea typeface="Malgun Gothic"/>
                <a:cs typeface="Malgun Gothic"/>
              </a:defRPr>
            </a:defPPr>
          </a:lstStyle>
          <a:p>
            <a:pPr algn="l">
              <a:lnSpc>
                <a:spcPct val="110000"/>
              </a:lnSpc>
              <a:buNone/>
              <a:defRPr sz="1800" b="0">
                <a:solidFill>
                  <a:srgbClr val="555555"/>
                </a:solidFill>
                <a:latin typeface="Malgun Gothic"/>
                <a:ea typeface="Malgun Gothic"/>
                <a:cs typeface="Malgun Gothic"/>
              </a:defRPr>
            </a:pPr>
            <a:r>
              <a:rPr sz="1800" b="0">
                <a:solidFill>
                  <a:srgbClr val="555555"/>
                </a:solidFill>
                <a:latin typeface="Malgun Gothic"/>
                <a:ea typeface="Malgun Gothic"/>
                <a:cs typeface="Malgun Gothic"/>
              </a:rPr>
              <a:t>A=[1,4], B=[2,5]를 병합하는 중 i=1, j=0이다.</a:t>
            </a:r>
          </a:p>
          <a:p>
            <a:pPr algn="l">
              <a:lnSpc>
                <a:spcPct val="110000"/>
              </a:lnSpc>
              <a:buNone/>
              <a:defRPr sz="1800" b="0">
                <a:solidFill>
                  <a:srgbClr val="555555"/>
                </a:solidFill>
                <a:latin typeface="Malgun Gothic"/>
                <a:ea typeface="Malgun Gothic"/>
                <a:cs typeface="Malgun Gothic"/>
              </a:defRPr>
            </a:pPr>
            <a:r>
              <a:rPr sz="1800" b="0">
                <a:solidFill>
                  <a:srgbClr val="555555"/>
                </a:solidFill>
                <a:latin typeface="Malgun Gothic"/>
                <a:ea typeface="Malgun Gothic"/>
                <a:cs typeface="Malgun Gothic"/>
              </a:rPr>
              <a:t>A[i]와 B[j] 중 다음에 넣을 값과 갱신할 인덱스는?</a:t>
            </a:r>
          </a:p>
        </p:txBody>
      </p:sp>
      <p:sp>
        <p:nvSpPr>
          <p:cNvPr id="9" name="answer-band">
            <a:extLst>
              <a:ext uri="{FF2B5EF4-FFF2-40B4-BE49-F238E27FC236}">
                <a16:creationId xmlns:a16="http://schemas.microsoft.com/office/drawing/2014/main" id="{934C09A8-299A-4E08-85D0-5CB0F771505C}"/>
              </a:ext>
            </a:extLst>
          </p:cNvPr>
          <p:cNvSpPr>
            <a:spLocks noGrp="1"/>
          </p:cNvSpPr>
          <p:nvPr/>
        </p:nvSpPr>
        <p:spPr>
          <a:xfrm>
            <a:off x="609600" y="2952750"/>
            <a:ext cx="10972800" cy="723900"/>
          </a:xfrm>
          <a:prstGeom prst="rect">
            <a:avLst/>
          </a:prstGeom>
          <a:solidFill>
            <a:srgbClr val="151515"/>
          </a:solidFill>
          <a:ln w="0">
            <a:noFill/>
          </a:ln>
        </p:spPr>
      </p:sp>
      <p:sp>
        <p:nvSpPr>
          <p:cNvPr id="10" name="answer">
            <a:extLst>
              <a:ext uri="{FF2B5EF4-FFF2-40B4-BE49-F238E27FC236}">
                <a16:creationId xmlns:a16="http://schemas.microsoft.com/office/drawing/2014/main" id="{95831A4C-3897-4D94-B2F8-CCA33B55D771}"/>
              </a:ext>
            </a:extLst>
          </p:cNvPr>
          <p:cNvSpPr>
            <a:spLocks noGrp="1"/>
          </p:cNvSpPr>
          <p:nvPr/>
        </p:nvSpPr>
        <p:spPr>
          <a:xfrm>
            <a:off x="876300" y="3162300"/>
            <a:ext cx="10439400" cy="457200"/>
          </a:xfrm>
          <a:prstGeom prst="rect">
            <a:avLst/>
          </a:prstGeom>
          <a:noFill/>
          <a:ln w="0">
            <a:noFill/>
          </a:ln>
        </p:spPr>
        <p:txBody>
          <a:bodyPr wrap="none" lIns="0" tIns="0" rIns="0" bIns="0" anchor="t">
            <a:noAutofit/>
          </a:bodyPr>
          <a:lstStyle>
            <a:defPPr algn="l">
              <a:defRPr sz="1950" b="1">
                <a:solidFill>
                  <a:srgbClr val="FFFFFF"/>
                </a:solidFill>
                <a:latin typeface="Malgun Gothic"/>
                <a:ea typeface="Malgun Gothic"/>
                <a:cs typeface="Malgun Gothic"/>
              </a:defRPr>
            </a:defPPr>
          </a:lstStyle>
          <a:p>
            <a:pPr algn="l">
              <a:lnSpc>
                <a:spcPct val="110000"/>
              </a:lnSpc>
              <a:buNone/>
              <a:defRPr sz="1950" b="1">
                <a:solidFill>
                  <a:srgbClr val="FFFFFF"/>
                </a:solidFill>
                <a:latin typeface="Malgun Gothic"/>
                <a:ea typeface="Malgun Gothic"/>
                <a:cs typeface="Malgun Gothic"/>
              </a:defRPr>
            </a:pPr>
            <a:r>
              <a:rPr sz="1950" b="1">
                <a:solidFill>
                  <a:srgbClr val="FFFFFF"/>
                </a:solidFill>
                <a:latin typeface="Malgun Gothic"/>
                <a:ea typeface="Malgun Gothic"/>
                <a:cs typeface="Malgun Gothic"/>
              </a:rPr>
              <a:t>4번 2를 넣고 j를 1로 바꾼다</a:t>
            </a:r>
          </a:p>
        </p:txBody>
      </p:sp>
      <p:sp>
        <p:nvSpPr>
          <p:cNvPr id="11" name="explanation-label">
            <a:extLst>
              <a:ext uri="{FF2B5EF4-FFF2-40B4-BE49-F238E27FC236}">
                <a16:creationId xmlns:a16="http://schemas.microsoft.com/office/drawing/2014/main" id="{65984373-2D6F-42E0-B2A5-62E131C21A04}"/>
              </a:ext>
            </a:extLst>
          </p:cNvPr>
          <p:cNvSpPr>
            <a:spLocks noGrp="1"/>
          </p:cNvSpPr>
          <p:nvPr/>
        </p:nvSpPr>
        <p:spPr>
          <a:xfrm>
            <a:off x="609600" y="4019550"/>
            <a:ext cx="1143000" cy="304800"/>
          </a:xfrm>
          <a:prstGeom prst="rect">
            <a:avLst/>
          </a:prstGeom>
          <a:noFill/>
          <a:ln w="0">
            <a:noFill/>
          </a:ln>
        </p:spPr>
        <p:txBody>
          <a:bodyPr wrap="none" lIns="0" tIns="0" rIns="0" bIns="0" anchor="t">
            <a:noAutofit/>
          </a:bodyPr>
          <a:lstStyle>
            <a:defPPr algn="l">
              <a:defRPr sz="1800" b="1">
                <a:solidFill>
                  <a:srgbClr val="151515"/>
                </a:solidFill>
                <a:latin typeface="Malgun Gothic"/>
                <a:ea typeface="Malgun Gothic"/>
                <a:cs typeface="Malgun Gothic"/>
              </a:defRPr>
            </a:defPPr>
          </a:lstStyle>
          <a:p>
            <a:pPr algn="l">
              <a:lnSpc>
                <a:spcPct val="110000"/>
              </a:lnSpc>
              <a:buNone/>
              <a:defRPr sz="1800" b="1">
                <a:solidFill>
                  <a:srgbClr val="151515"/>
                </a:solidFill>
                <a:latin typeface="Malgun Gothic"/>
                <a:ea typeface="Malgun Gothic"/>
                <a:cs typeface="Malgun Gothic"/>
              </a:defRPr>
            </a:pPr>
            <a:r>
              <a:rPr sz="1800" b="1">
                <a:solidFill>
                  <a:srgbClr val="151515"/>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9BCDFE2C-03A6-48FA-9C90-47C70082FACF}"/>
              </a:ext>
            </a:extLst>
          </p:cNvPr>
          <p:cNvSpPr>
            <a:spLocks noGrp="1"/>
          </p:cNvSpPr>
          <p:nvPr/>
        </p:nvSpPr>
        <p:spPr>
          <a:xfrm>
            <a:off x="1752600" y="4210050"/>
            <a:ext cx="9829800" cy="9525"/>
          </a:xfrm>
          <a:prstGeom prst="rect">
            <a:avLst/>
          </a:prstGeom>
          <a:solidFill>
            <a:srgbClr val="CCCCCC"/>
          </a:solidFill>
          <a:ln w="0">
            <a:noFill/>
          </a:ln>
        </p:spPr>
      </p:sp>
      <p:sp>
        <p:nvSpPr>
          <p:cNvPr id="13" name="explanation">
            <a:extLst>
              <a:ext uri="{FF2B5EF4-FFF2-40B4-BE49-F238E27FC236}">
                <a16:creationId xmlns:a16="http://schemas.microsoft.com/office/drawing/2014/main" id="{5550D6C9-38BB-4F0D-AC81-3034ECF8C8E8}"/>
              </a:ext>
            </a:extLst>
          </p:cNvPr>
          <p:cNvSpPr>
            <a:spLocks noGrp="1"/>
          </p:cNvSpPr>
          <p:nvPr/>
        </p:nvSpPr>
        <p:spPr>
          <a:xfrm>
            <a:off x="609600" y="4495800"/>
            <a:ext cx="10972800" cy="1314450"/>
          </a:xfrm>
          <a:prstGeom prst="rect">
            <a:avLst/>
          </a:prstGeom>
          <a:noFill/>
          <a:ln w="0">
            <a:noFill/>
          </a:ln>
        </p:spPr>
        <p:txBody>
          <a:bodyPr wrap="none" lIns="0" tIns="0" rIns="0" bIns="0" anchor="t">
            <a:noAutofit/>
          </a:bodyPr>
          <a:lstStyle>
            <a:defPPr algn="l">
              <a:defRPr sz="1875" b="0">
                <a:solidFill>
                  <a:srgbClr val="555555"/>
                </a:solidFill>
                <a:latin typeface="Malgun Gothic"/>
                <a:ea typeface="Malgun Gothic"/>
                <a:cs typeface="Malgun Gothic"/>
              </a:defRPr>
            </a:defPPr>
          </a:lstStyle>
          <a:p>
            <a:pPr algn="l">
              <a:lnSpc>
                <a:spcPct val="110000"/>
              </a:lnSpc>
              <a:buNone/>
              <a:defRPr sz="1875" b="0">
                <a:solidFill>
                  <a:srgbClr val="555555"/>
                </a:solidFill>
                <a:latin typeface="Malgun Gothic"/>
                <a:ea typeface="Malgun Gothic"/>
                <a:cs typeface="Malgun Gothic"/>
              </a:defRPr>
            </a:pPr>
            <a:r>
              <a:rPr sz="1875" b="0">
                <a:solidFill>
                  <a:srgbClr val="555555"/>
                </a:solidFill>
                <a:latin typeface="Malgun Gothic"/>
                <a:ea typeface="Malgun Gothic"/>
                <a:cs typeface="Malgun Gothic"/>
              </a:rPr>
              <a:t>현재 값은 A[1]=4와 B[0]=2이다. 작은 값 2를 넣는다.</a:t>
            </a:r>
          </a:p>
          <a:p>
            <a:pPr algn="l">
              <a:lnSpc>
                <a:spcPct val="110000"/>
              </a:lnSpc>
              <a:buNone/>
              <a:defRPr sz="1875" b="0">
                <a:solidFill>
                  <a:srgbClr val="555555"/>
                </a:solidFill>
                <a:latin typeface="Malgun Gothic"/>
                <a:ea typeface="Malgun Gothic"/>
                <a:cs typeface="Malgun Gothic"/>
              </a:defRPr>
            </a:pPr>
            <a:r>
              <a:rPr sz="1875" b="0">
                <a:solidFill>
                  <a:srgbClr val="555555"/>
                </a:solidFill>
                <a:latin typeface="Malgun Gothic"/>
                <a:ea typeface="Malgun Gothic"/>
                <a:cs typeface="Malgun Gothic"/>
              </a:rPr>
              <a:t>B에서 값을 꺼냈으므로 j만 0에서 1로 늘린다.</a:t>
            </a:r>
          </a:p>
        </p:txBody>
      </p:sp>
    </p:spTree>
    <p:extLst>
      <p:ext uri="{BB962C8B-B14F-4D97-AF65-F5344CB8AC3E}">
        <p14:creationId xmlns:p14="http://schemas.microsoft.com/office/powerpoint/2010/main" val="3756883674"/>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section">
            <a:extLst>
              <a:ext uri="{FF2B5EF4-FFF2-40B4-BE49-F238E27FC236}">
                <a16:creationId xmlns:a16="http://schemas.microsoft.com/office/drawing/2014/main" id="{66561855-F8EA-47EC-A81E-33C2836D4759}"/>
              </a:ext>
            </a:extLst>
          </p:cNvPr>
          <p:cNvSpPr>
            <a:spLocks noGrp="1"/>
          </p:cNvSpPr>
          <p:nvPr/>
        </p:nvSpPr>
        <p:spPr>
          <a:xfrm>
            <a:off x="609600" y="266700"/>
            <a:ext cx="8096250" cy="266700"/>
          </a:xfrm>
          <a:prstGeom prst="rect">
            <a:avLst/>
          </a:prstGeom>
          <a:noFill/>
          <a:ln w="0">
            <a:noFill/>
          </a:ln>
        </p:spPr>
        <p:txBody>
          <a:bodyPr wrap="none" lIns="0" tIns="0" rIns="0" bIns="0" anchor="t">
            <a:noAutofit/>
          </a:bodyPr>
          <a:lstStyle>
            <a:defPPr algn="l">
              <a:defRPr sz="1050" b="0">
                <a:solidFill>
                  <a:srgbClr val="555555"/>
                </a:solidFill>
                <a:latin typeface="Malgun Gothic"/>
                <a:ea typeface="Malgun Gothic"/>
                <a:cs typeface="Malgun Gothic"/>
              </a:defRPr>
            </a:defPPr>
          </a:lstStyle>
          <a:p>
            <a:pPr algn="l">
              <a:lnSpc>
                <a:spcPct val="110000"/>
              </a:lnSpc>
              <a:buNone/>
              <a:defRPr sz="1050" b="0">
                <a:solidFill>
                  <a:srgbClr val="555555"/>
                </a:solidFill>
                <a:latin typeface="Malgun Gothic"/>
                <a:ea typeface="Malgun Gothic"/>
                <a:cs typeface="Malgun Gothic"/>
              </a:defRPr>
            </a:pPr>
            <a:r>
              <a:rPr sz="1050" b="0">
                <a:solidFill>
                  <a:srgbClr val="555555"/>
                </a:solidFill>
                <a:latin typeface="Malgun Gothic"/>
                <a:ea typeface="Malgun Gothic"/>
                <a:cs typeface="Malgun Gothic"/>
              </a:rPr>
              <a:t>4장 분할 정복  /  객관식</a:t>
            </a:r>
          </a:p>
        </p:txBody>
      </p:sp>
      <p:sp>
        <p:nvSpPr>
          <p:cNvPr id="2" name="brand">
            <a:extLst>
              <a:ext uri="{FF2B5EF4-FFF2-40B4-BE49-F238E27FC236}">
                <a16:creationId xmlns:a16="http://schemas.microsoft.com/office/drawing/2014/main" id="{2A2F7FC3-A083-4493-816D-A585DF48FB8A}"/>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555555"/>
                </a:solidFill>
                <a:latin typeface="Malgun Gothic"/>
                <a:ea typeface="Malgun Gothic"/>
                <a:cs typeface="Malgun Gothic"/>
              </a:defRPr>
            </a:defPPr>
          </a:lstStyle>
          <a:p>
            <a:pPr algn="l">
              <a:lnSpc>
                <a:spcPct val="110000"/>
              </a:lnSpc>
              <a:buNone/>
              <a:defRPr sz="900" b="0">
                <a:solidFill>
                  <a:srgbClr val="555555"/>
                </a:solidFill>
                <a:latin typeface="Malgun Gothic"/>
                <a:ea typeface="Malgun Gothic"/>
                <a:cs typeface="Malgun Gothic"/>
              </a:defRPr>
            </a:pPr>
            <a:r>
              <a:rPr sz="900" b="0">
                <a:solidFill>
                  <a:srgbClr val="55555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575F0253-A7B2-4FC3-908E-F09E26E06AB4}"/>
              </a:ext>
            </a:extLst>
          </p:cNvPr>
          <p:cNvSpPr>
            <a:spLocks noGrp="1"/>
          </p:cNvSpPr>
          <p:nvPr/>
        </p:nvSpPr>
        <p:spPr>
          <a:xfrm>
            <a:off x="609600" y="685800"/>
            <a:ext cx="10972800" cy="685800"/>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0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문제 35</a:t>
            </a:r>
          </a:p>
        </p:txBody>
      </p:sp>
      <p:sp>
        <p:nvSpPr>
          <p:cNvPr id="4" name="footer">
            <a:extLst>
              <a:ext uri="{FF2B5EF4-FFF2-40B4-BE49-F238E27FC236}">
                <a16:creationId xmlns:a16="http://schemas.microsoft.com/office/drawing/2014/main" id="{8AF76863-C8AE-4CEB-B3DB-8633A2D5FD1A}"/>
              </a:ext>
            </a:extLst>
          </p:cNvPr>
          <p:cNvSpPr>
            <a:spLocks noGrp="1"/>
          </p:cNvSpPr>
          <p:nvPr/>
        </p:nvSpPr>
        <p:spPr>
          <a:xfrm>
            <a:off x="609600" y="6591300"/>
            <a:ext cx="9715500" cy="190500"/>
          </a:xfrm>
          <a:prstGeom prst="rect">
            <a:avLst/>
          </a:prstGeom>
          <a:noFill/>
          <a:ln w="0">
            <a:noFill/>
          </a:ln>
        </p:spPr>
        <p:txBody>
          <a:bodyPr wrap="none" lIns="0" tIns="0" rIns="0" bIns="0" anchor="t">
            <a:noAutofit/>
          </a:bodyPr>
          <a:lstStyle>
            <a:defPPr algn="l">
              <a:defRPr sz="900" b="0">
                <a:solidFill>
                  <a:srgbClr val="555555"/>
                </a:solidFill>
                <a:latin typeface="Consolas"/>
                <a:ea typeface="Consolas"/>
                <a:cs typeface="Consolas"/>
              </a:defRPr>
            </a:defPPr>
          </a:lstStyle>
          <a:p>
            <a:pPr algn="l">
              <a:lnSpc>
                <a:spcPct val="110000"/>
              </a:lnSpc>
              <a:buNone/>
              <a:defRPr sz="900" b="0">
                <a:solidFill>
                  <a:srgbClr val="555555"/>
                </a:solidFill>
                <a:latin typeface="Consolas"/>
                <a:ea typeface="Consolas"/>
                <a:cs typeface="Consolas"/>
              </a:defRPr>
            </a:pPr>
            <a:r>
              <a:rPr sz="900" b="0">
                <a:solidFill>
                  <a:srgbClr val="555555"/>
                </a:solidFill>
                <a:latin typeface="Consolas"/>
                <a:ea typeface="Consolas"/>
                <a:cs typeface="Consolas"/>
              </a:rPr>
              <a:t>04 / DIVIDE AND CONQUER · EXERCISES</a:t>
            </a:r>
          </a:p>
        </p:txBody>
      </p:sp>
      <p:sp>
        <p:nvSpPr>
          <p:cNvPr id="5" name="page">
            <a:extLst>
              <a:ext uri="{FF2B5EF4-FFF2-40B4-BE49-F238E27FC236}">
                <a16:creationId xmlns:a16="http://schemas.microsoft.com/office/drawing/2014/main" id="{A8E7265A-2BD1-4329-BD84-FAADEADB6930}"/>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0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069</a:t>
            </a:r>
            <a:endParaRPr sz="1050" b="0">
              <a:solidFill>
                <a:srgbClr val="151515"/>
              </a:solidFill>
              <a:latin typeface="Consolas"/>
              <a:ea typeface="Consolas"/>
              <a:cs typeface="Consolas"/>
            </a:endParaRPr>
          </a:p>
        </p:txBody>
      </p:sp>
      <p:sp>
        <p:nvSpPr>
          <p:cNvPr id="6" name="직사각형 5">
            <a:extLst>
              <a:ext uri="{FF2B5EF4-FFF2-40B4-BE49-F238E27FC236}">
                <a16:creationId xmlns:a16="http://schemas.microsoft.com/office/drawing/2014/main" id="{105DE00E-168C-4963-A715-4055EA7A92A1}"/>
              </a:ext>
            </a:extLst>
          </p:cNvPr>
          <p:cNvSpPr>
            <a:spLocks noGrp="1"/>
          </p:cNvSpPr>
          <p:nvPr/>
        </p:nvSpPr>
        <p:spPr>
          <a:xfrm>
            <a:off x="609600" y="6438900"/>
            <a:ext cx="10972800" cy="9525"/>
          </a:xfrm>
          <a:prstGeom prst="rect">
            <a:avLst/>
          </a:prstGeom>
          <a:solidFill>
            <a:srgbClr val="CCCCCC"/>
          </a:solidFill>
          <a:ln w="0">
            <a:noFill/>
          </a:ln>
        </p:spPr>
      </p:sp>
      <p:sp>
        <p:nvSpPr>
          <p:cNvPr id="7" name="prompt">
            <a:extLst>
              <a:ext uri="{FF2B5EF4-FFF2-40B4-BE49-F238E27FC236}">
                <a16:creationId xmlns:a16="http://schemas.microsoft.com/office/drawing/2014/main" id="{43534F1D-E413-4FD9-98FB-450DE36DAC2E}"/>
              </a:ext>
            </a:extLst>
          </p:cNvPr>
          <p:cNvSpPr>
            <a:spLocks noGrp="1"/>
          </p:cNvSpPr>
          <p:nvPr/>
        </p:nvSpPr>
        <p:spPr>
          <a:xfrm>
            <a:off x="609600" y="1714500"/>
            <a:ext cx="10972800" cy="1381125"/>
          </a:xfrm>
          <a:prstGeom prst="rect">
            <a:avLst/>
          </a:prstGeom>
          <a:noFill/>
          <a:ln w="0">
            <a:noFill/>
          </a:ln>
        </p:spPr>
        <p:txBody>
          <a:bodyPr wrap="none" lIns="0" tIns="0" rIns="0" bIns="0" anchor="t">
            <a:noAutofit/>
          </a:bodyPr>
          <a:lstStyle>
            <a:defPPr algn="l">
              <a:defRPr sz="2100" b="0">
                <a:solidFill>
                  <a:srgbClr val="151515"/>
                </a:solidFill>
                <a:latin typeface="Malgun Gothic"/>
                <a:ea typeface="Malgun Gothic"/>
                <a:cs typeface="Malgun Gothic"/>
              </a:defRPr>
            </a:defPPr>
          </a:lstStyle>
          <a:p>
            <a:pPr algn="l">
              <a:lnSpc>
                <a:spcPct val="110000"/>
              </a:lnSpc>
              <a:buNone/>
              <a:defRPr sz="2100" b="0">
                <a:solidFill>
                  <a:srgbClr val="151515"/>
                </a:solidFill>
                <a:latin typeface="Malgun Gothic"/>
                <a:ea typeface="Malgun Gothic"/>
                <a:cs typeface="Malgun Gothic"/>
              </a:defRPr>
            </a:pPr>
            <a:r>
              <a:rPr sz="2100" b="0">
                <a:solidFill>
                  <a:srgbClr val="151515"/>
                </a:solidFill>
                <a:latin typeface="Malgun Gothic"/>
                <a:ea typeface="Malgun Gothic"/>
                <a:cs typeface="Malgun Gothic"/>
              </a:rPr>
              <a:t>병합 중 A의 원소는 모두 사용했고 B에는 [3,7]이 남았다.</a:t>
            </a:r>
          </a:p>
          <a:p>
            <a:pPr algn="l">
              <a:lnSpc>
                <a:spcPct val="110000"/>
              </a:lnSpc>
              <a:buNone/>
              <a:defRPr sz="2100" b="0">
                <a:solidFill>
                  <a:srgbClr val="151515"/>
                </a:solidFill>
                <a:latin typeface="Malgun Gothic"/>
                <a:ea typeface="Malgun Gothic"/>
                <a:cs typeface="Malgun Gothic"/>
              </a:defRPr>
            </a:pPr>
            <a:r>
              <a:rPr sz="2100" b="0">
                <a:solidFill>
                  <a:srgbClr val="151515"/>
                </a:solidFill>
                <a:latin typeface="Malgun Gothic"/>
                <a:ea typeface="Malgun Gothic"/>
                <a:cs typeface="Malgun Gothic"/>
              </a:rPr>
              <a:t>남은 원소를 처리하는 올바른 방법은?</a:t>
            </a:r>
          </a:p>
        </p:txBody>
      </p:sp>
      <p:sp>
        <p:nvSpPr>
          <p:cNvPr id="8" name="option-number-0">
            <a:extLst>
              <a:ext uri="{FF2B5EF4-FFF2-40B4-BE49-F238E27FC236}">
                <a16:creationId xmlns:a16="http://schemas.microsoft.com/office/drawing/2014/main" id="{8798BD0F-2730-4AC3-BA8B-37A73D3C05CB}"/>
              </a:ext>
            </a:extLst>
          </p:cNvPr>
          <p:cNvSpPr>
            <a:spLocks noGrp="1"/>
          </p:cNvSpPr>
          <p:nvPr/>
        </p:nvSpPr>
        <p:spPr>
          <a:xfrm>
            <a:off x="685800" y="3048000"/>
            <a:ext cx="400050" cy="323850"/>
          </a:xfrm>
          <a:prstGeom prst="rect">
            <a:avLst/>
          </a:prstGeom>
          <a:noFill/>
          <a:ln w="0">
            <a:noFill/>
          </a:ln>
        </p:spPr>
        <p:txBody>
          <a:bodyPr wrap="none" lIns="0" tIns="0" rIns="0" bIns="0" anchor="t">
            <a:noAutofit/>
          </a:bodyPr>
          <a:lstStyle>
            <a:defPPr algn="l">
              <a:defRPr sz="1800" b="1">
                <a:solidFill>
                  <a:srgbClr val="151515"/>
                </a:solidFill>
                <a:latin typeface="Malgun Gothic"/>
                <a:ea typeface="Malgun Gothic"/>
                <a:cs typeface="Malgun Gothic"/>
              </a:defRPr>
            </a:defPPr>
          </a:lstStyle>
          <a:p>
            <a:pPr algn="l">
              <a:lnSpc>
                <a:spcPct val="110000"/>
              </a:lnSpc>
              <a:buNone/>
              <a:defRPr sz="1800" b="1">
                <a:solidFill>
                  <a:srgbClr val="151515"/>
                </a:solidFill>
                <a:latin typeface="Malgun Gothic"/>
                <a:ea typeface="Malgun Gothic"/>
                <a:cs typeface="Malgun Gothic"/>
              </a:defRPr>
            </a:pPr>
            <a:r>
              <a:rPr sz="1800" b="1">
                <a:solidFill>
                  <a:srgbClr val="151515"/>
                </a:solidFill>
                <a:latin typeface="Malgun Gothic"/>
                <a:ea typeface="Malgun Gothic"/>
                <a:cs typeface="Malgun Gothic"/>
              </a:rPr>
              <a:t>1</a:t>
            </a:r>
          </a:p>
        </p:txBody>
      </p:sp>
      <p:sp>
        <p:nvSpPr>
          <p:cNvPr id="9" name="option-0">
            <a:extLst>
              <a:ext uri="{FF2B5EF4-FFF2-40B4-BE49-F238E27FC236}">
                <a16:creationId xmlns:a16="http://schemas.microsoft.com/office/drawing/2014/main" id="{B34A8BC9-5B84-429E-8241-C59A3C16F68E}"/>
              </a:ext>
            </a:extLst>
          </p:cNvPr>
          <p:cNvSpPr>
            <a:spLocks noGrp="1"/>
          </p:cNvSpPr>
          <p:nvPr/>
        </p:nvSpPr>
        <p:spPr>
          <a:xfrm>
            <a:off x="1181100" y="3048000"/>
            <a:ext cx="10401300" cy="342900"/>
          </a:xfrm>
          <a:prstGeom prst="rect">
            <a:avLst/>
          </a:prstGeom>
          <a:noFill/>
          <a:ln w="0">
            <a:noFill/>
          </a:ln>
        </p:spPr>
        <p:txBody>
          <a:bodyPr wrap="none" lIns="0" tIns="0" rIns="0" bIns="0" anchor="t">
            <a:noAutofit/>
          </a:bodyPr>
          <a:lstStyle>
            <a:defPPr algn="l">
              <a:defRPr sz="1875" b="0">
                <a:solidFill>
                  <a:srgbClr val="151515"/>
                </a:solidFill>
                <a:latin typeface="Malgun Gothic"/>
                <a:ea typeface="Malgun Gothic"/>
                <a:cs typeface="Malgun Gothic"/>
              </a:defRPr>
            </a:defPPr>
          </a:lstStyle>
          <a:p>
            <a:pPr algn="l">
              <a:lnSpc>
                <a:spcPct val="110000"/>
              </a:lnSpc>
              <a:buNone/>
              <a:defRPr sz="1875" b="0">
                <a:solidFill>
                  <a:srgbClr val="151515"/>
                </a:solidFill>
                <a:latin typeface="Malgun Gothic"/>
                <a:ea typeface="Malgun Gothic"/>
                <a:cs typeface="Malgun Gothic"/>
              </a:defRPr>
            </a:pPr>
            <a:r>
              <a:rPr sz="1875" b="0">
                <a:solidFill>
                  <a:srgbClr val="151515"/>
                </a:solidFill>
                <a:latin typeface="Malgun Gothic"/>
                <a:ea typeface="Malgun Gothic"/>
                <a:cs typeface="Malgun Gothic"/>
              </a:rPr>
              <a:t>3과 7을 그 순서대로 결과 뒤에 붙인다</a:t>
            </a:r>
          </a:p>
        </p:txBody>
      </p:sp>
      <p:sp>
        <p:nvSpPr>
          <p:cNvPr id="10" name="직사각형 9">
            <a:extLst>
              <a:ext uri="{FF2B5EF4-FFF2-40B4-BE49-F238E27FC236}">
                <a16:creationId xmlns:a16="http://schemas.microsoft.com/office/drawing/2014/main" id="{0B21DFDE-5252-4F70-B1FF-822B447E48E9}"/>
              </a:ext>
            </a:extLst>
          </p:cNvPr>
          <p:cNvSpPr>
            <a:spLocks noGrp="1"/>
          </p:cNvSpPr>
          <p:nvPr/>
        </p:nvSpPr>
        <p:spPr>
          <a:xfrm>
            <a:off x="1181100" y="3562350"/>
            <a:ext cx="10401300" cy="9525"/>
          </a:xfrm>
          <a:prstGeom prst="rect">
            <a:avLst/>
          </a:prstGeom>
          <a:solidFill>
            <a:srgbClr val="DDDDDD"/>
          </a:solidFill>
          <a:ln w="0">
            <a:noFill/>
          </a:ln>
        </p:spPr>
      </p:sp>
      <p:sp>
        <p:nvSpPr>
          <p:cNvPr id="11" name="option-number-1">
            <a:extLst>
              <a:ext uri="{FF2B5EF4-FFF2-40B4-BE49-F238E27FC236}">
                <a16:creationId xmlns:a16="http://schemas.microsoft.com/office/drawing/2014/main" id="{2D987829-6D98-4BA5-AE34-C1D9C5A932D7}"/>
              </a:ext>
            </a:extLst>
          </p:cNvPr>
          <p:cNvSpPr>
            <a:spLocks noGrp="1"/>
          </p:cNvSpPr>
          <p:nvPr/>
        </p:nvSpPr>
        <p:spPr>
          <a:xfrm>
            <a:off x="685800" y="3676650"/>
            <a:ext cx="400050" cy="323850"/>
          </a:xfrm>
          <a:prstGeom prst="rect">
            <a:avLst/>
          </a:prstGeom>
          <a:noFill/>
          <a:ln w="0">
            <a:noFill/>
          </a:ln>
        </p:spPr>
        <p:txBody>
          <a:bodyPr wrap="none" lIns="0" tIns="0" rIns="0" bIns="0" anchor="t">
            <a:noAutofit/>
          </a:bodyPr>
          <a:lstStyle>
            <a:defPPr algn="l">
              <a:defRPr sz="1800" b="1">
                <a:solidFill>
                  <a:srgbClr val="151515"/>
                </a:solidFill>
                <a:latin typeface="Malgun Gothic"/>
                <a:ea typeface="Malgun Gothic"/>
                <a:cs typeface="Malgun Gothic"/>
              </a:defRPr>
            </a:defPPr>
          </a:lstStyle>
          <a:p>
            <a:pPr algn="l">
              <a:lnSpc>
                <a:spcPct val="110000"/>
              </a:lnSpc>
              <a:buNone/>
              <a:defRPr sz="1800" b="1">
                <a:solidFill>
                  <a:srgbClr val="151515"/>
                </a:solidFill>
                <a:latin typeface="Malgun Gothic"/>
                <a:ea typeface="Malgun Gothic"/>
                <a:cs typeface="Malgun Gothic"/>
              </a:defRPr>
            </a:pPr>
            <a:r>
              <a:rPr sz="1800" b="1">
                <a:solidFill>
                  <a:srgbClr val="151515"/>
                </a:solidFill>
                <a:latin typeface="Malgun Gothic"/>
                <a:ea typeface="Malgun Gothic"/>
                <a:cs typeface="Malgun Gothic"/>
              </a:rPr>
              <a:t>2</a:t>
            </a:r>
          </a:p>
        </p:txBody>
      </p:sp>
      <p:sp>
        <p:nvSpPr>
          <p:cNvPr id="12" name="option-1">
            <a:extLst>
              <a:ext uri="{FF2B5EF4-FFF2-40B4-BE49-F238E27FC236}">
                <a16:creationId xmlns:a16="http://schemas.microsoft.com/office/drawing/2014/main" id="{4DF9C297-6459-4C27-9724-DD314EDB51E7}"/>
              </a:ext>
            </a:extLst>
          </p:cNvPr>
          <p:cNvSpPr>
            <a:spLocks noGrp="1"/>
          </p:cNvSpPr>
          <p:nvPr/>
        </p:nvSpPr>
        <p:spPr>
          <a:xfrm>
            <a:off x="1181100" y="3676650"/>
            <a:ext cx="10401300" cy="342900"/>
          </a:xfrm>
          <a:prstGeom prst="rect">
            <a:avLst/>
          </a:prstGeom>
          <a:noFill/>
          <a:ln w="0">
            <a:noFill/>
          </a:ln>
        </p:spPr>
        <p:txBody>
          <a:bodyPr wrap="none" lIns="0" tIns="0" rIns="0" bIns="0" anchor="t">
            <a:noAutofit/>
          </a:bodyPr>
          <a:lstStyle>
            <a:defPPr algn="l">
              <a:defRPr sz="1875" b="0">
                <a:solidFill>
                  <a:srgbClr val="151515"/>
                </a:solidFill>
                <a:latin typeface="Malgun Gothic"/>
                <a:ea typeface="Malgun Gothic"/>
                <a:cs typeface="Malgun Gothic"/>
              </a:defRPr>
            </a:defPPr>
          </a:lstStyle>
          <a:p>
            <a:pPr algn="l">
              <a:lnSpc>
                <a:spcPct val="110000"/>
              </a:lnSpc>
              <a:buNone/>
              <a:defRPr sz="1875" b="0">
                <a:solidFill>
                  <a:srgbClr val="151515"/>
                </a:solidFill>
                <a:latin typeface="Malgun Gothic"/>
                <a:ea typeface="Malgun Gothic"/>
                <a:cs typeface="Malgun Gothic"/>
              </a:defRPr>
            </a:pPr>
            <a:r>
              <a:rPr sz="1875" b="0">
                <a:solidFill>
                  <a:srgbClr val="151515"/>
                </a:solidFill>
                <a:latin typeface="Malgun Gothic"/>
                <a:ea typeface="Malgun Gothic"/>
                <a:cs typeface="Malgun Gothic"/>
              </a:rPr>
              <a:t>7과 3을 그 순서대로 결과 뒤에 붙인다</a:t>
            </a:r>
          </a:p>
        </p:txBody>
      </p:sp>
      <p:sp>
        <p:nvSpPr>
          <p:cNvPr id="13" name="직사각형 12">
            <a:extLst>
              <a:ext uri="{FF2B5EF4-FFF2-40B4-BE49-F238E27FC236}">
                <a16:creationId xmlns:a16="http://schemas.microsoft.com/office/drawing/2014/main" id="{2413BCD7-C3F8-4A32-96A9-2AC62CF30042}"/>
              </a:ext>
            </a:extLst>
          </p:cNvPr>
          <p:cNvSpPr>
            <a:spLocks noGrp="1"/>
          </p:cNvSpPr>
          <p:nvPr/>
        </p:nvSpPr>
        <p:spPr>
          <a:xfrm>
            <a:off x="1181100" y="4191000"/>
            <a:ext cx="10401300" cy="9525"/>
          </a:xfrm>
          <a:prstGeom prst="rect">
            <a:avLst/>
          </a:prstGeom>
          <a:solidFill>
            <a:srgbClr val="DDDDDD"/>
          </a:solidFill>
          <a:ln w="0">
            <a:noFill/>
          </a:ln>
        </p:spPr>
      </p:sp>
      <p:sp>
        <p:nvSpPr>
          <p:cNvPr id="14" name="option-number-2">
            <a:extLst>
              <a:ext uri="{FF2B5EF4-FFF2-40B4-BE49-F238E27FC236}">
                <a16:creationId xmlns:a16="http://schemas.microsoft.com/office/drawing/2014/main" id="{3B94DDE4-516C-4BA8-9BF6-DAD45849EB5E}"/>
              </a:ext>
            </a:extLst>
          </p:cNvPr>
          <p:cNvSpPr>
            <a:spLocks noGrp="1"/>
          </p:cNvSpPr>
          <p:nvPr/>
        </p:nvSpPr>
        <p:spPr>
          <a:xfrm>
            <a:off x="685800" y="4305300"/>
            <a:ext cx="400050" cy="323850"/>
          </a:xfrm>
          <a:prstGeom prst="rect">
            <a:avLst/>
          </a:prstGeom>
          <a:noFill/>
          <a:ln w="0">
            <a:noFill/>
          </a:ln>
        </p:spPr>
        <p:txBody>
          <a:bodyPr wrap="none" lIns="0" tIns="0" rIns="0" bIns="0" anchor="t">
            <a:noAutofit/>
          </a:bodyPr>
          <a:lstStyle>
            <a:defPPr algn="l">
              <a:defRPr sz="1800" b="1">
                <a:solidFill>
                  <a:srgbClr val="151515"/>
                </a:solidFill>
                <a:latin typeface="Malgun Gothic"/>
                <a:ea typeface="Malgun Gothic"/>
                <a:cs typeface="Malgun Gothic"/>
              </a:defRPr>
            </a:defPPr>
          </a:lstStyle>
          <a:p>
            <a:pPr algn="l">
              <a:lnSpc>
                <a:spcPct val="110000"/>
              </a:lnSpc>
              <a:buNone/>
              <a:defRPr sz="1800" b="1">
                <a:solidFill>
                  <a:srgbClr val="151515"/>
                </a:solidFill>
                <a:latin typeface="Malgun Gothic"/>
                <a:ea typeface="Malgun Gothic"/>
                <a:cs typeface="Malgun Gothic"/>
              </a:defRPr>
            </a:pPr>
            <a:r>
              <a:rPr sz="1800" b="1">
                <a:solidFill>
                  <a:srgbClr val="151515"/>
                </a:solidFill>
                <a:latin typeface="Malgun Gothic"/>
                <a:ea typeface="Malgun Gothic"/>
                <a:cs typeface="Malgun Gothic"/>
              </a:rPr>
              <a:t>3</a:t>
            </a:r>
          </a:p>
        </p:txBody>
      </p:sp>
      <p:sp>
        <p:nvSpPr>
          <p:cNvPr id="15" name="option-2">
            <a:extLst>
              <a:ext uri="{FF2B5EF4-FFF2-40B4-BE49-F238E27FC236}">
                <a16:creationId xmlns:a16="http://schemas.microsoft.com/office/drawing/2014/main" id="{6021E018-726A-4478-B382-0571B30CD899}"/>
              </a:ext>
            </a:extLst>
          </p:cNvPr>
          <p:cNvSpPr>
            <a:spLocks noGrp="1"/>
          </p:cNvSpPr>
          <p:nvPr/>
        </p:nvSpPr>
        <p:spPr>
          <a:xfrm>
            <a:off x="1181100" y="4305300"/>
            <a:ext cx="10401300" cy="342900"/>
          </a:xfrm>
          <a:prstGeom prst="rect">
            <a:avLst/>
          </a:prstGeom>
          <a:noFill/>
          <a:ln w="0">
            <a:noFill/>
          </a:ln>
        </p:spPr>
        <p:txBody>
          <a:bodyPr wrap="none" lIns="0" tIns="0" rIns="0" bIns="0" anchor="t">
            <a:noAutofit/>
          </a:bodyPr>
          <a:lstStyle>
            <a:defPPr algn="l">
              <a:defRPr sz="1875" b="0">
                <a:solidFill>
                  <a:srgbClr val="151515"/>
                </a:solidFill>
                <a:latin typeface="Malgun Gothic"/>
                <a:ea typeface="Malgun Gothic"/>
                <a:cs typeface="Malgun Gothic"/>
              </a:defRPr>
            </a:defPPr>
          </a:lstStyle>
          <a:p>
            <a:pPr algn="l">
              <a:lnSpc>
                <a:spcPct val="110000"/>
              </a:lnSpc>
              <a:buNone/>
              <a:defRPr sz="1875" b="0">
                <a:solidFill>
                  <a:srgbClr val="151515"/>
                </a:solidFill>
                <a:latin typeface="Malgun Gothic"/>
                <a:ea typeface="Malgun Gothic"/>
                <a:cs typeface="Malgun Gothic"/>
              </a:defRPr>
            </a:pPr>
            <a:r>
              <a:rPr sz="1875" b="0">
                <a:solidFill>
                  <a:srgbClr val="151515"/>
                </a:solidFill>
                <a:latin typeface="Malgun Gothic"/>
                <a:ea typeface="Malgun Gothic"/>
                <a:cs typeface="Malgun Gothic"/>
              </a:rPr>
              <a:t>남은 두 원소를 버린다</a:t>
            </a:r>
          </a:p>
        </p:txBody>
      </p:sp>
      <p:sp>
        <p:nvSpPr>
          <p:cNvPr id="16" name="직사각형 15">
            <a:extLst>
              <a:ext uri="{FF2B5EF4-FFF2-40B4-BE49-F238E27FC236}">
                <a16:creationId xmlns:a16="http://schemas.microsoft.com/office/drawing/2014/main" id="{5EF4F928-016B-40D7-8CD1-B833236D658D}"/>
              </a:ext>
            </a:extLst>
          </p:cNvPr>
          <p:cNvSpPr>
            <a:spLocks noGrp="1"/>
          </p:cNvSpPr>
          <p:nvPr/>
        </p:nvSpPr>
        <p:spPr>
          <a:xfrm>
            <a:off x="1181100" y="4819650"/>
            <a:ext cx="10401300" cy="9525"/>
          </a:xfrm>
          <a:prstGeom prst="rect">
            <a:avLst/>
          </a:prstGeom>
          <a:solidFill>
            <a:srgbClr val="DDDDDD"/>
          </a:solidFill>
          <a:ln w="0">
            <a:noFill/>
          </a:ln>
        </p:spPr>
      </p:sp>
      <p:sp>
        <p:nvSpPr>
          <p:cNvPr id="17" name="option-number-3">
            <a:extLst>
              <a:ext uri="{FF2B5EF4-FFF2-40B4-BE49-F238E27FC236}">
                <a16:creationId xmlns:a16="http://schemas.microsoft.com/office/drawing/2014/main" id="{58903454-1801-4A7C-BA20-CE095C7F4940}"/>
              </a:ext>
            </a:extLst>
          </p:cNvPr>
          <p:cNvSpPr>
            <a:spLocks noGrp="1"/>
          </p:cNvSpPr>
          <p:nvPr/>
        </p:nvSpPr>
        <p:spPr>
          <a:xfrm>
            <a:off x="685800" y="4933950"/>
            <a:ext cx="400050" cy="323850"/>
          </a:xfrm>
          <a:prstGeom prst="rect">
            <a:avLst/>
          </a:prstGeom>
          <a:noFill/>
          <a:ln w="0">
            <a:noFill/>
          </a:ln>
        </p:spPr>
        <p:txBody>
          <a:bodyPr wrap="none" lIns="0" tIns="0" rIns="0" bIns="0" anchor="t">
            <a:noAutofit/>
          </a:bodyPr>
          <a:lstStyle>
            <a:defPPr algn="l">
              <a:defRPr sz="1800" b="1">
                <a:solidFill>
                  <a:srgbClr val="151515"/>
                </a:solidFill>
                <a:latin typeface="Malgun Gothic"/>
                <a:ea typeface="Malgun Gothic"/>
                <a:cs typeface="Malgun Gothic"/>
              </a:defRPr>
            </a:defPPr>
          </a:lstStyle>
          <a:p>
            <a:pPr algn="l">
              <a:lnSpc>
                <a:spcPct val="110000"/>
              </a:lnSpc>
              <a:buNone/>
              <a:defRPr sz="1800" b="1">
                <a:solidFill>
                  <a:srgbClr val="151515"/>
                </a:solidFill>
                <a:latin typeface="Malgun Gothic"/>
                <a:ea typeface="Malgun Gothic"/>
                <a:cs typeface="Malgun Gothic"/>
              </a:defRPr>
            </a:pPr>
            <a:r>
              <a:rPr sz="1800" b="1">
                <a:solidFill>
                  <a:srgbClr val="151515"/>
                </a:solidFill>
                <a:latin typeface="Malgun Gothic"/>
                <a:ea typeface="Malgun Gothic"/>
                <a:cs typeface="Malgun Gothic"/>
              </a:rPr>
              <a:t>4</a:t>
            </a:r>
          </a:p>
        </p:txBody>
      </p:sp>
      <p:sp>
        <p:nvSpPr>
          <p:cNvPr id="18" name="option-3">
            <a:extLst>
              <a:ext uri="{FF2B5EF4-FFF2-40B4-BE49-F238E27FC236}">
                <a16:creationId xmlns:a16="http://schemas.microsoft.com/office/drawing/2014/main" id="{A16540EA-DA7D-412E-9959-9DC858215CE8}"/>
              </a:ext>
            </a:extLst>
          </p:cNvPr>
          <p:cNvSpPr>
            <a:spLocks noGrp="1"/>
          </p:cNvSpPr>
          <p:nvPr/>
        </p:nvSpPr>
        <p:spPr>
          <a:xfrm>
            <a:off x="1181100" y="4933950"/>
            <a:ext cx="10401300" cy="342900"/>
          </a:xfrm>
          <a:prstGeom prst="rect">
            <a:avLst/>
          </a:prstGeom>
          <a:noFill/>
          <a:ln w="0">
            <a:noFill/>
          </a:ln>
        </p:spPr>
        <p:txBody>
          <a:bodyPr wrap="none" lIns="0" tIns="0" rIns="0" bIns="0" anchor="t">
            <a:noAutofit/>
          </a:bodyPr>
          <a:lstStyle>
            <a:defPPr algn="l">
              <a:defRPr sz="1875" b="0">
                <a:solidFill>
                  <a:srgbClr val="151515"/>
                </a:solidFill>
                <a:latin typeface="Malgun Gothic"/>
                <a:ea typeface="Malgun Gothic"/>
                <a:cs typeface="Malgun Gothic"/>
              </a:defRPr>
            </a:defPPr>
          </a:lstStyle>
          <a:p>
            <a:pPr algn="l">
              <a:lnSpc>
                <a:spcPct val="110000"/>
              </a:lnSpc>
              <a:buNone/>
              <a:defRPr sz="1875" b="0">
                <a:solidFill>
                  <a:srgbClr val="151515"/>
                </a:solidFill>
                <a:latin typeface="Malgun Gothic"/>
                <a:ea typeface="Malgun Gothic"/>
                <a:cs typeface="Malgun Gothic"/>
              </a:defRPr>
            </a:pPr>
            <a:r>
              <a:rPr sz="1875" b="0">
                <a:solidFill>
                  <a:srgbClr val="151515"/>
                </a:solidFill>
                <a:latin typeface="Malgun Gothic"/>
                <a:ea typeface="Malgun Gothic"/>
                <a:cs typeface="Malgun Gothic"/>
              </a:rPr>
              <a:t>3만 넣고 7은 버린다</a:t>
            </a:r>
          </a:p>
        </p:txBody>
      </p:sp>
      <p:sp>
        <p:nvSpPr>
          <p:cNvPr id="19" name="직사각형 18">
            <a:extLst>
              <a:ext uri="{FF2B5EF4-FFF2-40B4-BE49-F238E27FC236}">
                <a16:creationId xmlns:a16="http://schemas.microsoft.com/office/drawing/2014/main" id="{77E84478-EECF-4179-92B6-8D3C823C9B12}"/>
              </a:ext>
            </a:extLst>
          </p:cNvPr>
          <p:cNvSpPr>
            <a:spLocks noGrp="1"/>
          </p:cNvSpPr>
          <p:nvPr/>
        </p:nvSpPr>
        <p:spPr>
          <a:xfrm>
            <a:off x="1181100" y="5448300"/>
            <a:ext cx="10401300" cy="9525"/>
          </a:xfrm>
          <a:prstGeom prst="rect">
            <a:avLst/>
          </a:prstGeom>
          <a:solidFill>
            <a:srgbClr val="DDDDDD"/>
          </a:solidFill>
          <a:ln w="0">
            <a:noFill/>
          </a:ln>
        </p:spPr>
      </p:sp>
      <p:sp>
        <p:nvSpPr>
          <p:cNvPr id="20" name="option-number-4">
            <a:extLst>
              <a:ext uri="{FF2B5EF4-FFF2-40B4-BE49-F238E27FC236}">
                <a16:creationId xmlns:a16="http://schemas.microsoft.com/office/drawing/2014/main" id="{83E61105-F19F-4658-ABFA-A6609B4D5168}"/>
              </a:ext>
            </a:extLst>
          </p:cNvPr>
          <p:cNvSpPr>
            <a:spLocks noGrp="1"/>
          </p:cNvSpPr>
          <p:nvPr/>
        </p:nvSpPr>
        <p:spPr>
          <a:xfrm>
            <a:off x="685800" y="5562600"/>
            <a:ext cx="400050" cy="323850"/>
          </a:xfrm>
          <a:prstGeom prst="rect">
            <a:avLst/>
          </a:prstGeom>
          <a:noFill/>
          <a:ln w="0">
            <a:noFill/>
          </a:ln>
        </p:spPr>
        <p:txBody>
          <a:bodyPr wrap="none" lIns="0" tIns="0" rIns="0" bIns="0" anchor="t">
            <a:noAutofit/>
          </a:bodyPr>
          <a:lstStyle>
            <a:defPPr algn="l">
              <a:defRPr sz="1800" b="1">
                <a:solidFill>
                  <a:srgbClr val="151515"/>
                </a:solidFill>
                <a:latin typeface="Malgun Gothic"/>
                <a:ea typeface="Malgun Gothic"/>
                <a:cs typeface="Malgun Gothic"/>
              </a:defRPr>
            </a:defPPr>
          </a:lstStyle>
          <a:p>
            <a:pPr algn="l">
              <a:lnSpc>
                <a:spcPct val="110000"/>
              </a:lnSpc>
              <a:buNone/>
              <a:defRPr sz="1800" b="1">
                <a:solidFill>
                  <a:srgbClr val="151515"/>
                </a:solidFill>
                <a:latin typeface="Malgun Gothic"/>
                <a:ea typeface="Malgun Gothic"/>
                <a:cs typeface="Malgun Gothic"/>
              </a:defRPr>
            </a:pPr>
            <a:r>
              <a:rPr sz="1800" b="1">
                <a:solidFill>
                  <a:srgbClr val="151515"/>
                </a:solidFill>
                <a:latin typeface="Malgun Gothic"/>
                <a:ea typeface="Malgun Gothic"/>
                <a:cs typeface="Malgun Gothic"/>
              </a:rPr>
              <a:t>5</a:t>
            </a:r>
          </a:p>
        </p:txBody>
      </p:sp>
      <p:sp>
        <p:nvSpPr>
          <p:cNvPr id="21" name="option-4">
            <a:extLst>
              <a:ext uri="{FF2B5EF4-FFF2-40B4-BE49-F238E27FC236}">
                <a16:creationId xmlns:a16="http://schemas.microsoft.com/office/drawing/2014/main" id="{264C4C14-F60E-402C-AF65-05CD2E01BBA0}"/>
              </a:ext>
            </a:extLst>
          </p:cNvPr>
          <p:cNvSpPr>
            <a:spLocks noGrp="1"/>
          </p:cNvSpPr>
          <p:nvPr/>
        </p:nvSpPr>
        <p:spPr>
          <a:xfrm>
            <a:off x="1181100" y="5562600"/>
            <a:ext cx="10401300" cy="342900"/>
          </a:xfrm>
          <a:prstGeom prst="rect">
            <a:avLst/>
          </a:prstGeom>
          <a:noFill/>
          <a:ln w="0">
            <a:noFill/>
          </a:ln>
        </p:spPr>
        <p:txBody>
          <a:bodyPr wrap="none" lIns="0" tIns="0" rIns="0" bIns="0" anchor="t">
            <a:noAutofit/>
          </a:bodyPr>
          <a:lstStyle>
            <a:defPPr algn="l">
              <a:defRPr sz="1875" b="0">
                <a:solidFill>
                  <a:srgbClr val="151515"/>
                </a:solidFill>
                <a:latin typeface="Malgun Gothic"/>
                <a:ea typeface="Malgun Gothic"/>
                <a:cs typeface="Malgun Gothic"/>
              </a:defRPr>
            </a:defPPr>
          </a:lstStyle>
          <a:p>
            <a:pPr algn="l">
              <a:lnSpc>
                <a:spcPct val="110000"/>
              </a:lnSpc>
              <a:buNone/>
              <a:defRPr sz="1875" b="0">
                <a:solidFill>
                  <a:srgbClr val="151515"/>
                </a:solidFill>
                <a:latin typeface="Malgun Gothic"/>
                <a:ea typeface="Malgun Gothic"/>
                <a:cs typeface="Malgun Gothic"/>
              </a:defRPr>
            </a:pPr>
            <a:r>
              <a:rPr sz="1875" b="0">
                <a:solidFill>
                  <a:srgbClr val="151515"/>
                </a:solidFill>
                <a:latin typeface="Malgun Gothic"/>
                <a:ea typeface="Malgun Gothic"/>
                <a:cs typeface="Malgun Gothic"/>
              </a:rPr>
              <a:t>병합을 처음부터 다시 시작한다</a:t>
            </a:r>
          </a:p>
        </p:txBody>
      </p:sp>
    </p:spTree>
    <p:extLst>
      <p:ext uri="{BB962C8B-B14F-4D97-AF65-F5344CB8AC3E}">
        <p14:creationId xmlns:p14="http://schemas.microsoft.com/office/powerpoint/2010/main" val="2538034614"/>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section">
            <a:extLst>
              <a:ext uri="{FF2B5EF4-FFF2-40B4-BE49-F238E27FC236}">
                <a16:creationId xmlns:a16="http://schemas.microsoft.com/office/drawing/2014/main" id="{3DE2B5EA-A7FC-4716-A3B3-AE37F4ED5E3C}"/>
              </a:ext>
            </a:extLst>
          </p:cNvPr>
          <p:cNvSpPr>
            <a:spLocks noGrp="1"/>
          </p:cNvSpPr>
          <p:nvPr/>
        </p:nvSpPr>
        <p:spPr>
          <a:xfrm>
            <a:off x="609600" y="266700"/>
            <a:ext cx="8096250" cy="266700"/>
          </a:xfrm>
          <a:prstGeom prst="rect">
            <a:avLst/>
          </a:prstGeom>
          <a:noFill/>
          <a:ln w="0">
            <a:noFill/>
          </a:ln>
        </p:spPr>
        <p:txBody>
          <a:bodyPr wrap="none" lIns="0" tIns="0" rIns="0" bIns="0" anchor="t">
            <a:noAutofit/>
          </a:bodyPr>
          <a:lstStyle>
            <a:defPPr algn="l">
              <a:defRPr sz="1050" b="0">
                <a:solidFill>
                  <a:srgbClr val="555555"/>
                </a:solidFill>
                <a:latin typeface="Malgun Gothic"/>
                <a:ea typeface="Malgun Gothic"/>
                <a:cs typeface="Malgun Gothic"/>
              </a:defRPr>
            </a:defPPr>
          </a:lstStyle>
          <a:p>
            <a:pPr algn="l">
              <a:lnSpc>
                <a:spcPct val="110000"/>
              </a:lnSpc>
              <a:buNone/>
              <a:defRPr sz="1050" b="0">
                <a:solidFill>
                  <a:srgbClr val="555555"/>
                </a:solidFill>
                <a:latin typeface="Malgun Gothic"/>
                <a:ea typeface="Malgun Gothic"/>
                <a:cs typeface="Malgun Gothic"/>
              </a:defRPr>
            </a:pPr>
            <a:r>
              <a:rPr sz="1050" b="0">
                <a:solidFill>
                  <a:srgbClr val="555555"/>
                </a:solidFill>
                <a:latin typeface="Malgun Gothic"/>
                <a:ea typeface="Malgun Gothic"/>
                <a:cs typeface="Malgun Gothic"/>
              </a:rPr>
              <a:t>4장 분할 정복  /  객관식</a:t>
            </a:r>
          </a:p>
        </p:txBody>
      </p:sp>
      <p:sp>
        <p:nvSpPr>
          <p:cNvPr id="2" name="brand">
            <a:extLst>
              <a:ext uri="{FF2B5EF4-FFF2-40B4-BE49-F238E27FC236}">
                <a16:creationId xmlns:a16="http://schemas.microsoft.com/office/drawing/2014/main" id="{7175A3A2-4BAA-45C1-95BD-FBBE6911A644}"/>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555555"/>
                </a:solidFill>
                <a:latin typeface="Malgun Gothic"/>
                <a:ea typeface="Malgun Gothic"/>
                <a:cs typeface="Malgun Gothic"/>
              </a:defRPr>
            </a:defPPr>
          </a:lstStyle>
          <a:p>
            <a:pPr algn="l">
              <a:lnSpc>
                <a:spcPct val="110000"/>
              </a:lnSpc>
              <a:buNone/>
              <a:defRPr sz="900" b="0">
                <a:solidFill>
                  <a:srgbClr val="555555"/>
                </a:solidFill>
                <a:latin typeface="Malgun Gothic"/>
                <a:ea typeface="Malgun Gothic"/>
                <a:cs typeface="Malgun Gothic"/>
              </a:defRPr>
            </a:pPr>
            <a:r>
              <a:rPr sz="900" b="0">
                <a:solidFill>
                  <a:srgbClr val="55555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A4B741F4-42A2-47CD-8574-ED0903CAD7F2}"/>
              </a:ext>
            </a:extLst>
          </p:cNvPr>
          <p:cNvSpPr>
            <a:spLocks noGrp="1"/>
          </p:cNvSpPr>
          <p:nvPr/>
        </p:nvSpPr>
        <p:spPr>
          <a:xfrm>
            <a:off x="609600" y="685800"/>
            <a:ext cx="10972800" cy="685800"/>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0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문제 35  정답과 해설</a:t>
            </a:r>
          </a:p>
        </p:txBody>
      </p:sp>
      <p:sp>
        <p:nvSpPr>
          <p:cNvPr id="4" name="footer">
            <a:extLst>
              <a:ext uri="{FF2B5EF4-FFF2-40B4-BE49-F238E27FC236}">
                <a16:creationId xmlns:a16="http://schemas.microsoft.com/office/drawing/2014/main" id="{ACEB7D9A-1419-41B7-A323-C4F4F1575F99}"/>
              </a:ext>
            </a:extLst>
          </p:cNvPr>
          <p:cNvSpPr>
            <a:spLocks noGrp="1"/>
          </p:cNvSpPr>
          <p:nvPr/>
        </p:nvSpPr>
        <p:spPr>
          <a:xfrm>
            <a:off x="609600" y="6591300"/>
            <a:ext cx="9715500" cy="190500"/>
          </a:xfrm>
          <a:prstGeom prst="rect">
            <a:avLst/>
          </a:prstGeom>
          <a:noFill/>
          <a:ln w="0">
            <a:noFill/>
          </a:ln>
        </p:spPr>
        <p:txBody>
          <a:bodyPr wrap="none" lIns="0" tIns="0" rIns="0" bIns="0" anchor="t">
            <a:noAutofit/>
          </a:bodyPr>
          <a:lstStyle>
            <a:defPPr algn="l">
              <a:defRPr sz="900" b="0">
                <a:solidFill>
                  <a:srgbClr val="555555"/>
                </a:solidFill>
                <a:latin typeface="Consolas"/>
                <a:ea typeface="Consolas"/>
                <a:cs typeface="Consolas"/>
              </a:defRPr>
            </a:defPPr>
          </a:lstStyle>
          <a:p>
            <a:pPr algn="l">
              <a:lnSpc>
                <a:spcPct val="110000"/>
              </a:lnSpc>
              <a:buNone/>
              <a:defRPr sz="900" b="0">
                <a:solidFill>
                  <a:srgbClr val="555555"/>
                </a:solidFill>
                <a:latin typeface="Consolas"/>
                <a:ea typeface="Consolas"/>
                <a:cs typeface="Consolas"/>
              </a:defRPr>
            </a:pPr>
            <a:r>
              <a:rPr sz="900" b="0">
                <a:solidFill>
                  <a:srgbClr val="555555"/>
                </a:solidFill>
                <a:latin typeface="Consolas"/>
                <a:ea typeface="Consolas"/>
                <a:cs typeface="Consolas"/>
              </a:rPr>
              <a:t>04 / DIVIDE AND CONQUER · EXERCISES</a:t>
            </a:r>
          </a:p>
        </p:txBody>
      </p:sp>
      <p:sp>
        <p:nvSpPr>
          <p:cNvPr id="5" name="page">
            <a:extLst>
              <a:ext uri="{FF2B5EF4-FFF2-40B4-BE49-F238E27FC236}">
                <a16:creationId xmlns:a16="http://schemas.microsoft.com/office/drawing/2014/main" id="{D44B6322-7653-4989-BEB7-7B0DB5126397}"/>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0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070</a:t>
            </a:r>
            <a:endParaRPr sz="1050" b="0">
              <a:solidFill>
                <a:srgbClr val="151515"/>
              </a:solidFill>
              <a:latin typeface="Consolas"/>
              <a:ea typeface="Consolas"/>
              <a:cs typeface="Consolas"/>
            </a:endParaRPr>
          </a:p>
        </p:txBody>
      </p:sp>
      <p:sp>
        <p:nvSpPr>
          <p:cNvPr id="6" name="직사각형 5">
            <a:extLst>
              <a:ext uri="{FF2B5EF4-FFF2-40B4-BE49-F238E27FC236}">
                <a16:creationId xmlns:a16="http://schemas.microsoft.com/office/drawing/2014/main" id="{F6D678E4-76BB-4310-8119-491B1675603E}"/>
              </a:ext>
            </a:extLst>
          </p:cNvPr>
          <p:cNvSpPr>
            <a:spLocks noGrp="1"/>
          </p:cNvSpPr>
          <p:nvPr/>
        </p:nvSpPr>
        <p:spPr>
          <a:xfrm>
            <a:off x="609600" y="6438900"/>
            <a:ext cx="10972800" cy="9525"/>
          </a:xfrm>
          <a:prstGeom prst="rect">
            <a:avLst/>
          </a:prstGeom>
          <a:solidFill>
            <a:srgbClr val="CCCCCC"/>
          </a:solidFill>
          <a:ln w="0">
            <a:noFill/>
          </a:ln>
        </p:spPr>
      </p:sp>
      <p:sp>
        <p:nvSpPr>
          <p:cNvPr id="7" name="직사각형 6">
            <a:extLst>
              <a:ext uri="{FF2B5EF4-FFF2-40B4-BE49-F238E27FC236}">
                <a16:creationId xmlns:a16="http://schemas.microsoft.com/office/drawing/2014/main" id="{6ED066B9-7484-4BD9-B22C-F629ECCE657A}"/>
              </a:ext>
            </a:extLst>
          </p:cNvPr>
          <p:cNvSpPr>
            <a:spLocks noGrp="1"/>
          </p:cNvSpPr>
          <p:nvPr/>
        </p:nvSpPr>
        <p:spPr>
          <a:xfrm>
            <a:off x="609600" y="1381125"/>
            <a:ext cx="10972800" cy="19050"/>
          </a:xfrm>
          <a:prstGeom prst="rect">
            <a:avLst/>
          </a:prstGeom>
          <a:solidFill>
            <a:srgbClr val="151515"/>
          </a:solidFill>
          <a:ln w="0">
            <a:noFill/>
          </a:ln>
        </p:spPr>
      </p:sp>
      <p:sp>
        <p:nvSpPr>
          <p:cNvPr id="8" name="prompt">
            <a:extLst>
              <a:ext uri="{FF2B5EF4-FFF2-40B4-BE49-F238E27FC236}">
                <a16:creationId xmlns:a16="http://schemas.microsoft.com/office/drawing/2014/main" id="{3BD0A643-6275-428F-9E91-83B30B0457D3}"/>
              </a:ext>
            </a:extLst>
          </p:cNvPr>
          <p:cNvSpPr>
            <a:spLocks noGrp="1"/>
          </p:cNvSpPr>
          <p:nvPr/>
        </p:nvSpPr>
        <p:spPr>
          <a:xfrm>
            <a:off x="609600" y="1714500"/>
            <a:ext cx="10972800" cy="1095375"/>
          </a:xfrm>
          <a:prstGeom prst="rect">
            <a:avLst/>
          </a:prstGeom>
          <a:noFill/>
          <a:ln w="0">
            <a:noFill/>
          </a:ln>
        </p:spPr>
        <p:txBody>
          <a:bodyPr wrap="none" lIns="0" tIns="0" rIns="0" bIns="0" anchor="t">
            <a:noAutofit/>
          </a:bodyPr>
          <a:lstStyle>
            <a:defPPr algn="l">
              <a:defRPr sz="1800" b="0">
                <a:solidFill>
                  <a:srgbClr val="555555"/>
                </a:solidFill>
                <a:latin typeface="Malgun Gothic"/>
                <a:ea typeface="Malgun Gothic"/>
                <a:cs typeface="Malgun Gothic"/>
              </a:defRPr>
            </a:defPPr>
          </a:lstStyle>
          <a:p>
            <a:pPr algn="l">
              <a:lnSpc>
                <a:spcPct val="110000"/>
              </a:lnSpc>
              <a:buNone/>
              <a:defRPr sz="1800" b="0">
                <a:solidFill>
                  <a:srgbClr val="555555"/>
                </a:solidFill>
                <a:latin typeface="Malgun Gothic"/>
                <a:ea typeface="Malgun Gothic"/>
                <a:cs typeface="Malgun Gothic"/>
              </a:defRPr>
            </a:pPr>
            <a:r>
              <a:rPr sz="1800" b="0">
                <a:solidFill>
                  <a:srgbClr val="555555"/>
                </a:solidFill>
                <a:latin typeface="Malgun Gothic"/>
                <a:ea typeface="Malgun Gothic"/>
                <a:cs typeface="Malgun Gothic"/>
              </a:rPr>
              <a:t>병합 중 A의 원소는 모두 사용했고 B에는 [3,7]이 남았다.</a:t>
            </a:r>
          </a:p>
          <a:p>
            <a:pPr algn="l">
              <a:lnSpc>
                <a:spcPct val="110000"/>
              </a:lnSpc>
              <a:buNone/>
              <a:defRPr sz="1800" b="0">
                <a:solidFill>
                  <a:srgbClr val="555555"/>
                </a:solidFill>
                <a:latin typeface="Malgun Gothic"/>
                <a:ea typeface="Malgun Gothic"/>
                <a:cs typeface="Malgun Gothic"/>
              </a:defRPr>
            </a:pPr>
            <a:r>
              <a:rPr sz="1800" b="0">
                <a:solidFill>
                  <a:srgbClr val="555555"/>
                </a:solidFill>
                <a:latin typeface="Malgun Gothic"/>
                <a:ea typeface="Malgun Gothic"/>
                <a:cs typeface="Malgun Gothic"/>
              </a:rPr>
              <a:t>남은 원소를 처리하는 올바른 방법은?</a:t>
            </a:r>
          </a:p>
        </p:txBody>
      </p:sp>
      <p:sp>
        <p:nvSpPr>
          <p:cNvPr id="9" name="answer-band">
            <a:extLst>
              <a:ext uri="{FF2B5EF4-FFF2-40B4-BE49-F238E27FC236}">
                <a16:creationId xmlns:a16="http://schemas.microsoft.com/office/drawing/2014/main" id="{7A063016-69F6-436C-888B-57092C8D6ACF}"/>
              </a:ext>
            </a:extLst>
          </p:cNvPr>
          <p:cNvSpPr>
            <a:spLocks noGrp="1"/>
          </p:cNvSpPr>
          <p:nvPr/>
        </p:nvSpPr>
        <p:spPr>
          <a:xfrm>
            <a:off x="609600" y="2952750"/>
            <a:ext cx="10972800" cy="723900"/>
          </a:xfrm>
          <a:prstGeom prst="rect">
            <a:avLst/>
          </a:prstGeom>
          <a:solidFill>
            <a:srgbClr val="151515"/>
          </a:solidFill>
          <a:ln w="0">
            <a:noFill/>
          </a:ln>
        </p:spPr>
      </p:sp>
      <p:sp>
        <p:nvSpPr>
          <p:cNvPr id="10" name="answer">
            <a:extLst>
              <a:ext uri="{FF2B5EF4-FFF2-40B4-BE49-F238E27FC236}">
                <a16:creationId xmlns:a16="http://schemas.microsoft.com/office/drawing/2014/main" id="{6EBD7D84-5AFE-479C-A12F-C8E16E629AA3}"/>
              </a:ext>
            </a:extLst>
          </p:cNvPr>
          <p:cNvSpPr>
            <a:spLocks noGrp="1"/>
          </p:cNvSpPr>
          <p:nvPr/>
        </p:nvSpPr>
        <p:spPr>
          <a:xfrm>
            <a:off x="876300" y="3162300"/>
            <a:ext cx="10439400" cy="457200"/>
          </a:xfrm>
          <a:prstGeom prst="rect">
            <a:avLst/>
          </a:prstGeom>
          <a:noFill/>
          <a:ln w="0">
            <a:noFill/>
          </a:ln>
        </p:spPr>
        <p:txBody>
          <a:bodyPr wrap="none" lIns="0" tIns="0" rIns="0" bIns="0" anchor="t">
            <a:noAutofit/>
          </a:bodyPr>
          <a:lstStyle>
            <a:defPPr algn="l">
              <a:defRPr sz="1950" b="1">
                <a:solidFill>
                  <a:srgbClr val="FFFFFF"/>
                </a:solidFill>
                <a:latin typeface="Malgun Gothic"/>
                <a:ea typeface="Malgun Gothic"/>
                <a:cs typeface="Malgun Gothic"/>
              </a:defRPr>
            </a:defPPr>
          </a:lstStyle>
          <a:p>
            <a:pPr algn="l">
              <a:lnSpc>
                <a:spcPct val="110000"/>
              </a:lnSpc>
              <a:buNone/>
              <a:defRPr sz="1950" b="1">
                <a:solidFill>
                  <a:srgbClr val="FFFFFF"/>
                </a:solidFill>
                <a:latin typeface="Malgun Gothic"/>
                <a:ea typeface="Malgun Gothic"/>
                <a:cs typeface="Malgun Gothic"/>
              </a:defRPr>
            </a:pPr>
            <a:r>
              <a:rPr sz="1950" b="1">
                <a:solidFill>
                  <a:srgbClr val="FFFFFF"/>
                </a:solidFill>
                <a:latin typeface="Malgun Gothic"/>
                <a:ea typeface="Malgun Gothic"/>
                <a:cs typeface="Malgun Gothic"/>
              </a:rPr>
              <a:t>1번 3과 7을 그 순서대로 결과 뒤에 붙인다</a:t>
            </a:r>
          </a:p>
        </p:txBody>
      </p:sp>
      <p:sp>
        <p:nvSpPr>
          <p:cNvPr id="11" name="explanation-label">
            <a:extLst>
              <a:ext uri="{FF2B5EF4-FFF2-40B4-BE49-F238E27FC236}">
                <a16:creationId xmlns:a16="http://schemas.microsoft.com/office/drawing/2014/main" id="{6952A4D8-898D-4575-BDC2-454633B71975}"/>
              </a:ext>
            </a:extLst>
          </p:cNvPr>
          <p:cNvSpPr>
            <a:spLocks noGrp="1"/>
          </p:cNvSpPr>
          <p:nvPr/>
        </p:nvSpPr>
        <p:spPr>
          <a:xfrm>
            <a:off x="609600" y="4019550"/>
            <a:ext cx="1143000" cy="304800"/>
          </a:xfrm>
          <a:prstGeom prst="rect">
            <a:avLst/>
          </a:prstGeom>
          <a:noFill/>
          <a:ln w="0">
            <a:noFill/>
          </a:ln>
        </p:spPr>
        <p:txBody>
          <a:bodyPr wrap="none" lIns="0" tIns="0" rIns="0" bIns="0" anchor="t">
            <a:noAutofit/>
          </a:bodyPr>
          <a:lstStyle>
            <a:defPPr algn="l">
              <a:defRPr sz="1800" b="1">
                <a:solidFill>
                  <a:srgbClr val="151515"/>
                </a:solidFill>
                <a:latin typeface="Malgun Gothic"/>
                <a:ea typeface="Malgun Gothic"/>
                <a:cs typeface="Malgun Gothic"/>
              </a:defRPr>
            </a:defPPr>
          </a:lstStyle>
          <a:p>
            <a:pPr algn="l">
              <a:lnSpc>
                <a:spcPct val="110000"/>
              </a:lnSpc>
              <a:buNone/>
              <a:defRPr sz="1800" b="1">
                <a:solidFill>
                  <a:srgbClr val="151515"/>
                </a:solidFill>
                <a:latin typeface="Malgun Gothic"/>
                <a:ea typeface="Malgun Gothic"/>
                <a:cs typeface="Malgun Gothic"/>
              </a:defRPr>
            </a:pPr>
            <a:r>
              <a:rPr sz="1800" b="1">
                <a:solidFill>
                  <a:srgbClr val="151515"/>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247F376B-86B8-479E-94F1-D11C3E04C2BC}"/>
              </a:ext>
            </a:extLst>
          </p:cNvPr>
          <p:cNvSpPr>
            <a:spLocks noGrp="1"/>
          </p:cNvSpPr>
          <p:nvPr/>
        </p:nvSpPr>
        <p:spPr>
          <a:xfrm>
            <a:off x="1752600" y="4210050"/>
            <a:ext cx="9829800" cy="9525"/>
          </a:xfrm>
          <a:prstGeom prst="rect">
            <a:avLst/>
          </a:prstGeom>
          <a:solidFill>
            <a:srgbClr val="CCCCCC"/>
          </a:solidFill>
          <a:ln w="0">
            <a:noFill/>
          </a:ln>
        </p:spPr>
      </p:sp>
      <p:sp>
        <p:nvSpPr>
          <p:cNvPr id="13" name="explanation">
            <a:extLst>
              <a:ext uri="{FF2B5EF4-FFF2-40B4-BE49-F238E27FC236}">
                <a16:creationId xmlns:a16="http://schemas.microsoft.com/office/drawing/2014/main" id="{DC548FC8-20EC-4272-82ED-AAEDCC2CCAC8}"/>
              </a:ext>
            </a:extLst>
          </p:cNvPr>
          <p:cNvSpPr>
            <a:spLocks noGrp="1"/>
          </p:cNvSpPr>
          <p:nvPr/>
        </p:nvSpPr>
        <p:spPr>
          <a:xfrm>
            <a:off x="609600" y="4495800"/>
            <a:ext cx="10972800" cy="1314450"/>
          </a:xfrm>
          <a:prstGeom prst="rect">
            <a:avLst/>
          </a:prstGeom>
          <a:noFill/>
          <a:ln w="0">
            <a:noFill/>
          </a:ln>
        </p:spPr>
        <p:txBody>
          <a:bodyPr wrap="none" lIns="0" tIns="0" rIns="0" bIns="0" anchor="t">
            <a:noAutofit/>
          </a:bodyPr>
          <a:lstStyle>
            <a:defPPr algn="l">
              <a:defRPr sz="1875" b="0">
                <a:solidFill>
                  <a:srgbClr val="555555"/>
                </a:solidFill>
                <a:latin typeface="Malgun Gothic"/>
                <a:ea typeface="Malgun Gothic"/>
                <a:cs typeface="Malgun Gothic"/>
              </a:defRPr>
            </a:defPPr>
          </a:lstStyle>
          <a:p>
            <a:pPr algn="l">
              <a:lnSpc>
                <a:spcPct val="110000"/>
              </a:lnSpc>
              <a:buNone/>
              <a:defRPr sz="1875" b="0">
                <a:solidFill>
                  <a:srgbClr val="555555"/>
                </a:solidFill>
                <a:latin typeface="Malgun Gothic"/>
                <a:ea typeface="Malgun Gothic"/>
                <a:cs typeface="Malgun Gothic"/>
              </a:defRPr>
            </a:pPr>
            <a:r>
              <a:rPr sz="1875" b="0">
                <a:solidFill>
                  <a:srgbClr val="555555"/>
                </a:solidFill>
                <a:latin typeface="Malgun Gothic"/>
                <a:ea typeface="Malgun Gothic"/>
                <a:cs typeface="Malgun Gothic"/>
              </a:rPr>
              <a:t>B 자체가 정렬되어 있으므로 남은 3, 7의 순서를 유지한다.</a:t>
            </a:r>
          </a:p>
          <a:p>
            <a:pPr algn="l">
              <a:lnSpc>
                <a:spcPct val="110000"/>
              </a:lnSpc>
              <a:buNone/>
              <a:defRPr sz="1875" b="0">
                <a:solidFill>
                  <a:srgbClr val="555555"/>
                </a:solidFill>
                <a:latin typeface="Malgun Gothic"/>
                <a:ea typeface="Malgun Gothic"/>
                <a:cs typeface="Malgun Gothic"/>
              </a:defRPr>
            </a:pPr>
            <a:r>
              <a:rPr sz="1875" b="0">
                <a:solidFill>
                  <a:srgbClr val="555555"/>
                </a:solidFill>
                <a:latin typeface="Malgun Gothic"/>
                <a:ea typeface="Malgun Gothic"/>
                <a:cs typeface="Malgun Gothic"/>
              </a:rPr>
              <a:t>반대쪽 배열이 비었으므로 두 배열 사이의 비교는 더 필요 없다.</a:t>
            </a:r>
          </a:p>
        </p:txBody>
      </p:sp>
    </p:spTree>
    <p:extLst>
      <p:ext uri="{BB962C8B-B14F-4D97-AF65-F5344CB8AC3E}">
        <p14:creationId xmlns:p14="http://schemas.microsoft.com/office/powerpoint/2010/main" val="1411054160"/>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section">
            <a:extLst>
              <a:ext uri="{FF2B5EF4-FFF2-40B4-BE49-F238E27FC236}">
                <a16:creationId xmlns:a16="http://schemas.microsoft.com/office/drawing/2014/main" id="{34D82751-3AEA-486A-A66A-68331083950E}"/>
              </a:ext>
            </a:extLst>
          </p:cNvPr>
          <p:cNvSpPr>
            <a:spLocks noGrp="1"/>
          </p:cNvSpPr>
          <p:nvPr/>
        </p:nvSpPr>
        <p:spPr>
          <a:xfrm>
            <a:off x="609600" y="266700"/>
            <a:ext cx="8096250" cy="266700"/>
          </a:xfrm>
          <a:prstGeom prst="rect">
            <a:avLst/>
          </a:prstGeom>
          <a:noFill/>
          <a:ln w="0">
            <a:noFill/>
          </a:ln>
        </p:spPr>
        <p:txBody>
          <a:bodyPr wrap="none" lIns="0" tIns="0" rIns="0" bIns="0" anchor="t">
            <a:noAutofit/>
          </a:bodyPr>
          <a:lstStyle>
            <a:defPPr algn="l">
              <a:defRPr sz="1050" b="0">
                <a:solidFill>
                  <a:srgbClr val="555555"/>
                </a:solidFill>
                <a:latin typeface="Malgun Gothic"/>
                <a:ea typeface="Malgun Gothic"/>
                <a:cs typeface="Malgun Gothic"/>
              </a:defRPr>
            </a:defPPr>
          </a:lstStyle>
          <a:p>
            <a:pPr algn="l">
              <a:lnSpc>
                <a:spcPct val="110000"/>
              </a:lnSpc>
              <a:buNone/>
              <a:defRPr sz="1050" b="0">
                <a:solidFill>
                  <a:srgbClr val="555555"/>
                </a:solidFill>
                <a:latin typeface="Malgun Gothic"/>
                <a:ea typeface="Malgun Gothic"/>
                <a:cs typeface="Malgun Gothic"/>
              </a:defRPr>
            </a:pPr>
            <a:r>
              <a:rPr sz="1050" b="0">
                <a:solidFill>
                  <a:srgbClr val="555555"/>
                </a:solidFill>
                <a:latin typeface="Malgun Gothic"/>
                <a:ea typeface="Malgun Gothic"/>
                <a:cs typeface="Malgun Gothic"/>
              </a:rPr>
              <a:t>4장 분할 정복  /  객관식</a:t>
            </a:r>
          </a:p>
        </p:txBody>
      </p:sp>
      <p:sp>
        <p:nvSpPr>
          <p:cNvPr id="2" name="brand">
            <a:extLst>
              <a:ext uri="{FF2B5EF4-FFF2-40B4-BE49-F238E27FC236}">
                <a16:creationId xmlns:a16="http://schemas.microsoft.com/office/drawing/2014/main" id="{096E4A2A-9984-46F2-BEB8-FE4D4C688C47}"/>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555555"/>
                </a:solidFill>
                <a:latin typeface="Malgun Gothic"/>
                <a:ea typeface="Malgun Gothic"/>
                <a:cs typeface="Malgun Gothic"/>
              </a:defRPr>
            </a:defPPr>
          </a:lstStyle>
          <a:p>
            <a:pPr algn="l">
              <a:lnSpc>
                <a:spcPct val="110000"/>
              </a:lnSpc>
              <a:buNone/>
              <a:defRPr sz="900" b="0">
                <a:solidFill>
                  <a:srgbClr val="555555"/>
                </a:solidFill>
                <a:latin typeface="Malgun Gothic"/>
                <a:ea typeface="Malgun Gothic"/>
                <a:cs typeface="Malgun Gothic"/>
              </a:defRPr>
            </a:pPr>
            <a:r>
              <a:rPr sz="900" b="0">
                <a:solidFill>
                  <a:srgbClr val="55555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69F1F6F5-67A1-4364-8BFF-4C99E2751A03}"/>
              </a:ext>
            </a:extLst>
          </p:cNvPr>
          <p:cNvSpPr>
            <a:spLocks noGrp="1"/>
          </p:cNvSpPr>
          <p:nvPr/>
        </p:nvSpPr>
        <p:spPr>
          <a:xfrm>
            <a:off x="609600" y="685800"/>
            <a:ext cx="10972800" cy="685800"/>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0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문제 36</a:t>
            </a:r>
          </a:p>
        </p:txBody>
      </p:sp>
      <p:sp>
        <p:nvSpPr>
          <p:cNvPr id="4" name="footer">
            <a:extLst>
              <a:ext uri="{FF2B5EF4-FFF2-40B4-BE49-F238E27FC236}">
                <a16:creationId xmlns:a16="http://schemas.microsoft.com/office/drawing/2014/main" id="{2AE786AB-BD1A-456A-A656-082665678A9D}"/>
              </a:ext>
            </a:extLst>
          </p:cNvPr>
          <p:cNvSpPr>
            <a:spLocks noGrp="1"/>
          </p:cNvSpPr>
          <p:nvPr/>
        </p:nvSpPr>
        <p:spPr>
          <a:xfrm>
            <a:off x="609600" y="6591300"/>
            <a:ext cx="9715500" cy="190500"/>
          </a:xfrm>
          <a:prstGeom prst="rect">
            <a:avLst/>
          </a:prstGeom>
          <a:noFill/>
          <a:ln w="0">
            <a:noFill/>
          </a:ln>
        </p:spPr>
        <p:txBody>
          <a:bodyPr wrap="none" lIns="0" tIns="0" rIns="0" bIns="0" anchor="t">
            <a:noAutofit/>
          </a:bodyPr>
          <a:lstStyle>
            <a:defPPr algn="l">
              <a:defRPr sz="900" b="0">
                <a:solidFill>
                  <a:srgbClr val="555555"/>
                </a:solidFill>
                <a:latin typeface="Consolas"/>
                <a:ea typeface="Consolas"/>
                <a:cs typeface="Consolas"/>
              </a:defRPr>
            </a:defPPr>
          </a:lstStyle>
          <a:p>
            <a:pPr algn="l">
              <a:lnSpc>
                <a:spcPct val="110000"/>
              </a:lnSpc>
              <a:buNone/>
              <a:defRPr sz="900" b="0">
                <a:solidFill>
                  <a:srgbClr val="555555"/>
                </a:solidFill>
                <a:latin typeface="Consolas"/>
                <a:ea typeface="Consolas"/>
                <a:cs typeface="Consolas"/>
              </a:defRPr>
            </a:pPr>
            <a:r>
              <a:rPr sz="900" b="0">
                <a:solidFill>
                  <a:srgbClr val="555555"/>
                </a:solidFill>
                <a:latin typeface="Consolas"/>
                <a:ea typeface="Consolas"/>
                <a:cs typeface="Consolas"/>
              </a:rPr>
              <a:t>04 / DIVIDE AND CONQUER · EXERCISES</a:t>
            </a:r>
          </a:p>
        </p:txBody>
      </p:sp>
      <p:sp>
        <p:nvSpPr>
          <p:cNvPr id="5" name="page">
            <a:extLst>
              <a:ext uri="{FF2B5EF4-FFF2-40B4-BE49-F238E27FC236}">
                <a16:creationId xmlns:a16="http://schemas.microsoft.com/office/drawing/2014/main" id="{9BD246DA-3BC7-4011-BE9C-48DDE1B49545}"/>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0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071</a:t>
            </a:r>
            <a:endParaRPr sz="1050" b="0">
              <a:solidFill>
                <a:srgbClr val="151515"/>
              </a:solidFill>
              <a:latin typeface="Consolas"/>
              <a:ea typeface="Consolas"/>
              <a:cs typeface="Consolas"/>
            </a:endParaRPr>
          </a:p>
        </p:txBody>
      </p:sp>
      <p:sp>
        <p:nvSpPr>
          <p:cNvPr id="6" name="직사각형 5">
            <a:extLst>
              <a:ext uri="{FF2B5EF4-FFF2-40B4-BE49-F238E27FC236}">
                <a16:creationId xmlns:a16="http://schemas.microsoft.com/office/drawing/2014/main" id="{EC9DBD9E-B638-47DF-85FD-7D5676985D87}"/>
              </a:ext>
            </a:extLst>
          </p:cNvPr>
          <p:cNvSpPr>
            <a:spLocks noGrp="1"/>
          </p:cNvSpPr>
          <p:nvPr/>
        </p:nvSpPr>
        <p:spPr>
          <a:xfrm>
            <a:off x="609600" y="6438900"/>
            <a:ext cx="10972800" cy="9525"/>
          </a:xfrm>
          <a:prstGeom prst="rect">
            <a:avLst/>
          </a:prstGeom>
          <a:solidFill>
            <a:srgbClr val="CCCCCC"/>
          </a:solidFill>
          <a:ln w="0">
            <a:noFill/>
          </a:ln>
        </p:spPr>
      </p:sp>
      <p:sp>
        <p:nvSpPr>
          <p:cNvPr id="7" name="prompt">
            <a:extLst>
              <a:ext uri="{FF2B5EF4-FFF2-40B4-BE49-F238E27FC236}">
                <a16:creationId xmlns:a16="http://schemas.microsoft.com/office/drawing/2014/main" id="{B1841C19-AFDF-4EE3-BB12-A2373EAAF891}"/>
              </a:ext>
            </a:extLst>
          </p:cNvPr>
          <p:cNvSpPr>
            <a:spLocks noGrp="1"/>
          </p:cNvSpPr>
          <p:nvPr/>
        </p:nvSpPr>
        <p:spPr>
          <a:xfrm>
            <a:off x="609600" y="1714500"/>
            <a:ext cx="10972800" cy="1381125"/>
          </a:xfrm>
          <a:prstGeom prst="rect">
            <a:avLst/>
          </a:prstGeom>
          <a:noFill/>
          <a:ln w="0">
            <a:noFill/>
          </a:ln>
        </p:spPr>
        <p:txBody>
          <a:bodyPr wrap="none" lIns="0" tIns="0" rIns="0" bIns="0" anchor="t">
            <a:noAutofit/>
          </a:bodyPr>
          <a:lstStyle>
            <a:defPPr algn="l">
              <a:defRPr sz="2100" b="0">
                <a:solidFill>
                  <a:srgbClr val="151515"/>
                </a:solidFill>
                <a:latin typeface="Malgun Gothic"/>
                <a:ea typeface="Malgun Gothic"/>
                <a:cs typeface="Malgun Gothic"/>
              </a:defRPr>
            </a:defPPr>
          </a:lstStyle>
          <a:p>
            <a:pPr algn="l">
              <a:lnSpc>
                <a:spcPct val="110000"/>
              </a:lnSpc>
              <a:buNone/>
              <a:defRPr sz="2100" b="0">
                <a:solidFill>
                  <a:srgbClr val="151515"/>
                </a:solidFill>
                <a:latin typeface="Malgun Gothic"/>
                <a:ea typeface="Malgun Gothic"/>
                <a:cs typeface="Malgun Gothic"/>
              </a:defRPr>
            </a:pPr>
            <a:r>
              <a:rPr sz="2100" b="0">
                <a:solidFill>
                  <a:srgbClr val="151515"/>
                </a:solidFill>
                <a:latin typeface="Malgun Gothic"/>
                <a:ea typeface="Malgun Gothic"/>
                <a:cs typeface="Malgun Gothic"/>
              </a:rPr>
              <a:t>A=[2,6], B=[1,5]를 i=0, j=0부터 병합한다.</a:t>
            </a:r>
          </a:p>
          <a:p>
            <a:pPr algn="l">
              <a:lnSpc>
                <a:spcPct val="110000"/>
              </a:lnSpc>
              <a:buNone/>
              <a:defRPr sz="2100" b="0">
                <a:solidFill>
                  <a:srgbClr val="151515"/>
                </a:solidFill>
                <a:latin typeface="Malgun Gothic"/>
                <a:ea typeface="Malgun Gothic"/>
                <a:cs typeface="Malgun Gothic"/>
              </a:defRPr>
            </a:pPr>
            <a:r>
              <a:rPr sz="2100" b="0">
                <a:solidFill>
                  <a:srgbClr val="151515"/>
                </a:solidFill>
                <a:latin typeface="Malgun Gothic"/>
                <a:ea typeface="Malgun Gothic"/>
                <a:cs typeface="Malgun Gothic"/>
              </a:rPr>
              <a:t>1, 2를 차례로 결과에 넣은 직후의 i, j는?</a:t>
            </a:r>
          </a:p>
        </p:txBody>
      </p:sp>
      <p:sp>
        <p:nvSpPr>
          <p:cNvPr id="8" name="option-number-0">
            <a:extLst>
              <a:ext uri="{FF2B5EF4-FFF2-40B4-BE49-F238E27FC236}">
                <a16:creationId xmlns:a16="http://schemas.microsoft.com/office/drawing/2014/main" id="{93E8FD4E-B700-46EE-ADDE-692C13B1DCB6}"/>
              </a:ext>
            </a:extLst>
          </p:cNvPr>
          <p:cNvSpPr>
            <a:spLocks noGrp="1"/>
          </p:cNvSpPr>
          <p:nvPr/>
        </p:nvSpPr>
        <p:spPr>
          <a:xfrm>
            <a:off x="685800" y="3048000"/>
            <a:ext cx="400050" cy="323850"/>
          </a:xfrm>
          <a:prstGeom prst="rect">
            <a:avLst/>
          </a:prstGeom>
          <a:noFill/>
          <a:ln w="0">
            <a:noFill/>
          </a:ln>
        </p:spPr>
        <p:txBody>
          <a:bodyPr wrap="none" lIns="0" tIns="0" rIns="0" bIns="0" anchor="t">
            <a:noAutofit/>
          </a:bodyPr>
          <a:lstStyle>
            <a:defPPr algn="l">
              <a:defRPr sz="1800" b="1">
                <a:solidFill>
                  <a:srgbClr val="151515"/>
                </a:solidFill>
                <a:latin typeface="Malgun Gothic"/>
                <a:ea typeface="Malgun Gothic"/>
                <a:cs typeface="Malgun Gothic"/>
              </a:defRPr>
            </a:defPPr>
          </a:lstStyle>
          <a:p>
            <a:pPr algn="l">
              <a:lnSpc>
                <a:spcPct val="110000"/>
              </a:lnSpc>
              <a:buNone/>
              <a:defRPr sz="1800" b="1">
                <a:solidFill>
                  <a:srgbClr val="151515"/>
                </a:solidFill>
                <a:latin typeface="Malgun Gothic"/>
                <a:ea typeface="Malgun Gothic"/>
                <a:cs typeface="Malgun Gothic"/>
              </a:defRPr>
            </a:pPr>
            <a:r>
              <a:rPr sz="1800" b="1">
                <a:solidFill>
                  <a:srgbClr val="151515"/>
                </a:solidFill>
                <a:latin typeface="Malgun Gothic"/>
                <a:ea typeface="Malgun Gothic"/>
                <a:cs typeface="Malgun Gothic"/>
              </a:rPr>
              <a:t>1</a:t>
            </a:r>
          </a:p>
        </p:txBody>
      </p:sp>
      <p:sp>
        <p:nvSpPr>
          <p:cNvPr id="9" name="option-0">
            <a:extLst>
              <a:ext uri="{FF2B5EF4-FFF2-40B4-BE49-F238E27FC236}">
                <a16:creationId xmlns:a16="http://schemas.microsoft.com/office/drawing/2014/main" id="{E253B3D3-FE76-4469-9B40-5A27B23065E0}"/>
              </a:ext>
            </a:extLst>
          </p:cNvPr>
          <p:cNvSpPr>
            <a:spLocks noGrp="1"/>
          </p:cNvSpPr>
          <p:nvPr/>
        </p:nvSpPr>
        <p:spPr>
          <a:xfrm>
            <a:off x="1181100" y="3048000"/>
            <a:ext cx="10401300" cy="342900"/>
          </a:xfrm>
          <a:prstGeom prst="rect">
            <a:avLst/>
          </a:prstGeom>
          <a:noFill/>
          <a:ln w="0">
            <a:noFill/>
          </a:ln>
        </p:spPr>
        <p:txBody>
          <a:bodyPr wrap="none" lIns="0" tIns="0" rIns="0" bIns="0" anchor="t">
            <a:noAutofit/>
          </a:bodyPr>
          <a:lstStyle>
            <a:defPPr algn="l">
              <a:defRPr sz="1875" b="0">
                <a:solidFill>
                  <a:srgbClr val="151515"/>
                </a:solidFill>
                <a:latin typeface="Malgun Gothic"/>
                <a:ea typeface="Malgun Gothic"/>
                <a:cs typeface="Malgun Gothic"/>
              </a:defRPr>
            </a:defPPr>
          </a:lstStyle>
          <a:p>
            <a:pPr algn="l">
              <a:lnSpc>
                <a:spcPct val="110000"/>
              </a:lnSpc>
              <a:buNone/>
              <a:defRPr sz="1875" b="0">
                <a:solidFill>
                  <a:srgbClr val="151515"/>
                </a:solidFill>
                <a:latin typeface="Malgun Gothic"/>
                <a:ea typeface="Malgun Gothic"/>
                <a:cs typeface="Malgun Gothic"/>
              </a:defRPr>
            </a:pPr>
            <a:r>
              <a:rPr sz="1875" b="0">
                <a:solidFill>
                  <a:srgbClr val="151515"/>
                </a:solidFill>
                <a:latin typeface="Malgun Gothic"/>
                <a:ea typeface="Malgun Gothic"/>
                <a:cs typeface="Malgun Gothic"/>
              </a:rPr>
              <a:t>i=2, j=0</a:t>
            </a:r>
          </a:p>
        </p:txBody>
      </p:sp>
      <p:sp>
        <p:nvSpPr>
          <p:cNvPr id="10" name="직사각형 9">
            <a:extLst>
              <a:ext uri="{FF2B5EF4-FFF2-40B4-BE49-F238E27FC236}">
                <a16:creationId xmlns:a16="http://schemas.microsoft.com/office/drawing/2014/main" id="{42C969D3-9D49-4224-A4A7-3701B52C8E8C}"/>
              </a:ext>
            </a:extLst>
          </p:cNvPr>
          <p:cNvSpPr>
            <a:spLocks noGrp="1"/>
          </p:cNvSpPr>
          <p:nvPr/>
        </p:nvSpPr>
        <p:spPr>
          <a:xfrm>
            <a:off x="1181100" y="3562350"/>
            <a:ext cx="10401300" cy="9525"/>
          </a:xfrm>
          <a:prstGeom prst="rect">
            <a:avLst/>
          </a:prstGeom>
          <a:solidFill>
            <a:srgbClr val="DDDDDD"/>
          </a:solidFill>
          <a:ln w="0">
            <a:noFill/>
          </a:ln>
        </p:spPr>
      </p:sp>
      <p:sp>
        <p:nvSpPr>
          <p:cNvPr id="11" name="option-number-1">
            <a:extLst>
              <a:ext uri="{FF2B5EF4-FFF2-40B4-BE49-F238E27FC236}">
                <a16:creationId xmlns:a16="http://schemas.microsoft.com/office/drawing/2014/main" id="{AFC61BFF-35BD-41A9-8883-A665282BF66F}"/>
              </a:ext>
            </a:extLst>
          </p:cNvPr>
          <p:cNvSpPr>
            <a:spLocks noGrp="1"/>
          </p:cNvSpPr>
          <p:nvPr/>
        </p:nvSpPr>
        <p:spPr>
          <a:xfrm>
            <a:off x="685800" y="3676650"/>
            <a:ext cx="400050" cy="323850"/>
          </a:xfrm>
          <a:prstGeom prst="rect">
            <a:avLst/>
          </a:prstGeom>
          <a:noFill/>
          <a:ln w="0">
            <a:noFill/>
          </a:ln>
        </p:spPr>
        <p:txBody>
          <a:bodyPr wrap="none" lIns="0" tIns="0" rIns="0" bIns="0" anchor="t">
            <a:noAutofit/>
          </a:bodyPr>
          <a:lstStyle>
            <a:defPPr algn="l">
              <a:defRPr sz="1800" b="1">
                <a:solidFill>
                  <a:srgbClr val="151515"/>
                </a:solidFill>
                <a:latin typeface="Malgun Gothic"/>
                <a:ea typeface="Malgun Gothic"/>
                <a:cs typeface="Malgun Gothic"/>
              </a:defRPr>
            </a:defPPr>
          </a:lstStyle>
          <a:p>
            <a:pPr algn="l">
              <a:lnSpc>
                <a:spcPct val="110000"/>
              </a:lnSpc>
              <a:buNone/>
              <a:defRPr sz="1800" b="1">
                <a:solidFill>
                  <a:srgbClr val="151515"/>
                </a:solidFill>
                <a:latin typeface="Malgun Gothic"/>
                <a:ea typeface="Malgun Gothic"/>
                <a:cs typeface="Malgun Gothic"/>
              </a:defRPr>
            </a:pPr>
            <a:r>
              <a:rPr sz="1800" b="1">
                <a:solidFill>
                  <a:srgbClr val="151515"/>
                </a:solidFill>
                <a:latin typeface="Malgun Gothic"/>
                <a:ea typeface="Malgun Gothic"/>
                <a:cs typeface="Malgun Gothic"/>
              </a:rPr>
              <a:t>2</a:t>
            </a:r>
          </a:p>
        </p:txBody>
      </p:sp>
      <p:sp>
        <p:nvSpPr>
          <p:cNvPr id="12" name="option-1">
            <a:extLst>
              <a:ext uri="{FF2B5EF4-FFF2-40B4-BE49-F238E27FC236}">
                <a16:creationId xmlns:a16="http://schemas.microsoft.com/office/drawing/2014/main" id="{A1E84AD3-2594-4C80-841E-A4E788339986}"/>
              </a:ext>
            </a:extLst>
          </p:cNvPr>
          <p:cNvSpPr>
            <a:spLocks noGrp="1"/>
          </p:cNvSpPr>
          <p:nvPr/>
        </p:nvSpPr>
        <p:spPr>
          <a:xfrm>
            <a:off x="1181100" y="3676650"/>
            <a:ext cx="10401300" cy="342900"/>
          </a:xfrm>
          <a:prstGeom prst="rect">
            <a:avLst/>
          </a:prstGeom>
          <a:noFill/>
          <a:ln w="0">
            <a:noFill/>
          </a:ln>
        </p:spPr>
        <p:txBody>
          <a:bodyPr wrap="none" lIns="0" tIns="0" rIns="0" bIns="0" anchor="t">
            <a:noAutofit/>
          </a:bodyPr>
          <a:lstStyle>
            <a:defPPr algn="l">
              <a:defRPr sz="1875" b="0">
                <a:solidFill>
                  <a:srgbClr val="151515"/>
                </a:solidFill>
                <a:latin typeface="Malgun Gothic"/>
                <a:ea typeface="Malgun Gothic"/>
                <a:cs typeface="Malgun Gothic"/>
              </a:defRPr>
            </a:defPPr>
          </a:lstStyle>
          <a:p>
            <a:pPr algn="l">
              <a:lnSpc>
                <a:spcPct val="110000"/>
              </a:lnSpc>
              <a:buNone/>
              <a:defRPr sz="1875" b="0">
                <a:solidFill>
                  <a:srgbClr val="151515"/>
                </a:solidFill>
                <a:latin typeface="Malgun Gothic"/>
                <a:ea typeface="Malgun Gothic"/>
                <a:cs typeface="Malgun Gothic"/>
              </a:defRPr>
            </a:pPr>
            <a:r>
              <a:rPr sz="1875" b="0">
                <a:solidFill>
                  <a:srgbClr val="151515"/>
                </a:solidFill>
                <a:latin typeface="Malgun Gothic"/>
                <a:ea typeface="Malgun Gothic"/>
                <a:cs typeface="Malgun Gothic"/>
              </a:rPr>
              <a:t>i=0, j=2</a:t>
            </a:r>
          </a:p>
        </p:txBody>
      </p:sp>
      <p:sp>
        <p:nvSpPr>
          <p:cNvPr id="13" name="직사각형 12">
            <a:extLst>
              <a:ext uri="{FF2B5EF4-FFF2-40B4-BE49-F238E27FC236}">
                <a16:creationId xmlns:a16="http://schemas.microsoft.com/office/drawing/2014/main" id="{E8CD7F14-4DB8-418E-8C81-1174D31EEFBD}"/>
              </a:ext>
            </a:extLst>
          </p:cNvPr>
          <p:cNvSpPr>
            <a:spLocks noGrp="1"/>
          </p:cNvSpPr>
          <p:nvPr/>
        </p:nvSpPr>
        <p:spPr>
          <a:xfrm>
            <a:off x="1181100" y="4191000"/>
            <a:ext cx="10401300" cy="9525"/>
          </a:xfrm>
          <a:prstGeom prst="rect">
            <a:avLst/>
          </a:prstGeom>
          <a:solidFill>
            <a:srgbClr val="DDDDDD"/>
          </a:solidFill>
          <a:ln w="0">
            <a:noFill/>
          </a:ln>
        </p:spPr>
      </p:sp>
      <p:sp>
        <p:nvSpPr>
          <p:cNvPr id="14" name="option-number-2">
            <a:extLst>
              <a:ext uri="{FF2B5EF4-FFF2-40B4-BE49-F238E27FC236}">
                <a16:creationId xmlns:a16="http://schemas.microsoft.com/office/drawing/2014/main" id="{7E5B995E-0EE6-4E5F-9D3A-31AF2264D92E}"/>
              </a:ext>
            </a:extLst>
          </p:cNvPr>
          <p:cNvSpPr>
            <a:spLocks noGrp="1"/>
          </p:cNvSpPr>
          <p:nvPr/>
        </p:nvSpPr>
        <p:spPr>
          <a:xfrm>
            <a:off x="685800" y="4305300"/>
            <a:ext cx="400050" cy="323850"/>
          </a:xfrm>
          <a:prstGeom prst="rect">
            <a:avLst/>
          </a:prstGeom>
          <a:noFill/>
          <a:ln w="0">
            <a:noFill/>
          </a:ln>
        </p:spPr>
        <p:txBody>
          <a:bodyPr wrap="none" lIns="0" tIns="0" rIns="0" bIns="0" anchor="t">
            <a:noAutofit/>
          </a:bodyPr>
          <a:lstStyle>
            <a:defPPr algn="l">
              <a:defRPr sz="1800" b="1">
                <a:solidFill>
                  <a:srgbClr val="151515"/>
                </a:solidFill>
                <a:latin typeface="Malgun Gothic"/>
                <a:ea typeface="Malgun Gothic"/>
                <a:cs typeface="Malgun Gothic"/>
              </a:defRPr>
            </a:defPPr>
          </a:lstStyle>
          <a:p>
            <a:pPr algn="l">
              <a:lnSpc>
                <a:spcPct val="110000"/>
              </a:lnSpc>
              <a:buNone/>
              <a:defRPr sz="1800" b="1">
                <a:solidFill>
                  <a:srgbClr val="151515"/>
                </a:solidFill>
                <a:latin typeface="Malgun Gothic"/>
                <a:ea typeface="Malgun Gothic"/>
                <a:cs typeface="Malgun Gothic"/>
              </a:defRPr>
            </a:pPr>
            <a:r>
              <a:rPr sz="1800" b="1">
                <a:solidFill>
                  <a:srgbClr val="151515"/>
                </a:solidFill>
                <a:latin typeface="Malgun Gothic"/>
                <a:ea typeface="Malgun Gothic"/>
                <a:cs typeface="Malgun Gothic"/>
              </a:rPr>
              <a:t>3</a:t>
            </a:r>
          </a:p>
        </p:txBody>
      </p:sp>
      <p:sp>
        <p:nvSpPr>
          <p:cNvPr id="15" name="option-2">
            <a:extLst>
              <a:ext uri="{FF2B5EF4-FFF2-40B4-BE49-F238E27FC236}">
                <a16:creationId xmlns:a16="http://schemas.microsoft.com/office/drawing/2014/main" id="{13A3D4B4-6182-44E9-A121-1F658D551759}"/>
              </a:ext>
            </a:extLst>
          </p:cNvPr>
          <p:cNvSpPr>
            <a:spLocks noGrp="1"/>
          </p:cNvSpPr>
          <p:nvPr/>
        </p:nvSpPr>
        <p:spPr>
          <a:xfrm>
            <a:off x="1181100" y="4305300"/>
            <a:ext cx="10401300" cy="342900"/>
          </a:xfrm>
          <a:prstGeom prst="rect">
            <a:avLst/>
          </a:prstGeom>
          <a:noFill/>
          <a:ln w="0">
            <a:noFill/>
          </a:ln>
        </p:spPr>
        <p:txBody>
          <a:bodyPr wrap="none" lIns="0" tIns="0" rIns="0" bIns="0" anchor="t">
            <a:noAutofit/>
          </a:bodyPr>
          <a:lstStyle>
            <a:defPPr algn="l">
              <a:defRPr sz="1875" b="0">
                <a:solidFill>
                  <a:srgbClr val="151515"/>
                </a:solidFill>
                <a:latin typeface="Malgun Gothic"/>
                <a:ea typeface="Malgun Gothic"/>
                <a:cs typeface="Malgun Gothic"/>
              </a:defRPr>
            </a:defPPr>
          </a:lstStyle>
          <a:p>
            <a:pPr algn="l">
              <a:lnSpc>
                <a:spcPct val="110000"/>
              </a:lnSpc>
              <a:buNone/>
              <a:defRPr sz="1875" b="0">
                <a:solidFill>
                  <a:srgbClr val="151515"/>
                </a:solidFill>
                <a:latin typeface="Malgun Gothic"/>
                <a:ea typeface="Malgun Gothic"/>
                <a:cs typeface="Malgun Gothic"/>
              </a:defRPr>
            </a:pPr>
            <a:r>
              <a:rPr sz="1875" b="0">
                <a:solidFill>
                  <a:srgbClr val="151515"/>
                </a:solidFill>
                <a:latin typeface="Malgun Gothic"/>
                <a:ea typeface="Malgun Gothic"/>
                <a:cs typeface="Malgun Gothic"/>
              </a:rPr>
              <a:t>i=0, j=1</a:t>
            </a:r>
          </a:p>
        </p:txBody>
      </p:sp>
      <p:sp>
        <p:nvSpPr>
          <p:cNvPr id="16" name="직사각형 15">
            <a:extLst>
              <a:ext uri="{FF2B5EF4-FFF2-40B4-BE49-F238E27FC236}">
                <a16:creationId xmlns:a16="http://schemas.microsoft.com/office/drawing/2014/main" id="{97AA9FA9-8C21-4581-B582-CBB9139957F6}"/>
              </a:ext>
            </a:extLst>
          </p:cNvPr>
          <p:cNvSpPr>
            <a:spLocks noGrp="1"/>
          </p:cNvSpPr>
          <p:nvPr/>
        </p:nvSpPr>
        <p:spPr>
          <a:xfrm>
            <a:off x="1181100" y="4819650"/>
            <a:ext cx="10401300" cy="9525"/>
          </a:xfrm>
          <a:prstGeom prst="rect">
            <a:avLst/>
          </a:prstGeom>
          <a:solidFill>
            <a:srgbClr val="DDDDDD"/>
          </a:solidFill>
          <a:ln w="0">
            <a:noFill/>
          </a:ln>
        </p:spPr>
      </p:sp>
      <p:sp>
        <p:nvSpPr>
          <p:cNvPr id="17" name="option-number-3">
            <a:extLst>
              <a:ext uri="{FF2B5EF4-FFF2-40B4-BE49-F238E27FC236}">
                <a16:creationId xmlns:a16="http://schemas.microsoft.com/office/drawing/2014/main" id="{D228DD05-126F-404B-B349-D9EF2E08539D}"/>
              </a:ext>
            </a:extLst>
          </p:cNvPr>
          <p:cNvSpPr>
            <a:spLocks noGrp="1"/>
          </p:cNvSpPr>
          <p:nvPr/>
        </p:nvSpPr>
        <p:spPr>
          <a:xfrm>
            <a:off x="685800" y="4933950"/>
            <a:ext cx="400050" cy="323850"/>
          </a:xfrm>
          <a:prstGeom prst="rect">
            <a:avLst/>
          </a:prstGeom>
          <a:noFill/>
          <a:ln w="0">
            <a:noFill/>
          </a:ln>
        </p:spPr>
        <p:txBody>
          <a:bodyPr wrap="none" lIns="0" tIns="0" rIns="0" bIns="0" anchor="t">
            <a:noAutofit/>
          </a:bodyPr>
          <a:lstStyle>
            <a:defPPr algn="l">
              <a:defRPr sz="1800" b="1">
                <a:solidFill>
                  <a:srgbClr val="151515"/>
                </a:solidFill>
                <a:latin typeface="Malgun Gothic"/>
                <a:ea typeface="Malgun Gothic"/>
                <a:cs typeface="Malgun Gothic"/>
              </a:defRPr>
            </a:defPPr>
          </a:lstStyle>
          <a:p>
            <a:pPr algn="l">
              <a:lnSpc>
                <a:spcPct val="110000"/>
              </a:lnSpc>
              <a:buNone/>
              <a:defRPr sz="1800" b="1">
                <a:solidFill>
                  <a:srgbClr val="151515"/>
                </a:solidFill>
                <a:latin typeface="Malgun Gothic"/>
                <a:ea typeface="Malgun Gothic"/>
                <a:cs typeface="Malgun Gothic"/>
              </a:defRPr>
            </a:pPr>
            <a:r>
              <a:rPr sz="1800" b="1">
                <a:solidFill>
                  <a:srgbClr val="151515"/>
                </a:solidFill>
                <a:latin typeface="Malgun Gothic"/>
                <a:ea typeface="Malgun Gothic"/>
                <a:cs typeface="Malgun Gothic"/>
              </a:rPr>
              <a:t>4</a:t>
            </a:r>
          </a:p>
        </p:txBody>
      </p:sp>
      <p:sp>
        <p:nvSpPr>
          <p:cNvPr id="18" name="option-3">
            <a:extLst>
              <a:ext uri="{FF2B5EF4-FFF2-40B4-BE49-F238E27FC236}">
                <a16:creationId xmlns:a16="http://schemas.microsoft.com/office/drawing/2014/main" id="{26DCB9DC-86FD-4079-8ADB-9F93862C3743}"/>
              </a:ext>
            </a:extLst>
          </p:cNvPr>
          <p:cNvSpPr>
            <a:spLocks noGrp="1"/>
          </p:cNvSpPr>
          <p:nvPr/>
        </p:nvSpPr>
        <p:spPr>
          <a:xfrm>
            <a:off x="1181100" y="4933950"/>
            <a:ext cx="10401300" cy="342900"/>
          </a:xfrm>
          <a:prstGeom prst="rect">
            <a:avLst/>
          </a:prstGeom>
          <a:noFill/>
          <a:ln w="0">
            <a:noFill/>
          </a:ln>
        </p:spPr>
        <p:txBody>
          <a:bodyPr wrap="none" lIns="0" tIns="0" rIns="0" bIns="0" anchor="t">
            <a:noAutofit/>
          </a:bodyPr>
          <a:lstStyle>
            <a:defPPr algn="l">
              <a:defRPr sz="1875" b="0">
                <a:solidFill>
                  <a:srgbClr val="151515"/>
                </a:solidFill>
                <a:latin typeface="Malgun Gothic"/>
                <a:ea typeface="Malgun Gothic"/>
                <a:cs typeface="Malgun Gothic"/>
              </a:defRPr>
            </a:defPPr>
          </a:lstStyle>
          <a:p>
            <a:pPr algn="l">
              <a:lnSpc>
                <a:spcPct val="110000"/>
              </a:lnSpc>
              <a:buNone/>
              <a:defRPr sz="1875" b="0">
                <a:solidFill>
                  <a:srgbClr val="151515"/>
                </a:solidFill>
                <a:latin typeface="Malgun Gothic"/>
                <a:ea typeface="Malgun Gothic"/>
                <a:cs typeface="Malgun Gothic"/>
              </a:defRPr>
            </a:pPr>
            <a:r>
              <a:rPr sz="1875" b="0">
                <a:solidFill>
                  <a:srgbClr val="151515"/>
                </a:solidFill>
                <a:latin typeface="Malgun Gothic"/>
                <a:ea typeface="Malgun Gothic"/>
                <a:cs typeface="Malgun Gothic"/>
              </a:rPr>
              <a:t>i=1, j=0</a:t>
            </a:r>
          </a:p>
        </p:txBody>
      </p:sp>
      <p:sp>
        <p:nvSpPr>
          <p:cNvPr id="19" name="직사각형 18">
            <a:extLst>
              <a:ext uri="{FF2B5EF4-FFF2-40B4-BE49-F238E27FC236}">
                <a16:creationId xmlns:a16="http://schemas.microsoft.com/office/drawing/2014/main" id="{3BC6D3E2-7034-4C89-B6E3-D6DC31C3512E}"/>
              </a:ext>
            </a:extLst>
          </p:cNvPr>
          <p:cNvSpPr>
            <a:spLocks noGrp="1"/>
          </p:cNvSpPr>
          <p:nvPr/>
        </p:nvSpPr>
        <p:spPr>
          <a:xfrm>
            <a:off x="1181100" y="5448300"/>
            <a:ext cx="10401300" cy="9525"/>
          </a:xfrm>
          <a:prstGeom prst="rect">
            <a:avLst/>
          </a:prstGeom>
          <a:solidFill>
            <a:srgbClr val="DDDDDD"/>
          </a:solidFill>
          <a:ln w="0">
            <a:noFill/>
          </a:ln>
        </p:spPr>
      </p:sp>
      <p:sp>
        <p:nvSpPr>
          <p:cNvPr id="20" name="option-number-4">
            <a:extLst>
              <a:ext uri="{FF2B5EF4-FFF2-40B4-BE49-F238E27FC236}">
                <a16:creationId xmlns:a16="http://schemas.microsoft.com/office/drawing/2014/main" id="{CFCEF6D6-5624-4D8F-A772-6A1947F6A8CD}"/>
              </a:ext>
            </a:extLst>
          </p:cNvPr>
          <p:cNvSpPr>
            <a:spLocks noGrp="1"/>
          </p:cNvSpPr>
          <p:nvPr/>
        </p:nvSpPr>
        <p:spPr>
          <a:xfrm>
            <a:off x="685800" y="5562600"/>
            <a:ext cx="400050" cy="323850"/>
          </a:xfrm>
          <a:prstGeom prst="rect">
            <a:avLst/>
          </a:prstGeom>
          <a:noFill/>
          <a:ln w="0">
            <a:noFill/>
          </a:ln>
        </p:spPr>
        <p:txBody>
          <a:bodyPr wrap="none" lIns="0" tIns="0" rIns="0" bIns="0" anchor="t">
            <a:noAutofit/>
          </a:bodyPr>
          <a:lstStyle>
            <a:defPPr algn="l">
              <a:defRPr sz="1800" b="1">
                <a:solidFill>
                  <a:srgbClr val="151515"/>
                </a:solidFill>
                <a:latin typeface="Malgun Gothic"/>
                <a:ea typeface="Malgun Gothic"/>
                <a:cs typeface="Malgun Gothic"/>
              </a:defRPr>
            </a:defPPr>
          </a:lstStyle>
          <a:p>
            <a:pPr algn="l">
              <a:lnSpc>
                <a:spcPct val="110000"/>
              </a:lnSpc>
              <a:buNone/>
              <a:defRPr sz="1800" b="1">
                <a:solidFill>
                  <a:srgbClr val="151515"/>
                </a:solidFill>
                <a:latin typeface="Malgun Gothic"/>
                <a:ea typeface="Malgun Gothic"/>
                <a:cs typeface="Malgun Gothic"/>
              </a:defRPr>
            </a:pPr>
            <a:r>
              <a:rPr sz="1800" b="1">
                <a:solidFill>
                  <a:srgbClr val="151515"/>
                </a:solidFill>
                <a:latin typeface="Malgun Gothic"/>
                <a:ea typeface="Malgun Gothic"/>
                <a:cs typeface="Malgun Gothic"/>
              </a:rPr>
              <a:t>5</a:t>
            </a:r>
          </a:p>
        </p:txBody>
      </p:sp>
      <p:sp>
        <p:nvSpPr>
          <p:cNvPr id="21" name="option-4">
            <a:extLst>
              <a:ext uri="{FF2B5EF4-FFF2-40B4-BE49-F238E27FC236}">
                <a16:creationId xmlns:a16="http://schemas.microsoft.com/office/drawing/2014/main" id="{006C15E3-851F-4228-8423-4AAD9F5B80DA}"/>
              </a:ext>
            </a:extLst>
          </p:cNvPr>
          <p:cNvSpPr>
            <a:spLocks noGrp="1"/>
          </p:cNvSpPr>
          <p:nvPr/>
        </p:nvSpPr>
        <p:spPr>
          <a:xfrm>
            <a:off x="1181100" y="5562600"/>
            <a:ext cx="10401300" cy="342900"/>
          </a:xfrm>
          <a:prstGeom prst="rect">
            <a:avLst/>
          </a:prstGeom>
          <a:noFill/>
          <a:ln w="0">
            <a:noFill/>
          </a:ln>
        </p:spPr>
        <p:txBody>
          <a:bodyPr wrap="none" lIns="0" tIns="0" rIns="0" bIns="0" anchor="t">
            <a:noAutofit/>
          </a:bodyPr>
          <a:lstStyle>
            <a:defPPr algn="l">
              <a:defRPr sz="1875" b="0">
                <a:solidFill>
                  <a:srgbClr val="151515"/>
                </a:solidFill>
                <a:latin typeface="Malgun Gothic"/>
                <a:ea typeface="Malgun Gothic"/>
                <a:cs typeface="Malgun Gothic"/>
              </a:defRPr>
            </a:defPPr>
          </a:lstStyle>
          <a:p>
            <a:pPr algn="l">
              <a:lnSpc>
                <a:spcPct val="110000"/>
              </a:lnSpc>
              <a:buNone/>
              <a:defRPr sz="1875" b="0">
                <a:solidFill>
                  <a:srgbClr val="151515"/>
                </a:solidFill>
                <a:latin typeface="Malgun Gothic"/>
                <a:ea typeface="Malgun Gothic"/>
                <a:cs typeface="Malgun Gothic"/>
              </a:defRPr>
            </a:pPr>
            <a:r>
              <a:rPr sz="1875" b="0">
                <a:solidFill>
                  <a:srgbClr val="151515"/>
                </a:solidFill>
                <a:latin typeface="Malgun Gothic"/>
                <a:ea typeface="Malgun Gothic"/>
                <a:cs typeface="Malgun Gothic"/>
              </a:rPr>
              <a:t>i=1, j=1</a:t>
            </a:r>
          </a:p>
        </p:txBody>
      </p:sp>
    </p:spTree>
    <p:extLst>
      <p:ext uri="{BB962C8B-B14F-4D97-AF65-F5344CB8AC3E}">
        <p14:creationId xmlns:p14="http://schemas.microsoft.com/office/powerpoint/2010/main" val="1914893672"/>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section">
            <a:extLst>
              <a:ext uri="{FF2B5EF4-FFF2-40B4-BE49-F238E27FC236}">
                <a16:creationId xmlns:a16="http://schemas.microsoft.com/office/drawing/2014/main" id="{396338C8-3196-4C31-9ECC-0F36695627AB}"/>
              </a:ext>
            </a:extLst>
          </p:cNvPr>
          <p:cNvSpPr>
            <a:spLocks noGrp="1"/>
          </p:cNvSpPr>
          <p:nvPr/>
        </p:nvSpPr>
        <p:spPr>
          <a:xfrm>
            <a:off x="609600" y="266700"/>
            <a:ext cx="8096250" cy="266700"/>
          </a:xfrm>
          <a:prstGeom prst="rect">
            <a:avLst/>
          </a:prstGeom>
          <a:noFill/>
          <a:ln w="0">
            <a:noFill/>
          </a:ln>
        </p:spPr>
        <p:txBody>
          <a:bodyPr wrap="none" lIns="0" tIns="0" rIns="0" bIns="0" anchor="t">
            <a:noAutofit/>
          </a:bodyPr>
          <a:lstStyle>
            <a:defPPr algn="l">
              <a:defRPr sz="1050" b="0">
                <a:solidFill>
                  <a:srgbClr val="555555"/>
                </a:solidFill>
                <a:latin typeface="Malgun Gothic"/>
                <a:ea typeface="Malgun Gothic"/>
                <a:cs typeface="Malgun Gothic"/>
              </a:defRPr>
            </a:defPPr>
          </a:lstStyle>
          <a:p>
            <a:pPr algn="l">
              <a:lnSpc>
                <a:spcPct val="110000"/>
              </a:lnSpc>
              <a:buNone/>
              <a:defRPr sz="1050" b="0">
                <a:solidFill>
                  <a:srgbClr val="555555"/>
                </a:solidFill>
                <a:latin typeface="Malgun Gothic"/>
                <a:ea typeface="Malgun Gothic"/>
                <a:cs typeface="Malgun Gothic"/>
              </a:defRPr>
            </a:pPr>
            <a:r>
              <a:rPr sz="1050" b="0">
                <a:solidFill>
                  <a:srgbClr val="555555"/>
                </a:solidFill>
                <a:latin typeface="Malgun Gothic"/>
                <a:ea typeface="Malgun Gothic"/>
                <a:cs typeface="Malgun Gothic"/>
              </a:rPr>
              <a:t>4장 분할 정복  /  객관식</a:t>
            </a:r>
          </a:p>
        </p:txBody>
      </p:sp>
      <p:sp>
        <p:nvSpPr>
          <p:cNvPr id="2" name="brand">
            <a:extLst>
              <a:ext uri="{FF2B5EF4-FFF2-40B4-BE49-F238E27FC236}">
                <a16:creationId xmlns:a16="http://schemas.microsoft.com/office/drawing/2014/main" id="{2833908C-8858-4EB9-A450-685D666B37D2}"/>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555555"/>
                </a:solidFill>
                <a:latin typeface="Malgun Gothic"/>
                <a:ea typeface="Malgun Gothic"/>
                <a:cs typeface="Malgun Gothic"/>
              </a:defRPr>
            </a:defPPr>
          </a:lstStyle>
          <a:p>
            <a:pPr algn="l">
              <a:lnSpc>
                <a:spcPct val="110000"/>
              </a:lnSpc>
              <a:buNone/>
              <a:defRPr sz="900" b="0">
                <a:solidFill>
                  <a:srgbClr val="555555"/>
                </a:solidFill>
                <a:latin typeface="Malgun Gothic"/>
                <a:ea typeface="Malgun Gothic"/>
                <a:cs typeface="Malgun Gothic"/>
              </a:defRPr>
            </a:pPr>
            <a:r>
              <a:rPr sz="900" b="0">
                <a:solidFill>
                  <a:srgbClr val="55555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6D87DDAF-05F3-4F03-87C0-F670DF17BBEF}"/>
              </a:ext>
            </a:extLst>
          </p:cNvPr>
          <p:cNvSpPr>
            <a:spLocks noGrp="1"/>
          </p:cNvSpPr>
          <p:nvPr/>
        </p:nvSpPr>
        <p:spPr>
          <a:xfrm>
            <a:off x="609600" y="685800"/>
            <a:ext cx="10972800" cy="685800"/>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0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문제 36  정답과 해설</a:t>
            </a:r>
          </a:p>
        </p:txBody>
      </p:sp>
      <p:sp>
        <p:nvSpPr>
          <p:cNvPr id="4" name="footer">
            <a:extLst>
              <a:ext uri="{FF2B5EF4-FFF2-40B4-BE49-F238E27FC236}">
                <a16:creationId xmlns:a16="http://schemas.microsoft.com/office/drawing/2014/main" id="{46761A64-82F3-406B-9912-6376BCD52A80}"/>
              </a:ext>
            </a:extLst>
          </p:cNvPr>
          <p:cNvSpPr>
            <a:spLocks noGrp="1"/>
          </p:cNvSpPr>
          <p:nvPr/>
        </p:nvSpPr>
        <p:spPr>
          <a:xfrm>
            <a:off x="609600" y="6591300"/>
            <a:ext cx="9715500" cy="190500"/>
          </a:xfrm>
          <a:prstGeom prst="rect">
            <a:avLst/>
          </a:prstGeom>
          <a:noFill/>
          <a:ln w="0">
            <a:noFill/>
          </a:ln>
        </p:spPr>
        <p:txBody>
          <a:bodyPr wrap="none" lIns="0" tIns="0" rIns="0" bIns="0" anchor="t">
            <a:noAutofit/>
          </a:bodyPr>
          <a:lstStyle>
            <a:defPPr algn="l">
              <a:defRPr sz="900" b="0">
                <a:solidFill>
                  <a:srgbClr val="555555"/>
                </a:solidFill>
                <a:latin typeface="Consolas"/>
                <a:ea typeface="Consolas"/>
                <a:cs typeface="Consolas"/>
              </a:defRPr>
            </a:defPPr>
          </a:lstStyle>
          <a:p>
            <a:pPr algn="l">
              <a:lnSpc>
                <a:spcPct val="110000"/>
              </a:lnSpc>
              <a:buNone/>
              <a:defRPr sz="900" b="0">
                <a:solidFill>
                  <a:srgbClr val="555555"/>
                </a:solidFill>
                <a:latin typeface="Consolas"/>
                <a:ea typeface="Consolas"/>
                <a:cs typeface="Consolas"/>
              </a:defRPr>
            </a:pPr>
            <a:r>
              <a:rPr sz="900" b="0">
                <a:solidFill>
                  <a:srgbClr val="555555"/>
                </a:solidFill>
                <a:latin typeface="Consolas"/>
                <a:ea typeface="Consolas"/>
                <a:cs typeface="Consolas"/>
              </a:rPr>
              <a:t>04 / DIVIDE AND CONQUER · EXERCISES</a:t>
            </a:r>
          </a:p>
        </p:txBody>
      </p:sp>
      <p:sp>
        <p:nvSpPr>
          <p:cNvPr id="5" name="page">
            <a:extLst>
              <a:ext uri="{FF2B5EF4-FFF2-40B4-BE49-F238E27FC236}">
                <a16:creationId xmlns:a16="http://schemas.microsoft.com/office/drawing/2014/main" id="{DAD57CA4-3481-4F96-A39F-60FDBDD8C84D}"/>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0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072</a:t>
            </a:r>
            <a:endParaRPr sz="1050" b="0">
              <a:solidFill>
                <a:srgbClr val="151515"/>
              </a:solidFill>
              <a:latin typeface="Consolas"/>
              <a:ea typeface="Consolas"/>
              <a:cs typeface="Consolas"/>
            </a:endParaRPr>
          </a:p>
        </p:txBody>
      </p:sp>
      <p:sp>
        <p:nvSpPr>
          <p:cNvPr id="6" name="직사각형 5">
            <a:extLst>
              <a:ext uri="{FF2B5EF4-FFF2-40B4-BE49-F238E27FC236}">
                <a16:creationId xmlns:a16="http://schemas.microsoft.com/office/drawing/2014/main" id="{EB99DCF7-7763-4FE0-8D40-A52255482651}"/>
              </a:ext>
            </a:extLst>
          </p:cNvPr>
          <p:cNvSpPr>
            <a:spLocks noGrp="1"/>
          </p:cNvSpPr>
          <p:nvPr/>
        </p:nvSpPr>
        <p:spPr>
          <a:xfrm>
            <a:off x="609600" y="6438900"/>
            <a:ext cx="10972800" cy="9525"/>
          </a:xfrm>
          <a:prstGeom prst="rect">
            <a:avLst/>
          </a:prstGeom>
          <a:solidFill>
            <a:srgbClr val="CCCCCC"/>
          </a:solidFill>
          <a:ln w="0">
            <a:noFill/>
          </a:ln>
        </p:spPr>
      </p:sp>
      <p:sp>
        <p:nvSpPr>
          <p:cNvPr id="7" name="직사각형 6">
            <a:extLst>
              <a:ext uri="{FF2B5EF4-FFF2-40B4-BE49-F238E27FC236}">
                <a16:creationId xmlns:a16="http://schemas.microsoft.com/office/drawing/2014/main" id="{1DD6CCF5-B710-4E7B-ADC0-A8BD9086DB54}"/>
              </a:ext>
            </a:extLst>
          </p:cNvPr>
          <p:cNvSpPr>
            <a:spLocks noGrp="1"/>
          </p:cNvSpPr>
          <p:nvPr/>
        </p:nvSpPr>
        <p:spPr>
          <a:xfrm>
            <a:off x="609600" y="1381125"/>
            <a:ext cx="10972800" cy="19050"/>
          </a:xfrm>
          <a:prstGeom prst="rect">
            <a:avLst/>
          </a:prstGeom>
          <a:solidFill>
            <a:srgbClr val="151515"/>
          </a:solidFill>
          <a:ln w="0">
            <a:noFill/>
          </a:ln>
        </p:spPr>
      </p:sp>
      <p:sp>
        <p:nvSpPr>
          <p:cNvPr id="8" name="prompt">
            <a:extLst>
              <a:ext uri="{FF2B5EF4-FFF2-40B4-BE49-F238E27FC236}">
                <a16:creationId xmlns:a16="http://schemas.microsoft.com/office/drawing/2014/main" id="{22464285-D364-4217-8458-61E307886EF9}"/>
              </a:ext>
            </a:extLst>
          </p:cNvPr>
          <p:cNvSpPr>
            <a:spLocks noGrp="1"/>
          </p:cNvSpPr>
          <p:nvPr/>
        </p:nvSpPr>
        <p:spPr>
          <a:xfrm>
            <a:off x="609600" y="1714500"/>
            <a:ext cx="10972800" cy="1095375"/>
          </a:xfrm>
          <a:prstGeom prst="rect">
            <a:avLst/>
          </a:prstGeom>
          <a:noFill/>
          <a:ln w="0">
            <a:noFill/>
          </a:ln>
        </p:spPr>
        <p:txBody>
          <a:bodyPr wrap="none" lIns="0" tIns="0" rIns="0" bIns="0" anchor="t">
            <a:noAutofit/>
          </a:bodyPr>
          <a:lstStyle>
            <a:defPPr algn="l">
              <a:defRPr sz="1800" b="0">
                <a:solidFill>
                  <a:srgbClr val="555555"/>
                </a:solidFill>
                <a:latin typeface="Malgun Gothic"/>
                <a:ea typeface="Malgun Gothic"/>
                <a:cs typeface="Malgun Gothic"/>
              </a:defRPr>
            </a:defPPr>
          </a:lstStyle>
          <a:p>
            <a:pPr algn="l">
              <a:lnSpc>
                <a:spcPct val="110000"/>
              </a:lnSpc>
              <a:buNone/>
              <a:defRPr sz="1800" b="0">
                <a:solidFill>
                  <a:srgbClr val="555555"/>
                </a:solidFill>
                <a:latin typeface="Malgun Gothic"/>
                <a:ea typeface="Malgun Gothic"/>
                <a:cs typeface="Malgun Gothic"/>
              </a:defRPr>
            </a:pPr>
            <a:r>
              <a:rPr sz="1800" b="0">
                <a:solidFill>
                  <a:srgbClr val="555555"/>
                </a:solidFill>
                <a:latin typeface="Malgun Gothic"/>
                <a:ea typeface="Malgun Gothic"/>
                <a:cs typeface="Malgun Gothic"/>
              </a:rPr>
              <a:t>A=[2,6], B=[1,5]를 i=0, j=0부터 병합한다.</a:t>
            </a:r>
          </a:p>
          <a:p>
            <a:pPr algn="l">
              <a:lnSpc>
                <a:spcPct val="110000"/>
              </a:lnSpc>
              <a:buNone/>
              <a:defRPr sz="1800" b="0">
                <a:solidFill>
                  <a:srgbClr val="555555"/>
                </a:solidFill>
                <a:latin typeface="Malgun Gothic"/>
                <a:ea typeface="Malgun Gothic"/>
                <a:cs typeface="Malgun Gothic"/>
              </a:defRPr>
            </a:pPr>
            <a:r>
              <a:rPr sz="1800" b="0">
                <a:solidFill>
                  <a:srgbClr val="555555"/>
                </a:solidFill>
                <a:latin typeface="Malgun Gothic"/>
                <a:ea typeface="Malgun Gothic"/>
                <a:cs typeface="Malgun Gothic"/>
              </a:rPr>
              <a:t>1, 2를 차례로 결과에 넣은 직후의 i, j는?</a:t>
            </a:r>
          </a:p>
        </p:txBody>
      </p:sp>
      <p:sp>
        <p:nvSpPr>
          <p:cNvPr id="9" name="answer-band">
            <a:extLst>
              <a:ext uri="{FF2B5EF4-FFF2-40B4-BE49-F238E27FC236}">
                <a16:creationId xmlns:a16="http://schemas.microsoft.com/office/drawing/2014/main" id="{1D90B766-51E9-4F13-8718-99863B9FEF1A}"/>
              </a:ext>
            </a:extLst>
          </p:cNvPr>
          <p:cNvSpPr>
            <a:spLocks noGrp="1"/>
          </p:cNvSpPr>
          <p:nvPr/>
        </p:nvSpPr>
        <p:spPr>
          <a:xfrm>
            <a:off x="609600" y="2952750"/>
            <a:ext cx="10972800" cy="723900"/>
          </a:xfrm>
          <a:prstGeom prst="rect">
            <a:avLst/>
          </a:prstGeom>
          <a:solidFill>
            <a:srgbClr val="151515"/>
          </a:solidFill>
          <a:ln w="0">
            <a:noFill/>
          </a:ln>
        </p:spPr>
      </p:sp>
      <p:sp>
        <p:nvSpPr>
          <p:cNvPr id="10" name="answer">
            <a:extLst>
              <a:ext uri="{FF2B5EF4-FFF2-40B4-BE49-F238E27FC236}">
                <a16:creationId xmlns:a16="http://schemas.microsoft.com/office/drawing/2014/main" id="{82B191DF-0F41-4DA9-B444-5EFE2317D159}"/>
              </a:ext>
            </a:extLst>
          </p:cNvPr>
          <p:cNvSpPr>
            <a:spLocks noGrp="1"/>
          </p:cNvSpPr>
          <p:nvPr/>
        </p:nvSpPr>
        <p:spPr>
          <a:xfrm>
            <a:off x="876300" y="3162300"/>
            <a:ext cx="10439400" cy="457200"/>
          </a:xfrm>
          <a:prstGeom prst="rect">
            <a:avLst/>
          </a:prstGeom>
          <a:noFill/>
          <a:ln w="0">
            <a:noFill/>
          </a:ln>
        </p:spPr>
        <p:txBody>
          <a:bodyPr wrap="none" lIns="0" tIns="0" rIns="0" bIns="0" anchor="t">
            <a:noAutofit/>
          </a:bodyPr>
          <a:lstStyle>
            <a:defPPr algn="l">
              <a:defRPr sz="1950" b="1">
                <a:solidFill>
                  <a:srgbClr val="FFFFFF"/>
                </a:solidFill>
                <a:latin typeface="Malgun Gothic"/>
                <a:ea typeface="Malgun Gothic"/>
                <a:cs typeface="Malgun Gothic"/>
              </a:defRPr>
            </a:defPPr>
          </a:lstStyle>
          <a:p>
            <a:pPr algn="l">
              <a:lnSpc>
                <a:spcPct val="110000"/>
              </a:lnSpc>
              <a:buNone/>
              <a:defRPr sz="1950" b="1">
                <a:solidFill>
                  <a:srgbClr val="FFFFFF"/>
                </a:solidFill>
                <a:latin typeface="Malgun Gothic"/>
                <a:ea typeface="Malgun Gothic"/>
                <a:cs typeface="Malgun Gothic"/>
              </a:defRPr>
            </a:pPr>
            <a:r>
              <a:rPr sz="1950" b="1">
                <a:solidFill>
                  <a:srgbClr val="FFFFFF"/>
                </a:solidFill>
                <a:latin typeface="Malgun Gothic"/>
                <a:ea typeface="Malgun Gothic"/>
                <a:cs typeface="Malgun Gothic"/>
              </a:rPr>
              <a:t>5번 i=1, j=1</a:t>
            </a:r>
          </a:p>
        </p:txBody>
      </p:sp>
      <p:sp>
        <p:nvSpPr>
          <p:cNvPr id="11" name="explanation-label">
            <a:extLst>
              <a:ext uri="{FF2B5EF4-FFF2-40B4-BE49-F238E27FC236}">
                <a16:creationId xmlns:a16="http://schemas.microsoft.com/office/drawing/2014/main" id="{D790A123-38A1-406B-A3F1-A7148FE5C05E}"/>
              </a:ext>
            </a:extLst>
          </p:cNvPr>
          <p:cNvSpPr>
            <a:spLocks noGrp="1"/>
          </p:cNvSpPr>
          <p:nvPr/>
        </p:nvSpPr>
        <p:spPr>
          <a:xfrm>
            <a:off x="609600" y="4019550"/>
            <a:ext cx="1143000" cy="304800"/>
          </a:xfrm>
          <a:prstGeom prst="rect">
            <a:avLst/>
          </a:prstGeom>
          <a:noFill/>
          <a:ln w="0">
            <a:noFill/>
          </a:ln>
        </p:spPr>
        <p:txBody>
          <a:bodyPr wrap="none" lIns="0" tIns="0" rIns="0" bIns="0" anchor="t">
            <a:noAutofit/>
          </a:bodyPr>
          <a:lstStyle>
            <a:defPPr algn="l">
              <a:defRPr sz="1800" b="1">
                <a:solidFill>
                  <a:srgbClr val="151515"/>
                </a:solidFill>
                <a:latin typeface="Malgun Gothic"/>
                <a:ea typeface="Malgun Gothic"/>
                <a:cs typeface="Malgun Gothic"/>
              </a:defRPr>
            </a:defPPr>
          </a:lstStyle>
          <a:p>
            <a:pPr algn="l">
              <a:lnSpc>
                <a:spcPct val="110000"/>
              </a:lnSpc>
              <a:buNone/>
              <a:defRPr sz="1800" b="1">
                <a:solidFill>
                  <a:srgbClr val="151515"/>
                </a:solidFill>
                <a:latin typeface="Malgun Gothic"/>
                <a:ea typeface="Malgun Gothic"/>
                <a:cs typeface="Malgun Gothic"/>
              </a:defRPr>
            </a:pPr>
            <a:r>
              <a:rPr sz="1800" b="1">
                <a:solidFill>
                  <a:srgbClr val="151515"/>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42B3C6FE-05EC-4765-AFC8-51437B161DB6}"/>
              </a:ext>
            </a:extLst>
          </p:cNvPr>
          <p:cNvSpPr>
            <a:spLocks noGrp="1"/>
          </p:cNvSpPr>
          <p:nvPr/>
        </p:nvSpPr>
        <p:spPr>
          <a:xfrm>
            <a:off x="1752600" y="4210050"/>
            <a:ext cx="9829800" cy="9525"/>
          </a:xfrm>
          <a:prstGeom prst="rect">
            <a:avLst/>
          </a:prstGeom>
          <a:solidFill>
            <a:srgbClr val="CCCCCC"/>
          </a:solidFill>
          <a:ln w="0">
            <a:noFill/>
          </a:ln>
        </p:spPr>
      </p:sp>
      <p:sp>
        <p:nvSpPr>
          <p:cNvPr id="13" name="explanation">
            <a:extLst>
              <a:ext uri="{FF2B5EF4-FFF2-40B4-BE49-F238E27FC236}">
                <a16:creationId xmlns:a16="http://schemas.microsoft.com/office/drawing/2014/main" id="{FEEC9705-E2EE-4C4C-938E-7CDF55311D2E}"/>
              </a:ext>
            </a:extLst>
          </p:cNvPr>
          <p:cNvSpPr>
            <a:spLocks noGrp="1"/>
          </p:cNvSpPr>
          <p:nvPr/>
        </p:nvSpPr>
        <p:spPr>
          <a:xfrm>
            <a:off x="609600" y="4495800"/>
            <a:ext cx="10972800" cy="1314450"/>
          </a:xfrm>
          <a:prstGeom prst="rect">
            <a:avLst/>
          </a:prstGeom>
          <a:noFill/>
          <a:ln w="0">
            <a:noFill/>
          </a:ln>
        </p:spPr>
        <p:txBody>
          <a:bodyPr wrap="none" lIns="0" tIns="0" rIns="0" bIns="0" anchor="t">
            <a:noAutofit/>
          </a:bodyPr>
          <a:lstStyle>
            <a:defPPr algn="l">
              <a:defRPr sz="1875" b="0">
                <a:solidFill>
                  <a:srgbClr val="555555"/>
                </a:solidFill>
                <a:latin typeface="Malgun Gothic"/>
                <a:ea typeface="Malgun Gothic"/>
                <a:cs typeface="Malgun Gothic"/>
              </a:defRPr>
            </a:defPPr>
          </a:lstStyle>
          <a:p>
            <a:pPr algn="l">
              <a:lnSpc>
                <a:spcPct val="110000"/>
              </a:lnSpc>
              <a:buNone/>
              <a:defRPr sz="1875" b="0">
                <a:solidFill>
                  <a:srgbClr val="555555"/>
                </a:solidFill>
                <a:latin typeface="Malgun Gothic"/>
                <a:ea typeface="Malgun Gothic"/>
                <a:cs typeface="Malgun Gothic"/>
              </a:defRPr>
            </a:pPr>
            <a:r>
              <a:rPr sz="1875" b="0">
                <a:solidFill>
                  <a:srgbClr val="555555"/>
                </a:solidFill>
                <a:latin typeface="Malgun Gothic"/>
                <a:ea typeface="Malgun Gothic"/>
                <a:cs typeface="Malgun Gothic"/>
              </a:rPr>
              <a:t>1은 B에서 꺼냈으므로 j가 1이 된다.</a:t>
            </a:r>
          </a:p>
          <a:p>
            <a:pPr algn="l">
              <a:lnSpc>
                <a:spcPct val="110000"/>
              </a:lnSpc>
              <a:buNone/>
              <a:defRPr sz="1875" b="0">
                <a:solidFill>
                  <a:srgbClr val="555555"/>
                </a:solidFill>
                <a:latin typeface="Malgun Gothic"/>
                <a:ea typeface="Malgun Gothic"/>
                <a:cs typeface="Malgun Gothic"/>
              </a:defRPr>
            </a:pPr>
            <a:r>
              <a:rPr sz="1875" b="0">
                <a:solidFill>
                  <a:srgbClr val="555555"/>
                </a:solidFill>
                <a:latin typeface="Malgun Gothic"/>
                <a:ea typeface="Malgun Gothic"/>
                <a:cs typeface="Malgun Gothic"/>
              </a:rPr>
              <a:t>2는 A에서 꺼냈으므로 i도 1이 된다.</a:t>
            </a:r>
          </a:p>
        </p:txBody>
      </p:sp>
    </p:spTree>
    <p:extLst>
      <p:ext uri="{BB962C8B-B14F-4D97-AF65-F5344CB8AC3E}">
        <p14:creationId xmlns:p14="http://schemas.microsoft.com/office/powerpoint/2010/main" val="1918178518"/>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section">
            <a:extLst>
              <a:ext uri="{FF2B5EF4-FFF2-40B4-BE49-F238E27FC236}">
                <a16:creationId xmlns:a16="http://schemas.microsoft.com/office/drawing/2014/main" id="{B20A37F7-A177-44B7-9C53-BF647D57BD62}"/>
              </a:ext>
            </a:extLst>
          </p:cNvPr>
          <p:cNvSpPr>
            <a:spLocks noGrp="1"/>
          </p:cNvSpPr>
          <p:nvPr/>
        </p:nvSpPr>
        <p:spPr>
          <a:xfrm>
            <a:off x="609600" y="266700"/>
            <a:ext cx="8096250" cy="266700"/>
          </a:xfrm>
          <a:prstGeom prst="rect">
            <a:avLst/>
          </a:prstGeom>
          <a:noFill/>
          <a:ln w="0">
            <a:noFill/>
          </a:ln>
        </p:spPr>
        <p:txBody>
          <a:bodyPr wrap="none" lIns="0" tIns="0" rIns="0" bIns="0" anchor="t">
            <a:noAutofit/>
          </a:bodyPr>
          <a:lstStyle>
            <a:defPPr algn="l">
              <a:defRPr sz="1050" b="0">
                <a:solidFill>
                  <a:srgbClr val="555555"/>
                </a:solidFill>
                <a:latin typeface="Malgun Gothic"/>
                <a:ea typeface="Malgun Gothic"/>
                <a:cs typeface="Malgun Gothic"/>
              </a:defRPr>
            </a:defPPr>
          </a:lstStyle>
          <a:p>
            <a:pPr algn="l">
              <a:lnSpc>
                <a:spcPct val="110000"/>
              </a:lnSpc>
              <a:buNone/>
              <a:defRPr sz="1050" b="0">
                <a:solidFill>
                  <a:srgbClr val="555555"/>
                </a:solidFill>
                <a:latin typeface="Malgun Gothic"/>
                <a:ea typeface="Malgun Gothic"/>
                <a:cs typeface="Malgun Gothic"/>
              </a:defRPr>
            </a:pPr>
            <a:r>
              <a:rPr sz="1050" b="0">
                <a:solidFill>
                  <a:srgbClr val="555555"/>
                </a:solidFill>
                <a:latin typeface="Malgun Gothic"/>
                <a:ea typeface="Malgun Gothic"/>
                <a:cs typeface="Malgun Gothic"/>
              </a:rPr>
              <a:t>4장 분할 정복  /  객관식</a:t>
            </a:r>
          </a:p>
        </p:txBody>
      </p:sp>
      <p:sp>
        <p:nvSpPr>
          <p:cNvPr id="2" name="brand">
            <a:extLst>
              <a:ext uri="{FF2B5EF4-FFF2-40B4-BE49-F238E27FC236}">
                <a16:creationId xmlns:a16="http://schemas.microsoft.com/office/drawing/2014/main" id="{8FCCB595-980E-4454-BDA9-020EB4C082EC}"/>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555555"/>
                </a:solidFill>
                <a:latin typeface="Malgun Gothic"/>
                <a:ea typeface="Malgun Gothic"/>
                <a:cs typeface="Malgun Gothic"/>
              </a:defRPr>
            </a:defPPr>
          </a:lstStyle>
          <a:p>
            <a:pPr algn="l">
              <a:lnSpc>
                <a:spcPct val="110000"/>
              </a:lnSpc>
              <a:buNone/>
              <a:defRPr sz="900" b="0">
                <a:solidFill>
                  <a:srgbClr val="555555"/>
                </a:solidFill>
                <a:latin typeface="Malgun Gothic"/>
                <a:ea typeface="Malgun Gothic"/>
                <a:cs typeface="Malgun Gothic"/>
              </a:defRPr>
            </a:pPr>
            <a:r>
              <a:rPr sz="900" b="0">
                <a:solidFill>
                  <a:srgbClr val="55555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C9725EFD-178C-4C9F-8697-6205FE13B4A5}"/>
              </a:ext>
            </a:extLst>
          </p:cNvPr>
          <p:cNvSpPr>
            <a:spLocks noGrp="1"/>
          </p:cNvSpPr>
          <p:nvPr/>
        </p:nvSpPr>
        <p:spPr>
          <a:xfrm>
            <a:off x="609600" y="685800"/>
            <a:ext cx="10972800" cy="685800"/>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0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문제 37</a:t>
            </a:r>
          </a:p>
        </p:txBody>
      </p:sp>
      <p:sp>
        <p:nvSpPr>
          <p:cNvPr id="4" name="footer">
            <a:extLst>
              <a:ext uri="{FF2B5EF4-FFF2-40B4-BE49-F238E27FC236}">
                <a16:creationId xmlns:a16="http://schemas.microsoft.com/office/drawing/2014/main" id="{A41C48F1-D924-482D-A582-0AA21BF193B5}"/>
              </a:ext>
            </a:extLst>
          </p:cNvPr>
          <p:cNvSpPr>
            <a:spLocks noGrp="1"/>
          </p:cNvSpPr>
          <p:nvPr/>
        </p:nvSpPr>
        <p:spPr>
          <a:xfrm>
            <a:off x="609600" y="6591300"/>
            <a:ext cx="9715500" cy="190500"/>
          </a:xfrm>
          <a:prstGeom prst="rect">
            <a:avLst/>
          </a:prstGeom>
          <a:noFill/>
          <a:ln w="0">
            <a:noFill/>
          </a:ln>
        </p:spPr>
        <p:txBody>
          <a:bodyPr wrap="none" lIns="0" tIns="0" rIns="0" bIns="0" anchor="t">
            <a:noAutofit/>
          </a:bodyPr>
          <a:lstStyle>
            <a:defPPr algn="l">
              <a:defRPr sz="900" b="0">
                <a:solidFill>
                  <a:srgbClr val="555555"/>
                </a:solidFill>
                <a:latin typeface="Consolas"/>
                <a:ea typeface="Consolas"/>
                <a:cs typeface="Consolas"/>
              </a:defRPr>
            </a:defPPr>
          </a:lstStyle>
          <a:p>
            <a:pPr algn="l">
              <a:lnSpc>
                <a:spcPct val="110000"/>
              </a:lnSpc>
              <a:buNone/>
              <a:defRPr sz="900" b="0">
                <a:solidFill>
                  <a:srgbClr val="555555"/>
                </a:solidFill>
                <a:latin typeface="Consolas"/>
                <a:ea typeface="Consolas"/>
                <a:cs typeface="Consolas"/>
              </a:defRPr>
            </a:pPr>
            <a:r>
              <a:rPr sz="900" b="0">
                <a:solidFill>
                  <a:srgbClr val="555555"/>
                </a:solidFill>
                <a:latin typeface="Consolas"/>
                <a:ea typeface="Consolas"/>
                <a:cs typeface="Consolas"/>
              </a:rPr>
              <a:t>04 / DIVIDE AND CONQUER · EXERCISES</a:t>
            </a:r>
          </a:p>
        </p:txBody>
      </p:sp>
      <p:sp>
        <p:nvSpPr>
          <p:cNvPr id="5" name="page">
            <a:extLst>
              <a:ext uri="{FF2B5EF4-FFF2-40B4-BE49-F238E27FC236}">
                <a16:creationId xmlns:a16="http://schemas.microsoft.com/office/drawing/2014/main" id="{A9642105-A02E-4080-B39B-8C3A119D9AE2}"/>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0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073</a:t>
            </a:r>
            <a:endParaRPr sz="1050" b="0">
              <a:solidFill>
                <a:srgbClr val="151515"/>
              </a:solidFill>
              <a:latin typeface="Consolas"/>
              <a:ea typeface="Consolas"/>
              <a:cs typeface="Consolas"/>
            </a:endParaRPr>
          </a:p>
        </p:txBody>
      </p:sp>
      <p:sp>
        <p:nvSpPr>
          <p:cNvPr id="6" name="직사각형 5">
            <a:extLst>
              <a:ext uri="{FF2B5EF4-FFF2-40B4-BE49-F238E27FC236}">
                <a16:creationId xmlns:a16="http://schemas.microsoft.com/office/drawing/2014/main" id="{894E7A17-D971-4C31-AE3C-CDC8D60E1D53}"/>
              </a:ext>
            </a:extLst>
          </p:cNvPr>
          <p:cNvSpPr>
            <a:spLocks noGrp="1"/>
          </p:cNvSpPr>
          <p:nvPr/>
        </p:nvSpPr>
        <p:spPr>
          <a:xfrm>
            <a:off x="609600" y="6438900"/>
            <a:ext cx="10972800" cy="9525"/>
          </a:xfrm>
          <a:prstGeom prst="rect">
            <a:avLst/>
          </a:prstGeom>
          <a:solidFill>
            <a:srgbClr val="CCCCCC"/>
          </a:solidFill>
          <a:ln w="0">
            <a:noFill/>
          </a:ln>
        </p:spPr>
      </p:sp>
      <p:sp>
        <p:nvSpPr>
          <p:cNvPr id="7" name="prompt">
            <a:extLst>
              <a:ext uri="{FF2B5EF4-FFF2-40B4-BE49-F238E27FC236}">
                <a16:creationId xmlns:a16="http://schemas.microsoft.com/office/drawing/2014/main" id="{2E6F964A-5669-4562-8614-79D071350E6D}"/>
              </a:ext>
            </a:extLst>
          </p:cNvPr>
          <p:cNvSpPr>
            <a:spLocks noGrp="1"/>
          </p:cNvSpPr>
          <p:nvPr/>
        </p:nvSpPr>
        <p:spPr>
          <a:xfrm>
            <a:off x="609600" y="1714500"/>
            <a:ext cx="10972800" cy="1381125"/>
          </a:xfrm>
          <a:prstGeom prst="rect">
            <a:avLst/>
          </a:prstGeom>
          <a:noFill/>
          <a:ln w="0">
            <a:noFill/>
          </a:ln>
        </p:spPr>
        <p:txBody>
          <a:bodyPr wrap="none" lIns="0" tIns="0" rIns="0" bIns="0" anchor="t">
            <a:noAutofit/>
          </a:bodyPr>
          <a:lstStyle>
            <a:defPPr algn="l">
              <a:defRPr sz="2100" b="0">
                <a:solidFill>
                  <a:srgbClr val="151515"/>
                </a:solidFill>
                <a:latin typeface="Malgun Gothic"/>
                <a:ea typeface="Malgun Gothic"/>
                <a:cs typeface="Malgun Gothic"/>
              </a:defRPr>
            </a:defPPr>
          </a:lstStyle>
          <a:p>
            <a:pPr algn="l">
              <a:lnSpc>
                <a:spcPct val="110000"/>
              </a:lnSpc>
              <a:buNone/>
              <a:defRPr sz="2100" b="0">
                <a:solidFill>
                  <a:srgbClr val="151515"/>
                </a:solidFill>
                <a:latin typeface="Malgun Gothic"/>
                <a:ea typeface="Malgun Gothic"/>
                <a:cs typeface="Malgun Gothic"/>
              </a:defRPr>
            </a:pPr>
            <a:r>
              <a:rPr sz="2100" b="0">
                <a:solidFill>
                  <a:srgbClr val="151515"/>
                </a:solidFill>
                <a:latin typeface="Malgun Gothic"/>
                <a:ea typeface="Malgun Gothic"/>
                <a:cs typeface="Malgun Gothic"/>
              </a:rPr>
              <a:t>퀵 정렬에서 a=[8,4,6,3,7,1], lo=0, hi=5이다.</a:t>
            </a:r>
          </a:p>
          <a:p>
            <a:pPr algn="l">
              <a:lnSpc>
                <a:spcPct val="110000"/>
              </a:lnSpc>
              <a:buNone/>
              <a:defRPr sz="2100" b="0">
                <a:solidFill>
                  <a:srgbClr val="151515"/>
                </a:solidFill>
                <a:latin typeface="Malgun Gothic"/>
                <a:ea typeface="Malgun Gothic"/>
                <a:cs typeface="Malgun Gothic"/>
              </a:defRPr>
            </a:pPr>
            <a:r>
              <a:rPr sz="2100" b="0">
                <a:solidFill>
                  <a:srgbClr val="151515"/>
                </a:solidFill>
                <a:latin typeface="Malgun Gothic"/>
                <a:ea typeface="Malgun Gothic"/>
                <a:cs typeface="Malgun Gothic"/>
              </a:rPr>
              <a:t>가운데 인덱스 (lo+hi)//2의 값을 피벗으로 고르면 피벗 값은?</a:t>
            </a:r>
          </a:p>
        </p:txBody>
      </p:sp>
      <p:sp>
        <p:nvSpPr>
          <p:cNvPr id="8" name="option-number-0">
            <a:extLst>
              <a:ext uri="{FF2B5EF4-FFF2-40B4-BE49-F238E27FC236}">
                <a16:creationId xmlns:a16="http://schemas.microsoft.com/office/drawing/2014/main" id="{2244F0D3-86A6-4A79-B874-064EF244C113}"/>
              </a:ext>
            </a:extLst>
          </p:cNvPr>
          <p:cNvSpPr>
            <a:spLocks noGrp="1"/>
          </p:cNvSpPr>
          <p:nvPr/>
        </p:nvSpPr>
        <p:spPr>
          <a:xfrm>
            <a:off x="685800" y="3048000"/>
            <a:ext cx="400050" cy="323850"/>
          </a:xfrm>
          <a:prstGeom prst="rect">
            <a:avLst/>
          </a:prstGeom>
          <a:noFill/>
          <a:ln w="0">
            <a:noFill/>
          </a:ln>
        </p:spPr>
        <p:txBody>
          <a:bodyPr wrap="none" lIns="0" tIns="0" rIns="0" bIns="0" anchor="t">
            <a:noAutofit/>
          </a:bodyPr>
          <a:lstStyle>
            <a:defPPr algn="l">
              <a:defRPr sz="1800" b="1">
                <a:solidFill>
                  <a:srgbClr val="151515"/>
                </a:solidFill>
                <a:latin typeface="Malgun Gothic"/>
                <a:ea typeface="Malgun Gothic"/>
                <a:cs typeface="Malgun Gothic"/>
              </a:defRPr>
            </a:defPPr>
          </a:lstStyle>
          <a:p>
            <a:pPr algn="l">
              <a:lnSpc>
                <a:spcPct val="110000"/>
              </a:lnSpc>
              <a:buNone/>
              <a:defRPr sz="1800" b="1">
                <a:solidFill>
                  <a:srgbClr val="151515"/>
                </a:solidFill>
                <a:latin typeface="Malgun Gothic"/>
                <a:ea typeface="Malgun Gothic"/>
                <a:cs typeface="Malgun Gothic"/>
              </a:defRPr>
            </a:pPr>
            <a:r>
              <a:rPr sz="1800" b="1">
                <a:solidFill>
                  <a:srgbClr val="151515"/>
                </a:solidFill>
                <a:latin typeface="Malgun Gothic"/>
                <a:ea typeface="Malgun Gothic"/>
                <a:cs typeface="Malgun Gothic"/>
              </a:rPr>
              <a:t>1</a:t>
            </a:r>
          </a:p>
        </p:txBody>
      </p:sp>
      <p:sp>
        <p:nvSpPr>
          <p:cNvPr id="9" name="option-0">
            <a:extLst>
              <a:ext uri="{FF2B5EF4-FFF2-40B4-BE49-F238E27FC236}">
                <a16:creationId xmlns:a16="http://schemas.microsoft.com/office/drawing/2014/main" id="{E90FB0A7-8041-419F-8CF4-DC8991351878}"/>
              </a:ext>
            </a:extLst>
          </p:cNvPr>
          <p:cNvSpPr>
            <a:spLocks noGrp="1"/>
          </p:cNvSpPr>
          <p:nvPr/>
        </p:nvSpPr>
        <p:spPr>
          <a:xfrm>
            <a:off x="1181100" y="3048000"/>
            <a:ext cx="10401300" cy="342900"/>
          </a:xfrm>
          <a:prstGeom prst="rect">
            <a:avLst/>
          </a:prstGeom>
          <a:noFill/>
          <a:ln w="0">
            <a:noFill/>
          </a:ln>
        </p:spPr>
        <p:txBody>
          <a:bodyPr wrap="none" lIns="0" tIns="0" rIns="0" bIns="0" anchor="t">
            <a:noAutofit/>
          </a:bodyPr>
          <a:lstStyle>
            <a:defPPr algn="l">
              <a:defRPr sz="1875" b="0">
                <a:solidFill>
                  <a:srgbClr val="151515"/>
                </a:solidFill>
                <a:latin typeface="Malgun Gothic"/>
                <a:ea typeface="Malgun Gothic"/>
                <a:cs typeface="Malgun Gothic"/>
              </a:defRPr>
            </a:defPPr>
          </a:lstStyle>
          <a:p>
            <a:pPr algn="l">
              <a:lnSpc>
                <a:spcPct val="110000"/>
              </a:lnSpc>
              <a:buNone/>
              <a:defRPr sz="1875" b="0">
                <a:solidFill>
                  <a:srgbClr val="151515"/>
                </a:solidFill>
                <a:latin typeface="Malgun Gothic"/>
                <a:ea typeface="Malgun Gothic"/>
                <a:cs typeface="Malgun Gothic"/>
              </a:defRPr>
            </a:pPr>
            <a:r>
              <a:rPr sz="1875" b="0">
                <a:solidFill>
                  <a:srgbClr val="151515"/>
                </a:solidFill>
                <a:latin typeface="Malgun Gothic"/>
                <a:ea typeface="Malgun Gothic"/>
                <a:cs typeface="Malgun Gothic"/>
              </a:rPr>
              <a:t>8</a:t>
            </a:r>
          </a:p>
        </p:txBody>
      </p:sp>
      <p:sp>
        <p:nvSpPr>
          <p:cNvPr id="10" name="직사각형 9">
            <a:extLst>
              <a:ext uri="{FF2B5EF4-FFF2-40B4-BE49-F238E27FC236}">
                <a16:creationId xmlns:a16="http://schemas.microsoft.com/office/drawing/2014/main" id="{5329647D-4DB8-462B-99CB-69563FDA4AEA}"/>
              </a:ext>
            </a:extLst>
          </p:cNvPr>
          <p:cNvSpPr>
            <a:spLocks noGrp="1"/>
          </p:cNvSpPr>
          <p:nvPr/>
        </p:nvSpPr>
        <p:spPr>
          <a:xfrm>
            <a:off x="1181100" y="3562350"/>
            <a:ext cx="10401300" cy="9525"/>
          </a:xfrm>
          <a:prstGeom prst="rect">
            <a:avLst/>
          </a:prstGeom>
          <a:solidFill>
            <a:srgbClr val="DDDDDD"/>
          </a:solidFill>
          <a:ln w="0">
            <a:noFill/>
          </a:ln>
        </p:spPr>
      </p:sp>
      <p:sp>
        <p:nvSpPr>
          <p:cNvPr id="11" name="option-number-1">
            <a:extLst>
              <a:ext uri="{FF2B5EF4-FFF2-40B4-BE49-F238E27FC236}">
                <a16:creationId xmlns:a16="http://schemas.microsoft.com/office/drawing/2014/main" id="{F3506A57-54D2-4AB7-8B90-D930BD167F68}"/>
              </a:ext>
            </a:extLst>
          </p:cNvPr>
          <p:cNvSpPr>
            <a:spLocks noGrp="1"/>
          </p:cNvSpPr>
          <p:nvPr/>
        </p:nvSpPr>
        <p:spPr>
          <a:xfrm>
            <a:off x="685800" y="3676650"/>
            <a:ext cx="400050" cy="323850"/>
          </a:xfrm>
          <a:prstGeom prst="rect">
            <a:avLst/>
          </a:prstGeom>
          <a:noFill/>
          <a:ln w="0">
            <a:noFill/>
          </a:ln>
        </p:spPr>
        <p:txBody>
          <a:bodyPr wrap="none" lIns="0" tIns="0" rIns="0" bIns="0" anchor="t">
            <a:noAutofit/>
          </a:bodyPr>
          <a:lstStyle>
            <a:defPPr algn="l">
              <a:defRPr sz="1800" b="1">
                <a:solidFill>
                  <a:srgbClr val="151515"/>
                </a:solidFill>
                <a:latin typeface="Malgun Gothic"/>
                <a:ea typeface="Malgun Gothic"/>
                <a:cs typeface="Malgun Gothic"/>
              </a:defRPr>
            </a:defPPr>
          </a:lstStyle>
          <a:p>
            <a:pPr algn="l">
              <a:lnSpc>
                <a:spcPct val="110000"/>
              </a:lnSpc>
              <a:buNone/>
              <a:defRPr sz="1800" b="1">
                <a:solidFill>
                  <a:srgbClr val="151515"/>
                </a:solidFill>
                <a:latin typeface="Malgun Gothic"/>
                <a:ea typeface="Malgun Gothic"/>
                <a:cs typeface="Malgun Gothic"/>
              </a:defRPr>
            </a:pPr>
            <a:r>
              <a:rPr sz="1800" b="1">
                <a:solidFill>
                  <a:srgbClr val="151515"/>
                </a:solidFill>
                <a:latin typeface="Malgun Gothic"/>
                <a:ea typeface="Malgun Gothic"/>
                <a:cs typeface="Malgun Gothic"/>
              </a:rPr>
              <a:t>2</a:t>
            </a:r>
          </a:p>
        </p:txBody>
      </p:sp>
      <p:sp>
        <p:nvSpPr>
          <p:cNvPr id="12" name="option-1">
            <a:extLst>
              <a:ext uri="{FF2B5EF4-FFF2-40B4-BE49-F238E27FC236}">
                <a16:creationId xmlns:a16="http://schemas.microsoft.com/office/drawing/2014/main" id="{5D6E997A-E3A7-4823-8C04-63DA3E2CD1A6}"/>
              </a:ext>
            </a:extLst>
          </p:cNvPr>
          <p:cNvSpPr>
            <a:spLocks noGrp="1"/>
          </p:cNvSpPr>
          <p:nvPr/>
        </p:nvSpPr>
        <p:spPr>
          <a:xfrm>
            <a:off x="1181100" y="3676650"/>
            <a:ext cx="10401300" cy="342900"/>
          </a:xfrm>
          <a:prstGeom prst="rect">
            <a:avLst/>
          </a:prstGeom>
          <a:noFill/>
          <a:ln w="0">
            <a:noFill/>
          </a:ln>
        </p:spPr>
        <p:txBody>
          <a:bodyPr wrap="none" lIns="0" tIns="0" rIns="0" bIns="0" anchor="t">
            <a:noAutofit/>
          </a:bodyPr>
          <a:lstStyle>
            <a:defPPr algn="l">
              <a:defRPr sz="1875" b="0">
                <a:solidFill>
                  <a:srgbClr val="151515"/>
                </a:solidFill>
                <a:latin typeface="Malgun Gothic"/>
                <a:ea typeface="Malgun Gothic"/>
                <a:cs typeface="Malgun Gothic"/>
              </a:defRPr>
            </a:defPPr>
          </a:lstStyle>
          <a:p>
            <a:pPr algn="l">
              <a:lnSpc>
                <a:spcPct val="110000"/>
              </a:lnSpc>
              <a:buNone/>
              <a:defRPr sz="1875" b="0">
                <a:solidFill>
                  <a:srgbClr val="151515"/>
                </a:solidFill>
                <a:latin typeface="Malgun Gothic"/>
                <a:ea typeface="Malgun Gothic"/>
                <a:cs typeface="Malgun Gothic"/>
              </a:defRPr>
            </a:pPr>
            <a:r>
              <a:rPr sz="1875" b="0">
                <a:solidFill>
                  <a:srgbClr val="151515"/>
                </a:solidFill>
                <a:latin typeface="Malgun Gothic"/>
                <a:ea typeface="Malgun Gothic"/>
                <a:cs typeface="Malgun Gothic"/>
              </a:rPr>
              <a:t>4</a:t>
            </a:r>
          </a:p>
        </p:txBody>
      </p:sp>
      <p:sp>
        <p:nvSpPr>
          <p:cNvPr id="13" name="직사각형 12">
            <a:extLst>
              <a:ext uri="{FF2B5EF4-FFF2-40B4-BE49-F238E27FC236}">
                <a16:creationId xmlns:a16="http://schemas.microsoft.com/office/drawing/2014/main" id="{66723A9E-9439-4993-8B4B-EC2DE2A8F7F0}"/>
              </a:ext>
            </a:extLst>
          </p:cNvPr>
          <p:cNvSpPr>
            <a:spLocks noGrp="1"/>
          </p:cNvSpPr>
          <p:nvPr/>
        </p:nvSpPr>
        <p:spPr>
          <a:xfrm>
            <a:off x="1181100" y="4191000"/>
            <a:ext cx="10401300" cy="9525"/>
          </a:xfrm>
          <a:prstGeom prst="rect">
            <a:avLst/>
          </a:prstGeom>
          <a:solidFill>
            <a:srgbClr val="DDDDDD"/>
          </a:solidFill>
          <a:ln w="0">
            <a:noFill/>
          </a:ln>
        </p:spPr>
      </p:sp>
      <p:sp>
        <p:nvSpPr>
          <p:cNvPr id="14" name="option-number-2">
            <a:extLst>
              <a:ext uri="{FF2B5EF4-FFF2-40B4-BE49-F238E27FC236}">
                <a16:creationId xmlns:a16="http://schemas.microsoft.com/office/drawing/2014/main" id="{913B4867-E9C0-46F9-B4E0-E24E0EA76F6F}"/>
              </a:ext>
            </a:extLst>
          </p:cNvPr>
          <p:cNvSpPr>
            <a:spLocks noGrp="1"/>
          </p:cNvSpPr>
          <p:nvPr/>
        </p:nvSpPr>
        <p:spPr>
          <a:xfrm>
            <a:off x="685800" y="4305300"/>
            <a:ext cx="400050" cy="323850"/>
          </a:xfrm>
          <a:prstGeom prst="rect">
            <a:avLst/>
          </a:prstGeom>
          <a:noFill/>
          <a:ln w="0">
            <a:noFill/>
          </a:ln>
        </p:spPr>
        <p:txBody>
          <a:bodyPr wrap="none" lIns="0" tIns="0" rIns="0" bIns="0" anchor="t">
            <a:noAutofit/>
          </a:bodyPr>
          <a:lstStyle>
            <a:defPPr algn="l">
              <a:defRPr sz="1800" b="1">
                <a:solidFill>
                  <a:srgbClr val="151515"/>
                </a:solidFill>
                <a:latin typeface="Malgun Gothic"/>
                <a:ea typeface="Malgun Gothic"/>
                <a:cs typeface="Malgun Gothic"/>
              </a:defRPr>
            </a:defPPr>
          </a:lstStyle>
          <a:p>
            <a:pPr algn="l">
              <a:lnSpc>
                <a:spcPct val="110000"/>
              </a:lnSpc>
              <a:buNone/>
              <a:defRPr sz="1800" b="1">
                <a:solidFill>
                  <a:srgbClr val="151515"/>
                </a:solidFill>
                <a:latin typeface="Malgun Gothic"/>
                <a:ea typeface="Malgun Gothic"/>
                <a:cs typeface="Malgun Gothic"/>
              </a:defRPr>
            </a:pPr>
            <a:r>
              <a:rPr sz="1800" b="1">
                <a:solidFill>
                  <a:srgbClr val="151515"/>
                </a:solidFill>
                <a:latin typeface="Malgun Gothic"/>
                <a:ea typeface="Malgun Gothic"/>
                <a:cs typeface="Malgun Gothic"/>
              </a:rPr>
              <a:t>3</a:t>
            </a:r>
          </a:p>
        </p:txBody>
      </p:sp>
      <p:sp>
        <p:nvSpPr>
          <p:cNvPr id="15" name="option-2">
            <a:extLst>
              <a:ext uri="{FF2B5EF4-FFF2-40B4-BE49-F238E27FC236}">
                <a16:creationId xmlns:a16="http://schemas.microsoft.com/office/drawing/2014/main" id="{522422D0-6559-49E1-B2BC-B77FF4C2A61A}"/>
              </a:ext>
            </a:extLst>
          </p:cNvPr>
          <p:cNvSpPr>
            <a:spLocks noGrp="1"/>
          </p:cNvSpPr>
          <p:nvPr/>
        </p:nvSpPr>
        <p:spPr>
          <a:xfrm>
            <a:off x="1181100" y="4305300"/>
            <a:ext cx="10401300" cy="342900"/>
          </a:xfrm>
          <a:prstGeom prst="rect">
            <a:avLst/>
          </a:prstGeom>
          <a:noFill/>
          <a:ln w="0">
            <a:noFill/>
          </a:ln>
        </p:spPr>
        <p:txBody>
          <a:bodyPr wrap="none" lIns="0" tIns="0" rIns="0" bIns="0" anchor="t">
            <a:noAutofit/>
          </a:bodyPr>
          <a:lstStyle>
            <a:defPPr algn="l">
              <a:defRPr sz="1875" b="0">
                <a:solidFill>
                  <a:srgbClr val="151515"/>
                </a:solidFill>
                <a:latin typeface="Malgun Gothic"/>
                <a:ea typeface="Malgun Gothic"/>
                <a:cs typeface="Malgun Gothic"/>
              </a:defRPr>
            </a:defPPr>
          </a:lstStyle>
          <a:p>
            <a:pPr algn="l">
              <a:lnSpc>
                <a:spcPct val="110000"/>
              </a:lnSpc>
              <a:buNone/>
              <a:defRPr sz="1875" b="0">
                <a:solidFill>
                  <a:srgbClr val="151515"/>
                </a:solidFill>
                <a:latin typeface="Malgun Gothic"/>
                <a:ea typeface="Malgun Gothic"/>
                <a:cs typeface="Malgun Gothic"/>
              </a:defRPr>
            </a:pPr>
            <a:r>
              <a:rPr sz="1875" b="0">
                <a:solidFill>
                  <a:srgbClr val="151515"/>
                </a:solidFill>
                <a:latin typeface="Malgun Gothic"/>
                <a:ea typeface="Malgun Gothic"/>
                <a:cs typeface="Malgun Gothic"/>
              </a:rPr>
              <a:t>6</a:t>
            </a:r>
          </a:p>
        </p:txBody>
      </p:sp>
      <p:sp>
        <p:nvSpPr>
          <p:cNvPr id="16" name="직사각형 15">
            <a:extLst>
              <a:ext uri="{FF2B5EF4-FFF2-40B4-BE49-F238E27FC236}">
                <a16:creationId xmlns:a16="http://schemas.microsoft.com/office/drawing/2014/main" id="{3C22E667-5321-4223-B30B-E8F44D9061BB}"/>
              </a:ext>
            </a:extLst>
          </p:cNvPr>
          <p:cNvSpPr>
            <a:spLocks noGrp="1"/>
          </p:cNvSpPr>
          <p:nvPr/>
        </p:nvSpPr>
        <p:spPr>
          <a:xfrm>
            <a:off x="1181100" y="4819650"/>
            <a:ext cx="10401300" cy="9525"/>
          </a:xfrm>
          <a:prstGeom prst="rect">
            <a:avLst/>
          </a:prstGeom>
          <a:solidFill>
            <a:srgbClr val="DDDDDD"/>
          </a:solidFill>
          <a:ln w="0">
            <a:noFill/>
          </a:ln>
        </p:spPr>
      </p:sp>
      <p:sp>
        <p:nvSpPr>
          <p:cNvPr id="17" name="option-number-3">
            <a:extLst>
              <a:ext uri="{FF2B5EF4-FFF2-40B4-BE49-F238E27FC236}">
                <a16:creationId xmlns:a16="http://schemas.microsoft.com/office/drawing/2014/main" id="{2B0DA385-E4BB-428B-84BE-6473222A458A}"/>
              </a:ext>
            </a:extLst>
          </p:cNvPr>
          <p:cNvSpPr>
            <a:spLocks noGrp="1"/>
          </p:cNvSpPr>
          <p:nvPr/>
        </p:nvSpPr>
        <p:spPr>
          <a:xfrm>
            <a:off x="685800" y="4933950"/>
            <a:ext cx="400050" cy="323850"/>
          </a:xfrm>
          <a:prstGeom prst="rect">
            <a:avLst/>
          </a:prstGeom>
          <a:noFill/>
          <a:ln w="0">
            <a:noFill/>
          </a:ln>
        </p:spPr>
        <p:txBody>
          <a:bodyPr wrap="none" lIns="0" tIns="0" rIns="0" bIns="0" anchor="t">
            <a:noAutofit/>
          </a:bodyPr>
          <a:lstStyle>
            <a:defPPr algn="l">
              <a:defRPr sz="1800" b="1">
                <a:solidFill>
                  <a:srgbClr val="151515"/>
                </a:solidFill>
                <a:latin typeface="Malgun Gothic"/>
                <a:ea typeface="Malgun Gothic"/>
                <a:cs typeface="Malgun Gothic"/>
              </a:defRPr>
            </a:defPPr>
          </a:lstStyle>
          <a:p>
            <a:pPr algn="l">
              <a:lnSpc>
                <a:spcPct val="110000"/>
              </a:lnSpc>
              <a:buNone/>
              <a:defRPr sz="1800" b="1">
                <a:solidFill>
                  <a:srgbClr val="151515"/>
                </a:solidFill>
                <a:latin typeface="Malgun Gothic"/>
                <a:ea typeface="Malgun Gothic"/>
                <a:cs typeface="Malgun Gothic"/>
              </a:defRPr>
            </a:pPr>
            <a:r>
              <a:rPr sz="1800" b="1">
                <a:solidFill>
                  <a:srgbClr val="151515"/>
                </a:solidFill>
                <a:latin typeface="Malgun Gothic"/>
                <a:ea typeface="Malgun Gothic"/>
                <a:cs typeface="Malgun Gothic"/>
              </a:rPr>
              <a:t>4</a:t>
            </a:r>
          </a:p>
        </p:txBody>
      </p:sp>
      <p:sp>
        <p:nvSpPr>
          <p:cNvPr id="18" name="option-3">
            <a:extLst>
              <a:ext uri="{FF2B5EF4-FFF2-40B4-BE49-F238E27FC236}">
                <a16:creationId xmlns:a16="http://schemas.microsoft.com/office/drawing/2014/main" id="{5594DEC9-DBD5-4E09-835A-4A32AC242352}"/>
              </a:ext>
            </a:extLst>
          </p:cNvPr>
          <p:cNvSpPr>
            <a:spLocks noGrp="1"/>
          </p:cNvSpPr>
          <p:nvPr/>
        </p:nvSpPr>
        <p:spPr>
          <a:xfrm>
            <a:off x="1181100" y="4933950"/>
            <a:ext cx="10401300" cy="342900"/>
          </a:xfrm>
          <a:prstGeom prst="rect">
            <a:avLst/>
          </a:prstGeom>
          <a:noFill/>
          <a:ln w="0">
            <a:noFill/>
          </a:ln>
        </p:spPr>
        <p:txBody>
          <a:bodyPr wrap="none" lIns="0" tIns="0" rIns="0" bIns="0" anchor="t">
            <a:noAutofit/>
          </a:bodyPr>
          <a:lstStyle>
            <a:defPPr algn="l">
              <a:defRPr sz="1875" b="0">
                <a:solidFill>
                  <a:srgbClr val="151515"/>
                </a:solidFill>
                <a:latin typeface="Malgun Gothic"/>
                <a:ea typeface="Malgun Gothic"/>
                <a:cs typeface="Malgun Gothic"/>
              </a:defRPr>
            </a:defPPr>
          </a:lstStyle>
          <a:p>
            <a:pPr algn="l">
              <a:lnSpc>
                <a:spcPct val="110000"/>
              </a:lnSpc>
              <a:buNone/>
              <a:defRPr sz="1875" b="0">
                <a:solidFill>
                  <a:srgbClr val="151515"/>
                </a:solidFill>
                <a:latin typeface="Malgun Gothic"/>
                <a:ea typeface="Malgun Gothic"/>
                <a:cs typeface="Malgun Gothic"/>
              </a:defRPr>
            </a:pPr>
            <a:r>
              <a:rPr sz="1875" b="0">
                <a:solidFill>
                  <a:srgbClr val="151515"/>
                </a:solidFill>
                <a:latin typeface="Malgun Gothic"/>
                <a:ea typeface="Malgun Gothic"/>
                <a:cs typeface="Malgun Gothic"/>
              </a:rPr>
              <a:t>3</a:t>
            </a:r>
          </a:p>
        </p:txBody>
      </p:sp>
      <p:sp>
        <p:nvSpPr>
          <p:cNvPr id="19" name="직사각형 18">
            <a:extLst>
              <a:ext uri="{FF2B5EF4-FFF2-40B4-BE49-F238E27FC236}">
                <a16:creationId xmlns:a16="http://schemas.microsoft.com/office/drawing/2014/main" id="{38878053-F064-4381-BADE-58B17F29CD5A}"/>
              </a:ext>
            </a:extLst>
          </p:cNvPr>
          <p:cNvSpPr>
            <a:spLocks noGrp="1"/>
          </p:cNvSpPr>
          <p:nvPr/>
        </p:nvSpPr>
        <p:spPr>
          <a:xfrm>
            <a:off x="1181100" y="5448300"/>
            <a:ext cx="10401300" cy="9525"/>
          </a:xfrm>
          <a:prstGeom prst="rect">
            <a:avLst/>
          </a:prstGeom>
          <a:solidFill>
            <a:srgbClr val="DDDDDD"/>
          </a:solidFill>
          <a:ln w="0">
            <a:noFill/>
          </a:ln>
        </p:spPr>
      </p:sp>
      <p:sp>
        <p:nvSpPr>
          <p:cNvPr id="20" name="option-number-4">
            <a:extLst>
              <a:ext uri="{FF2B5EF4-FFF2-40B4-BE49-F238E27FC236}">
                <a16:creationId xmlns:a16="http://schemas.microsoft.com/office/drawing/2014/main" id="{A7AA3647-7759-4F3B-BB78-3BEF4256FDC5}"/>
              </a:ext>
            </a:extLst>
          </p:cNvPr>
          <p:cNvSpPr>
            <a:spLocks noGrp="1"/>
          </p:cNvSpPr>
          <p:nvPr/>
        </p:nvSpPr>
        <p:spPr>
          <a:xfrm>
            <a:off x="685800" y="5562600"/>
            <a:ext cx="400050" cy="323850"/>
          </a:xfrm>
          <a:prstGeom prst="rect">
            <a:avLst/>
          </a:prstGeom>
          <a:noFill/>
          <a:ln w="0">
            <a:noFill/>
          </a:ln>
        </p:spPr>
        <p:txBody>
          <a:bodyPr wrap="none" lIns="0" tIns="0" rIns="0" bIns="0" anchor="t">
            <a:noAutofit/>
          </a:bodyPr>
          <a:lstStyle>
            <a:defPPr algn="l">
              <a:defRPr sz="1800" b="1">
                <a:solidFill>
                  <a:srgbClr val="151515"/>
                </a:solidFill>
                <a:latin typeface="Malgun Gothic"/>
                <a:ea typeface="Malgun Gothic"/>
                <a:cs typeface="Malgun Gothic"/>
              </a:defRPr>
            </a:defPPr>
          </a:lstStyle>
          <a:p>
            <a:pPr algn="l">
              <a:lnSpc>
                <a:spcPct val="110000"/>
              </a:lnSpc>
              <a:buNone/>
              <a:defRPr sz="1800" b="1">
                <a:solidFill>
                  <a:srgbClr val="151515"/>
                </a:solidFill>
                <a:latin typeface="Malgun Gothic"/>
                <a:ea typeface="Malgun Gothic"/>
                <a:cs typeface="Malgun Gothic"/>
              </a:defRPr>
            </a:pPr>
            <a:r>
              <a:rPr sz="1800" b="1">
                <a:solidFill>
                  <a:srgbClr val="151515"/>
                </a:solidFill>
                <a:latin typeface="Malgun Gothic"/>
                <a:ea typeface="Malgun Gothic"/>
                <a:cs typeface="Malgun Gothic"/>
              </a:rPr>
              <a:t>5</a:t>
            </a:r>
          </a:p>
        </p:txBody>
      </p:sp>
      <p:sp>
        <p:nvSpPr>
          <p:cNvPr id="21" name="option-4">
            <a:extLst>
              <a:ext uri="{FF2B5EF4-FFF2-40B4-BE49-F238E27FC236}">
                <a16:creationId xmlns:a16="http://schemas.microsoft.com/office/drawing/2014/main" id="{626F2C66-CF37-4BE0-90FD-41BB1DE5322F}"/>
              </a:ext>
            </a:extLst>
          </p:cNvPr>
          <p:cNvSpPr>
            <a:spLocks noGrp="1"/>
          </p:cNvSpPr>
          <p:nvPr/>
        </p:nvSpPr>
        <p:spPr>
          <a:xfrm>
            <a:off x="1181100" y="5562600"/>
            <a:ext cx="10401300" cy="342900"/>
          </a:xfrm>
          <a:prstGeom prst="rect">
            <a:avLst/>
          </a:prstGeom>
          <a:noFill/>
          <a:ln w="0">
            <a:noFill/>
          </a:ln>
        </p:spPr>
        <p:txBody>
          <a:bodyPr wrap="none" lIns="0" tIns="0" rIns="0" bIns="0" anchor="t">
            <a:noAutofit/>
          </a:bodyPr>
          <a:lstStyle>
            <a:defPPr algn="l">
              <a:defRPr sz="1875" b="0">
                <a:solidFill>
                  <a:srgbClr val="151515"/>
                </a:solidFill>
                <a:latin typeface="Malgun Gothic"/>
                <a:ea typeface="Malgun Gothic"/>
                <a:cs typeface="Malgun Gothic"/>
              </a:defRPr>
            </a:defPPr>
          </a:lstStyle>
          <a:p>
            <a:pPr algn="l">
              <a:lnSpc>
                <a:spcPct val="110000"/>
              </a:lnSpc>
              <a:buNone/>
              <a:defRPr sz="1875" b="0">
                <a:solidFill>
                  <a:srgbClr val="151515"/>
                </a:solidFill>
                <a:latin typeface="Malgun Gothic"/>
                <a:ea typeface="Malgun Gothic"/>
                <a:cs typeface="Malgun Gothic"/>
              </a:defRPr>
            </a:pPr>
            <a:r>
              <a:rPr sz="1875" b="0">
                <a:solidFill>
                  <a:srgbClr val="151515"/>
                </a:solidFill>
                <a:latin typeface="Malgun Gothic"/>
                <a:ea typeface="Malgun Gothic"/>
                <a:cs typeface="Malgun Gothic"/>
              </a:rPr>
              <a:t>1</a:t>
            </a:r>
          </a:p>
        </p:txBody>
      </p:sp>
    </p:spTree>
    <p:extLst>
      <p:ext uri="{BB962C8B-B14F-4D97-AF65-F5344CB8AC3E}">
        <p14:creationId xmlns:p14="http://schemas.microsoft.com/office/powerpoint/2010/main" val="2142113146"/>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section">
            <a:extLst>
              <a:ext uri="{FF2B5EF4-FFF2-40B4-BE49-F238E27FC236}">
                <a16:creationId xmlns:a16="http://schemas.microsoft.com/office/drawing/2014/main" id="{7824178D-A773-4F15-9630-A8802616CE14}"/>
              </a:ext>
            </a:extLst>
          </p:cNvPr>
          <p:cNvSpPr>
            <a:spLocks noGrp="1"/>
          </p:cNvSpPr>
          <p:nvPr/>
        </p:nvSpPr>
        <p:spPr>
          <a:xfrm>
            <a:off x="609600" y="266700"/>
            <a:ext cx="8096250" cy="266700"/>
          </a:xfrm>
          <a:prstGeom prst="rect">
            <a:avLst/>
          </a:prstGeom>
          <a:noFill/>
          <a:ln w="0">
            <a:noFill/>
          </a:ln>
        </p:spPr>
        <p:txBody>
          <a:bodyPr wrap="none" lIns="0" tIns="0" rIns="0" bIns="0" anchor="t">
            <a:noAutofit/>
          </a:bodyPr>
          <a:lstStyle>
            <a:defPPr algn="l">
              <a:defRPr sz="1050" b="0">
                <a:solidFill>
                  <a:srgbClr val="555555"/>
                </a:solidFill>
                <a:latin typeface="Malgun Gothic"/>
                <a:ea typeface="Malgun Gothic"/>
                <a:cs typeface="Malgun Gothic"/>
              </a:defRPr>
            </a:defPPr>
          </a:lstStyle>
          <a:p>
            <a:pPr algn="l">
              <a:lnSpc>
                <a:spcPct val="110000"/>
              </a:lnSpc>
              <a:buNone/>
              <a:defRPr sz="1050" b="0">
                <a:solidFill>
                  <a:srgbClr val="555555"/>
                </a:solidFill>
                <a:latin typeface="Malgun Gothic"/>
                <a:ea typeface="Malgun Gothic"/>
                <a:cs typeface="Malgun Gothic"/>
              </a:defRPr>
            </a:pPr>
            <a:r>
              <a:rPr sz="1050" b="0">
                <a:solidFill>
                  <a:srgbClr val="555555"/>
                </a:solidFill>
                <a:latin typeface="Malgun Gothic"/>
                <a:ea typeface="Malgun Gothic"/>
                <a:cs typeface="Malgun Gothic"/>
              </a:rPr>
              <a:t>4장 분할 정복  /  객관식</a:t>
            </a:r>
          </a:p>
        </p:txBody>
      </p:sp>
      <p:sp>
        <p:nvSpPr>
          <p:cNvPr id="2" name="brand">
            <a:extLst>
              <a:ext uri="{FF2B5EF4-FFF2-40B4-BE49-F238E27FC236}">
                <a16:creationId xmlns:a16="http://schemas.microsoft.com/office/drawing/2014/main" id="{545F995C-E4E8-4567-9982-B4D55B8D6282}"/>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555555"/>
                </a:solidFill>
                <a:latin typeface="Malgun Gothic"/>
                <a:ea typeface="Malgun Gothic"/>
                <a:cs typeface="Malgun Gothic"/>
              </a:defRPr>
            </a:defPPr>
          </a:lstStyle>
          <a:p>
            <a:pPr algn="l">
              <a:lnSpc>
                <a:spcPct val="110000"/>
              </a:lnSpc>
              <a:buNone/>
              <a:defRPr sz="900" b="0">
                <a:solidFill>
                  <a:srgbClr val="555555"/>
                </a:solidFill>
                <a:latin typeface="Malgun Gothic"/>
                <a:ea typeface="Malgun Gothic"/>
                <a:cs typeface="Malgun Gothic"/>
              </a:defRPr>
            </a:pPr>
            <a:r>
              <a:rPr sz="900" b="0">
                <a:solidFill>
                  <a:srgbClr val="55555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000EB9E3-867A-446C-AE66-B1D44E12AA0B}"/>
              </a:ext>
            </a:extLst>
          </p:cNvPr>
          <p:cNvSpPr>
            <a:spLocks noGrp="1"/>
          </p:cNvSpPr>
          <p:nvPr/>
        </p:nvSpPr>
        <p:spPr>
          <a:xfrm>
            <a:off x="609600" y="685800"/>
            <a:ext cx="10972800" cy="685800"/>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0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문제 37  정답과 해설</a:t>
            </a:r>
          </a:p>
        </p:txBody>
      </p:sp>
      <p:sp>
        <p:nvSpPr>
          <p:cNvPr id="4" name="footer">
            <a:extLst>
              <a:ext uri="{FF2B5EF4-FFF2-40B4-BE49-F238E27FC236}">
                <a16:creationId xmlns:a16="http://schemas.microsoft.com/office/drawing/2014/main" id="{A34814B4-9D0A-44E5-9F08-FAD18C506076}"/>
              </a:ext>
            </a:extLst>
          </p:cNvPr>
          <p:cNvSpPr>
            <a:spLocks noGrp="1"/>
          </p:cNvSpPr>
          <p:nvPr/>
        </p:nvSpPr>
        <p:spPr>
          <a:xfrm>
            <a:off x="609600" y="6591300"/>
            <a:ext cx="9715500" cy="190500"/>
          </a:xfrm>
          <a:prstGeom prst="rect">
            <a:avLst/>
          </a:prstGeom>
          <a:noFill/>
          <a:ln w="0">
            <a:noFill/>
          </a:ln>
        </p:spPr>
        <p:txBody>
          <a:bodyPr wrap="none" lIns="0" tIns="0" rIns="0" bIns="0" anchor="t">
            <a:noAutofit/>
          </a:bodyPr>
          <a:lstStyle>
            <a:defPPr algn="l">
              <a:defRPr sz="900" b="0">
                <a:solidFill>
                  <a:srgbClr val="555555"/>
                </a:solidFill>
                <a:latin typeface="Consolas"/>
                <a:ea typeface="Consolas"/>
                <a:cs typeface="Consolas"/>
              </a:defRPr>
            </a:defPPr>
          </a:lstStyle>
          <a:p>
            <a:pPr algn="l">
              <a:lnSpc>
                <a:spcPct val="110000"/>
              </a:lnSpc>
              <a:buNone/>
              <a:defRPr sz="900" b="0">
                <a:solidFill>
                  <a:srgbClr val="555555"/>
                </a:solidFill>
                <a:latin typeface="Consolas"/>
                <a:ea typeface="Consolas"/>
                <a:cs typeface="Consolas"/>
              </a:defRPr>
            </a:pPr>
            <a:r>
              <a:rPr sz="900" b="0">
                <a:solidFill>
                  <a:srgbClr val="555555"/>
                </a:solidFill>
                <a:latin typeface="Consolas"/>
                <a:ea typeface="Consolas"/>
                <a:cs typeface="Consolas"/>
              </a:rPr>
              <a:t>04 / DIVIDE AND CONQUER · EXERCISES</a:t>
            </a:r>
          </a:p>
        </p:txBody>
      </p:sp>
      <p:sp>
        <p:nvSpPr>
          <p:cNvPr id="5" name="page">
            <a:extLst>
              <a:ext uri="{FF2B5EF4-FFF2-40B4-BE49-F238E27FC236}">
                <a16:creationId xmlns:a16="http://schemas.microsoft.com/office/drawing/2014/main" id="{AD9A68D7-5669-4D06-9D27-D570AB91AEF2}"/>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0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074</a:t>
            </a:r>
            <a:endParaRPr sz="1050" b="0">
              <a:solidFill>
                <a:srgbClr val="151515"/>
              </a:solidFill>
              <a:latin typeface="Consolas"/>
              <a:ea typeface="Consolas"/>
              <a:cs typeface="Consolas"/>
            </a:endParaRPr>
          </a:p>
        </p:txBody>
      </p:sp>
      <p:sp>
        <p:nvSpPr>
          <p:cNvPr id="6" name="직사각형 5">
            <a:extLst>
              <a:ext uri="{FF2B5EF4-FFF2-40B4-BE49-F238E27FC236}">
                <a16:creationId xmlns:a16="http://schemas.microsoft.com/office/drawing/2014/main" id="{C0EE1782-7B7B-4E61-8119-A41A009A02BB}"/>
              </a:ext>
            </a:extLst>
          </p:cNvPr>
          <p:cNvSpPr>
            <a:spLocks noGrp="1"/>
          </p:cNvSpPr>
          <p:nvPr/>
        </p:nvSpPr>
        <p:spPr>
          <a:xfrm>
            <a:off x="609600" y="6438900"/>
            <a:ext cx="10972800" cy="9525"/>
          </a:xfrm>
          <a:prstGeom prst="rect">
            <a:avLst/>
          </a:prstGeom>
          <a:solidFill>
            <a:srgbClr val="CCCCCC"/>
          </a:solidFill>
          <a:ln w="0">
            <a:noFill/>
          </a:ln>
        </p:spPr>
      </p:sp>
      <p:sp>
        <p:nvSpPr>
          <p:cNvPr id="7" name="직사각형 6">
            <a:extLst>
              <a:ext uri="{FF2B5EF4-FFF2-40B4-BE49-F238E27FC236}">
                <a16:creationId xmlns:a16="http://schemas.microsoft.com/office/drawing/2014/main" id="{19212785-0E47-478B-861D-0511793E1E01}"/>
              </a:ext>
            </a:extLst>
          </p:cNvPr>
          <p:cNvSpPr>
            <a:spLocks noGrp="1"/>
          </p:cNvSpPr>
          <p:nvPr/>
        </p:nvSpPr>
        <p:spPr>
          <a:xfrm>
            <a:off x="609600" y="1381125"/>
            <a:ext cx="10972800" cy="19050"/>
          </a:xfrm>
          <a:prstGeom prst="rect">
            <a:avLst/>
          </a:prstGeom>
          <a:solidFill>
            <a:srgbClr val="151515"/>
          </a:solidFill>
          <a:ln w="0">
            <a:noFill/>
          </a:ln>
        </p:spPr>
      </p:sp>
      <p:sp>
        <p:nvSpPr>
          <p:cNvPr id="8" name="prompt">
            <a:extLst>
              <a:ext uri="{FF2B5EF4-FFF2-40B4-BE49-F238E27FC236}">
                <a16:creationId xmlns:a16="http://schemas.microsoft.com/office/drawing/2014/main" id="{8EBFC31A-DA9E-48CD-BBF2-B05F5505ABD7}"/>
              </a:ext>
            </a:extLst>
          </p:cNvPr>
          <p:cNvSpPr>
            <a:spLocks noGrp="1"/>
          </p:cNvSpPr>
          <p:nvPr/>
        </p:nvSpPr>
        <p:spPr>
          <a:xfrm>
            <a:off x="609600" y="1714500"/>
            <a:ext cx="10972800" cy="1095375"/>
          </a:xfrm>
          <a:prstGeom prst="rect">
            <a:avLst/>
          </a:prstGeom>
          <a:noFill/>
          <a:ln w="0">
            <a:noFill/>
          </a:ln>
        </p:spPr>
        <p:txBody>
          <a:bodyPr wrap="none" lIns="0" tIns="0" rIns="0" bIns="0" anchor="t">
            <a:noAutofit/>
          </a:bodyPr>
          <a:lstStyle>
            <a:defPPr algn="l">
              <a:defRPr sz="1800" b="0">
                <a:solidFill>
                  <a:srgbClr val="555555"/>
                </a:solidFill>
                <a:latin typeface="Malgun Gothic"/>
                <a:ea typeface="Malgun Gothic"/>
                <a:cs typeface="Malgun Gothic"/>
              </a:defRPr>
            </a:defPPr>
          </a:lstStyle>
          <a:p>
            <a:pPr algn="l">
              <a:lnSpc>
                <a:spcPct val="110000"/>
              </a:lnSpc>
              <a:buNone/>
              <a:defRPr sz="1800" b="0">
                <a:solidFill>
                  <a:srgbClr val="555555"/>
                </a:solidFill>
                <a:latin typeface="Malgun Gothic"/>
                <a:ea typeface="Malgun Gothic"/>
                <a:cs typeface="Malgun Gothic"/>
              </a:defRPr>
            </a:pPr>
            <a:r>
              <a:rPr sz="1800" b="0">
                <a:solidFill>
                  <a:srgbClr val="555555"/>
                </a:solidFill>
                <a:latin typeface="Malgun Gothic"/>
                <a:ea typeface="Malgun Gothic"/>
                <a:cs typeface="Malgun Gothic"/>
              </a:rPr>
              <a:t>퀵 정렬에서 a=[8,4,6,3,7,1], lo=0, hi=5이다.</a:t>
            </a:r>
          </a:p>
          <a:p>
            <a:pPr algn="l">
              <a:lnSpc>
                <a:spcPct val="110000"/>
              </a:lnSpc>
              <a:buNone/>
              <a:defRPr sz="1800" b="0">
                <a:solidFill>
                  <a:srgbClr val="555555"/>
                </a:solidFill>
                <a:latin typeface="Malgun Gothic"/>
                <a:ea typeface="Malgun Gothic"/>
                <a:cs typeface="Malgun Gothic"/>
              </a:defRPr>
            </a:pPr>
            <a:r>
              <a:rPr sz="1800" b="0">
                <a:solidFill>
                  <a:srgbClr val="555555"/>
                </a:solidFill>
                <a:latin typeface="Malgun Gothic"/>
                <a:ea typeface="Malgun Gothic"/>
                <a:cs typeface="Malgun Gothic"/>
              </a:rPr>
              <a:t>가운데 인덱스 (lo+hi)//2의 값을 피벗으로 고르면 피벗 값은?</a:t>
            </a:r>
          </a:p>
        </p:txBody>
      </p:sp>
      <p:sp>
        <p:nvSpPr>
          <p:cNvPr id="9" name="answer-band">
            <a:extLst>
              <a:ext uri="{FF2B5EF4-FFF2-40B4-BE49-F238E27FC236}">
                <a16:creationId xmlns:a16="http://schemas.microsoft.com/office/drawing/2014/main" id="{313C9FBD-855A-42EA-AD51-74580B7753A8}"/>
              </a:ext>
            </a:extLst>
          </p:cNvPr>
          <p:cNvSpPr>
            <a:spLocks noGrp="1"/>
          </p:cNvSpPr>
          <p:nvPr/>
        </p:nvSpPr>
        <p:spPr>
          <a:xfrm>
            <a:off x="609600" y="2952750"/>
            <a:ext cx="10972800" cy="723900"/>
          </a:xfrm>
          <a:prstGeom prst="rect">
            <a:avLst/>
          </a:prstGeom>
          <a:solidFill>
            <a:srgbClr val="151515"/>
          </a:solidFill>
          <a:ln w="0">
            <a:noFill/>
          </a:ln>
        </p:spPr>
      </p:sp>
      <p:sp>
        <p:nvSpPr>
          <p:cNvPr id="10" name="answer">
            <a:extLst>
              <a:ext uri="{FF2B5EF4-FFF2-40B4-BE49-F238E27FC236}">
                <a16:creationId xmlns:a16="http://schemas.microsoft.com/office/drawing/2014/main" id="{7B1042E6-F10E-44E4-95D1-8FF94CEDA1AA}"/>
              </a:ext>
            </a:extLst>
          </p:cNvPr>
          <p:cNvSpPr>
            <a:spLocks noGrp="1"/>
          </p:cNvSpPr>
          <p:nvPr/>
        </p:nvSpPr>
        <p:spPr>
          <a:xfrm>
            <a:off x="876300" y="3162300"/>
            <a:ext cx="10439400" cy="457200"/>
          </a:xfrm>
          <a:prstGeom prst="rect">
            <a:avLst/>
          </a:prstGeom>
          <a:noFill/>
          <a:ln w="0">
            <a:noFill/>
          </a:ln>
        </p:spPr>
        <p:txBody>
          <a:bodyPr wrap="none" lIns="0" tIns="0" rIns="0" bIns="0" anchor="t">
            <a:noAutofit/>
          </a:bodyPr>
          <a:lstStyle>
            <a:defPPr algn="l">
              <a:defRPr sz="1950" b="1">
                <a:solidFill>
                  <a:srgbClr val="FFFFFF"/>
                </a:solidFill>
                <a:latin typeface="Malgun Gothic"/>
                <a:ea typeface="Malgun Gothic"/>
                <a:cs typeface="Malgun Gothic"/>
              </a:defRPr>
            </a:defPPr>
          </a:lstStyle>
          <a:p>
            <a:pPr algn="l">
              <a:lnSpc>
                <a:spcPct val="110000"/>
              </a:lnSpc>
              <a:buNone/>
              <a:defRPr sz="1950" b="1">
                <a:solidFill>
                  <a:srgbClr val="FFFFFF"/>
                </a:solidFill>
                <a:latin typeface="Malgun Gothic"/>
                <a:ea typeface="Malgun Gothic"/>
                <a:cs typeface="Malgun Gothic"/>
              </a:defRPr>
            </a:pPr>
            <a:r>
              <a:rPr sz="1950" b="1">
                <a:solidFill>
                  <a:srgbClr val="FFFFFF"/>
                </a:solidFill>
                <a:latin typeface="Malgun Gothic"/>
                <a:ea typeface="Malgun Gothic"/>
                <a:cs typeface="Malgun Gothic"/>
              </a:rPr>
              <a:t>3번 6</a:t>
            </a:r>
          </a:p>
        </p:txBody>
      </p:sp>
      <p:sp>
        <p:nvSpPr>
          <p:cNvPr id="11" name="explanation-label">
            <a:extLst>
              <a:ext uri="{FF2B5EF4-FFF2-40B4-BE49-F238E27FC236}">
                <a16:creationId xmlns:a16="http://schemas.microsoft.com/office/drawing/2014/main" id="{4CE80292-8060-495B-99D2-C3575E3FE0A0}"/>
              </a:ext>
            </a:extLst>
          </p:cNvPr>
          <p:cNvSpPr>
            <a:spLocks noGrp="1"/>
          </p:cNvSpPr>
          <p:nvPr/>
        </p:nvSpPr>
        <p:spPr>
          <a:xfrm>
            <a:off x="609600" y="4019550"/>
            <a:ext cx="1143000" cy="304800"/>
          </a:xfrm>
          <a:prstGeom prst="rect">
            <a:avLst/>
          </a:prstGeom>
          <a:noFill/>
          <a:ln w="0">
            <a:noFill/>
          </a:ln>
        </p:spPr>
        <p:txBody>
          <a:bodyPr wrap="none" lIns="0" tIns="0" rIns="0" bIns="0" anchor="t">
            <a:noAutofit/>
          </a:bodyPr>
          <a:lstStyle>
            <a:defPPr algn="l">
              <a:defRPr sz="1800" b="1">
                <a:solidFill>
                  <a:srgbClr val="151515"/>
                </a:solidFill>
                <a:latin typeface="Malgun Gothic"/>
                <a:ea typeface="Malgun Gothic"/>
                <a:cs typeface="Malgun Gothic"/>
              </a:defRPr>
            </a:defPPr>
          </a:lstStyle>
          <a:p>
            <a:pPr algn="l">
              <a:lnSpc>
                <a:spcPct val="110000"/>
              </a:lnSpc>
              <a:buNone/>
              <a:defRPr sz="1800" b="1">
                <a:solidFill>
                  <a:srgbClr val="151515"/>
                </a:solidFill>
                <a:latin typeface="Malgun Gothic"/>
                <a:ea typeface="Malgun Gothic"/>
                <a:cs typeface="Malgun Gothic"/>
              </a:defRPr>
            </a:pPr>
            <a:r>
              <a:rPr sz="1800" b="1">
                <a:solidFill>
                  <a:srgbClr val="151515"/>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06424DB1-06F8-4CA7-8E88-B011E1A90E2D}"/>
              </a:ext>
            </a:extLst>
          </p:cNvPr>
          <p:cNvSpPr>
            <a:spLocks noGrp="1"/>
          </p:cNvSpPr>
          <p:nvPr/>
        </p:nvSpPr>
        <p:spPr>
          <a:xfrm>
            <a:off x="1752600" y="4210050"/>
            <a:ext cx="9829800" cy="9525"/>
          </a:xfrm>
          <a:prstGeom prst="rect">
            <a:avLst/>
          </a:prstGeom>
          <a:solidFill>
            <a:srgbClr val="CCCCCC"/>
          </a:solidFill>
          <a:ln w="0">
            <a:noFill/>
          </a:ln>
        </p:spPr>
      </p:sp>
      <p:sp>
        <p:nvSpPr>
          <p:cNvPr id="13" name="explanation">
            <a:extLst>
              <a:ext uri="{FF2B5EF4-FFF2-40B4-BE49-F238E27FC236}">
                <a16:creationId xmlns:a16="http://schemas.microsoft.com/office/drawing/2014/main" id="{F19DB24E-D18B-4384-8AB9-0592A736BFDA}"/>
              </a:ext>
            </a:extLst>
          </p:cNvPr>
          <p:cNvSpPr>
            <a:spLocks noGrp="1"/>
          </p:cNvSpPr>
          <p:nvPr/>
        </p:nvSpPr>
        <p:spPr>
          <a:xfrm>
            <a:off x="609600" y="4495800"/>
            <a:ext cx="10972800" cy="1314450"/>
          </a:xfrm>
          <a:prstGeom prst="rect">
            <a:avLst/>
          </a:prstGeom>
          <a:noFill/>
          <a:ln w="0">
            <a:noFill/>
          </a:ln>
        </p:spPr>
        <p:txBody>
          <a:bodyPr wrap="none" lIns="0" tIns="0" rIns="0" bIns="0" anchor="t">
            <a:noAutofit/>
          </a:bodyPr>
          <a:lstStyle>
            <a:defPPr algn="l">
              <a:defRPr sz="1875" b="0">
                <a:solidFill>
                  <a:srgbClr val="555555"/>
                </a:solidFill>
                <a:latin typeface="Malgun Gothic"/>
                <a:ea typeface="Malgun Gothic"/>
                <a:cs typeface="Malgun Gothic"/>
              </a:defRPr>
            </a:defPPr>
          </a:lstStyle>
          <a:p>
            <a:pPr algn="l">
              <a:lnSpc>
                <a:spcPct val="110000"/>
              </a:lnSpc>
              <a:buNone/>
              <a:defRPr sz="1875" b="0">
                <a:solidFill>
                  <a:srgbClr val="555555"/>
                </a:solidFill>
                <a:latin typeface="Malgun Gothic"/>
                <a:ea typeface="Malgun Gothic"/>
                <a:cs typeface="Malgun Gothic"/>
              </a:defRPr>
            </a:pPr>
            <a:r>
              <a:rPr sz="1875" b="0">
                <a:solidFill>
                  <a:srgbClr val="555555"/>
                </a:solidFill>
                <a:latin typeface="Malgun Gothic"/>
                <a:ea typeface="Malgun Gothic"/>
                <a:cs typeface="Malgun Gothic"/>
              </a:rPr>
              <a:t>가운데 인덱스는 (0+5)//2=2이고 a[2]=6이다.</a:t>
            </a:r>
          </a:p>
          <a:p>
            <a:pPr algn="l">
              <a:lnSpc>
                <a:spcPct val="110000"/>
              </a:lnSpc>
              <a:buNone/>
              <a:defRPr sz="1875" b="0">
                <a:solidFill>
                  <a:srgbClr val="555555"/>
                </a:solidFill>
                <a:latin typeface="Malgun Gothic"/>
                <a:ea typeface="Malgun Gothic"/>
                <a:cs typeface="Malgun Gothic"/>
              </a:defRPr>
            </a:pPr>
            <a:r>
              <a:rPr sz="1875" b="0">
                <a:solidFill>
                  <a:srgbClr val="555555"/>
                </a:solidFill>
                <a:latin typeface="Malgun Gothic"/>
                <a:ea typeface="Malgun Gothic"/>
                <a:cs typeface="Malgun Gothic"/>
              </a:rPr>
              <a:t>인덱스 2와 그 위치의 값 6을 구분한다.</a:t>
            </a:r>
          </a:p>
        </p:txBody>
      </p:sp>
    </p:spTree>
    <p:extLst>
      <p:ext uri="{BB962C8B-B14F-4D97-AF65-F5344CB8AC3E}">
        <p14:creationId xmlns:p14="http://schemas.microsoft.com/office/powerpoint/2010/main" val="283659013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section">
            <a:extLst>
              <a:ext uri="{FF2B5EF4-FFF2-40B4-BE49-F238E27FC236}">
                <a16:creationId xmlns:a16="http://schemas.microsoft.com/office/drawing/2014/main" id="{944DF5CB-DB03-4C3E-8857-4AD5FB86A8BF}"/>
              </a:ext>
            </a:extLst>
          </p:cNvPr>
          <p:cNvSpPr>
            <a:spLocks noGrp="1"/>
          </p:cNvSpPr>
          <p:nvPr/>
        </p:nvSpPr>
        <p:spPr>
          <a:xfrm>
            <a:off x="609600" y="266700"/>
            <a:ext cx="8096250" cy="266700"/>
          </a:xfrm>
          <a:prstGeom prst="rect">
            <a:avLst/>
          </a:prstGeom>
          <a:noFill/>
          <a:ln w="0">
            <a:noFill/>
          </a:ln>
        </p:spPr>
        <p:txBody>
          <a:bodyPr wrap="none" lIns="0" tIns="0" rIns="0" bIns="0" anchor="t">
            <a:noAutofit/>
          </a:bodyPr>
          <a:lstStyle>
            <a:defPPr algn="l">
              <a:defRPr sz="1050" b="0">
                <a:solidFill>
                  <a:srgbClr val="555555"/>
                </a:solidFill>
                <a:latin typeface="Malgun Gothic"/>
                <a:ea typeface="Malgun Gothic"/>
                <a:cs typeface="Malgun Gothic"/>
              </a:defRPr>
            </a:defPPr>
          </a:lstStyle>
          <a:p>
            <a:pPr algn="l">
              <a:lnSpc>
                <a:spcPct val="110000"/>
              </a:lnSpc>
              <a:buNone/>
              <a:defRPr sz="1050" b="0">
                <a:solidFill>
                  <a:srgbClr val="555555"/>
                </a:solidFill>
                <a:latin typeface="Malgun Gothic"/>
                <a:ea typeface="Malgun Gothic"/>
                <a:cs typeface="Malgun Gothic"/>
              </a:defRPr>
            </a:pPr>
            <a:r>
              <a:rPr sz="1050" b="0">
                <a:solidFill>
                  <a:srgbClr val="555555"/>
                </a:solidFill>
                <a:latin typeface="Malgun Gothic"/>
                <a:ea typeface="Malgun Gothic"/>
                <a:cs typeface="Malgun Gothic"/>
              </a:rPr>
              <a:t>4장 분할 정복  /  객관식</a:t>
            </a:r>
          </a:p>
        </p:txBody>
      </p:sp>
      <p:sp>
        <p:nvSpPr>
          <p:cNvPr id="2" name="brand">
            <a:extLst>
              <a:ext uri="{FF2B5EF4-FFF2-40B4-BE49-F238E27FC236}">
                <a16:creationId xmlns:a16="http://schemas.microsoft.com/office/drawing/2014/main" id="{A53B3D90-6D9F-4C2E-B64C-12EF2A0E954C}"/>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555555"/>
                </a:solidFill>
                <a:latin typeface="Malgun Gothic"/>
                <a:ea typeface="Malgun Gothic"/>
                <a:cs typeface="Malgun Gothic"/>
              </a:defRPr>
            </a:defPPr>
          </a:lstStyle>
          <a:p>
            <a:pPr algn="l">
              <a:lnSpc>
                <a:spcPct val="110000"/>
              </a:lnSpc>
              <a:buNone/>
              <a:defRPr sz="900" b="0">
                <a:solidFill>
                  <a:srgbClr val="555555"/>
                </a:solidFill>
                <a:latin typeface="Malgun Gothic"/>
                <a:ea typeface="Malgun Gothic"/>
                <a:cs typeface="Malgun Gothic"/>
              </a:defRPr>
            </a:pPr>
            <a:r>
              <a:rPr sz="900" b="0">
                <a:solidFill>
                  <a:srgbClr val="55555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0F7B5CE8-008E-4C20-8041-F3A3EA7F90C3}"/>
              </a:ext>
            </a:extLst>
          </p:cNvPr>
          <p:cNvSpPr>
            <a:spLocks noGrp="1"/>
          </p:cNvSpPr>
          <p:nvPr/>
        </p:nvSpPr>
        <p:spPr>
          <a:xfrm>
            <a:off x="609600" y="685800"/>
            <a:ext cx="10972800" cy="685800"/>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0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문제 38</a:t>
            </a:r>
          </a:p>
        </p:txBody>
      </p:sp>
      <p:sp>
        <p:nvSpPr>
          <p:cNvPr id="4" name="footer">
            <a:extLst>
              <a:ext uri="{FF2B5EF4-FFF2-40B4-BE49-F238E27FC236}">
                <a16:creationId xmlns:a16="http://schemas.microsoft.com/office/drawing/2014/main" id="{61256F4B-B7A1-42A0-842B-9B3B417A594E}"/>
              </a:ext>
            </a:extLst>
          </p:cNvPr>
          <p:cNvSpPr>
            <a:spLocks noGrp="1"/>
          </p:cNvSpPr>
          <p:nvPr/>
        </p:nvSpPr>
        <p:spPr>
          <a:xfrm>
            <a:off x="609600" y="6591300"/>
            <a:ext cx="9715500" cy="190500"/>
          </a:xfrm>
          <a:prstGeom prst="rect">
            <a:avLst/>
          </a:prstGeom>
          <a:noFill/>
          <a:ln w="0">
            <a:noFill/>
          </a:ln>
        </p:spPr>
        <p:txBody>
          <a:bodyPr wrap="none" lIns="0" tIns="0" rIns="0" bIns="0" anchor="t">
            <a:noAutofit/>
          </a:bodyPr>
          <a:lstStyle>
            <a:defPPr algn="l">
              <a:defRPr sz="900" b="0">
                <a:solidFill>
                  <a:srgbClr val="555555"/>
                </a:solidFill>
                <a:latin typeface="Consolas"/>
                <a:ea typeface="Consolas"/>
                <a:cs typeface="Consolas"/>
              </a:defRPr>
            </a:defPPr>
          </a:lstStyle>
          <a:p>
            <a:pPr algn="l">
              <a:lnSpc>
                <a:spcPct val="110000"/>
              </a:lnSpc>
              <a:buNone/>
              <a:defRPr sz="900" b="0">
                <a:solidFill>
                  <a:srgbClr val="555555"/>
                </a:solidFill>
                <a:latin typeface="Consolas"/>
                <a:ea typeface="Consolas"/>
                <a:cs typeface="Consolas"/>
              </a:defRPr>
            </a:pPr>
            <a:r>
              <a:rPr sz="900" b="0">
                <a:solidFill>
                  <a:srgbClr val="555555"/>
                </a:solidFill>
                <a:latin typeface="Consolas"/>
                <a:ea typeface="Consolas"/>
                <a:cs typeface="Consolas"/>
              </a:rPr>
              <a:t>04 / DIVIDE AND CONQUER · EXERCISES</a:t>
            </a:r>
          </a:p>
        </p:txBody>
      </p:sp>
      <p:sp>
        <p:nvSpPr>
          <p:cNvPr id="5" name="page">
            <a:extLst>
              <a:ext uri="{FF2B5EF4-FFF2-40B4-BE49-F238E27FC236}">
                <a16:creationId xmlns:a16="http://schemas.microsoft.com/office/drawing/2014/main" id="{17D2F9EF-BAA7-4CE8-B31A-29AC28459F34}"/>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0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075</a:t>
            </a:r>
            <a:endParaRPr sz="1050" b="0">
              <a:solidFill>
                <a:srgbClr val="151515"/>
              </a:solidFill>
              <a:latin typeface="Consolas"/>
              <a:ea typeface="Consolas"/>
              <a:cs typeface="Consolas"/>
            </a:endParaRPr>
          </a:p>
        </p:txBody>
      </p:sp>
      <p:sp>
        <p:nvSpPr>
          <p:cNvPr id="6" name="직사각형 5">
            <a:extLst>
              <a:ext uri="{FF2B5EF4-FFF2-40B4-BE49-F238E27FC236}">
                <a16:creationId xmlns:a16="http://schemas.microsoft.com/office/drawing/2014/main" id="{684CB63C-64A5-4234-B087-48CF51855C16}"/>
              </a:ext>
            </a:extLst>
          </p:cNvPr>
          <p:cNvSpPr>
            <a:spLocks noGrp="1"/>
          </p:cNvSpPr>
          <p:nvPr/>
        </p:nvSpPr>
        <p:spPr>
          <a:xfrm>
            <a:off x="609600" y="6438900"/>
            <a:ext cx="10972800" cy="9525"/>
          </a:xfrm>
          <a:prstGeom prst="rect">
            <a:avLst/>
          </a:prstGeom>
          <a:solidFill>
            <a:srgbClr val="CCCCCC"/>
          </a:solidFill>
          <a:ln w="0">
            <a:noFill/>
          </a:ln>
        </p:spPr>
      </p:sp>
      <p:sp>
        <p:nvSpPr>
          <p:cNvPr id="7" name="prompt">
            <a:extLst>
              <a:ext uri="{FF2B5EF4-FFF2-40B4-BE49-F238E27FC236}">
                <a16:creationId xmlns:a16="http://schemas.microsoft.com/office/drawing/2014/main" id="{4BBDF6B9-3E1B-4E39-8C5A-9794A776FBA2}"/>
              </a:ext>
            </a:extLst>
          </p:cNvPr>
          <p:cNvSpPr>
            <a:spLocks noGrp="1"/>
          </p:cNvSpPr>
          <p:nvPr/>
        </p:nvSpPr>
        <p:spPr>
          <a:xfrm>
            <a:off x="609600" y="1714500"/>
            <a:ext cx="10972800" cy="1381125"/>
          </a:xfrm>
          <a:prstGeom prst="rect">
            <a:avLst/>
          </a:prstGeom>
          <a:noFill/>
          <a:ln w="0">
            <a:noFill/>
          </a:ln>
        </p:spPr>
        <p:txBody>
          <a:bodyPr wrap="none" lIns="0" tIns="0" rIns="0" bIns="0" anchor="t">
            <a:noAutofit/>
          </a:bodyPr>
          <a:lstStyle>
            <a:defPPr algn="l">
              <a:defRPr sz="2100" b="0">
                <a:solidFill>
                  <a:srgbClr val="151515"/>
                </a:solidFill>
                <a:latin typeface="Malgun Gothic"/>
                <a:ea typeface="Malgun Gothic"/>
                <a:cs typeface="Malgun Gothic"/>
              </a:defRPr>
            </a:defPPr>
          </a:lstStyle>
          <a:p>
            <a:pPr algn="l">
              <a:lnSpc>
                <a:spcPct val="110000"/>
              </a:lnSpc>
              <a:buNone/>
              <a:defRPr sz="2100" b="0">
                <a:solidFill>
                  <a:srgbClr val="151515"/>
                </a:solidFill>
                <a:latin typeface="Malgun Gothic"/>
                <a:ea typeface="Malgun Gothic"/>
                <a:cs typeface="Malgun Gothic"/>
              </a:defRPr>
            </a:pPr>
            <a:r>
              <a:rPr sz="2100" b="0">
                <a:solidFill>
                  <a:srgbClr val="151515"/>
                </a:solidFill>
                <a:latin typeface="Malgun Gothic"/>
                <a:ea typeface="Malgun Gothic"/>
                <a:cs typeface="Malgun Gothic"/>
              </a:rPr>
              <a:t>피벗은 a[5]=6이고 a=[3,4,1,8,7,6], L=3이다.</a:t>
            </a:r>
          </a:p>
          <a:p>
            <a:pPr algn="l">
              <a:lnSpc>
                <a:spcPct val="110000"/>
              </a:lnSpc>
              <a:buNone/>
              <a:defRPr sz="2100" b="0">
                <a:solidFill>
                  <a:srgbClr val="151515"/>
                </a:solidFill>
                <a:latin typeface="Malgun Gothic"/>
                <a:ea typeface="Malgun Gothic"/>
                <a:cs typeface="Malgun Gothic"/>
              </a:defRPr>
            </a:pPr>
            <a:r>
              <a:rPr sz="2100" b="0">
                <a:solidFill>
                  <a:srgbClr val="151515"/>
                </a:solidFill>
                <a:latin typeface="Malgun Gothic"/>
                <a:ea typeface="Malgun Gothic"/>
                <a:cs typeface="Malgun Gothic"/>
              </a:rPr>
              <a:t>마지막에 a[L]과 a[5]를 교환하면 피벗의 인덱스는?</a:t>
            </a:r>
          </a:p>
        </p:txBody>
      </p:sp>
      <p:sp>
        <p:nvSpPr>
          <p:cNvPr id="8" name="option-number-0">
            <a:extLst>
              <a:ext uri="{FF2B5EF4-FFF2-40B4-BE49-F238E27FC236}">
                <a16:creationId xmlns:a16="http://schemas.microsoft.com/office/drawing/2014/main" id="{3A55A2B0-8C28-4932-807E-EC37E57BADA1}"/>
              </a:ext>
            </a:extLst>
          </p:cNvPr>
          <p:cNvSpPr>
            <a:spLocks noGrp="1"/>
          </p:cNvSpPr>
          <p:nvPr/>
        </p:nvSpPr>
        <p:spPr>
          <a:xfrm>
            <a:off x="685800" y="3048000"/>
            <a:ext cx="400050" cy="323850"/>
          </a:xfrm>
          <a:prstGeom prst="rect">
            <a:avLst/>
          </a:prstGeom>
          <a:noFill/>
          <a:ln w="0">
            <a:noFill/>
          </a:ln>
        </p:spPr>
        <p:txBody>
          <a:bodyPr wrap="none" lIns="0" tIns="0" rIns="0" bIns="0" anchor="t">
            <a:noAutofit/>
          </a:bodyPr>
          <a:lstStyle>
            <a:defPPr algn="l">
              <a:defRPr sz="1800" b="1">
                <a:solidFill>
                  <a:srgbClr val="151515"/>
                </a:solidFill>
                <a:latin typeface="Malgun Gothic"/>
                <a:ea typeface="Malgun Gothic"/>
                <a:cs typeface="Malgun Gothic"/>
              </a:defRPr>
            </a:defPPr>
          </a:lstStyle>
          <a:p>
            <a:pPr algn="l">
              <a:lnSpc>
                <a:spcPct val="110000"/>
              </a:lnSpc>
              <a:buNone/>
              <a:defRPr sz="1800" b="1">
                <a:solidFill>
                  <a:srgbClr val="151515"/>
                </a:solidFill>
                <a:latin typeface="Malgun Gothic"/>
                <a:ea typeface="Malgun Gothic"/>
                <a:cs typeface="Malgun Gothic"/>
              </a:defRPr>
            </a:pPr>
            <a:r>
              <a:rPr sz="1800" b="1">
                <a:solidFill>
                  <a:srgbClr val="151515"/>
                </a:solidFill>
                <a:latin typeface="Malgun Gothic"/>
                <a:ea typeface="Malgun Gothic"/>
                <a:cs typeface="Malgun Gothic"/>
              </a:rPr>
              <a:t>1</a:t>
            </a:r>
          </a:p>
        </p:txBody>
      </p:sp>
      <p:sp>
        <p:nvSpPr>
          <p:cNvPr id="9" name="option-0">
            <a:extLst>
              <a:ext uri="{FF2B5EF4-FFF2-40B4-BE49-F238E27FC236}">
                <a16:creationId xmlns:a16="http://schemas.microsoft.com/office/drawing/2014/main" id="{61829257-4924-433F-9F2E-5B136ED3AD2A}"/>
              </a:ext>
            </a:extLst>
          </p:cNvPr>
          <p:cNvSpPr>
            <a:spLocks noGrp="1"/>
          </p:cNvSpPr>
          <p:nvPr/>
        </p:nvSpPr>
        <p:spPr>
          <a:xfrm>
            <a:off x="1181100" y="3048000"/>
            <a:ext cx="10401300" cy="342900"/>
          </a:xfrm>
          <a:prstGeom prst="rect">
            <a:avLst/>
          </a:prstGeom>
          <a:noFill/>
          <a:ln w="0">
            <a:noFill/>
          </a:ln>
        </p:spPr>
        <p:txBody>
          <a:bodyPr wrap="none" lIns="0" tIns="0" rIns="0" bIns="0" anchor="t">
            <a:noAutofit/>
          </a:bodyPr>
          <a:lstStyle>
            <a:defPPr algn="l">
              <a:defRPr sz="1875" b="0">
                <a:solidFill>
                  <a:srgbClr val="151515"/>
                </a:solidFill>
                <a:latin typeface="Malgun Gothic"/>
                <a:ea typeface="Malgun Gothic"/>
                <a:cs typeface="Malgun Gothic"/>
              </a:defRPr>
            </a:defPPr>
          </a:lstStyle>
          <a:p>
            <a:pPr algn="l">
              <a:lnSpc>
                <a:spcPct val="110000"/>
              </a:lnSpc>
              <a:buNone/>
              <a:defRPr sz="1875" b="0">
                <a:solidFill>
                  <a:srgbClr val="151515"/>
                </a:solidFill>
                <a:latin typeface="Malgun Gothic"/>
                <a:ea typeface="Malgun Gothic"/>
                <a:cs typeface="Malgun Gothic"/>
              </a:defRPr>
            </a:pPr>
            <a:r>
              <a:rPr sz="1875" b="0">
                <a:solidFill>
                  <a:srgbClr val="151515"/>
                </a:solidFill>
                <a:latin typeface="Malgun Gothic"/>
                <a:ea typeface="Malgun Gothic"/>
                <a:cs typeface="Malgun Gothic"/>
              </a:rPr>
              <a:t>5</a:t>
            </a:r>
          </a:p>
        </p:txBody>
      </p:sp>
      <p:sp>
        <p:nvSpPr>
          <p:cNvPr id="10" name="직사각형 9">
            <a:extLst>
              <a:ext uri="{FF2B5EF4-FFF2-40B4-BE49-F238E27FC236}">
                <a16:creationId xmlns:a16="http://schemas.microsoft.com/office/drawing/2014/main" id="{6D7C414F-0856-4862-B6C6-6F55E268D041}"/>
              </a:ext>
            </a:extLst>
          </p:cNvPr>
          <p:cNvSpPr>
            <a:spLocks noGrp="1"/>
          </p:cNvSpPr>
          <p:nvPr/>
        </p:nvSpPr>
        <p:spPr>
          <a:xfrm>
            <a:off x="1181100" y="3562350"/>
            <a:ext cx="10401300" cy="9525"/>
          </a:xfrm>
          <a:prstGeom prst="rect">
            <a:avLst/>
          </a:prstGeom>
          <a:solidFill>
            <a:srgbClr val="DDDDDD"/>
          </a:solidFill>
          <a:ln w="0">
            <a:noFill/>
          </a:ln>
        </p:spPr>
      </p:sp>
      <p:sp>
        <p:nvSpPr>
          <p:cNvPr id="11" name="option-number-1">
            <a:extLst>
              <a:ext uri="{FF2B5EF4-FFF2-40B4-BE49-F238E27FC236}">
                <a16:creationId xmlns:a16="http://schemas.microsoft.com/office/drawing/2014/main" id="{3EC124A3-63C9-43C8-B8F9-F66557EE6D3C}"/>
              </a:ext>
            </a:extLst>
          </p:cNvPr>
          <p:cNvSpPr>
            <a:spLocks noGrp="1"/>
          </p:cNvSpPr>
          <p:nvPr/>
        </p:nvSpPr>
        <p:spPr>
          <a:xfrm>
            <a:off x="685800" y="3676650"/>
            <a:ext cx="400050" cy="323850"/>
          </a:xfrm>
          <a:prstGeom prst="rect">
            <a:avLst/>
          </a:prstGeom>
          <a:noFill/>
          <a:ln w="0">
            <a:noFill/>
          </a:ln>
        </p:spPr>
        <p:txBody>
          <a:bodyPr wrap="none" lIns="0" tIns="0" rIns="0" bIns="0" anchor="t">
            <a:noAutofit/>
          </a:bodyPr>
          <a:lstStyle>
            <a:defPPr algn="l">
              <a:defRPr sz="1800" b="1">
                <a:solidFill>
                  <a:srgbClr val="151515"/>
                </a:solidFill>
                <a:latin typeface="Malgun Gothic"/>
                <a:ea typeface="Malgun Gothic"/>
                <a:cs typeface="Malgun Gothic"/>
              </a:defRPr>
            </a:defPPr>
          </a:lstStyle>
          <a:p>
            <a:pPr algn="l">
              <a:lnSpc>
                <a:spcPct val="110000"/>
              </a:lnSpc>
              <a:buNone/>
              <a:defRPr sz="1800" b="1">
                <a:solidFill>
                  <a:srgbClr val="151515"/>
                </a:solidFill>
                <a:latin typeface="Malgun Gothic"/>
                <a:ea typeface="Malgun Gothic"/>
                <a:cs typeface="Malgun Gothic"/>
              </a:defRPr>
            </a:pPr>
            <a:r>
              <a:rPr sz="1800" b="1">
                <a:solidFill>
                  <a:srgbClr val="151515"/>
                </a:solidFill>
                <a:latin typeface="Malgun Gothic"/>
                <a:ea typeface="Malgun Gothic"/>
                <a:cs typeface="Malgun Gothic"/>
              </a:rPr>
              <a:t>2</a:t>
            </a:r>
          </a:p>
        </p:txBody>
      </p:sp>
      <p:sp>
        <p:nvSpPr>
          <p:cNvPr id="12" name="option-1">
            <a:extLst>
              <a:ext uri="{FF2B5EF4-FFF2-40B4-BE49-F238E27FC236}">
                <a16:creationId xmlns:a16="http://schemas.microsoft.com/office/drawing/2014/main" id="{6B8D2935-5C90-437E-8FDB-A257B901A4C9}"/>
              </a:ext>
            </a:extLst>
          </p:cNvPr>
          <p:cNvSpPr>
            <a:spLocks noGrp="1"/>
          </p:cNvSpPr>
          <p:nvPr/>
        </p:nvSpPr>
        <p:spPr>
          <a:xfrm>
            <a:off x="1181100" y="3676650"/>
            <a:ext cx="10401300" cy="342900"/>
          </a:xfrm>
          <a:prstGeom prst="rect">
            <a:avLst/>
          </a:prstGeom>
          <a:noFill/>
          <a:ln w="0">
            <a:noFill/>
          </a:ln>
        </p:spPr>
        <p:txBody>
          <a:bodyPr wrap="none" lIns="0" tIns="0" rIns="0" bIns="0" anchor="t">
            <a:noAutofit/>
          </a:bodyPr>
          <a:lstStyle>
            <a:defPPr algn="l">
              <a:defRPr sz="1875" b="0">
                <a:solidFill>
                  <a:srgbClr val="151515"/>
                </a:solidFill>
                <a:latin typeface="Malgun Gothic"/>
                <a:ea typeface="Malgun Gothic"/>
                <a:cs typeface="Malgun Gothic"/>
              </a:defRPr>
            </a:defPPr>
          </a:lstStyle>
          <a:p>
            <a:pPr algn="l">
              <a:lnSpc>
                <a:spcPct val="110000"/>
              </a:lnSpc>
              <a:buNone/>
              <a:defRPr sz="1875" b="0">
                <a:solidFill>
                  <a:srgbClr val="151515"/>
                </a:solidFill>
                <a:latin typeface="Malgun Gothic"/>
                <a:ea typeface="Malgun Gothic"/>
                <a:cs typeface="Malgun Gothic"/>
              </a:defRPr>
            </a:pPr>
            <a:r>
              <a:rPr sz="1875" b="0">
                <a:solidFill>
                  <a:srgbClr val="151515"/>
                </a:solidFill>
                <a:latin typeface="Malgun Gothic"/>
                <a:ea typeface="Malgun Gothic"/>
                <a:cs typeface="Malgun Gothic"/>
              </a:rPr>
              <a:t>4</a:t>
            </a:r>
          </a:p>
        </p:txBody>
      </p:sp>
      <p:sp>
        <p:nvSpPr>
          <p:cNvPr id="13" name="직사각형 12">
            <a:extLst>
              <a:ext uri="{FF2B5EF4-FFF2-40B4-BE49-F238E27FC236}">
                <a16:creationId xmlns:a16="http://schemas.microsoft.com/office/drawing/2014/main" id="{89B58DB3-F33E-472C-8EDF-2196BCEF5DE5}"/>
              </a:ext>
            </a:extLst>
          </p:cNvPr>
          <p:cNvSpPr>
            <a:spLocks noGrp="1"/>
          </p:cNvSpPr>
          <p:nvPr/>
        </p:nvSpPr>
        <p:spPr>
          <a:xfrm>
            <a:off x="1181100" y="4191000"/>
            <a:ext cx="10401300" cy="9525"/>
          </a:xfrm>
          <a:prstGeom prst="rect">
            <a:avLst/>
          </a:prstGeom>
          <a:solidFill>
            <a:srgbClr val="DDDDDD"/>
          </a:solidFill>
          <a:ln w="0">
            <a:noFill/>
          </a:ln>
        </p:spPr>
      </p:sp>
      <p:sp>
        <p:nvSpPr>
          <p:cNvPr id="14" name="option-number-2">
            <a:extLst>
              <a:ext uri="{FF2B5EF4-FFF2-40B4-BE49-F238E27FC236}">
                <a16:creationId xmlns:a16="http://schemas.microsoft.com/office/drawing/2014/main" id="{9170125A-17EC-4354-B39E-16885D785B21}"/>
              </a:ext>
            </a:extLst>
          </p:cNvPr>
          <p:cNvSpPr>
            <a:spLocks noGrp="1"/>
          </p:cNvSpPr>
          <p:nvPr/>
        </p:nvSpPr>
        <p:spPr>
          <a:xfrm>
            <a:off x="685800" y="4305300"/>
            <a:ext cx="400050" cy="323850"/>
          </a:xfrm>
          <a:prstGeom prst="rect">
            <a:avLst/>
          </a:prstGeom>
          <a:noFill/>
          <a:ln w="0">
            <a:noFill/>
          </a:ln>
        </p:spPr>
        <p:txBody>
          <a:bodyPr wrap="none" lIns="0" tIns="0" rIns="0" bIns="0" anchor="t">
            <a:noAutofit/>
          </a:bodyPr>
          <a:lstStyle>
            <a:defPPr algn="l">
              <a:defRPr sz="1800" b="1">
                <a:solidFill>
                  <a:srgbClr val="151515"/>
                </a:solidFill>
                <a:latin typeface="Malgun Gothic"/>
                <a:ea typeface="Malgun Gothic"/>
                <a:cs typeface="Malgun Gothic"/>
              </a:defRPr>
            </a:defPPr>
          </a:lstStyle>
          <a:p>
            <a:pPr algn="l">
              <a:lnSpc>
                <a:spcPct val="110000"/>
              </a:lnSpc>
              <a:buNone/>
              <a:defRPr sz="1800" b="1">
                <a:solidFill>
                  <a:srgbClr val="151515"/>
                </a:solidFill>
                <a:latin typeface="Malgun Gothic"/>
                <a:ea typeface="Malgun Gothic"/>
                <a:cs typeface="Malgun Gothic"/>
              </a:defRPr>
            </a:pPr>
            <a:r>
              <a:rPr sz="1800" b="1">
                <a:solidFill>
                  <a:srgbClr val="151515"/>
                </a:solidFill>
                <a:latin typeface="Malgun Gothic"/>
                <a:ea typeface="Malgun Gothic"/>
                <a:cs typeface="Malgun Gothic"/>
              </a:rPr>
              <a:t>3</a:t>
            </a:r>
          </a:p>
        </p:txBody>
      </p:sp>
      <p:sp>
        <p:nvSpPr>
          <p:cNvPr id="15" name="option-2">
            <a:extLst>
              <a:ext uri="{FF2B5EF4-FFF2-40B4-BE49-F238E27FC236}">
                <a16:creationId xmlns:a16="http://schemas.microsoft.com/office/drawing/2014/main" id="{C4BAE251-9A09-4653-9A14-FDCD67BAABAA}"/>
              </a:ext>
            </a:extLst>
          </p:cNvPr>
          <p:cNvSpPr>
            <a:spLocks noGrp="1"/>
          </p:cNvSpPr>
          <p:nvPr/>
        </p:nvSpPr>
        <p:spPr>
          <a:xfrm>
            <a:off x="1181100" y="4305300"/>
            <a:ext cx="10401300" cy="342900"/>
          </a:xfrm>
          <a:prstGeom prst="rect">
            <a:avLst/>
          </a:prstGeom>
          <a:noFill/>
          <a:ln w="0">
            <a:noFill/>
          </a:ln>
        </p:spPr>
        <p:txBody>
          <a:bodyPr wrap="none" lIns="0" tIns="0" rIns="0" bIns="0" anchor="t">
            <a:noAutofit/>
          </a:bodyPr>
          <a:lstStyle>
            <a:defPPr algn="l">
              <a:defRPr sz="1875" b="0">
                <a:solidFill>
                  <a:srgbClr val="151515"/>
                </a:solidFill>
                <a:latin typeface="Malgun Gothic"/>
                <a:ea typeface="Malgun Gothic"/>
                <a:cs typeface="Malgun Gothic"/>
              </a:defRPr>
            </a:defPPr>
          </a:lstStyle>
          <a:p>
            <a:pPr algn="l">
              <a:lnSpc>
                <a:spcPct val="110000"/>
              </a:lnSpc>
              <a:buNone/>
              <a:defRPr sz="1875" b="0">
                <a:solidFill>
                  <a:srgbClr val="151515"/>
                </a:solidFill>
                <a:latin typeface="Malgun Gothic"/>
                <a:ea typeface="Malgun Gothic"/>
                <a:cs typeface="Malgun Gothic"/>
              </a:defRPr>
            </a:pPr>
            <a:r>
              <a:rPr sz="1875" b="0">
                <a:solidFill>
                  <a:srgbClr val="151515"/>
                </a:solidFill>
                <a:latin typeface="Malgun Gothic"/>
                <a:ea typeface="Malgun Gothic"/>
                <a:cs typeface="Malgun Gothic"/>
              </a:rPr>
              <a:t>2</a:t>
            </a:r>
          </a:p>
        </p:txBody>
      </p:sp>
      <p:sp>
        <p:nvSpPr>
          <p:cNvPr id="16" name="직사각형 15">
            <a:extLst>
              <a:ext uri="{FF2B5EF4-FFF2-40B4-BE49-F238E27FC236}">
                <a16:creationId xmlns:a16="http://schemas.microsoft.com/office/drawing/2014/main" id="{E4DF0285-0005-4E41-BB2A-7AD6FFBFF36C}"/>
              </a:ext>
            </a:extLst>
          </p:cNvPr>
          <p:cNvSpPr>
            <a:spLocks noGrp="1"/>
          </p:cNvSpPr>
          <p:nvPr/>
        </p:nvSpPr>
        <p:spPr>
          <a:xfrm>
            <a:off x="1181100" y="4819650"/>
            <a:ext cx="10401300" cy="9525"/>
          </a:xfrm>
          <a:prstGeom prst="rect">
            <a:avLst/>
          </a:prstGeom>
          <a:solidFill>
            <a:srgbClr val="DDDDDD"/>
          </a:solidFill>
          <a:ln w="0">
            <a:noFill/>
          </a:ln>
        </p:spPr>
      </p:sp>
      <p:sp>
        <p:nvSpPr>
          <p:cNvPr id="17" name="option-number-3">
            <a:extLst>
              <a:ext uri="{FF2B5EF4-FFF2-40B4-BE49-F238E27FC236}">
                <a16:creationId xmlns:a16="http://schemas.microsoft.com/office/drawing/2014/main" id="{30073469-3AD0-40B5-8ABA-EF881856145D}"/>
              </a:ext>
            </a:extLst>
          </p:cNvPr>
          <p:cNvSpPr>
            <a:spLocks noGrp="1"/>
          </p:cNvSpPr>
          <p:nvPr/>
        </p:nvSpPr>
        <p:spPr>
          <a:xfrm>
            <a:off x="685800" y="4933950"/>
            <a:ext cx="400050" cy="323850"/>
          </a:xfrm>
          <a:prstGeom prst="rect">
            <a:avLst/>
          </a:prstGeom>
          <a:noFill/>
          <a:ln w="0">
            <a:noFill/>
          </a:ln>
        </p:spPr>
        <p:txBody>
          <a:bodyPr wrap="none" lIns="0" tIns="0" rIns="0" bIns="0" anchor="t">
            <a:noAutofit/>
          </a:bodyPr>
          <a:lstStyle>
            <a:defPPr algn="l">
              <a:defRPr sz="1800" b="1">
                <a:solidFill>
                  <a:srgbClr val="151515"/>
                </a:solidFill>
                <a:latin typeface="Malgun Gothic"/>
                <a:ea typeface="Malgun Gothic"/>
                <a:cs typeface="Malgun Gothic"/>
              </a:defRPr>
            </a:defPPr>
          </a:lstStyle>
          <a:p>
            <a:pPr algn="l">
              <a:lnSpc>
                <a:spcPct val="110000"/>
              </a:lnSpc>
              <a:buNone/>
              <a:defRPr sz="1800" b="1">
                <a:solidFill>
                  <a:srgbClr val="151515"/>
                </a:solidFill>
                <a:latin typeface="Malgun Gothic"/>
                <a:ea typeface="Malgun Gothic"/>
                <a:cs typeface="Malgun Gothic"/>
              </a:defRPr>
            </a:pPr>
            <a:r>
              <a:rPr sz="1800" b="1">
                <a:solidFill>
                  <a:srgbClr val="151515"/>
                </a:solidFill>
                <a:latin typeface="Malgun Gothic"/>
                <a:ea typeface="Malgun Gothic"/>
                <a:cs typeface="Malgun Gothic"/>
              </a:rPr>
              <a:t>4</a:t>
            </a:r>
          </a:p>
        </p:txBody>
      </p:sp>
      <p:sp>
        <p:nvSpPr>
          <p:cNvPr id="18" name="option-3">
            <a:extLst>
              <a:ext uri="{FF2B5EF4-FFF2-40B4-BE49-F238E27FC236}">
                <a16:creationId xmlns:a16="http://schemas.microsoft.com/office/drawing/2014/main" id="{8843CCAA-B230-44BC-8AB1-B5E6739C8CD3}"/>
              </a:ext>
            </a:extLst>
          </p:cNvPr>
          <p:cNvSpPr>
            <a:spLocks noGrp="1"/>
          </p:cNvSpPr>
          <p:nvPr/>
        </p:nvSpPr>
        <p:spPr>
          <a:xfrm>
            <a:off x="1181100" y="4933950"/>
            <a:ext cx="10401300" cy="342900"/>
          </a:xfrm>
          <a:prstGeom prst="rect">
            <a:avLst/>
          </a:prstGeom>
          <a:noFill/>
          <a:ln w="0">
            <a:noFill/>
          </a:ln>
        </p:spPr>
        <p:txBody>
          <a:bodyPr wrap="none" lIns="0" tIns="0" rIns="0" bIns="0" anchor="t">
            <a:noAutofit/>
          </a:bodyPr>
          <a:lstStyle>
            <a:defPPr algn="l">
              <a:defRPr sz="1875" b="0">
                <a:solidFill>
                  <a:srgbClr val="151515"/>
                </a:solidFill>
                <a:latin typeface="Malgun Gothic"/>
                <a:ea typeface="Malgun Gothic"/>
                <a:cs typeface="Malgun Gothic"/>
              </a:defRPr>
            </a:defPPr>
          </a:lstStyle>
          <a:p>
            <a:pPr algn="l">
              <a:lnSpc>
                <a:spcPct val="110000"/>
              </a:lnSpc>
              <a:buNone/>
              <a:defRPr sz="1875" b="0">
                <a:solidFill>
                  <a:srgbClr val="151515"/>
                </a:solidFill>
                <a:latin typeface="Malgun Gothic"/>
                <a:ea typeface="Malgun Gothic"/>
                <a:cs typeface="Malgun Gothic"/>
              </a:defRPr>
            </a:pPr>
            <a:r>
              <a:rPr sz="1875" b="0">
                <a:solidFill>
                  <a:srgbClr val="151515"/>
                </a:solidFill>
                <a:latin typeface="Malgun Gothic"/>
                <a:ea typeface="Malgun Gothic"/>
                <a:cs typeface="Malgun Gothic"/>
              </a:rPr>
              <a:t>3</a:t>
            </a:r>
          </a:p>
        </p:txBody>
      </p:sp>
      <p:sp>
        <p:nvSpPr>
          <p:cNvPr id="19" name="직사각형 18">
            <a:extLst>
              <a:ext uri="{FF2B5EF4-FFF2-40B4-BE49-F238E27FC236}">
                <a16:creationId xmlns:a16="http://schemas.microsoft.com/office/drawing/2014/main" id="{4940431B-47E0-4526-9B68-8E1D7F146623}"/>
              </a:ext>
            </a:extLst>
          </p:cNvPr>
          <p:cNvSpPr>
            <a:spLocks noGrp="1"/>
          </p:cNvSpPr>
          <p:nvPr/>
        </p:nvSpPr>
        <p:spPr>
          <a:xfrm>
            <a:off x="1181100" y="5448300"/>
            <a:ext cx="10401300" cy="9525"/>
          </a:xfrm>
          <a:prstGeom prst="rect">
            <a:avLst/>
          </a:prstGeom>
          <a:solidFill>
            <a:srgbClr val="DDDDDD"/>
          </a:solidFill>
          <a:ln w="0">
            <a:noFill/>
          </a:ln>
        </p:spPr>
      </p:sp>
      <p:sp>
        <p:nvSpPr>
          <p:cNvPr id="20" name="option-number-4">
            <a:extLst>
              <a:ext uri="{FF2B5EF4-FFF2-40B4-BE49-F238E27FC236}">
                <a16:creationId xmlns:a16="http://schemas.microsoft.com/office/drawing/2014/main" id="{E40150DD-4B0E-4E3A-9481-6AF57C4D0C20}"/>
              </a:ext>
            </a:extLst>
          </p:cNvPr>
          <p:cNvSpPr>
            <a:spLocks noGrp="1"/>
          </p:cNvSpPr>
          <p:nvPr/>
        </p:nvSpPr>
        <p:spPr>
          <a:xfrm>
            <a:off x="685800" y="5562600"/>
            <a:ext cx="400050" cy="323850"/>
          </a:xfrm>
          <a:prstGeom prst="rect">
            <a:avLst/>
          </a:prstGeom>
          <a:noFill/>
          <a:ln w="0">
            <a:noFill/>
          </a:ln>
        </p:spPr>
        <p:txBody>
          <a:bodyPr wrap="none" lIns="0" tIns="0" rIns="0" bIns="0" anchor="t">
            <a:noAutofit/>
          </a:bodyPr>
          <a:lstStyle>
            <a:defPPr algn="l">
              <a:defRPr sz="1800" b="1">
                <a:solidFill>
                  <a:srgbClr val="151515"/>
                </a:solidFill>
                <a:latin typeface="Malgun Gothic"/>
                <a:ea typeface="Malgun Gothic"/>
                <a:cs typeface="Malgun Gothic"/>
              </a:defRPr>
            </a:defPPr>
          </a:lstStyle>
          <a:p>
            <a:pPr algn="l">
              <a:lnSpc>
                <a:spcPct val="110000"/>
              </a:lnSpc>
              <a:buNone/>
              <a:defRPr sz="1800" b="1">
                <a:solidFill>
                  <a:srgbClr val="151515"/>
                </a:solidFill>
                <a:latin typeface="Malgun Gothic"/>
                <a:ea typeface="Malgun Gothic"/>
                <a:cs typeface="Malgun Gothic"/>
              </a:defRPr>
            </a:pPr>
            <a:r>
              <a:rPr sz="1800" b="1">
                <a:solidFill>
                  <a:srgbClr val="151515"/>
                </a:solidFill>
                <a:latin typeface="Malgun Gothic"/>
                <a:ea typeface="Malgun Gothic"/>
                <a:cs typeface="Malgun Gothic"/>
              </a:rPr>
              <a:t>5</a:t>
            </a:r>
          </a:p>
        </p:txBody>
      </p:sp>
      <p:sp>
        <p:nvSpPr>
          <p:cNvPr id="21" name="option-4">
            <a:extLst>
              <a:ext uri="{FF2B5EF4-FFF2-40B4-BE49-F238E27FC236}">
                <a16:creationId xmlns:a16="http://schemas.microsoft.com/office/drawing/2014/main" id="{45DB9BB1-5833-4948-B2AD-93D0937EE95D}"/>
              </a:ext>
            </a:extLst>
          </p:cNvPr>
          <p:cNvSpPr>
            <a:spLocks noGrp="1"/>
          </p:cNvSpPr>
          <p:nvPr/>
        </p:nvSpPr>
        <p:spPr>
          <a:xfrm>
            <a:off x="1181100" y="5562600"/>
            <a:ext cx="10401300" cy="342900"/>
          </a:xfrm>
          <a:prstGeom prst="rect">
            <a:avLst/>
          </a:prstGeom>
          <a:noFill/>
          <a:ln w="0">
            <a:noFill/>
          </a:ln>
        </p:spPr>
        <p:txBody>
          <a:bodyPr wrap="none" lIns="0" tIns="0" rIns="0" bIns="0" anchor="t">
            <a:noAutofit/>
          </a:bodyPr>
          <a:lstStyle>
            <a:defPPr algn="l">
              <a:defRPr sz="1875" b="0">
                <a:solidFill>
                  <a:srgbClr val="151515"/>
                </a:solidFill>
                <a:latin typeface="Malgun Gothic"/>
                <a:ea typeface="Malgun Gothic"/>
                <a:cs typeface="Malgun Gothic"/>
              </a:defRPr>
            </a:defPPr>
          </a:lstStyle>
          <a:p>
            <a:pPr algn="l">
              <a:lnSpc>
                <a:spcPct val="110000"/>
              </a:lnSpc>
              <a:buNone/>
              <a:defRPr sz="1875" b="0">
                <a:solidFill>
                  <a:srgbClr val="151515"/>
                </a:solidFill>
                <a:latin typeface="Malgun Gothic"/>
                <a:ea typeface="Malgun Gothic"/>
                <a:cs typeface="Malgun Gothic"/>
              </a:defRPr>
            </a:pPr>
            <a:r>
              <a:rPr sz="1875" b="0">
                <a:solidFill>
                  <a:srgbClr val="151515"/>
                </a:solidFill>
                <a:latin typeface="Malgun Gothic"/>
                <a:ea typeface="Malgun Gothic"/>
                <a:cs typeface="Malgun Gothic"/>
              </a:rPr>
              <a:t>0</a:t>
            </a:r>
          </a:p>
        </p:txBody>
      </p:sp>
    </p:spTree>
    <p:extLst>
      <p:ext uri="{BB962C8B-B14F-4D97-AF65-F5344CB8AC3E}">
        <p14:creationId xmlns:p14="http://schemas.microsoft.com/office/powerpoint/2010/main" val="330931050"/>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section">
            <a:extLst>
              <a:ext uri="{FF2B5EF4-FFF2-40B4-BE49-F238E27FC236}">
                <a16:creationId xmlns:a16="http://schemas.microsoft.com/office/drawing/2014/main" id="{A4B4D7E5-D751-45A7-B790-52DEC519B6FE}"/>
              </a:ext>
            </a:extLst>
          </p:cNvPr>
          <p:cNvSpPr>
            <a:spLocks noGrp="1"/>
          </p:cNvSpPr>
          <p:nvPr/>
        </p:nvSpPr>
        <p:spPr>
          <a:xfrm>
            <a:off x="609600" y="266700"/>
            <a:ext cx="8096250" cy="266700"/>
          </a:xfrm>
          <a:prstGeom prst="rect">
            <a:avLst/>
          </a:prstGeom>
          <a:noFill/>
          <a:ln w="0">
            <a:noFill/>
          </a:ln>
        </p:spPr>
        <p:txBody>
          <a:bodyPr wrap="none" lIns="0" tIns="0" rIns="0" bIns="0" anchor="t">
            <a:noAutofit/>
          </a:bodyPr>
          <a:lstStyle>
            <a:defPPr algn="l">
              <a:defRPr sz="1050" b="0">
                <a:solidFill>
                  <a:srgbClr val="555555"/>
                </a:solidFill>
                <a:latin typeface="Malgun Gothic"/>
                <a:ea typeface="Malgun Gothic"/>
                <a:cs typeface="Malgun Gothic"/>
              </a:defRPr>
            </a:defPPr>
          </a:lstStyle>
          <a:p>
            <a:pPr algn="l">
              <a:lnSpc>
                <a:spcPct val="110000"/>
              </a:lnSpc>
              <a:buNone/>
              <a:defRPr sz="1050" b="0">
                <a:solidFill>
                  <a:srgbClr val="555555"/>
                </a:solidFill>
                <a:latin typeface="Malgun Gothic"/>
                <a:ea typeface="Malgun Gothic"/>
                <a:cs typeface="Malgun Gothic"/>
              </a:defRPr>
            </a:pPr>
            <a:r>
              <a:rPr sz="1050" b="0">
                <a:solidFill>
                  <a:srgbClr val="555555"/>
                </a:solidFill>
                <a:latin typeface="Malgun Gothic"/>
                <a:ea typeface="Malgun Gothic"/>
                <a:cs typeface="Malgun Gothic"/>
              </a:rPr>
              <a:t>4장 분할 정복  /  객관식</a:t>
            </a:r>
          </a:p>
        </p:txBody>
      </p:sp>
      <p:sp>
        <p:nvSpPr>
          <p:cNvPr id="2" name="brand">
            <a:extLst>
              <a:ext uri="{FF2B5EF4-FFF2-40B4-BE49-F238E27FC236}">
                <a16:creationId xmlns:a16="http://schemas.microsoft.com/office/drawing/2014/main" id="{C433A5D7-F608-4DBA-BB09-159A6E4A85BB}"/>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555555"/>
                </a:solidFill>
                <a:latin typeface="Malgun Gothic"/>
                <a:ea typeface="Malgun Gothic"/>
                <a:cs typeface="Malgun Gothic"/>
              </a:defRPr>
            </a:defPPr>
          </a:lstStyle>
          <a:p>
            <a:pPr algn="l">
              <a:lnSpc>
                <a:spcPct val="110000"/>
              </a:lnSpc>
              <a:buNone/>
              <a:defRPr sz="900" b="0">
                <a:solidFill>
                  <a:srgbClr val="555555"/>
                </a:solidFill>
                <a:latin typeface="Malgun Gothic"/>
                <a:ea typeface="Malgun Gothic"/>
                <a:cs typeface="Malgun Gothic"/>
              </a:defRPr>
            </a:pPr>
            <a:r>
              <a:rPr sz="900" b="0">
                <a:solidFill>
                  <a:srgbClr val="55555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DE795F45-EE62-4ED0-BC40-E81CB6839343}"/>
              </a:ext>
            </a:extLst>
          </p:cNvPr>
          <p:cNvSpPr>
            <a:spLocks noGrp="1"/>
          </p:cNvSpPr>
          <p:nvPr/>
        </p:nvSpPr>
        <p:spPr>
          <a:xfrm>
            <a:off x="609600" y="685800"/>
            <a:ext cx="10972800" cy="685800"/>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0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문제 38  정답과 해설</a:t>
            </a:r>
          </a:p>
        </p:txBody>
      </p:sp>
      <p:sp>
        <p:nvSpPr>
          <p:cNvPr id="4" name="footer">
            <a:extLst>
              <a:ext uri="{FF2B5EF4-FFF2-40B4-BE49-F238E27FC236}">
                <a16:creationId xmlns:a16="http://schemas.microsoft.com/office/drawing/2014/main" id="{0B40CE12-1506-4E7C-80C2-4B0A1999A800}"/>
              </a:ext>
            </a:extLst>
          </p:cNvPr>
          <p:cNvSpPr>
            <a:spLocks noGrp="1"/>
          </p:cNvSpPr>
          <p:nvPr/>
        </p:nvSpPr>
        <p:spPr>
          <a:xfrm>
            <a:off x="609600" y="6591300"/>
            <a:ext cx="9715500" cy="190500"/>
          </a:xfrm>
          <a:prstGeom prst="rect">
            <a:avLst/>
          </a:prstGeom>
          <a:noFill/>
          <a:ln w="0">
            <a:noFill/>
          </a:ln>
        </p:spPr>
        <p:txBody>
          <a:bodyPr wrap="none" lIns="0" tIns="0" rIns="0" bIns="0" anchor="t">
            <a:noAutofit/>
          </a:bodyPr>
          <a:lstStyle>
            <a:defPPr algn="l">
              <a:defRPr sz="900" b="0">
                <a:solidFill>
                  <a:srgbClr val="555555"/>
                </a:solidFill>
                <a:latin typeface="Consolas"/>
                <a:ea typeface="Consolas"/>
                <a:cs typeface="Consolas"/>
              </a:defRPr>
            </a:defPPr>
          </a:lstStyle>
          <a:p>
            <a:pPr algn="l">
              <a:lnSpc>
                <a:spcPct val="110000"/>
              </a:lnSpc>
              <a:buNone/>
              <a:defRPr sz="900" b="0">
                <a:solidFill>
                  <a:srgbClr val="555555"/>
                </a:solidFill>
                <a:latin typeface="Consolas"/>
                <a:ea typeface="Consolas"/>
                <a:cs typeface="Consolas"/>
              </a:defRPr>
            </a:pPr>
            <a:r>
              <a:rPr sz="900" b="0">
                <a:solidFill>
                  <a:srgbClr val="555555"/>
                </a:solidFill>
                <a:latin typeface="Consolas"/>
                <a:ea typeface="Consolas"/>
                <a:cs typeface="Consolas"/>
              </a:rPr>
              <a:t>04 / DIVIDE AND CONQUER · EXERCISES</a:t>
            </a:r>
          </a:p>
        </p:txBody>
      </p:sp>
      <p:sp>
        <p:nvSpPr>
          <p:cNvPr id="5" name="page">
            <a:extLst>
              <a:ext uri="{FF2B5EF4-FFF2-40B4-BE49-F238E27FC236}">
                <a16:creationId xmlns:a16="http://schemas.microsoft.com/office/drawing/2014/main" id="{C9F20045-694E-47AD-93C6-F1ADF6533A23}"/>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0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076</a:t>
            </a:r>
            <a:endParaRPr sz="1050" b="0">
              <a:solidFill>
                <a:srgbClr val="151515"/>
              </a:solidFill>
              <a:latin typeface="Consolas"/>
              <a:ea typeface="Consolas"/>
              <a:cs typeface="Consolas"/>
            </a:endParaRPr>
          </a:p>
        </p:txBody>
      </p:sp>
      <p:sp>
        <p:nvSpPr>
          <p:cNvPr id="6" name="직사각형 5">
            <a:extLst>
              <a:ext uri="{FF2B5EF4-FFF2-40B4-BE49-F238E27FC236}">
                <a16:creationId xmlns:a16="http://schemas.microsoft.com/office/drawing/2014/main" id="{BB5BBE24-84EA-425C-95E1-CBC8EBC702D6}"/>
              </a:ext>
            </a:extLst>
          </p:cNvPr>
          <p:cNvSpPr>
            <a:spLocks noGrp="1"/>
          </p:cNvSpPr>
          <p:nvPr/>
        </p:nvSpPr>
        <p:spPr>
          <a:xfrm>
            <a:off x="609600" y="6438900"/>
            <a:ext cx="10972800" cy="9525"/>
          </a:xfrm>
          <a:prstGeom prst="rect">
            <a:avLst/>
          </a:prstGeom>
          <a:solidFill>
            <a:srgbClr val="CCCCCC"/>
          </a:solidFill>
          <a:ln w="0">
            <a:noFill/>
          </a:ln>
        </p:spPr>
      </p:sp>
      <p:sp>
        <p:nvSpPr>
          <p:cNvPr id="7" name="직사각형 6">
            <a:extLst>
              <a:ext uri="{FF2B5EF4-FFF2-40B4-BE49-F238E27FC236}">
                <a16:creationId xmlns:a16="http://schemas.microsoft.com/office/drawing/2014/main" id="{8AB5EE39-F822-4824-94F3-04D1436FFE8B}"/>
              </a:ext>
            </a:extLst>
          </p:cNvPr>
          <p:cNvSpPr>
            <a:spLocks noGrp="1"/>
          </p:cNvSpPr>
          <p:nvPr/>
        </p:nvSpPr>
        <p:spPr>
          <a:xfrm>
            <a:off x="609600" y="1381125"/>
            <a:ext cx="10972800" cy="19050"/>
          </a:xfrm>
          <a:prstGeom prst="rect">
            <a:avLst/>
          </a:prstGeom>
          <a:solidFill>
            <a:srgbClr val="151515"/>
          </a:solidFill>
          <a:ln w="0">
            <a:noFill/>
          </a:ln>
        </p:spPr>
      </p:sp>
      <p:sp>
        <p:nvSpPr>
          <p:cNvPr id="8" name="prompt">
            <a:extLst>
              <a:ext uri="{FF2B5EF4-FFF2-40B4-BE49-F238E27FC236}">
                <a16:creationId xmlns:a16="http://schemas.microsoft.com/office/drawing/2014/main" id="{8875A1A7-266B-48F5-8DAB-D173ABD83ABB}"/>
              </a:ext>
            </a:extLst>
          </p:cNvPr>
          <p:cNvSpPr>
            <a:spLocks noGrp="1"/>
          </p:cNvSpPr>
          <p:nvPr/>
        </p:nvSpPr>
        <p:spPr>
          <a:xfrm>
            <a:off x="609600" y="1714500"/>
            <a:ext cx="10972800" cy="1095375"/>
          </a:xfrm>
          <a:prstGeom prst="rect">
            <a:avLst/>
          </a:prstGeom>
          <a:noFill/>
          <a:ln w="0">
            <a:noFill/>
          </a:ln>
        </p:spPr>
        <p:txBody>
          <a:bodyPr wrap="none" lIns="0" tIns="0" rIns="0" bIns="0" anchor="t">
            <a:noAutofit/>
          </a:bodyPr>
          <a:lstStyle>
            <a:defPPr algn="l">
              <a:defRPr sz="1800" b="0">
                <a:solidFill>
                  <a:srgbClr val="555555"/>
                </a:solidFill>
                <a:latin typeface="Malgun Gothic"/>
                <a:ea typeface="Malgun Gothic"/>
                <a:cs typeface="Malgun Gothic"/>
              </a:defRPr>
            </a:defPPr>
          </a:lstStyle>
          <a:p>
            <a:pPr algn="l">
              <a:lnSpc>
                <a:spcPct val="110000"/>
              </a:lnSpc>
              <a:buNone/>
              <a:defRPr sz="1800" b="0">
                <a:solidFill>
                  <a:srgbClr val="555555"/>
                </a:solidFill>
                <a:latin typeface="Malgun Gothic"/>
                <a:ea typeface="Malgun Gothic"/>
                <a:cs typeface="Malgun Gothic"/>
              </a:defRPr>
            </a:pPr>
            <a:r>
              <a:rPr sz="1800" b="0">
                <a:solidFill>
                  <a:srgbClr val="555555"/>
                </a:solidFill>
                <a:latin typeface="Malgun Gothic"/>
                <a:ea typeface="Malgun Gothic"/>
                <a:cs typeface="Malgun Gothic"/>
              </a:rPr>
              <a:t>피벗은 a[5]=6이고 a=[3,4,1,8,7,6], L=3이다.</a:t>
            </a:r>
          </a:p>
          <a:p>
            <a:pPr algn="l">
              <a:lnSpc>
                <a:spcPct val="110000"/>
              </a:lnSpc>
              <a:buNone/>
              <a:defRPr sz="1800" b="0">
                <a:solidFill>
                  <a:srgbClr val="555555"/>
                </a:solidFill>
                <a:latin typeface="Malgun Gothic"/>
                <a:ea typeface="Malgun Gothic"/>
                <a:cs typeface="Malgun Gothic"/>
              </a:defRPr>
            </a:pPr>
            <a:r>
              <a:rPr sz="1800" b="0">
                <a:solidFill>
                  <a:srgbClr val="555555"/>
                </a:solidFill>
                <a:latin typeface="Malgun Gothic"/>
                <a:ea typeface="Malgun Gothic"/>
                <a:cs typeface="Malgun Gothic"/>
              </a:rPr>
              <a:t>마지막에 a[L]과 a[5]를 교환하면 피벗의 인덱스는?</a:t>
            </a:r>
          </a:p>
        </p:txBody>
      </p:sp>
      <p:sp>
        <p:nvSpPr>
          <p:cNvPr id="9" name="answer-band">
            <a:extLst>
              <a:ext uri="{FF2B5EF4-FFF2-40B4-BE49-F238E27FC236}">
                <a16:creationId xmlns:a16="http://schemas.microsoft.com/office/drawing/2014/main" id="{900731EA-A11D-4795-9F43-D1B85CB3D283}"/>
              </a:ext>
            </a:extLst>
          </p:cNvPr>
          <p:cNvSpPr>
            <a:spLocks noGrp="1"/>
          </p:cNvSpPr>
          <p:nvPr/>
        </p:nvSpPr>
        <p:spPr>
          <a:xfrm>
            <a:off x="609600" y="2952750"/>
            <a:ext cx="10972800" cy="723900"/>
          </a:xfrm>
          <a:prstGeom prst="rect">
            <a:avLst/>
          </a:prstGeom>
          <a:solidFill>
            <a:srgbClr val="151515"/>
          </a:solidFill>
          <a:ln w="0">
            <a:noFill/>
          </a:ln>
        </p:spPr>
      </p:sp>
      <p:sp>
        <p:nvSpPr>
          <p:cNvPr id="10" name="answer">
            <a:extLst>
              <a:ext uri="{FF2B5EF4-FFF2-40B4-BE49-F238E27FC236}">
                <a16:creationId xmlns:a16="http://schemas.microsoft.com/office/drawing/2014/main" id="{30B2E40F-A7CB-4462-8772-4CCB187E3D6E}"/>
              </a:ext>
            </a:extLst>
          </p:cNvPr>
          <p:cNvSpPr>
            <a:spLocks noGrp="1"/>
          </p:cNvSpPr>
          <p:nvPr/>
        </p:nvSpPr>
        <p:spPr>
          <a:xfrm>
            <a:off x="876300" y="3162300"/>
            <a:ext cx="10439400" cy="457200"/>
          </a:xfrm>
          <a:prstGeom prst="rect">
            <a:avLst/>
          </a:prstGeom>
          <a:noFill/>
          <a:ln w="0">
            <a:noFill/>
          </a:ln>
        </p:spPr>
        <p:txBody>
          <a:bodyPr wrap="none" lIns="0" tIns="0" rIns="0" bIns="0" anchor="t">
            <a:noAutofit/>
          </a:bodyPr>
          <a:lstStyle>
            <a:defPPr algn="l">
              <a:defRPr sz="1950" b="1">
                <a:solidFill>
                  <a:srgbClr val="FFFFFF"/>
                </a:solidFill>
                <a:latin typeface="Malgun Gothic"/>
                <a:ea typeface="Malgun Gothic"/>
                <a:cs typeface="Malgun Gothic"/>
              </a:defRPr>
            </a:defPPr>
          </a:lstStyle>
          <a:p>
            <a:pPr algn="l">
              <a:lnSpc>
                <a:spcPct val="110000"/>
              </a:lnSpc>
              <a:buNone/>
              <a:defRPr sz="1950" b="1">
                <a:solidFill>
                  <a:srgbClr val="FFFFFF"/>
                </a:solidFill>
                <a:latin typeface="Malgun Gothic"/>
                <a:ea typeface="Malgun Gothic"/>
                <a:cs typeface="Malgun Gothic"/>
              </a:defRPr>
            </a:pPr>
            <a:r>
              <a:rPr sz="1950" b="1">
                <a:solidFill>
                  <a:srgbClr val="FFFFFF"/>
                </a:solidFill>
                <a:latin typeface="Malgun Gothic"/>
                <a:ea typeface="Malgun Gothic"/>
                <a:cs typeface="Malgun Gothic"/>
              </a:rPr>
              <a:t>4번 3</a:t>
            </a:r>
          </a:p>
        </p:txBody>
      </p:sp>
      <p:sp>
        <p:nvSpPr>
          <p:cNvPr id="11" name="explanation-label">
            <a:extLst>
              <a:ext uri="{FF2B5EF4-FFF2-40B4-BE49-F238E27FC236}">
                <a16:creationId xmlns:a16="http://schemas.microsoft.com/office/drawing/2014/main" id="{E8ACD167-BE2D-45CE-BF48-7EE58E37971B}"/>
              </a:ext>
            </a:extLst>
          </p:cNvPr>
          <p:cNvSpPr>
            <a:spLocks noGrp="1"/>
          </p:cNvSpPr>
          <p:nvPr/>
        </p:nvSpPr>
        <p:spPr>
          <a:xfrm>
            <a:off x="609600" y="4019550"/>
            <a:ext cx="1143000" cy="304800"/>
          </a:xfrm>
          <a:prstGeom prst="rect">
            <a:avLst/>
          </a:prstGeom>
          <a:noFill/>
          <a:ln w="0">
            <a:noFill/>
          </a:ln>
        </p:spPr>
        <p:txBody>
          <a:bodyPr wrap="none" lIns="0" tIns="0" rIns="0" bIns="0" anchor="t">
            <a:noAutofit/>
          </a:bodyPr>
          <a:lstStyle>
            <a:defPPr algn="l">
              <a:defRPr sz="1800" b="1">
                <a:solidFill>
                  <a:srgbClr val="151515"/>
                </a:solidFill>
                <a:latin typeface="Malgun Gothic"/>
                <a:ea typeface="Malgun Gothic"/>
                <a:cs typeface="Malgun Gothic"/>
              </a:defRPr>
            </a:defPPr>
          </a:lstStyle>
          <a:p>
            <a:pPr algn="l">
              <a:lnSpc>
                <a:spcPct val="110000"/>
              </a:lnSpc>
              <a:buNone/>
              <a:defRPr sz="1800" b="1">
                <a:solidFill>
                  <a:srgbClr val="151515"/>
                </a:solidFill>
                <a:latin typeface="Malgun Gothic"/>
                <a:ea typeface="Malgun Gothic"/>
                <a:cs typeface="Malgun Gothic"/>
              </a:defRPr>
            </a:pPr>
            <a:r>
              <a:rPr sz="1800" b="1">
                <a:solidFill>
                  <a:srgbClr val="151515"/>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B886D13F-942D-49BD-91F1-EA7579529232}"/>
              </a:ext>
            </a:extLst>
          </p:cNvPr>
          <p:cNvSpPr>
            <a:spLocks noGrp="1"/>
          </p:cNvSpPr>
          <p:nvPr/>
        </p:nvSpPr>
        <p:spPr>
          <a:xfrm>
            <a:off x="1752600" y="4210050"/>
            <a:ext cx="9829800" cy="9525"/>
          </a:xfrm>
          <a:prstGeom prst="rect">
            <a:avLst/>
          </a:prstGeom>
          <a:solidFill>
            <a:srgbClr val="CCCCCC"/>
          </a:solidFill>
          <a:ln w="0">
            <a:noFill/>
          </a:ln>
        </p:spPr>
      </p:sp>
      <p:sp>
        <p:nvSpPr>
          <p:cNvPr id="13" name="explanation">
            <a:extLst>
              <a:ext uri="{FF2B5EF4-FFF2-40B4-BE49-F238E27FC236}">
                <a16:creationId xmlns:a16="http://schemas.microsoft.com/office/drawing/2014/main" id="{8C5674FF-D266-4100-8CCF-ABA6F48AC478}"/>
              </a:ext>
            </a:extLst>
          </p:cNvPr>
          <p:cNvSpPr>
            <a:spLocks noGrp="1"/>
          </p:cNvSpPr>
          <p:nvPr/>
        </p:nvSpPr>
        <p:spPr>
          <a:xfrm>
            <a:off x="609600" y="4495800"/>
            <a:ext cx="10972800" cy="1314450"/>
          </a:xfrm>
          <a:prstGeom prst="rect">
            <a:avLst/>
          </a:prstGeom>
          <a:noFill/>
          <a:ln w="0">
            <a:noFill/>
          </a:ln>
        </p:spPr>
        <p:txBody>
          <a:bodyPr wrap="none" lIns="0" tIns="0" rIns="0" bIns="0" anchor="t">
            <a:noAutofit/>
          </a:bodyPr>
          <a:lstStyle>
            <a:defPPr algn="l">
              <a:defRPr sz="1875" b="0">
                <a:solidFill>
                  <a:srgbClr val="555555"/>
                </a:solidFill>
                <a:latin typeface="Malgun Gothic"/>
                <a:ea typeface="Malgun Gothic"/>
                <a:cs typeface="Malgun Gothic"/>
              </a:defRPr>
            </a:defPPr>
          </a:lstStyle>
          <a:p>
            <a:pPr algn="l">
              <a:lnSpc>
                <a:spcPct val="110000"/>
              </a:lnSpc>
              <a:buNone/>
              <a:defRPr sz="1875" b="0">
                <a:solidFill>
                  <a:srgbClr val="555555"/>
                </a:solidFill>
                <a:latin typeface="Malgun Gothic"/>
                <a:ea typeface="Malgun Gothic"/>
                <a:cs typeface="Malgun Gothic"/>
              </a:defRPr>
            </a:pPr>
            <a:r>
              <a:rPr sz="1875" b="0">
                <a:solidFill>
                  <a:srgbClr val="555555"/>
                </a:solidFill>
                <a:latin typeface="Malgun Gothic"/>
                <a:ea typeface="Malgun Gothic"/>
                <a:cs typeface="Malgun Gothic"/>
              </a:rPr>
              <a:t>마지막 교환으로 피벗 6이 L이 가리킨 자리로 이동한다.</a:t>
            </a:r>
          </a:p>
          <a:p>
            <a:pPr algn="l">
              <a:lnSpc>
                <a:spcPct val="110000"/>
              </a:lnSpc>
              <a:buNone/>
              <a:defRPr sz="1875" b="0">
                <a:solidFill>
                  <a:srgbClr val="555555"/>
                </a:solidFill>
                <a:latin typeface="Malgun Gothic"/>
                <a:ea typeface="Malgun Gothic"/>
                <a:cs typeface="Malgun Gothic"/>
              </a:defRPr>
            </a:pPr>
            <a:r>
              <a:rPr sz="1875" b="0">
                <a:solidFill>
                  <a:srgbClr val="555555"/>
                </a:solidFill>
                <a:latin typeface="Malgun Gothic"/>
                <a:ea typeface="Malgun Gothic"/>
                <a:cs typeface="Malgun Gothic"/>
              </a:rPr>
              <a:t>L=3이므로 확정된 피벗 인덱스는 3이다.</a:t>
            </a:r>
          </a:p>
        </p:txBody>
      </p:sp>
    </p:spTree>
    <p:extLst>
      <p:ext uri="{BB962C8B-B14F-4D97-AF65-F5344CB8AC3E}">
        <p14:creationId xmlns:p14="http://schemas.microsoft.com/office/powerpoint/2010/main" val="1063044256"/>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section">
            <a:extLst>
              <a:ext uri="{FF2B5EF4-FFF2-40B4-BE49-F238E27FC236}">
                <a16:creationId xmlns:a16="http://schemas.microsoft.com/office/drawing/2014/main" id="{1BD1D0C4-B5EB-4540-A945-810189171BC9}"/>
              </a:ext>
            </a:extLst>
          </p:cNvPr>
          <p:cNvSpPr>
            <a:spLocks noGrp="1"/>
          </p:cNvSpPr>
          <p:nvPr/>
        </p:nvSpPr>
        <p:spPr>
          <a:xfrm>
            <a:off x="609600" y="266700"/>
            <a:ext cx="8096250" cy="266700"/>
          </a:xfrm>
          <a:prstGeom prst="rect">
            <a:avLst/>
          </a:prstGeom>
          <a:noFill/>
          <a:ln w="0">
            <a:noFill/>
          </a:ln>
        </p:spPr>
        <p:txBody>
          <a:bodyPr wrap="none" lIns="0" tIns="0" rIns="0" bIns="0" anchor="t">
            <a:noAutofit/>
          </a:bodyPr>
          <a:lstStyle>
            <a:defPPr algn="l">
              <a:defRPr sz="1050" b="0">
                <a:solidFill>
                  <a:srgbClr val="555555"/>
                </a:solidFill>
                <a:latin typeface="Malgun Gothic"/>
                <a:ea typeface="Malgun Gothic"/>
                <a:cs typeface="Malgun Gothic"/>
              </a:defRPr>
            </a:defPPr>
          </a:lstStyle>
          <a:p>
            <a:pPr algn="l">
              <a:lnSpc>
                <a:spcPct val="110000"/>
              </a:lnSpc>
              <a:buNone/>
              <a:defRPr sz="1050" b="0">
                <a:solidFill>
                  <a:srgbClr val="555555"/>
                </a:solidFill>
                <a:latin typeface="Malgun Gothic"/>
                <a:ea typeface="Malgun Gothic"/>
                <a:cs typeface="Malgun Gothic"/>
              </a:defRPr>
            </a:pPr>
            <a:r>
              <a:rPr sz="1050" b="0">
                <a:solidFill>
                  <a:srgbClr val="555555"/>
                </a:solidFill>
                <a:latin typeface="Malgun Gothic"/>
                <a:ea typeface="Malgun Gothic"/>
                <a:cs typeface="Malgun Gothic"/>
              </a:rPr>
              <a:t>4장 분할 정복  /  객관식</a:t>
            </a:r>
          </a:p>
        </p:txBody>
      </p:sp>
      <p:sp>
        <p:nvSpPr>
          <p:cNvPr id="2" name="brand">
            <a:extLst>
              <a:ext uri="{FF2B5EF4-FFF2-40B4-BE49-F238E27FC236}">
                <a16:creationId xmlns:a16="http://schemas.microsoft.com/office/drawing/2014/main" id="{28B2EBC3-1362-4826-9D44-D6435A739D68}"/>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555555"/>
                </a:solidFill>
                <a:latin typeface="Malgun Gothic"/>
                <a:ea typeface="Malgun Gothic"/>
                <a:cs typeface="Malgun Gothic"/>
              </a:defRPr>
            </a:defPPr>
          </a:lstStyle>
          <a:p>
            <a:pPr algn="l">
              <a:lnSpc>
                <a:spcPct val="110000"/>
              </a:lnSpc>
              <a:buNone/>
              <a:defRPr sz="900" b="0">
                <a:solidFill>
                  <a:srgbClr val="555555"/>
                </a:solidFill>
                <a:latin typeface="Malgun Gothic"/>
                <a:ea typeface="Malgun Gothic"/>
                <a:cs typeface="Malgun Gothic"/>
              </a:defRPr>
            </a:pPr>
            <a:r>
              <a:rPr sz="900" b="0">
                <a:solidFill>
                  <a:srgbClr val="55555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57C689D7-36C9-44E6-893B-AF40574560ED}"/>
              </a:ext>
            </a:extLst>
          </p:cNvPr>
          <p:cNvSpPr>
            <a:spLocks noGrp="1"/>
          </p:cNvSpPr>
          <p:nvPr/>
        </p:nvSpPr>
        <p:spPr>
          <a:xfrm>
            <a:off x="609600" y="685800"/>
            <a:ext cx="10972800" cy="685800"/>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0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문제 39</a:t>
            </a:r>
          </a:p>
        </p:txBody>
      </p:sp>
      <p:sp>
        <p:nvSpPr>
          <p:cNvPr id="4" name="footer">
            <a:extLst>
              <a:ext uri="{FF2B5EF4-FFF2-40B4-BE49-F238E27FC236}">
                <a16:creationId xmlns:a16="http://schemas.microsoft.com/office/drawing/2014/main" id="{A4F8403E-0AEE-461C-9548-6BC8E78F5F17}"/>
              </a:ext>
            </a:extLst>
          </p:cNvPr>
          <p:cNvSpPr>
            <a:spLocks noGrp="1"/>
          </p:cNvSpPr>
          <p:nvPr/>
        </p:nvSpPr>
        <p:spPr>
          <a:xfrm>
            <a:off x="609600" y="6591300"/>
            <a:ext cx="9715500" cy="190500"/>
          </a:xfrm>
          <a:prstGeom prst="rect">
            <a:avLst/>
          </a:prstGeom>
          <a:noFill/>
          <a:ln w="0">
            <a:noFill/>
          </a:ln>
        </p:spPr>
        <p:txBody>
          <a:bodyPr wrap="none" lIns="0" tIns="0" rIns="0" bIns="0" anchor="t">
            <a:noAutofit/>
          </a:bodyPr>
          <a:lstStyle>
            <a:defPPr algn="l">
              <a:defRPr sz="900" b="0">
                <a:solidFill>
                  <a:srgbClr val="555555"/>
                </a:solidFill>
                <a:latin typeface="Consolas"/>
                <a:ea typeface="Consolas"/>
                <a:cs typeface="Consolas"/>
              </a:defRPr>
            </a:defPPr>
          </a:lstStyle>
          <a:p>
            <a:pPr algn="l">
              <a:lnSpc>
                <a:spcPct val="110000"/>
              </a:lnSpc>
              <a:buNone/>
              <a:defRPr sz="900" b="0">
                <a:solidFill>
                  <a:srgbClr val="555555"/>
                </a:solidFill>
                <a:latin typeface="Consolas"/>
                <a:ea typeface="Consolas"/>
                <a:cs typeface="Consolas"/>
              </a:defRPr>
            </a:pPr>
            <a:r>
              <a:rPr sz="900" b="0">
                <a:solidFill>
                  <a:srgbClr val="555555"/>
                </a:solidFill>
                <a:latin typeface="Consolas"/>
                <a:ea typeface="Consolas"/>
                <a:cs typeface="Consolas"/>
              </a:rPr>
              <a:t>04 / DIVIDE AND CONQUER · EXERCISES</a:t>
            </a:r>
          </a:p>
        </p:txBody>
      </p:sp>
      <p:sp>
        <p:nvSpPr>
          <p:cNvPr id="5" name="page">
            <a:extLst>
              <a:ext uri="{FF2B5EF4-FFF2-40B4-BE49-F238E27FC236}">
                <a16:creationId xmlns:a16="http://schemas.microsoft.com/office/drawing/2014/main" id="{B6205B5B-0E51-4691-B34F-DDE1A59924D0}"/>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0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077</a:t>
            </a:r>
            <a:endParaRPr sz="1050" b="0">
              <a:solidFill>
                <a:srgbClr val="151515"/>
              </a:solidFill>
              <a:latin typeface="Consolas"/>
              <a:ea typeface="Consolas"/>
              <a:cs typeface="Consolas"/>
            </a:endParaRPr>
          </a:p>
        </p:txBody>
      </p:sp>
      <p:sp>
        <p:nvSpPr>
          <p:cNvPr id="6" name="직사각형 5">
            <a:extLst>
              <a:ext uri="{FF2B5EF4-FFF2-40B4-BE49-F238E27FC236}">
                <a16:creationId xmlns:a16="http://schemas.microsoft.com/office/drawing/2014/main" id="{CBC82B95-A430-4C44-A107-4AB61F97F298}"/>
              </a:ext>
            </a:extLst>
          </p:cNvPr>
          <p:cNvSpPr>
            <a:spLocks noGrp="1"/>
          </p:cNvSpPr>
          <p:nvPr/>
        </p:nvSpPr>
        <p:spPr>
          <a:xfrm>
            <a:off x="609600" y="6438900"/>
            <a:ext cx="10972800" cy="9525"/>
          </a:xfrm>
          <a:prstGeom prst="rect">
            <a:avLst/>
          </a:prstGeom>
          <a:solidFill>
            <a:srgbClr val="CCCCCC"/>
          </a:solidFill>
          <a:ln w="0">
            <a:noFill/>
          </a:ln>
        </p:spPr>
      </p:sp>
      <p:sp>
        <p:nvSpPr>
          <p:cNvPr id="7" name="prompt">
            <a:extLst>
              <a:ext uri="{FF2B5EF4-FFF2-40B4-BE49-F238E27FC236}">
                <a16:creationId xmlns:a16="http://schemas.microsoft.com/office/drawing/2014/main" id="{ACD1FD2F-8EA3-46DE-9AF1-5C9EFCCBA948}"/>
              </a:ext>
            </a:extLst>
          </p:cNvPr>
          <p:cNvSpPr>
            <a:spLocks noGrp="1"/>
          </p:cNvSpPr>
          <p:nvPr/>
        </p:nvSpPr>
        <p:spPr>
          <a:xfrm>
            <a:off x="609600" y="1714500"/>
            <a:ext cx="10972800" cy="1381125"/>
          </a:xfrm>
          <a:prstGeom prst="rect">
            <a:avLst/>
          </a:prstGeom>
          <a:noFill/>
          <a:ln w="0">
            <a:noFill/>
          </a:ln>
        </p:spPr>
        <p:txBody>
          <a:bodyPr wrap="none" lIns="0" tIns="0" rIns="0" bIns="0" anchor="t">
            <a:noAutofit/>
          </a:bodyPr>
          <a:lstStyle>
            <a:defPPr algn="l">
              <a:defRPr sz="2100" b="0">
                <a:solidFill>
                  <a:srgbClr val="151515"/>
                </a:solidFill>
                <a:latin typeface="Malgun Gothic"/>
                <a:ea typeface="Malgun Gothic"/>
                <a:cs typeface="Malgun Gothic"/>
              </a:defRPr>
            </a:defPPr>
          </a:lstStyle>
          <a:p>
            <a:pPr algn="l">
              <a:lnSpc>
                <a:spcPct val="110000"/>
              </a:lnSpc>
              <a:buNone/>
              <a:defRPr sz="2100" b="0">
                <a:solidFill>
                  <a:srgbClr val="151515"/>
                </a:solidFill>
                <a:latin typeface="Malgun Gothic"/>
                <a:ea typeface="Malgun Gothic"/>
                <a:cs typeface="Malgun Gothic"/>
              </a:defRPr>
            </a:pPr>
            <a:r>
              <a:rPr sz="2100" b="0">
                <a:solidFill>
                  <a:srgbClr val="151515"/>
                </a:solidFill>
                <a:latin typeface="Malgun Gothic"/>
                <a:ea typeface="Malgun Gothic"/>
                <a:cs typeface="Malgun Gothic"/>
              </a:rPr>
              <a:t>퀵 정렬의 [2,7] 구간에서 피벗 인덱스 p=4가 확정되었다.</a:t>
            </a:r>
          </a:p>
          <a:p>
            <a:pPr algn="l">
              <a:lnSpc>
                <a:spcPct val="110000"/>
              </a:lnSpc>
              <a:buNone/>
              <a:defRPr sz="2100" b="0">
                <a:solidFill>
                  <a:srgbClr val="151515"/>
                </a:solidFill>
                <a:latin typeface="Malgun Gothic"/>
                <a:ea typeface="Malgun Gothic"/>
                <a:cs typeface="Malgun Gothic"/>
              </a:defRPr>
            </a:pPr>
            <a:r>
              <a:rPr sz="2100" b="0">
                <a:solidFill>
                  <a:srgbClr val="151515"/>
                </a:solidFill>
                <a:latin typeface="Malgun Gothic"/>
                <a:ea typeface="Malgun Gothic"/>
                <a:cs typeface="Malgun Gothic"/>
              </a:rPr>
              <a:t>피벗을 제외하고 재귀 정렬할 두 구간은? 양 끝을 포함한다.</a:t>
            </a:r>
          </a:p>
        </p:txBody>
      </p:sp>
      <p:sp>
        <p:nvSpPr>
          <p:cNvPr id="8" name="option-number-0">
            <a:extLst>
              <a:ext uri="{FF2B5EF4-FFF2-40B4-BE49-F238E27FC236}">
                <a16:creationId xmlns:a16="http://schemas.microsoft.com/office/drawing/2014/main" id="{16D8E4B2-7F35-4426-B0A6-AB74DCF664C0}"/>
              </a:ext>
            </a:extLst>
          </p:cNvPr>
          <p:cNvSpPr>
            <a:spLocks noGrp="1"/>
          </p:cNvSpPr>
          <p:nvPr/>
        </p:nvSpPr>
        <p:spPr>
          <a:xfrm>
            <a:off x="685800" y="3048000"/>
            <a:ext cx="400050" cy="323850"/>
          </a:xfrm>
          <a:prstGeom prst="rect">
            <a:avLst/>
          </a:prstGeom>
          <a:noFill/>
          <a:ln w="0">
            <a:noFill/>
          </a:ln>
        </p:spPr>
        <p:txBody>
          <a:bodyPr wrap="none" lIns="0" tIns="0" rIns="0" bIns="0" anchor="t">
            <a:noAutofit/>
          </a:bodyPr>
          <a:lstStyle>
            <a:defPPr algn="l">
              <a:defRPr sz="1800" b="1">
                <a:solidFill>
                  <a:srgbClr val="151515"/>
                </a:solidFill>
                <a:latin typeface="Malgun Gothic"/>
                <a:ea typeface="Malgun Gothic"/>
                <a:cs typeface="Malgun Gothic"/>
              </a:defRPr>
            </a:defPPr>
          </a:lstStyle>
          <a:p>
            <a:pPr algn="l">
              <a:lnSpc>
                <a:spcPct val="110000"/>
              </a:lnSpc>
              <a:buNone/>
              <a:defRPr sz="1800" b="1">
                <a:solidFill>
                  <a:srgbClr val="151515"/>
                </a:solidFill>
                <a:latin typeface="Malgun Gothic"/>
                <a:ea typeface="Malgun Gothic"/>
                <a:cs typeface="Malgun Gothic"/>
              </a:defRPr>
            </a:pPr>
            <a:r>
              <a:rPr sz="1800" b="1">
                <a:solidFill>
                  <a:srgbClr val="151515"/>
                </a:solidFill>
                <a:latin typeface="Malgun Gothic"/>
                <a:ea typeface="Malgun Gothic"/>
                <a:cs typeface="Malgun Gothic"/>
              </a:rPr>
              <a:t>1</a:t>
            </a:r>
          </a:p>
        </p:txBody>
      </p:sp>
      <p:sp>
        <p:nvSpPr>
          <p:cNvPr id="9" name="option-0">
            <a:extLst>
              <a:ext uri="{FF2B5EF4-FFF2-40B4-BE49-F238E27FC236}">
                <a16:creationId xmlns:a16="http://schemas.microsoft.com/office/drawing/2014/main" id="{76FE8316-422A-4D4C-821A-2CA45239E72F}"/>
              </a:ext>
            </a:extLst>
          </p:cNvPr>
          <p:cNvSpPr>
            <a:spLocks noGrp="1"/>
          </p:cNvSpPr>
          <p:nvPr/>
        </p:nvSpPr>
        <p:spPr>
          <a:xfrm>
            <a:off x="1181100" y="3048000"/>
            <a:ext cx="10401300" cy="342900"/>
          </a:xfrm>
          <a:prstGeom prst="rect">
            <a:avLst/>
          </a:prstGeom>
          <a:noFill/>
          <a:ln w="0">
            <a:noFill/>
          </a:ln>
        </p:spPr>
        <p:txBody>
          <a:bodyPr wrap="none" lIns="0" tIns="0" rIns="0" bIns="0" anchor="t">
            <a:noAutofit/>
          </a:bodyPr>
          <a:lstStyle>
            <a:defPPr algn="l">
              <a:defRPr sz="1875" b="0">
                <a:solidFill>
                  <a:srgbClr val="151515"/>
                </a:solidFill>
                <a:latin typeface="Malgun Gothic"/>
                <a:ea typeface="Malgun Gothic"/>
                <a:cs typeface="Malgun Gothic"/>
              </a:defRPr>
            </a:defPPr>
          </a:lstStyle>
          <a:p>
            <a:pPr algn="l">
              <a:lnSpc>
                <a:spcPct val="110000"/>
              </a:lnSpc>
              <a:buNone/>
              <a:defRPr sz="1875" b="0">
                <a:solidFill>
                  <a:srgbClr val="151515"/>
                </a:solidFill>
                <a:latin typeface="Malgun Gothic"/>
                <a:ea typeface="Malgun Gothic"/>
                <a:cs typeface="Malgun Gothic"/>
              </a:defRPr>
            </a:pPr>
            <a:r>
              <a:rPr sz="1875" b="0">
                <a:solidFill>
                  <a:srgbClr val="151515"/>
                </a:solidFill>
                <a:latin typeface="Malgun Gothic"/>
                <a:ea typeface="Malgun Gothic"/>
                <a:cs typeface="Malgun Gothic"/>
              </a:rPr>
              <a:t>[2,4]와 [4,7]</a:t>
            </a:r>
          </a:p>
        </p:txBody>
      </p:sp>
      <p:sp>
        <p:nvSpPr>
          <p:cNvPr id="10" name="직사각형 9">
            <a:extLst>
              <a:ext uri="{FF2B5EF4-FFF2-40B4-BE49-F238E27FC236}">
                <a16:creationId xmlns:a16="http://schemas.microsoft.com/office/drawing/2014/main" id="{D023E1B5-7D5B-4C7A-9132-35EDFE2938BF}"/>
              </a:ext>
            </a:extLst>
          </p:cNvPr>
          <p:cNvSpPr>
            <a:spLocks noGrp="1"/>
          </p:cNvSpPr>
          <p:nvPr/>
        </p:nvSpPr>
        <p:spPr>
          <a:xfrm>
            <a:off x="1181100" y="3562350"/>
            <a:ext cx="10401300" cy="9525"/>
          </a:xfrm>
          <a:prstGeom prst="rect">
            <a:avLst/>
          </a:prstGeom>
          <a:solidFill>
            <a:srgbClr val="DDDDDD"/>
          </a:solidFill>
          <a:ln w="0">
            <a:noFill/>
          </a:ln>
        </p:spPr>
      </p:sp>
      <p:sp>
        <p:nvSpPr>
          <p:cNvPr id="11" name="option-number-1">
            <a:extLst>
              <a:ext uri="{FF2B5EF4-FFF2-40B4-BE49-F238E27FC236}">
                <a16:creationId xmlns:a16="http://schemas.microsoft.com/office/drawing/2014/main" id="{E2319501-A471-467A-A3F8-5C5DB4082804}"/>
              </a:ext>
            </a:extLst>
          </p:cNvPr>
          <p:cNvSpPr>
            <a:spLocks noGrp="1"/>
          </p:cNvSpPr>
          <p:nvPr/>
        </p:nvSpPr>
        <p:spPr>
          <a:xfrm>
            <a:off x="685800" y="3676650"/>
            <a:ext cx="400050" cy="323850"/>
          </a:xfrm>
          <a:prstGeom prst="rect">
            <a:avLst/>
          </a:prstGeom>
          <a:noFill/>
          <a:ln w="0">
            <a:noFill/>
          </a:ln>
        </p:spPr>
        <p:txBody>
          <a:bodyPr wrap="none" lIns="0" tIns="0" rIns="0" bIns="0" anchor="t">
            <a:noAutofit/>
          </a:bodyPr>
          <a:lstStyle>
            <a:defPPr algn="l">
              <a:defRPr sz="1800" b="1">
                <a:solidFill>
                  <a:srgbClr val="151515"/>
                </a:solidFill>
                <a:latin typeface="Malgun Gothic"/>
                <a:ea typeface="Malgun Gothic"/>
                <a:cs typeface="Malgun Gothic"/>
              </a:defRPr>
            </a:defPPr>
          </a:lstStyle>
          <a:p>
            <a:pPr algn="l">
              <a:lnSpc>
                <a:spcPct val="110000"/>
              </a:lnSpc>
              <a:buNone/>
              <a:defRPr sz="1800" b="1">
                <a:solidFill>
                  <a:srgbClr val="151515"/>
                </a:solidFill>
                <a:latin typeface="Malgun Gothic"/>
                <a:ea typeface="Malgun Gothic"/>
                <a:cs typeface="Malgun Gothic"/>
              </a:defRPr>
            </a:pPr>
            <a:r>
              <a:rPr sz="1800" b="1">
                <a:solidFill>
                  <a:srgbClr val="151515"/>
                </a:solidFill>
                <a:latin typeface="Malgun Gothic"/>
                <a:ea typeface="Malgun Gothic"/>
                <a:cs typeface="Malgun Gothic"/>
              </a:rPr>
              <a:t>2</a:t>
            </a:r>
          </a:p>
        </p:txBody>
      </p:sp>
      <p:sp>
        <p:nvSpPr>
          <p:cNvPr id="12" name="option-1">
            <a:extLst>
              <a:ext uri="{FF2B5EF4-FFF2-40B4-BE49-F238E27FC236}">
                <a16:creationId xmlns:a16="http://schemas.microsoft.com/office/drawing/2014/main" id="{7D71CF43-88D4-4415-B539-24D1AB573A42}"/>
              </a:ext>
            </a:extLst>
          </p:cNvPr>
          <p:cNvSpPr>
            <a:spLocks noGrp="1"/>
          </p:cNvSpPr>
          <p:nvPr/>
        </p:nvSpPr>
        <p:spPr>
          <a:xfrm>
            <a:off x="1181100" y="3676650"/>
            <a:ext cx="10401300" cy="342900"/>
          </a:xfrm>
          <a:prstGeom prst="rect">
            <a:avLst/>
          </a:prstGeom>
          <a:noFill/>
          <a:ln w="0">
            <a:noFill/>
          </a:ln>
        </p:spPr>
        <p:txBody>
          <a:bodyPr wrap="none" lIns="0" tIns="0" rIns="0" bIns="0" anchor="t">
            <a:noAutofit/>
          </a:bodyPr>
          <a:lstStyle>
            <a:defPPr algn="l">
              <a:defRPr sz="1875" b="0">
                <a:solidFill>
                  <a:srgbClr val="151515"/>
                </a:solidFill>
                <a:latin typeface="Malgun Gothic"/>
                <a:ea typeface="Malgun Gothic"/>
                <a:cs typeface="Malgun Gothic"/>
              </a:defRPr>
            </a:defPPr>
          </a:lstStyle>
          <a:p>
            <a:pPr algn="l">
              <a:lnSpc>
                <a:spcPct val="110000"/>
              </a:lnSpc>
              <a:buNone/>
              <a:defRPr sz="1875" b="0">
                <a:solidFill>
                  <a:srgbClr val="151515"/>
                </a:solidFill>
                <a:latin typeface="Malgun Gothic"/>
                <a:ea typeface="Malgun Gothic"/>
                <a:cs typeface="Malgun Gothic"/>
              </a:defRPr>
            </a:pPr>
            <a:r>
              <a:rPr sz="1875" b="0">
                <a:solidFill>
                  <a:srgbClr val="151515"/>
                </a:solidFill>
                <a:latin typeface="Malgun Gothic"/>
                <a:ea typeface="Malgun Gothic"/>
                <a:cs typeface="Malgun Gothic"/>
              </a:rPr>
              <a:t>[2,3]와 [5,7]</a:t>
            </a:r>
          </a:p>
        </p:txBody>
      </p:sp>
      <p:sp>
        <p:nvSpPr>
          <p:cNvPr id="13" name="직사각형 12">
            <a:extLst>
              <a:ext uri="{FF2B5EF4-FFF2-40B4-BE49-F238E27FC236}">
                <a16:creationId xmlns:a16="http://schemas.microsoft.com/office/drawing/2014/main" id="{A4D65B75-B252-4C5D-B753-99D547371DFF}"/>
              </a:ext>
            </a:extLst>
          </p:cNvPr>
          <p:cNvSpPr>
            <a:spLocks noGrp="1"/>
          </p:cNvSpPr>
          <p:nvPr/>
        </p:nvSpPr>
        <p:spPr>
          <a:xfrm>
            <a:off x="1181100" y="4191000"/>
            <a:ext cx="10401300" cy="9525"/>
          </a:xfrm>
          <a:prstGeom prst="rect">
            <a:avLst/>
          </a:prstGeom>
          <a:solidFill>
            <a:srgbClr val="DDDDDD"/>
          </a:solidFill>
          <a:ln w="0">
            <a:noFill/>
          </a:ln>
        </p:spPr>
      </p:sp>
      <p:sp>
        <p:nvSpPr>
          <p:cNvPr id="14" name="option-number-2">
            <a:extLst>
              <a:ext uri="{FF2B5EF4-FFF2-40B4-BE49-F238E27FC236}">
                <a16:creationId xmlns:a16="http://schemas.microsoft.com/office/drawing/2014/main" id="{F7A77986-94D1-457E-81B1-BDF52BFEBF96}"/>
              </a:ext>
            </a:extLst>
          </p:cNvPr>
          <p:cNvSpPr>
            <a:spLocks noGrp="1"/>
          </p:cNvSpPr>
          <p:nvPr/>
        </p:nvSpPr>
        <p:spPr>
          <a:xfrm>
            <a:off x="685800" y="4305300"/>
            <a:ext cx="400050" cy="323850"/>
          </a:xfrm>
          <a:prstGeom prst="rect">
            <a:avLst/>
          </a:prstGeom>
          <a:noFill/>
          <a:ln w="0">
            <a:noFill/>
          </a:ln>
        </p:spPr>
        <p:txBody>
          <a:bodyPr wrap="none" lIns="0" tIns="0" rIns="0" bIns="0" anchor="t">
            <a:noAutofit/>
          </a:bodyPr>
          <a:lstStyle>
            <a:defPPr algn="l">
              <a:defRPr sz="1800" b="1">
                <a:solidFill>
                  <a:srgbClr val="151515"/>
                </a:solidFill>
                <a:latin typeface="Malgun Gothic"/>
                <a:ea typeface="Malgun Gothic"/>
                <a:cs typeface="Malgun Gothic"/>
              </a:defRPr>
            </a:defPPr>
          </a:lstStyle>
          <a:p>
            <a:pPr algn="l">
              <a:lnSpc>
                <a:spcPct val="110000"/>
              </a:lnSpc>
              <a:buNone/>
              <a:defRPr sz="1800" b="1">
                <a:solidFill>
                  <a:srgbClr val="151515"/>
                </a:solidFill>
                <a:latin typeface="Malgun Gothic"/>
                <a:ea typeface="Malgun Gothic"/>
                <a:cs typeface="Malgun Gothic"/>
              </a:defRPr>
            </a:pPr>
            <a:r>
              <a:rPr sz="1800" b="1">
                <a:solidFill>
                  <a:srgbClr val="151515"/>
                </a:solidFill>
                <a:latin typeface="Malgun Gothic"/>
                <a:ea typeface="Malgun Gothic"/>
                <a:cs typeface="Malgun Gothic"/>
              </a:rPr>
              <a:t>3</a:t>
            </a:r>
          </a:p>
        </p:txBody>
      </p:sp>
      <p:sp>
        <p:nvSpPr>
          <p:cNvPr id="15" name="option-2">
            <a:extLst>
              <a:ext uri="{FF2B5EF4-FFF2-40B4-BE49-F238E27FC236}">
                <a16:creationId xmlns:a16="http://schemas.microsoft.com/office/drawing/2014/main" id="{D0161627-CDB6-4FA4-B5F8-A325DC28D37E}"/>
              </a:ext>
            </a:extLst>
          </p:cNvPr>
          <p:cNvSpPr>
            <a:spLocks noGrp="1"/>
          </p:cNvSpPr>
          <p:nvPr/>
        </p:nvSpPr>
        <p:spPr>
          <a:xfrm>
            <a:off x="1181100" y="4305300"/>
            <a:ext cx="10401300" cy="342900"/>
          </a:xfrm>
          <a:prstGeom prst="rect">
            <a:avLst/>
          </a:prstGeom>
          <a:noFill/>
          <a:ln w="0">
            <a:noFill/>
          </a:ln>
        </p:spPr>
        <p:txBody>
          <a:bodyPr wrap="none" lIns="0" tIns="0" rIns="0" bIns="0" anchor="t">
            <a:noAutofit/>
          </a:bodyPr>
          <a:lstStyle>
            <a:defPPr algn="l">
              <a:defRPr sz="1875" b="0">
                <a:solidFill>
                  <a:srgbClr val="151515"/>
                </a:solidFill>
                <a:latin typeface="Malgun Gothic"/>
                <a:ea typeface="Malgun Gothic"/>
                <a:cs typeface="Malgun Gothic"/>
              </a:defRPr>
            </a:defPPr>
          </a:lstStyle>
          <a:p>
            <a:pPr algn="l">
              <a:lnSpc>
                <a:spcPct val="110000"/>
              </a:lnSpc>
              <a:buNone/>
              <a:defRPr sz="1875" b="0">
                <a:solidFill>
                  <a:srgbClr val="151515"/>
                </a:solidFill>
                <a:latin typeface="Malgun Gothic"/>
                <a:ea typeface="Malgun Gothic"/>
                <a:cs typeface="Malgun Gothic"/>
              </a:defRPr>
            </a:pPr>
            <a:r>
              <a:rPr sz="1875" b="0">
                <a:solidFill>
                  <a:srgbClr val="151515"/>
                </a:solidFill>
                <a:latin typeface="Malgun Gothic"/>
                <a:ea typeface="Malgun Gothic"/>
                <a:cs typeface="Malgun Gothic"/>
              </a:rPr>
              <a:t>[2,4]와 [5,7]</a:t>
            </a:r>
          </a:p>
        </p:txBody>
      </p:sp>
      <p:sp>
        <p:nvSpPr>
          <p:cNvPr id="16" name="직사각형 15">
            <a:extLst>
              <a:ext uri="{FF2B5EF4-FFF2-40B4-BE49-F238E27FC236}">
                <a16:creationId xmlns:a16="http://schemas.microsoft.com/office/drawing/2014/main" id="{0A6100DD-1520-4815-8869-600E1132A868}"/>
              </a:ext>
            </a:extLst>
          </p:cNvPr>
          <p:cNvSpPr>
            <a:spLocks noGrp="1"/>
          </p:cNvSpPr>
          <p:nvPr/>
        </p:nvSpPr>
        <p:spPr>
          <a:xfrm>
            <a:off x="1181100" y="4819650"/>
            <a:ext cx="10401300" cy="9525"/>
          </a:xfrm>
          <a:prstGeom prst="rect">
            <a:avLst/>
          </a:prstGeom>
          <a:solidFill>
            <a:srgbClr val="DDDDDD"/>
          </a:solidFill>
          <a:ln w="0">
            <a:noFill/>
          </a:ln>
        </p:spPr>
      </p:sp>
      <p:sp>
        <p:nvSpPr>
          <p:cNvPr id="17" name="option-number-3">
            <a:extLst>
              <a:ext uri="{FF2B5EF4-FFF2-40B4-BE49-F238E27FC236}">
                <a16:creationId xmlns:a16="http://schemas.microsoft.com/office/drawing/2014/main" id="{9F14D9B2-474A-4D26-ACC8-43C0B3E55F61}"/>
              </a:ext>
            </a:extLst>
          </p:cNvPr>
          <p:cNvSpPr>
            <a:spLocks noGrp="1"/>
          </p:cNvSpPr>
          <p:nvPr/>
        </p:nvSpPr>
        <p:spPr>
          <a:xfrm>
            <a:off x="685800" y="4933950"/>
            <a:ext cx="400050" cy="323850"/>
          </a:xfrm>
          <a:prstGeom prst="rect">
            <a:avLst/>
          </a:prstGeom>
          <a:noFill/>
          <a:ln w="0">
            <a:noFill/>
          </a:ln>
        </p:spPr>
        <p:txBody>
          <a:bodyPr wrap="none" lIns="0" tIns="0" rIns="0" bIns="0" anchor="t">
            <a:noAutofit/>
          </a:bodyPr>
          <a:lstStyle>
            <a:defPPr algn="l">
              <a:defRPr sz="1800" b="1">
                <a:solidFill>
                  <a:srgbClr val="151515"/>
                </a:solidFill>
                <a:latin typeface="Malgun Gothic"/>
                <a:ea typeface="Malgun Gothic"/>
                <a:cs typeface="Malgun Gothic"/>
              </a:defRPr>
            </a:defPPr>
          </a:lstStyle>
          <a:p>
            <a:pPr algn="l">
              <a:lnSpc>
                <a:spcPct val="110000"/>
              </a:lnSpc>
              <a:buNone/>
              <a:defRPr sz="1800" b="1">
                <a:solidFill>
                  <a:srgbClr val="151515"/>
                </a:solidFill>
                <a:latin typeface="Malgun Gothic"/>
                <a:ea typeface="Malgun Gothic"/>
                <a:cs typeface="Malgun Gothic"/>
              </a:defRPr>
            </a:pPr>
            <a:r>
              <a:rPr sz="1800" b="1">
                <a:solidFill>
                  <a:srgbClr val="151515"/>
                </a:solidFill>
                <a:latin typeface="Malgun Gothic"/>
                <a:ea typeface="Malgun Gothic"/>
                <a:cs typeface="Malgun Gothic"/>
              </a:rPr>
              <a:t>4</a:t>
            </a:r>
          </a:p>
        </p:txBody>
      </p:sp>
      <p:sp>
        <p:nvSpPr>
          <p:cNvPr id="18" name="option-3">
            <a:extLst>
              <a:ext uri="{FF2B5EF4-FFF2-40B4-BE49-F238E27FC236}">
                <a16:creationId xmlns:a16="http://schemas.microsoft.com/office/drawing/2014/main" id="{BE4C82F9-03A6-4333-B182-E9042B9CA2EF}"/>
              </a:ext>
            </a:extLst>
          </p:cNvPr>
          <p:cNvSpPr>
            <a:spLocks noGrp="1"/>
          </p:cNvSpPr>
          <p:nvPr/>
        </p:nvSpPr>
        <p:spPr>
          <a:xfrm>
            <a:off x="1181100" y="4933950"/>
            <a:ext cx="10401300" cy="342900"/>
          </a:xfrm>
          <a:prstGeom prst="rect">
            <a:avLst/>
          </a:prstGeom>
          <a:noFill/>
          <a:ln w="0">
            <a:noFill/>
          </a:ln>
        </p:spPr>
        <p:txBody>
          <a:bodyPr wrap="none" lIns="0" tIns="0" rIns="0" bIns="0" anchor="t">
            <a:noAutofit/>
          </a:bodyPr>
          <a:lstStyle>
            <a:defPPr algn="l">
              <a:defRPr sz="1875" b="0">
                <a:solidFill>
                  <a:srgbClr val="151515"/>
                </a:solidFill>
                <a:latin typeface="Malgun Gothic"/>
                <a:ea typeface="Malgun Gothic"/>
                <a:cs typeface="Malgun Gothic"/>
              </a:defRPr>
            </a:defPPr>
          </a:lstStyle>
          <a:p>
            <a:pPr algn="l">
              <a:lnSpc>
                <a:spcPct val="110000"/>
              </a:lnSpc>
              <a:buNone/>
              <a:defRPr sz="1875" b="0">
                <a:solidFill>
                  <a:srgbClr val="151515"/>
                </a:solidFill>
                <a:latin typeface="Malgun Gothic"/>
                <a:ea typeface="Malgun Gothic"/>
                <a:cs typeface="Malgun Gothic"/>
              </a:defRPr>
            </a:pPr>
            <a:r>
              <a:rPr sz="1875" b="0">
                <a:solidFill>
                  <a:srgbClr val="151515"/>
                </a:solidFill>
                <a:latin typeface="Malgun Gothic"/>
                <a:ea typeface="Malgun Gothic"/>
                <a:cs typeface="Malgun Gothic"/>
              </a:rPr>
              <a:t>[2,3]와 [4,7]</a:t>
            </a:r>
          </a:p>
        </p:txBody>
      </p:sp>
      <p:sp>
        <p:nvSpPr>
          <p:cNvPr id="19" name="직사각형 18">
            <a:extLst>
              <a:ext uri="{FF2B5EF4-FFF2-40B4-BE49-F238E27FC236}">
                <a16:creationId xmlns:a16="http://schemas.microsoft.com/office/drawing/2014/main" id="{06446ECE-D15B-4D02-9952-B73A23379AF8}"/>
              </a:ext>
            </a:extLst>
          </p:cNvPr>
          <p:cNvSpPr>
            <a:spLocks noGrp="1"/>
          </p:cNvSpPr>
          <p:nvPr/>
        </p:nvSpPr>
        <p:spPr>
          <a:xfrm>
            <a:off x="1181100" y="5448300"/>
            <a:ext cx="10401300" cy="9525"/>
          </a:xfrm>
          <a:prstGeom prst="rect">
            <a:avLst/>
          </a:prstGeom>
          <a:solidFill>
            <a:srgbClr val="DDDDDD"/>
          </a:solidFill>
          <a:ln w="0">
            <a:noFill/>
          </a:ln>
        </p:spPr>
      </p:sp>
      <p:sp>
        <p:nvSpPr>
          <p:cNvPr id="20" name="option-number-4">
            <a:extLst>
              <a:ext uri="{FF2B5EF4-FFF2-40B4-BE49-F238E27FC236}">
                <a16:creationId xmlns:a16="http://schemas.microsoft.com/office/drawing/2014/main" id="{E99B8AD9-B162-46C0-849F-34A349024BE7}"/>
              </a:ext>
            </a:extLst>
          </p:cNvPr>
          <p:cNvSpPr>
            <a:spLocks noGrp="1"/>
          </p:cNvSpPr>
          <p:nvPr/>
        </p:nvSpPr>
        <p:spPr>
          <a:xfrm>
            <a:off x="685800" y="5562600"/>
            <a:ext cx="400050" cy="323850"/>
          </a:xfrm>
          <a:prstGeom prst="rect">
            <a:avLst/>
          </a:prstGeom>
          <a:noFill/>
          <a:ln w="0">
            <a:noFill/>
          </a:ln>
        </p:spPr>
        <p:txBody>
          <a:bodyPr wrap="none" lIns="0" tIns="0" rIns="0" bIns="0" anchor="t">
            <a:noAutofit/>
          </a:bodyPr>
          <a:lstStyle>
            <a:defPPr algn="l">
              <a:defRPr sz="1800" b="1">
                <a:solidFill>
                  <a:srgbClr val="151515"/>
                </a:solidFill>
                <a:latin typeface="Malgun Gothic"/>
                <a:ea typeface="Malgun Gothic"/>
                <a:cs typeface="Malgun Gothic"/>
              </a:defRPr>
            </a:defPPr>
          </a:lstStyle>
          <a:p>
            <a:pPr algn="l">
              <a:lnSpc>
                <a:spcPct val="110000"/>
              </a:lnSpc>
              <a:buNone/>
              <a:defRPr sz="1800" b="1">
                <a:solidFill>
                  <a:srgbClr val="151515"/>
                </a:solidFill>
                <a:latin typeface="Malgun Gothic"/>
                <a:ea typeface="Malgun Gothic"/>
                <a:cs typeface="Malgun Gothic"/>
              </a:defRPr>
            </a:pPr>
            <a:r>
              <a:rPr sz="1800" b="1">
                <a:solidFill>
                  <a:srgbClr val="151515"/>
                </a:solidFill>
                <a:latin typeface="Malgun Gothic"/>
                <a:ea typeface="Malgun Gothic"/>
                <a:cs typeface="Malgun Gothic"/>
              </a:rPr>
              <a:t>5</a:t>
            </a:r>
          </a:p>
        </p:txBody>
      </p:sp>
      <p:sp>
        <p:nvSpPr>
          <p:cNvPr id="21" name="option-4">
            <a:extLst>
              <a:ext uri="{FF2B5EF4-FFF2-40B4-BE49-F238E27FC236}">
                <a16:creationId xmlns:a16="http://schemas.microsoft.com/office/drawing/2014/main" id="{E3BE1A73-CDF9-4B7D-97E3-F040E1B4C157}"/>
              </a:ext>
            </a:extLst>
          </p:cNvPr>
          <p:cNvSpPr>
            <a:spLocks noGrp="1"/>
          </p:cNvSpPr>
          <p:nvPr/>
        </p:nvSpPr>
        <p:spPr>
          <a:xfrm>
            <a:off x="1181100" y="5562600"/>
            <a:ext cx="10401300" cy="342900"/>
          </a:xfrm>
          <a:prstGeom prst="rect">
            <a:avLst/>
          </a:prstGeom>
          <a:noFill/>
          <a:ln w="0">
            <a:noFill/>
          </a:ln>
        </p:spPr>
        <p:txBody>
          <a:bodyPr wrap="none" lIns="0" tIns="0" rIns="0" bIns="0" anchor="t">
            <a:noAutofit/>
          </a:bodyPr>
          <a:lstStyle>
            <a:defPPr algn="l">
              <a:defRPr sz="1875" b="0">
                <a:solidFill>
                  <a:srgbClr val="151515"/>
                </a:solidFill>
                <a:latin typeface="Malgun Gothic"/>
                <a:ea typeface="Malgun Gothic"/>
                <a:cs typeface="Malgun Gothic"/>
              </a:defRPr>
            </a:defPPr>
          </a:lstStyle>
          <a:p>
            <a:pPr algn="l">
              <a:lnSpc>
                <a:spcPct val="110000"/>
              </a:lnSpc>
              <a:buNone/>
              <a:defRPr sz="1875" b="0">
                <a:solidFill>
                  <a:srgbClr val="151515"/>
                </a:solidFill>
                <a:latin typeface="Malgun Gothic"/>
                <a:ea typeface="Malgun Gothic"/>
                <a:cs typeface="Malgun Gothic"/>
              </a:defRPr>
            </a:pPr>
            <a:r>
              <a:rPr sz="1875" b="0">
                <a:solidFill>
                  <a:srgbClr val="151515"/>
                </a:solidFill>
                <a:latin typeface="Malgun Gothic"/>
                <a:ea typeface="Malgun Gothic"/>
                <a:cs typeface="Malgun Gothic"/>
              </a:rPr>
              <a:t>[2,7]과 [2,7]</a:t>
            </a:r>
          </a:p>
        </p:txBody>
      </p:sp>
    </p:spTree>
    <p:extLst>
      <p:ext uri="{BB962C8B-B14F-4D97-AF65-F5344CB8AC3E}">
        <p14:creationId xmlns:p14="http://schemas.microsoft.com/office/powerpoint/2010/main" val="1211513601"/>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section">
            <a:extLst>
              <a:ext uri="{FF2B5EF4-FFF2-40B4-BE49-F238E27FC236}">
                <a16:creationId xmlns:a16="http://schemas.microsoft.com/office/drawing/2014/main" id="{A1077253-0880-4794-A8B8-AEAE299B3A75}"/>
              </a:ext>
            </a:extLst>
          </p:cNvPr>
          <p:cNvSpPr>
            <a:spLocks noGrp="1"/>
          </p:cNvSpPr>
          <p:nvPr/>
        </p:nvSpPr>
        <p:spPr>
          <a:xfrm>
            <a:off x="609600" y="266700"/>
            <a:ext cx="8096250" cy="266700"/>
          </a:xfrm>
          <a:prstGeom prst="rect">
            <a:avLst/>
          </a:prstGeom>
          <a:noFill/>
          <a:ln w="0">
            <a:noFill/>
          </a:ln>
        </p:spPr>
        <p:txBody>
          <a:bodyPr wrap="none" lIns="0" tIns="0" rIns="0" bIns="0" anchor="t">
            <a:noAutofit/>
          </a:bodyPr>
          <a:lstStyle>
            <a:defPPr algn="l">
              <a:defRPr sz="1050" b="0">
                <a:solidFill>
                  <a:srgbClr val="555555"/>
                </a:solidFill>
                <a:latin typeface="Malgun Gothic"/>
                <a:ea typeface="Malgun Gothic"/>
                <a:cs typeface="Malgun Gothic"/>
              </a:defRPr>
            </a:defPPr>
          </a:lstStyle>
          <a:p>
            <a:pPr algn="l">
              <a:lnSpc>
                <a:spcPct val="110000"/>
              </a:lnSpc>
              <a:buNone/>
              <a:defRPr sz="1050" b="0">
                <a:solidFill>
                  <a:srgbClr val="555555"/>
                </a:solidFill>
                <a:latin typeface="Malgun Gothic"/>
                <a:ea typeface="Malgun Gothic"/>
                <a:cs typeface="Malgun Gothic"/>
              </a:defRPr>
            </a:pPr>
            <a:r>
              <a:rPr sz="1050" b="0">
                <a:solidFill>
                  <a:srgbClr val="555555"/>
                </a:solidFill>
                <a:latin typeface="Malgun Gothic"/>
                <a:ea typeface="Malgun Gothic"/>
                <a:cs typeface="Malgun Gothic"/>
              </a:rPr>
              <a:t>4장 분할 정복  /  객관식</a:t>
            </a:r>
          </a:p>
        </p:txBody>
      </p:sp>
      <p:sp>
        <p:nvSpPr>
          <p:cNvPr id="2" name="brand">
            <a:extLst>
              <a:ext uri="{FF2B5EF4-FFF2-40B4-BE49-F238E27FC236}">
                <a16:creationId xmlns:a16="http://schemas.microsoft.com/office/drawing/2014/main" id="{345DC99E-04AF-4324-BEFE-49A8969ABC85}"/>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555555"/>
                </a:solidFill>
                <a:latin typeface="Malgun Gothic"/>
                <a:ea typeface="Malgun Gothic"/>
                <a:cs typeface="Malgun Gothic"/>
              </a:defRPr>
            </a:defPPr>
          </a:lstStyle>
          <a:p>
            <a:pPr algn="l">
              <a:lnSpc>
                <a:spcPct val="110000"/>
              </a:lnSpc>
              <a:buNone/>
              <a:defRPr sz="900" b="0">
                <a:solidFill>
                  <a:srgbClr val="555555"/>
                </a:solidFill>
                <a:latin typeface="Malgun Gothic"/>
                <a:ea typeface="Malgun Gothic"/>
                <a:cs typeface="Malgun Gothic"/>
              </a:defRPr>
            </a:pPr>
            <a:r>
              <a:rPr sz="900" b="0">
                <a:solidFill>
                  <a:srgbClr val="55555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D44C1B17-F382-48F3-A099-577FD6729122}"/>
              </a:ext>
            </a:extLst>
          </p:cNvPr>
          <p:cNvSpPr>
            <a:spLocks noGrp="1"/>
          </p:cNvSpPr>
          <p:nvPr/>
        </p:nvSpPr>
        <p:spPr>
          <a:xfrm>
            <a:off x="609600" y="685800"/>
            <a:ext cx="10972800" cy="685800"/>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0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문제 39  정답과 해설</a:t>
            </a:r>
          </a:p>
        </p:txBody>
      </p:sp>
      <p:sp>
        <p:nvSpPr>
          <p:cNvPr id="4" name="footer">
            <a:extLst>
              <a:ext uri="{FF2B5EF4-FFF2-40B4-BE49-F238E27FC236}">
                <a16:creationId xmlns:a16="http://schemas.microsoft.com/office/drawing/2014/main" id="{97E09D21-834E-40E2-906E-E119BDB4079F}"/>
              </a:ext>
            </a:extLst>
          </p:cNvPr>
          <p:cNvSpPr>
            <a:spLocks noGrp="1"/>
          </p:cNvSpPr>
          <p:nvPr/>
        </p:nvSpPr>
        <p:spPr>
          <a:xfrm>
            <a:off x="609600" y="6591300"/>
            <a:ext cx="9715500" cy="190500"/>
          </a:xfrm>
          <a:prstGeom prst="rect">
            <a:avLst/>
          </a:prstGeom>
          <a:noFill/>
          <a:ln w="0">
            <a:noFill/>
          </a:ln>
        </p:spPr>
        <p:txBody>
          <a:bodyPr wrap="none" lIns="0" tIns="0" rIns="0" bIns="0" anchor="t">
            <a:noAutofit/>
          </a:bodyPr>
          <a:lstStyle>
            <a:defPPr algn="l">
              <a:defRPr sz="900" b="0">
                <a:solidFill>
                  <a:srgbClr val="555555"/>
                </a:solidFill>
                <a:latin typeface="Consolas"/>
                <a:ea typeface="Consolas"/>
                <a:cs typeface="Consolas"/>
              </a:defRPr>
            </a:defPPr>
          </a:lstStyle>
          <a:p>
            <a:pPr algn="l">
              <a:lnSpc>
                <a:spcPct val="110000"/>
              </a:lnSpc>
              <a:buNone/>
              <a:defRPr sz="900" b="0">
                <a:solidFill>
                  <a:srgbClr val="555555"/>
                </a:solidFill>
                <a:latin typeface="Consolas"/>
                <a:ea typeface="Consolas"/>
                <a:cs typeface="Consolas"/>
              </a:defRPr>
            </a:pPr>
            <a:r>
              <a:rPr sz="900" b="0">
                <a:solidFill>
                  <a:srgbClr val="555555"/>
                </a:solidFill>
                <a:latin typeface="Consolas"/>
                <a:ea typeface="Consolas"/>
                <a:cs typeface="Consolas"/>
              </a:rPr>
              <a:t>04 / DIVIDE AND CONQUER · EXERCISES</a:t>
            </a:r>
          </a:p>
        </p:txBody>
      </p:sp>
      <p:sp>
        <p:nvSpPr>
          <p:cNvPr id="5" name="page">
            <a:extLst>
              <a:ext uri="{FF2B5EF4-FFF2-40B4-BE49-F238E27FC236}">
                <a16:creationId xmlns:a16="http://schemas.microsoft.com/office/drawing/2014/main" id="{18BB53D2-DFC4-4BF4-AB9B-85CB43678774}"/>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0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078</a:t>
            </a:r>
            <a:endParaRPr sz="1050" b="0">
              <a:solidFill>
                <a:srgbClr val="151515"/>
              </a:solidFill>
              <a:latin typeface="Consolas"/>
              <a:ea typeface="Consolas"/>
              <a:cs typeface="Consolas"/>
            </a:endParaRPr>
          </a:p>
        </p:txBody>
      </p:sp>
      <p:sp>
        <p:nvSpPr>
          <p:cNvPr id="6" name="직사각형 5">
            <a:extLst>
              <a:ext uri="{FF2B5EF4-FFF2-40B4-BE49-F238E27FC236}">
                <a16:creationId xmlns:a16="http://schemas.microsoft.com/office/drawing/2014/main" id="{CA57FDF9-7531-4984-9618-535F2C24D8D7}"/>
              </a:ext>
            </a:extLst>
          </p:cNvPr>
          <p:cNvSpPr>
            <a:spLocks noGrp="1"/>
          </p:cNvSpPr>
          <p:nvPr/>
        </p:nvSpPr>
        <p:spPr>
          <a:xfrm>
            <a:off x="609600" y="6438900"/>
            <a:ext cx="10972800" cy="9525"/>
          </a:xfrm>
          <a:prstGeom prst="rect">
            <a:avLst/>
          </a:prstGeom>
          <a:solidFill>
            <a:srgbClr val="CCCCCC"/>
          </a:solidFill>
          <a:ln w="0">
            <a:noFill/>
          </a:ln>
        </p:spPr>
      </p:sp>
      <p:sp>
        <p:nvSpPr>
          <p:cNvPr id="7" name="직사각형 6">
            <a:extLst>
              <a:ext uri="{FF2B5EF4-FFF2-40B4-BE49-F238E27FC236}">
                <a16:creationId xmlns:a16="http://schemas.microsoft.com/office/drawing/2014/main" id="{D884C25A-747B-4E8B-A32A-60708D81C7A0}"/>
              </a:ext>
            </a:extLst>
          </p:cNvPr>
          <p:cNvSpPr>
            <a:spLocks noGrp="1"/>
          </p:cNvSpPr>
          <p:nvPr/>
        </p:nvSpPr>
        <p:spPr>
          <a:xfrm>
            <a:off x="609600" y="1381125"/>
            <a:ext cx="10972800" cy="19050"/>
          </a:xfrm>
          <a:prstGeom prst="rect">
            <a:avLst/>
          </a:prstGeom>
          <a:solidFill>
            <a:srgbClr val="151515"/>
          </a:solidFill>
          <a:ln w="0">
            <a:noFill/>
          </a:ln>
        </p:spPr>
      </p:sp>
      <p:sp>
        <p:nvSpPr>
          <p:cNvPr id="8" name="prompt">
            <a:extLst>
              <a:ext uri="{FF2B5EF4-FFF2-40B4-BE49-F238E27FC236}">
                <a16:creationId xmlns:a16="http://schemas.microsoft.com/office/drawing/2014/main" id="{DC09019C-C6EC-4CD3-9911-202828A02EDD}"/>
              </a:ext>
            </a:extLst>
          </p:cNvPr>
          <p:cNvSpPr>
            <a:spLocks noGrp="1"/>
          </p:cNvSpPr>
          <p:nvPr/>
        </p:nvSpPr>
        <p:spPr>
          <a:xfrm>
            <a:off x="609600" y="1714500"/>
            <a:ext cx="10972800" cy="1095375"/>
          </a:xfrm>
          <a:prstGeom prst="rect">
            <a:avLst/>
          </a:prstGeom>
          <a:noFill/>
          <a:ln w="0">
            <a:noFill/>
          </a:ln>
        </p:spPr>
        <p:txBody>
          <a:bodyPr wrap="none" lIns="0" tIns="0" rIns="0" bIns="0" anchor="t">
            <a:noAutofit/>
          </a:bodyPr>
          <a:lstStyle>
            <a:defPPr algn="l">
              <a:defRPr sz="1800" b="0">
                <a:solidFill>
                  <a:srgbClr val="555555"/>
                </a:solidFill>
                <a:latin typeface="Malgun Gothic"/>
                <a:ea typeface="Malgun Gothic"/>
                <a:cs typeface="Malgun Gothic"/>
              </a:defRPr>
            </a:defPPr>
          </a:lstStyle>
          <a:p>
            <a:pPr algn="l">
              <a:lnSpc>
                <a:spcPct val="110000"/>
              </a:lnSpc>
              <a:buNone/>
              <a:defRPr sz="1800" b="0">
                <a:solidFill>
                  <a:srgbClr val="555555"/>
                </a:solidFill>
                <a:latin typeface="Malgun Gothic"/>
                <a:ea typeface="Malgun Gothic"/>
                <a:cs typeface="Malgun Gothic"/>
              </a:defRPr>
            </a:pPr>
            <a:r>
              <a:rPr sz="1800" b="0">
                <a:solidFill>
                  <a:srgbClr val="555555"/>
                </a:solidFill>
                <a:latin typeface="Malgun Gothic"/>
                <a:ea typeface="Malgun Gothic"/>
                <a:cs typeface="Malgun Gothic"/>
              </a:rPr>
              <a:t>퀵 정렬의 [2,7] 구간에서 피벗 인덱스 p=4가 확정되었다.</a:t>
            </a:r>
          </a:p>
          <a:p>
            <a:pPr algn="l">
              <a:lnSpc>
                <a:spcPct val="110000"/>
              </a:lnSpc>
              <a:buNone/>
              <a:defRPr sz="1800" b="0">
                <a:solidFill>
                  <a:srgbClr val="555555"/>
                </a:solidFill>
                <a:latin typeface="Malgun Gothic"/>
                <a:ea typeface="Malgun Gothic"/>
                <a:cs typeface="Malgun Gothic"/>
              </a:defRPr>
            </a:pPr>
            <a:r>
              <a:rPr sz="1800" b="0">
                <a:solidFill>
                  <a:srgbClr val="555555"/>
                </a:solidFill>
                <a:latin typeface="Malgun Gothic"/>
                <a:ea typeface="Malgun Gothic"/>
                <a:cs typeface="Malgun Gothic"/>
              </a:rPr>
              <a:t>피벗을 제외하고 재귀 정렬할 두 구간은? 양 끝을 포함한다.</a:t>
            </a:r>
          </a:p>
        </p:txBody>
      </p:sp>
      <p:sp>
        <p:nvSpPr>
          <p:cNvPr id="9" name="answer-band">
            <a:extLst>
              <a:ext uri="{FF2B5EF4-FFF2-40B4-BE49-F238E27FC236}">
                <a16:creationId xmlns:a16="http://schemas.microsoft.com/office/drawing/2014/main" id="{25CA950A-8FC7-4CDB-9143-A42EB4C38EDC}"/>
              </a:ext>
            </a:extLst>
          </p:cNvPr>
          <p:cNvSpPr>
            <a:spLocks noGrp="1"/>
          </p:cNvSpPr>
          <p:nvPr/>
        </p:nvSpPr>
        <p:spPr>
          <a:xfrm>
            <a:off x="609600" y="2952750"/>
            <a:ext cx="10972800" cy="723900"/>
          </a:xfrm>
          <a:prstGeom prst="rect">
            <a:avLst/>
          </a:prstGeom>
          <a:solidFill>
            <a:srgbClr val="151515"/>
          </a:solidFill>
          <a:ln w="0">
            <a:noFill/>
          </a:ln>
        </p:spPr>
      </p:sp>
      <p:sp>
        <p:nvSpPr>
          <p:cNvPr id="10" name="answer">
            <a:extLst>
              <a:ext uri="{FF2B5EF4-FFF2-40B4-BE49-F238E27FC236}">
                <a16:creationId xmlns:a16="http://schemas.microsoft.com/office/drawing/2014/main" id="{F8096015-1428-4E74-943A-0649F0CAAB0C}"/>
              </a:ext>
            </a:extLst>
          </p:cNvPr>
          <p:cNvSpPr>
            <a:spLocks noGrp="1"/>
          </p:cNvSpPr>
          <p:nvPr/>
        </p:nvSpPr>
        <p:spPr>
          <a:xfrm>
            <a:off x="876300" y="3162300"/>
            <a:ext cx="10439400" cy="457200"/>
          </a:xfrm>
          <a:prstGeom prst="rect">
            <a:avLst/>
          </a:prstGeom>
          <a:noFill/>
          <a:ln w="0">
            <a:noFill/>
          </a:ln>
        </p:spPr>
        <p:txBody>
          <a:bodyPr wrap="none" lIns="0" tIns="0" rIns="0" bIns="0" anchor="t">
            <a:noAutofit/>
          </a:bodyPr>
          <a:lstStyle>
            <a:defPPr algn="l">
              <a:defRPr sz="1950" b="1">
                <a:solidFill>
                  <a:srgbClr val="FFFFFF"/>
                </a:solidFill>
                <a:latin typeface="Malgun Gothic"/>
                <a:ea typeface="Malgun Gothic"/>
                <a:cs typeface="Malgun Gothic"/>
              </a:defRPr>
            </a:defPPr>
          </a:lstStyle>
          <a:p>
            <a:pPr algn="l">
              <a:lnSpc>
                <a:spcPct val="110000"/>
              </a:lnSpc>
              <a:buNone/>
              <a:defRPr sz="1950" b="1">
                <a:solidFill>
                  <a:srgbClr val="FFFFFF"/>
                </a:solidFill>
                <a:latin typeface="Malgun Gothic"/>
                <a:ea typeface="Malgun Gothic"/>
                <a:cs typeface="Malgun Gothic"/>
              </a:defRPr>
            </a:pPr>
            <a:r>
              <a:rPr sz="1950" b="1">
                <a:solidFill>
                  <a:srgbClr val="FFFFFF"/>
                </a:solidFill>
                <a:latin typeface="Malgun Gothic"/>
                <a:ea typeface="Malgun Gothic"/>
                <a:cs typeface="Malgun Gothic"/>
              </a:rPr>
              <a:t>2번 [2,3]와 [5,7]</a:t>
            </a:r>
          </a:p>
        </p:txBody>
      </p:sp>
      <p:sp>
        <p:nvSpPr>
          <p:cNvPr id="11" name="explanation-label">
            <a:extLst>
              <a:ext uri="{FF2B5EF4-FFF2-40B4-BE49-F238E27FC236}">
                <a16:creationId xmlns:a16="http://schemas.microsoft.com/office/drawing/2014/main" id="{7ADD296C-3634-4DF4-BE99-FAA51B762F4E}"/>
              </a:ext>
            </a:extLst>
          </p:cNvPr>
          <p:cNvSpPr>
            <a:spLocks noGrp="1"/>
          </p:cNvSpPr>
          <p:nvPr/>
        </p:nvSpPr>
        <p:spPr>
          <a:xfrm>
            <a:off x="609600" y="4019550"/>
            <a:ext cx="1143000" cy="304800"/>
          </a:xfrm>
          <a:prstGeom prst="rect">
            <a:avLst/>
          </a:prstGeom>
          <a:noFill/>
          <a:ln w="0">
            <a:noFill/>
          </a:ln>
        </p:spPr>
        <p:txBody>
          <a:bodyPr wrap="none" lIns="0" tIns="0" rIns="0" bIns="0" anchor="t">
            <a:noAutofit/>
          </a:bodyPr>
          <a:lstStyle>
            <a:defPPr algn="l">
              <a:defRPr sz="1800" b="1">
                <a:solidFill>
                  <a:srgbClr val="151515"/>
                </a:solidFill>
                <a:latin typeface="Malgun Gothic"/>
                <a:ea typeface="Malgun Gothic"/>
                <a:cs typeface="Malgun Gothic"/>
              </a:defRPr>
            </a:defPPr>
          </a:lstStyle>
          <a:p>
            <a:pPr algn="l">
              <a:lnSpc>
                <a:spcPct val="110000"/>
              </a:lnSpc>
              <a:buNone/>
              <a:defRPr sz="1800" b="1">
                <a:solidFill>
                  <a:srgbClr val="151515"/>
                </a:solidFill>
                <a:latin typeface="Malgun Gothic"/>
                <a:ea typeface="Malgun Gothic"/>
                <a:cs typeface="Malgun Gothic"/>
              </a:defRPr>
            </a:pPr>
            <a:r>
              <a:rPr sz="1800" b="1">
                <a:solidFill>
                  <a:srgbClr val="151515"/>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6FF493D3-79FB-4E60-9C2A-573AE8DDBDC8}"/>
              </a:ext>
            </a:extLst>
          </p:cNvPr>
          <p:cNvSpPr>
            <a:spLocks noGrp="1"/>
          </p:cNvSpPr>
          <p:nvPr/>
        </p:nvSpPr>
        <p:spPr>
          <a:xfrm>
            <a:off x="1752600" y="4210050"/>
            <a:ext cx="9829800" cy="9525"/>
          </a:xfrm>
          <a:prstGeom prst="rect">
            <a:avLst/>
          </a:prstGeom>
          <a:solidFill>
            <a:srgbClr val="CCCCCC"/>
          </a:solidFill>
          <a:ln w="0">
            <a:noFill/>
          </a:ln>
        </p:spPr>
      </p:sp>
      <p:sp>
        <p:nvSpPr>
          <p:cNvPr id="13" name="explanation">
            <a:extLst>
              <a:ext uri="{FF2B5EF4-FFF2-40B4-BE49-F238E27FC236}">
                <a16:creationId xmlns:a16="http://schemas.microsoft.com/office/drawing/2014/main" id="{E02BD9BE-2C48-4238-B1BF-DDBC672F31C0}"/>
              </a:ext>
            </a:extLst>
          </p:cNvPr>
          <p:cNvSpPr>
            <a:spLocks noGrp="1"/>
          </p:cNvSpPr>
          <p:nvPr/>
        </p:nvSpPr>
        <p:spPr>
          <a:xfrm>
            <a:off x="609600" y="4495800"/>
            <a:ext cx="10972800" cy="1314450"/>
          </a:xfrm>
          <a:prstGeom prst="rect">
            <a:avLst/>
          </a:prstGeom>
          <a:noFill/>
          <a:ln w="0">
            <a:noFill/>
          </a:ln>
        </p:spPr>
        <p:txBody>
          <a:bodyPr wrap="none" lIns="0" tIns="0" rIns="0" bIns="0" anchor="t">
            <a:noAutofit/>
          </a:bodyPr>
          <a:lstStyle>
            <a:defPPr algn="l">
              <a:defRPr sz="1875" b="0">
                <a:solidFill>
                  <a:srgbClr val="555555"/>
                </a:solidFill>
                <a:latin typeface="Malgun Gothic"/>
                <a:ea typeface="Malgun Gothic"/>
                <a:cs typeface="Malgun Gothic"/>
              </a:defRPr>
            </a:defPPr>
          </a:lstStyle>
          <a:p>
            <a:pPr algn="l">
              <a:lnSpc>
                <a:spcPct val="110000"/>
              </a:lnSpc>
              <a:buNone/>
              <a:defRPr sz="1875" b="0">
                <a:solidFill>
                  <a:srgbClr val="555555"/>
                </a:solidFill>
                <a:latin typeface="Malgun Gothic"/>
                <a:ea typeface="Malgun Gothic"/>
                <a:cs typeface="Malgun Gothic"/>
              </a:defRPr>
            </a:pPr>
            <a:r>
              <a:rPr sz="1875" b="0">
                <a:solidFill>
                  <a:srgbClr val="555555"/>
                </a:solidFill>
                <a:latin typeface="Malgun Gothic"/>
                <a:ea typeface="Malgun Gothic"/>
                <a:cs typeface="Malgun Gothic"/>
              </a:rPr>
              <a:t>피벗 p=4는 이미 제자리를 찾았다.</a:t>
            </a:r>
          </a:p>
          <a:p>
            <a:pPr algn="l">
              <a:lnSpc>
                <a:spcPct val="110000"/>
              </a:lnSpc>
              <a:buNone/>
              <a:defRPr sz="1875" b="0">
                <a:solidFill>
                  <a:srgbClr val="555555"/>
                </a:solidFill>
                <a:latin typeface="Malgun Gothic"/>
                <a:ea typeface="Malgun Gothic"/>
                <a:cs typeface="Malgun Gothic"/>
              </a:defRPr>
            </a:pPr>
            <a:r>
              <a:rPr sz="1875" b="0">
                <a:solidFill>
                  <a:srgbClr val="555555"/>
                </a:solidFill>
                <a:latin typeface="Malgun Gothic"/>
                <a:ea typeface="Malgun Gothic"/>
                <a:cs typeface="Malgun Gothic"/>
              </a:rPr>
              <a:t>왼쪽은 [lo,p-1]=[2,3], 오른쪽은 [p+1,hi]=[5,7]이다.</a:t>
            </a:r>
          </a:p>
        </p:txBody>
      </p:sp>
    </p:spTree>
    <p:extLst>
      <p:ext uri="{BB962C8B-B14F-4D97-AF65-F5344CB8AC3E}">
        <p14:creationId xmlns:p14="http://schemas.microsoft.com/office/powerpoint/2010/main" val="1550540726"/>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section">
            <a:extLst>
              <a:ext uri="{FF2B5EF4-FFF2-40B4-BE49-F238E27FC236}">
                <a16:creationId xmlns:a16="http://schemas.microsoft.com/office/drawing/2014/main" id="{7D8DC533-0297-4F92-BB08-DB98D29BB2F1}"/>
              </a:ext>
            </a:extLst>
          </p:cNvPr>
          <p:cNvSpPr>
            <a:spLocks noGrp="1"/>
          </p:cNvSpPr>
          <p:nvPr/>
        </p:nvSpPr>
        <p:spPr>
          <a:xfrm>
            <a:off x="609600" y="266700"/>
            <a:ext cx="8096250" cy="266700"/>
          </a:xfrm>
          <a:prstGeom prst="rect">
            <a:avLst/>
          </a:prstGeom>
          <a:noFill/>
          <a:ln w="0">
            <a:noFill/>
          </a:ln>
        </p:spPr>
        <p:txBody>
          <a:bodyPr wrap="none" lIns="0" tIns="0" rIns="0" bIns="0" anchor="t">
            <a:noAutofit/>
          </a:bodyPr>
          <a:lstStyle>
            <a:defPPr algn="l">
              <a:defRPr sz="1050" b="0">
                <a:solidFill>
                  <a:srgbClr val="555555"/>
                </a:solidFill>
                <a:latin typeface="Malgun Gothic"/>
                <a:ea typeface="Malgun Gothic"/>
                <a:cs typeface="Malgun Gothic"/>
              </a:defRPr>
            </a:defPPr>
          </a:lstStyle>
          <a:p>
            <a:pPr algn="l">
              <a:lnSpc>
                <a:spcPct val="110000"/>
              </a:lnSpc>
              <a:buNone/>
              <a:defRPr sz="1050" b="0">
                <a:solidFill>
                  <a:srgbClr val="555555"/>
                </a:solidFill>
                <a:latin typeface="Malgun Gothic"/>
                <a:ea typeface="Malgun Gothic"/>
                <a:cs typeface="Malgun Gothic"/>
              </a:defRPr>
            </a:pPr>
            <a:r>
              <a:rPr sz="1050" b="0">
                <a:solidFill>
                  <a:srgbClr val="555555"/>
                </a:solidFill>
                <a:latin typeface="Malgun Gothic"/>
                <a:ea typeface="Malgun Gothic"/>
                <a:cs typeface="Malgun Gothic"/>
              </a:rPr>
              <a:t>4장 분할 정복  /  객관식</a:t>
            </a:r>
          </a:p>
        </p:txBody>
      </p:sp>
      <p:sp>
        <p:nvSpPr>
          <p:cNvPr id="2" name="brand">
            <a:extLst>
              <a:ext uri="{FF2B5EF4-FFF2-40B4-BE49-F238E27FC236}">
                <a16:creationId xmlns:a16="http://schemas.microsoft.com/office/drawing/2014/main" id="{0E75D27A-364C-4F27-B206-67C2ABB9BAF9}"/>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555555"/>
                </a:solidFill>
                <a:latin typeface="Malgun Gothic"/>
                <a:ea typeface="Malgun Gothic"/>
                <a:cs typeface="Malgun Gothic"/>
              </a:defRPr>
            </a:defPPr>
          </a:lstStyle>
          <a:p>
            <a:pPr algn="l">
              <a:lnSpc>
                <a:spcPct val="110000"/>
              </a:lnSpc>
              <a:buNone/>
              <a:defRPr sz="900" b="0">
                <a:solidFill>
                  <a:srgbClr val="555555"/>
                </a:solidFill>
                <a:latin typeface="Malgun Gothic"/>
                <a:ea typeface="Malgun Gothic"/>
                <a:cs typeface="Malgun Gothic"/>
              </a:defRPr>
            </a:pPr>
            <a:r>
              <a:rPr sz="900" b="0">
                <a:solidFill>
                  <a:srgbClr val="55555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3E4B8629-06E5-47BE-83EB-8C1E070A81E8}"/>
              </a:ext>
            </a:extLst>
          </p:cNvPr>
          <p:cNvSpPr>
            <a:spLocks noGrp="1"/>
          </p:cNvSpPr>
          <p:nvPr/>
        </p:nvSpPr>
        <p:spPr>
          <a:xfrm>
            <a:off x="609600" y="685800"/>
            <a:ext cx="10972800" cy="685800"/>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0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문제 40</a:t>
            </a:r>
          </a:p>
        </p:txBody>
      </p:sp>
      <p:sp>
        <p:nvSpPr>
          <p:cNvPr id="4" name="footer">
            <a:extLst>
              <a:ext uri="{FF2B5EF4-FFF2-40B4-BE49-F238E27FC236}">
                <a16:creationId xmlns:a16="http://schemas.microsoft.com/office/drawing/2014/main" id="{C41114C4-28B0-4E52-A4E0-C27D9C9C1380}"/>
              </a:ext>
            </a:extLst>
          </p:cNvPr>
          <p:cNvSpPr>
            <a:spLocks noGrp="1"/>
          </p:cNvSpPr>
          <p:nvPr/>
        </p:nvSpPr>
        <p:spPr>
          <a:xfrm>
            <a:off x="609600" y="6591300"/>
            <a:ext cx="9715500" cy="190500"/>
          </a:xfrm>
          <a:prstGeom prst="rect">
            <a:avLst/>
          </a:prstGeom>
          <a:noFill/>
          <a:ln w="0">
            <a:noFill/>
          </a:ln>
        </p:spPr>
        <p:txBody>
          <a:bodyPr wrap="none" lIns="0" tIns="0" rIns="0" bIns="0" anchor="t">
            <a:noAutofit/>
          </a:bodyPr>
          <a:lstStyle>
            <a:defPPr algn="l">
              <a:defRPr sz="900" b="0">
                <a:solidFill>
                  <a:srgbClr val="555555"/>
                </a:solidFill>
                <a:latin typeface="Consolas"/>
                <a:ea typeface="Consolas"/>
                <a:cs typeface="Consolas"/>
              </a:defRPr>
            </a:defPPr>
          </a:lstStyle>
          <a:p>
            <a:pPr algn="l">
              <a:lnSpc>
                <a:spcPct val="110000"/>
              </a:lnSpc>
              <a:buNone/>
              <a:defRPr sz="900" b="0">
                <a:solidFill>
                  <a:srgbClr val="555555"/>
                </a:solidFill>
                <a:latin typeface="Consolas"/>
                <a:ea typeface="Consolas"/>
                <a:cs typeface="Consolas"/>
              </a:defRPr>
            </a:pPr>
            <a:r>
              <a:rPr sz="900" b="0">
                <a:solidFill>
                  <a:srgbClr val="555555"/>
                </a:solidFill>
                <a:latin typeface="Consolas"/>
                <a:ea typeface="Consolas"/>
                <a:cs typeface="Consolas"/>
              </a:rPr>
              <a:t>04 / DIVIDE AND CONQUER · EXERCISES</a:t>
            </a:r>
          </a:p>
        </p:txBody>
      </p:sp>
      <p:sp>
        <p:nvSpPr>
          <p:cNvPr id="5" name="page">
            <a:extLst>
              <a:ext uri="{FF2B5EF4-FFF2-40B4-BE49-F238E27FC236}">
                <a16:creationId xmlns:a16="http://schemas.microsoft.com/office/drawing/2014/main" id="{6AAE44C3-AC52-440F-8F0B-2B9DD96B5E0C}"/>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0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079</a:t>
            </a:r>
            <a:endParaRPr sz="1050" b="0">
              <a:solidFill>
                <a:srgbClr val="151515"/>
              </a:solidFill>
              <a:latin typeface="Consolas"/>
              <a:ea typeface="Consolas"/>
              <a:cs typeface="Consolas"/>
            </a:endParaRPr>
          </a:p>
        </p:txBody>
      </p:sp>
      <p:sp>
        <p:nvSpPr>
          <p:cNvPr id="6" name="직사각형 5">
            <a:extLst>
              <a:ext uri="{FF2B5EF4-FFF2-40B4-BE49-F238E27FC236}">
                <a16:creationId xmlns:a16="http://schemas.microsoft.com/office/drawing/2014/main" id="{08C040AE-35AB-4124-BBAA-476BA9C558AB}"/>
              </a:ext>
            </a:extLst>
          </p:cNvPr>
          <p:cNvSpPr>
            <a:spLocks noGrp="1"/>
          </p:cNvSpPr>
          <p:nvPr/>
        </p:nvSpPr>
        <p:spPr>
          <a:xfrm>
            <a:off x="609600" y="6438900"/>
            <a:ext cx="10972800" cy="9525"/>
          </a:xfrm>
          <a:prstGeom prst="rect">
            <a:avLst/>
          </a:prstGeom>
          <a:solidFill>
            <a:srgbClr val="CCCCCC"/>
          </a:solidFill>
          <a:ln w="0">
            <a:noFill/>
          </a:ln>
        </p:spPr>
      </p:sp>
      <p:sp>
        <p:nvSpPr>
          <p:cNvPr id="7" name="prompt">
            <a:extLst>
              <a:ext uri="{FF2B5EF4-FFF2-40B4-BE49-F238E27FC236}">
                <a16:creationId xmlns:a16="http://schemas.microsoft.com/office/drawing/2014/main" id="{C8D98873-5AFE-4180-B889-28CAF7A399ED}"/>
              </a:ext>
            </a:extLst>
          </p:cNvPr>
          <p:cNvSpPr>
            <a:spLocks noGrp="1"/>
          </p:cNvSpPr>
          <p:nvPr/>
        </p:nvSpPr>
        <p:spPr>
          <a:xfrm>
            <a:off x="609600" y="1714500"/>
            <a:ext cx="10972800" cy="1381125"/>
          </a:xfrm>
          <a:prstGeom prst="rect">
            <a:avLst/>
          </a:prstGeom>
          <a:noFill/>
          <a:ln w="0">
            <a:noFill/>
          </a:ln>
        </p:spPr>
        <p:txBody>
          <a:bodyPr wrap="none" lIns="0" tIns="0" rIns="0" bIns="0" anchor="t">
            <a:noAutofit/>
          </a:bodyPr>
          <a:lstStyle>
            <a:defPPr algn="l">
              <a:defRPr sz="2100" b="0">
                <a:solidFill>
                  <a:srgbClr val="151515"/>
                </a:solidFill>
                <a:latin typeface="Malgun Gothic"/>
                <a:ea typeface="Malgun Gothic"/>
                <a:cs typeface="Malgun Gothic"/>
              </a:defRPr>
            </a:defPPr>
          </a:lstStyle>
          <a:p>
            <a:pPr algn="l">
              <a:lnSpc>
                <a:spcPct val="110000"/>
              </a:lnSpc>
              <a:buNone/>
              <a:defRPr sz="2100" b="0">
                <a:solidFill>
                  <a:srgbClr val="151515"/>
                </a:solidFill>
                <a:latin typeface="Malgun Gothic"/>
                <a:ea typeface="Malgun Gothic"/>
                <a:cs typeface="Malgun Gothic"/>
              </a:defRPr>
            </a:pPr>
            <a:r>
              <a:rPr sz="2100" b="0">
                <a:solidFill>
                  <a:srgbClr val="151515"/>
                </a:solidFill>
                <a:latin typeface="Malgun Gothic"/>
                <a:ea typeface="Malgun Gothic"/>
                <a:cs typeface="Malgun Gothic"/>
              </a:rPr>
              <a:t>퀵 정렬의 포인터 탐색에서 배열 값을 읽기 전에</a:t>
            </a:r>
          </a:p>
          <a:p>
            <a:pPr algn="l">
              <a:lnSpc>
                <a:spcPct val="110000"/>
              </a:lnSpc>
              <a:buNone/>
              <a:defRPr sz="2100" b="0">
                <a:solidFill>
                  <a:srgbClr val="151515"/>
                </a:solidFill>
                <a:latin typeface="Malgun Gothic"/>
                <a:ea typeface="Malgun Gothic"/>
                <a:cs typeface="Malgun Gothic"/>
              </a:defRPr>
            </a:pPr>
            <a:r>
              <a:rPr sz="2100" b="0">
                <a:solidFill>
                  <a:srgbClr val="151515"/>
                </a:solidFill>
                <a:latin typeface="Malgun Gothic"/>
                <a:ea typeface="Malgun Gothic"/>
                <a:cs typeface="Malgun Gothic"/>
              </a:rPr>
              <a:t>L≤R인지 먼저 확인하는 주된 이유는?</a:t>
            </a:r>
          </a:p>
        </p:txBody>
      </p:sp>
      <p:sp>
        <p:nvSpPr>
          <p:cNvPr id="8" name="option-number-0">
            <a:extLst>
              <a:ext uri="{FF2B5EF4-FFF2-40B4-BE49-F238E27FC236}">
                <a16:creationId xmlns:a16="http://schemas.microsoft.com/office/drawing/2014/main" id="{1EFBA8C3-B2E5-4DAD-950A-08FBBAC71185}"/>
              </a:ext>
            </a:extLst>
          </p:cNvPr>
          <p:cNvSpPr>
            <a:spLocks noGrp="1"/>
          </p:cNvSpPr>
          <p:nvPr/>
        </p:nvSpPr>
        <p:spPr>
          <a:xfrm>
            <a:off x="685800" y="3048000"/>
            <a:ext cx="400050" cy="323850"/>
          </a:xfrm>
          <a:prstGeom prst="rect">
            <a:avLst/>
          </a:prstGeom>
          <a:noFill/>
          <a:ln w="0">
            <a:noFill/>
          </a:ln>
        </p:spPr>
        <p:txBody>
          <a:bodyPr wrap="none" lIns="0" tIns="0" rIns="0" bIns="0" anchor="t">
            <a:noAutofit/>
          </a:bodyPr>
          <a:lstStyle>
            <a:defPPr algn="l">
              <a:defRPr sz="1800" b="1">
                <a:solidFill>
                  <a:srgbClr val="151515"/>
                </a:solidFill>
                <a:latin typeface="Malgun Gothic"/>
                <a:ea typeface="Malgun Gothic"/>
                <a:cs typeface="Malgun Gothic"/>
              </a:defRPr>
            </a:defPPr>
          </a:lstStyle>
          <a:p>
            <a:pPr algn="l">
              <a:lnSpc>
                <a:spcPct val="110000"/>
              </a:lnSpc>
              <a:buNone/>
              <a:defRPr sz="1800" b="1">
                <a:solidFill>
                  <a:srgbClr val="151515"/>
                </a:solidFill>
                <a:latin typeface="Malgun Gothic"/>
                <a:ea typeface="Malgun Gothic"/>
                <a:cs typeface="Malgun Gothic"/>
              </a:defRPr>
            </a:pPr>
            <a:r>
              <a:rPr sz="1800" b="1">
                <a:solidFill>
                  <a:srgbClr val="151515"/>
                </a:solidFill>
                <a:latin typeface="Malgun Gothic"/>
                <a:ea typeface="Malgun Gothic"/>
                <a:cs typeface="Malgun Gothic"/>
              </a:rPr>
              <a:t>1</a:t>
            </a:r>
          </a:p>
        </p:txBody>
      </p:sp>
      <p:sp>
        <p:nvSpPr>
          <p:cNvPr id="9" name="option-0">
            <a:extLst>
              <a:ext uri="{FF2B5EF4-FFF2-40B4-BE49-F238E27FC236}">
                <a16:creationId xmlns:a16="http://schemas.microsoft.com/office/drawing/2014/main" id="{36F72D0C-6E09-467D-BC4D-262CEA4D3CD5}"/>
              </a:ext>
            </a:extLst>
          </p:cNvPr>
          <p:cNvSpPr>
            <a:spLocks noGrp="1"/>
          </p:cNvSpPr>
          <p:nvPr/>
        </p:nvSpPr>
        <p:spPr>
          <a:xfrm>
            <a:off x="1181100" y="3048000"/>
            <a:ext cx="10401300" cy="342900"/>
          </a:xfrm>
          <a:prstGeom prst="rect">
            <a:avLst/>
          </a:prstGeom>
          <a:noFill/>
          <a:ln w="0">
            <a:noFill/>
          </a:ln>
        </p:spPr>
        <p:txBody>
          <a:bodyPr wrap="none" lIns="0" tIns="0" rIns="0" bIns="0" anchor="t">
            <a:noAutofit/>
          </a:bodyPr>
          <a:lstStyle>
            <a:defPPr algn="l">
              <a:defRPr sz="1875" b="0">
                <a:solidFill>
                  <a:srgbClr val="151515"/>
                </a:solidFill>
                <a:latin typeface="Malgun Gothic"/>
                <a:ea typeface="Malgun Gothic"/>
                <a:cs typeface="Malgun Gothic"/>
              </a:defRPr>
            </a:defPPr>
          </a:lstStyle>
          <a:p>
            <a:pPr algn="l">
              <a:lnSpc>
                <a:spcPct val="110000"/>
              </a:lnSpc>
              <a:buNone/>
              <a:defRPr sz="1875" b="0">
                <a:solidFill>
                  <a:srgbClr val="151515"/>
                </a:solidFill>
                <a:latin typeface="Malgun Gothic"/>
                <a:ea typeface="Malgun Gothic"/>
                <a:cs typeface="Malgun Gothic"/>
              </a:defRPr>
            </a:pPr>
            <a:r>
              <a:rPr sz="1875" b="0">
                <a:solidFill>
                  <a:srgbClr val="151515"/>
                </a:solidFill>
                <a:latin typeface="Malgun Gothic"/>
                <a:ea typeface="Malgun Gothic"/>
                <a:cs typeface="Malgun Gothic"/>
              </a:rPr>
              <a:t>현재 탐색 구간 밖의 값을 읽지 않기 위해</a:t>
            </a:r>
          </a:p>
        </p:txBody>
      </p:sp>
      <p:sp>
        <p:nvSpPr>
          <p:cNvPr id="10" name="직사각형 9">
            <a:extLst>
              <a:ext uri="{FF2B5EF4-FFF2-40B4-BE49-F238E27FC236}">
                <a16:creationId xmlns:a16="http://schemas.microsoft.com/office/drawing/2014/main" id="{B9D4835D-7847-4B58-9FA6-FDA4C6D7CE8B}"/>
              </a:ext>
            </a:extLst>
          </p:cNvPr>
          <p:cNvSpPr>
            <a:spLocks noGrp="1"/>
          </p:cNvSpPr>
          <p:nvPr/>
        </p:nvSpPr>
        <p:spPr>
          <a:xfrm>
            <a:off x="1181100" y="3562350"/>
            <a:ext cx="10401300" cy="9525"/>
          </a:xfrm>
          <a:prstGeom prst="rect">
            <a:avLst/>
          </a:prstGeom>
          <a:solidFill>
            <a:srgbClr val="DDDDDD"/>
          </a:solidFill>
          <a:ln w="0">
            <a:noFill/>
          </a:ln>
        </p:spPr>
      </p:sp>
      <p:sp>
        <p:nvSpPr>
          <p:cNvPr id="11" name="option-number-1">
            <a:extLst>
              <a:ext uri="{FF2B5EF4-FFF2-40B4-BE49-F238E27FC236}">
                <a16:creationId xmlns:a16="http://schemas.microsoft.com/office/drawing/2014/main" id="{3BFC11F4-19FA-4D4C-871E-8BF134D03FE4}"/>
              </a:ext>
            </a:extLst>
          </p:cNvPr>
          <p:cNvSpPr>
            <a:spLocks noGrp="1"/>
          </p:cNvSpPr>
          <p:nvPr/>
        </p:nvSpPr>
        <p:spPr>
          <a:xfrm>
            <a:off x="685800" y="3676650"/>
            <a:ext cx="400050" cy="323850"/>
          </a:xfrm>
          <a:prstGeom prst="rect">
            <a:avLst/>
          </a:prstGeom>
          <a:noFill/>
          <a:ln w="0">
            <a:noFill/>
          </a:ln>
        </p:spPr>
        <p:txBody>
          <a:bodyPr wrap="none" lIns="0" tIns="0" rIns="0" bIns="0" anchor="t">
            <a:noAutofit/>
          </a:bodyPr>
          <a:lstStyle>
            <a:defPPr algn="l">
              <a:defRPr sz="1800" b="1">
                <a:solidFill>
                  <a:srgbClr val="151515"/>
                </a:solidFill>
                <a:latin typeface="Malgun Gothic"/>
                <a:ea typeface="Malgun Gothic"/>
                <a:cs typeface="Malgun Gothic"/>
              </a:defRPr>
            </a:defPPr>
          </a:lstStyle>
          <a:p>
            <a:pPr algn="l">
              <a:lnSpc>
                <a:spcPct val="110000"/>
              </a:lnSpc>
              <a:buNone/>
              <a:defRPr sz="1800" b="1">
                <a:solidFill>
                  <a:srgbClr val="151515"/>
                </a:solidFill>
                <a:latin typeface="Malgun Gothic"/>
                <a:ea typeface="Malgun Gothic"/>
                <a:cs typeface="Malgun Gothic"/>
              </a:defRPr>
            </a:pPr>
            <a:r>
              <a:rPr sz="1800" b="1">
                <a:solidFill>
                  <a:srgbClr val="151515"/>
                </a:solidFill>
                <a:latin typeface="Malgun Gothic"/>
                <a:ea typeface="Malgun Gothic"/>
                <a:cs typeface="Malgun Gothic"/>
              </a:rPr>
              <a:t>2</a:t>
            </a:r>
          </a:p>
        </p:txBody>
      </p:sp>
      <p:sp>
        <p:nvSpPr>
          <p:cNvPr id="12" name="option-1">
            <a:extLst>
              <a:ext uri="{FF2B5EF4-FFF2-40B4-BE49-F238E27FC236}">
                <a16:creationId xmlns:a16="http://schemas.microsoft.com/office/drawing/2014/main" id="{A486AE2E-C696-4391-A666-9287979E49DA}"/>
              </a:ext>
            </a:extLst>
          </p:cNvPr>
          <p:cNvSpPr>
            <a:spLocks noGrp="1"/>
          </p:cNvSpPr>
          <p:nvPr/>
        </p:nvSpPr>
        <p:spPr>
          <a:xfrm>
            <a:off x="1181100" y="3676650"/>
            <a:ext cx="10401300" cy="342900"/>
          </a:xfrm>
          <a:prstGeom prst="rect">
            <a:avLst/>
          </a:prstGeom>
          <a:noFill/>
          <a:ln w="0">
            <a:noFill/>
          </a:ln>
        </p:spPr>
        <p:txBody>
          <a:bodyPr wrap="none" lIns="0" tIns="0" rIns="0" bIns="0" anchor="t">
            <a:noAutofit/>
          </a:bodyPr>
          <a:lstStyle>
            <a:defPPr algn="l">
              <a:defRPr sz="1875" b="0">
                <a:solidFill>
                  <a:srgbClr val="151515"/>
                </a:solidFill>
                <a:latin typeface="Malgun Gothic"/>
                <a:ea typeface="Malgun Gothic"/>
                <a:cs typeface="Malgun Gothic"/>
              </a:defRPr>
            </a:defPPr>
          </a:lstStyle>
          <a:p>
            <a:pPr algn="l">
              <a:lnSpc>
                <a:spcPct val="110000"/>
              </a:lnSpc>
              <a:buNone/>
              <a:defRPr sz="1875" b="0">
                <a:solidFill>
                  <a:srgbClr val="151515"/>
                </a:solidFill>
                <a:latin typeface="Malgun Gothic"/>
                <a:ea typeface="Malgun Gothic"/>
                <a:cs typeface="Malgun Gothic"/>
              </a:defRPr>
            </a:pPr>
            <a:r>
              <a:rPr sz="1875" b="0">
                <a:solidFill>
                  <a:srgbClr val="151515"/>
                </a:solidFill>
                <a:latin typeface="Malgun Gothic"/>
                <a:ea typeface="Malgun Gothic"/>
                <a:cs typeface="Malgun Gothic"/>
              </a:rPr>
              <a:t>모든 원소를 같은 값으로 만들기 위해</a:t>
            </a:r>
          </a:p>
        </p:txBody>
      </p:sp>
      <p:sp>
        <p:nvSpPr>
          <p:cNvPr id="13" name="직사각형 12">
            <a:extLst>
              <a:ext uri="{FF2B5EF4-FFF2-40B4-BE49-F238E27FC236}">
                <a16:creationId xmlns:a16="http://schemas.microsoft.com/office/drawing/2014/main" id="{FF2347DF-E8E9-4AD6-9A9A-63D2C89620AC}"/>
              </a:ext>
            </a:extLst>
          </p:cNvPr>
          <p:cNvSpPr>
            <a:spLocks noGrp="1"/>
          </p:cNvSpPr>
          <p:nvPr/>
        </p:nvSpPr>
        <p:spPr>
          <a:xfrm>
            <a:off x="1181100" y="4191000"/>
            <a:ext cx="10401300" cy="9525"/>
          </a:xfrm>
          <a:prstGeom prst="rect">
            <a:avLst/>
          </a:prstGeom>
          <a:solidFill>
            <a:srgbClr val="DDDDDD"/>
          </a:solidFill>
          <a:ln w="0">
            <a:noFill/>
          </a:ln>
        </p:spPr>
      </p:sp>
      <p:sp>
        <p:nvSpPr>
          <p:cNvPr id="14" name="option-number-2">
            <a:extLst>
              <a:ext uri="{FF2B5EF4-FFF2-40B4-BE49-F238E27FC236}">
                <a16:creationId xmlns:a16="http://schemas.microsoft.com/office/drawing/2014/main" id="{2C4EFE32-D53E-4D5B-AAF3-4232E5D57B24}"/>
              </a:ext>
            </a:extLst>
          </p:cNvPr>
          <p:cNvSpPr>
            <a:spLocks noGrp="1"/>
          </p:cNvSpPr>
          <p:nvPr/>
        </p:nvSpPr>
        <p:spPr>
          <a:xfrm>
            <a:off x="685800" y="4305300"/>
            <a:ext cx="400050" cy="323850"/>
          </a:xfrm>
          <a:prstGeom prst="rect">
            <a:avLst/>
          </a:prstGeom>
          <a:noFill/>
          <a:ln w="0">
            <a:noFill/>
          </a:ln>
        </p:spPr>
        <p:txBody>
          <a:bodyPr wrap="none" lIns="0" tIns="0" rIns="0" bIns="0" anchor="t">
            <a:noAutofit/>
          </a:bodyPr>
          <a:lstStyle>
            <a:defPPr algn="l">
              <a:defRPr sz="1800" b="1">
                <a:solidFill>
                  <a:srgbClr val="151515"/>
                </a:solidFill>
                <a:latin typeface="Malgun Gothic"/>
                <a:ea typeface="Malgun Gothic"/>
                <a:cs typeface="Malgun Gothic"/>
              </a:defRPr>
            </a:defPPr>
          </a:lstStyle>
          <a:p>
            <a:pPr algn="l">
              <a:lnSpc>
                <a:spcPct val="110000"/>
              </a:lnSpc>
              <a:buNone/>
              <a:defRPr sz="1800" b="1">
                <a:solidFill>
                  <a:srgbClr val="151515"/>
                </a:solidFill>
                <a:latin typeface="Malgun Gothic"/>
                <a:ea typeface="Malgun Gothic"/>
                <a:cs typeface="Malgun Gothic"/>
              </a:defRPr>
            </a:pPr>
            <a:r>
              <a:rPr sz="1800" b="1">
                <a:solidFill>
                  <a:srgbClr val="151515"/>
                </a:solidFill>
                <a:latin typeface="Malgun Gothic"/>
                <a:ea typeface="Malgun Gothic"/>
                <a:cs typeface="Malgun Gothic"/>
              </a:rPr>
              <a:t>3</a:t>
            </a:r>
          </a:p>
        </p:txBody>
      </p:sp>
      <p:sp>
        <p:nvSpPr>
          <p:cNvPr id="15" name="option-2">
            <a:extLst>
              <a:ext uri="{FF2B5EF4-FFF2-40B4-BE49-F238E27FC236}">
                <a16:creationId xmlns:a16="http://schemas.microsoft.com/office/drawing/2014/main" id="{93FCB74D-1C13-43D5-8AA2-6526BA0AEA1A}"/>
              </a:ext>
            </a:extLst>
          </p:cNvPr>
          <p:cNvSpPr>
            <a:spLocks noGrp="1"/>
          </p:cNvSpPr>
          <p:nvPr/>
        </p:nvSpPr>
        <p:spPr>
          <a:xfrm>
            <a:off x="1181100" y="4305300"/>
            <a:ext cx="10401300" cy="342900"/>
          </a:xfrm>
          <a:prstGeom prst="rect">
            <a:avLst/>
          </a:prstGeom>
          <a:noFill/>
          <a:ln w="0">
            <a:noFill/>
          </a:ln>
        </p:spPr>
        <p:txBody>
          <a:bodyPr wrap="none" lIns="0" tIns="0" rIns="0" bIns="0" anchor="t">
            <a:noAutofit/>
          </a:bodyPr>
          <a:lstStyle>
            <a:defPPr algn="l">
              <a:defRPr sz="1875" b="0">
                <a:solidFill>
                  <a:srgbClr val="151515"/>
                </a:solidFill>
                <a:latin typeface="Malgun Gothic"/>
                <a:ea typeface="Malgun Gothic"/>
                <a:cs typeface="Malgun Gothic"/>
              </a:defRPr>
            </a:defPPr>
          </a:lstStyle>
          <a:p>
            <a:pPr algn="l">
              <a:lnSpc>
                <a:spcPct val="110000"/>
              </a:lnSpc>
              <a:buNone/>
              <a:defRPr sz="1875" b="0">
                <a:solidFill>
                  <a:srgbClr val="151515"/>
                </a:solidFill>
                <a:latin typeface="Malgun Gothic"/>
                <a:ea typeface="Malgun Gothic"/>
                <a:cs typeface="Malgun Gothic"/>
              </a:defRPr>
            </a:pPr>
            <a:r>
              <a:rPr sz="1875" b="0">
                <a:solidFill>
                  <a:srgbClr val="151515"/>
                </a:solidFill>
                <a:latin typeface="Malgun Gothic"/>
                <a:ea typeface="Malgun Gothic"/>
                <a:cs typeface="Malgun Gothic"/>
              </a:rPr>
              <a:t>배열 길이를 늘리기 위해</a:t>
            </a:r>
          </a:p>
        </p:txBody>
      </p:sp>
      <p:sp>
        <p:nvSpPr>
          <p:cNvPr id="16" name="직사각형 15">
            <a:extLst>
              <a:ext uri="{FF2B5EF4-FFF2-40B4-BE49-F238E27FC236}">
                <a16:creationId xmlns:a16="http://schemas.microsoft.com/office/drawing/2014/main" id="{BDE54A2A-3BC9-40D9-A797-8B3FF80EEF48}"/>
              </a:ext>
            </a:extLst>
          </p:cNvPr>
          <p:cNvSpPr>
            <a:spLocks noGrp="1"/>
          </p:cNvSpPr>
          <p:nvPr/>
        </p:nvSpPr>
        <p:spPr>
          <a:xfrm>
            <a:off x="1181100" y="4819650"/>
            <a:ext cx="10401300" cy="9525"/>
          </a:xfrm>
          <a:prstGeom prst="rect">
            <a:avLst/>
          </a:prstGeom>
          <a:solidFill>
            <a:srgbClr val="DDDDDD"/>
          </a:solidFill>
          <a:ln w="0">
            <a:noFill/>
          </a:ln>
        </p:spPr>
      </p:sp>
      <p:sp>
        <p:nvSpPr>
          <p:cNvPr id="17" name="option-number-3">
            <a:extLst>
              <a:ext uri="{FF2B5EF4-FFF2-40B4-BE49-F238E27FC236}">
                <a16:creationId xmlns:a16="http://schemas.microsoft.com/office/drawing/2014/main" id="{4B026F91-774E-458A-99E0-8FDB6B92CCC6}"/>
              </a:ext>
            </a:extLst>
          </p:cNvPr>
          <p:cNvSpPr>
            <a:spLocks noGrp="1"/>
          </p:cNvSpPr>
          <p:nvPr/>
        </p:nvSpPr>
        <p:spPr>
          <a:xfrm>
            <a:off x="685800" y="4933950"/>
            <a:ext cx="400050" cy="323850"/>
          </a:xfrm>
          <a:prstGeom prst="rect">
            <a:avLst/>
          </a:prstGeom>
          <a:noFill/>
          <a:ln w="0">
            <a:noFill/>
          </a:ln>
        </p:spPr>
        <p:txBody>
          <a:bodyPr wrap="none" lIns="0" tIns="0" rIns="0" bIns="0" anchor="t">
            <a:noAutofit/>
          </a:bodyPr>
          <a:lstStyle>
            <a:defPPr algn="l">
              <a:defRPr sz="1800" b="1">
                <a:solidFill>
                  <a:srgbClr val="151515"/>
                </a:solidFill>
                <a:latin typeface="Malgun Gothic"/>
                <a:ea typeface="Malgun Gothic"/>
                <a:cs typeface="Malgun Gothic"/>
              </a:defRPr>
            </a:defPPr>
          </a:lstStyle>
          <a:p>
            <a:pPr algn="l">
              <a:lnSpc>
                <a:spcPct val="110000"/>
              </a:lnSpc>
              <a:buNone/>
              <a:defRPr sz="1800" b="1">
                <a:solidFill>
                  <a:srgbClr val="151515"/>
                </a:solidFill>
                <a:latin typeface="Malgun Gothic"/>
                <a:ea typeface="Malgun Gothic"/>
                <a:cs typeface="Malgun Gothic"/>
              </a:defRPr>
            </a:pPr>
            <a:r>
              <a:rPr sz="1800" b="1">
                <a:solidFill>
                  <a:srgbClr val="151515"/>
                </a:solidFill>
                <a:latin typeface="Malgun Gothic"/>
                <a:ea typeface="Malgun Gothic"/>
                <a:cs typeface="Malgun Gothic"/>
              </a:rPr>
              <a:t>4</a:t>
            </a:r>
          </a:p>
        </p:txBody>
      </p:sp>
      <p:sp>
        <p:nvSpPr>
          <p:cNvPr id="18" name="option-3">
            <a:extLst>
              <a:ext uri="{FF2B5EF4-FFF2-40B4-BE49-F238E27FC236}">
                <a16:creationId xmlns:a16="http://schemas.microsoft.com/office/drawing/2014/main" id="{5ABA1416-5B4E-4F5D-91E7-DB4F521BFCB9}"/>
              </a:ext>
            </a:extLst>
          </p:cNvPr>
          <p:cNvSpPr>
            <a:spLocks noGrp="1"/>
          </p:cNvSpPr>
          <p:nvPr/>
        </p:nvSpPr>
        <p:spPr>
          <a:xfrm>
            <a:off x="1181100" y="4933950"/>
            <a:ext cx="10401300" cy="342900"/>
          </a:xfrm>
          <a:prstGeom prst="rect">
            <a:avLst/>
          </a:prstGeom>
          <a:noFill/>
          <a:ln w="0">
            <a:noFill/>
          </a:ln>
        </p:spPr>
        <p:txBody>
          <a:bodyPr wrap="none" lIns="0" tIns="0" rIns="0" bIns="0" anchor="t">
            <a:noAutofit/>
          </a:bodyPr>
          <a:lstStyle>
            <a:defPPr algn="l">
              <a:defRPr sz="1875" b="0">
                <a:solidFill>
                  <a:srgbClr val="151515"/>
                </a:solidFill>
                <a:latin typeface="Malgun Gothic"/>
                <a:ea typeface="Malgun Gothic"/>
                <a:cs typeface="Malgun Gothic"/>
              </a:defRPr>
            </a:defPPr>
          </a:lstStyle>
          <a:p>
            <a:pPr algn="l">
              <a:lnSpc>
                <a:spcPct val="110000"/>
              </a:lnSpc>
              <a:buNone/>
              <a:defRPr sz="1875" b="0">
                <a:solidFill>
                  <a:srgbClr val="151515"/>
                </a:solidFill>
                <a:latin typeface="Malgun Gothic"/>
                <a:ea typeface="Malgun Gothic"/>
                <a:cs typeface="Malgun Gothic"/>
              </a:defRPr>
            </a:pPr>
            <a:r>
              <a:rPr sz="1875" b="0">
                <a:solidFill>
                  <a:srgbClr val="151515"/>
                </a:solidFill>
                <a:latin typeface="Malgun Gothic"/>
                <a:ea typeface="Malgun Gothic"/>
                <a:cs typeface="Malgun Gothic"/>
              </a:rPr>
              <a:t>피벗 값을 매번 바꾸기 위해</a:t>
            </a:r>
          </a:p>
        </p:txBody>
      </p:sp>
      <p:sp>
        <p:nvSpPr>
          <p:cNvPr id="19" name="직사각형 18">
            <a:extLst>
              <a:ext uri="{FF2B5EF4-FFF2-40B4-BE49-F238E27FC236}">
                <a16:creationId xmlns:a16="http://schemas.microsoft.com/office/drawing/2014/main" id="{3C57B839-883F-444D-92CB-E7606A3DC5C0}"/>
              </a:ext>
            </a:extLst>
          </p:cNvPr>
          <p:cNvSpPr>
            <a:spLocks noGrp="1"/>
          </p:cNvSpPr>
          <p:nvPr/>
        </p:nvSpPr>
        <p:spPr>
          <a:xfrm>
            <a:off x="1181100" y="5448300"/>
            <a:ext cx="10401300" cy="9525"/>
          </a:xfrm>
          <a:prstGeom prst="rect">
            <a:avLst/>
          </a:prstGeom>
          <a:solidFill>
            <a:srgbClr val="DDDDDD"/>
          </a:solidFill>
          <a:ln w="0">
            <a:noFill/>
          </a:ln>
        </p:spPr>
      </p:sp>
      <p:sp>
        <p:nvSpPr>
          <p:cNvPr id="20" name="option-number-4">
            <a:extLst>
              <a:ext uri="{FF2B5EF4-FFF2-40B4-BE49-F238E27FC236}">
                <a16:creationId xmlns:a16="http://schemas.microsoft.com/office/drawing/2014/main" id="{79181E0D-2206-4C92-B7FE-46A4A319CDA3}"/>
              </a:ext>
            </a:extLst>
          </p:cNvPr>
          <p:cNvSpPr>
            <a:spLocks noGrp="1"/>
          </p:cNvSpPr>
          <p:nvPr/>
        </p:nvSpPr>
        <p:spPr>
          <a:xfrm>
            <a:off x="685800" y="5562600"/>
            <a:ext cx="400050" cy="323850"/>
          </a:xfrm>
          <a:prstGeom prst="rect">
            <a:avLst/>
          </a:prstGeom>
          <a:noFill/>
          <a:ln w="0">
            <a:noFill/>
          </a:ln>
        </p:spPr>
        <p:txBody>
          <a:bodyPr wrap="none" lIns="0" tIns="0" rIns="0" bIns="0" anchor="t">
            <a:noAutofit/>
          </a:bodyPr>
          <a:lstStyle>
            <a:defPPr algn="l">
              <a:defRPr sz="1800" b="1">
                <a:solidFill>
                  <a:srgbClr val="151515"/>
                </a:solidFill>
                <a:latin typeface="Malgun Gothic"/>
                <a:ea typeface="Malgun Gothic"/>
                <a:cs typeface="Malgun Gothic"/>
              </a:defRPr>
            </a:defPPr>
          </a:lstStyle>
          <a:p>
            <a:pPr algn="l">
              <a:lnSpc>
                <a:spcPct val="110000"/>
              </a:lnSpc>
              <a:buNone/>
              <a:defRPr sz="1800" b="1">
                <a:solidFill>
                  <a:srgbClr val="151515"/>
                </a:solidFill>
                <a:latin typeface="Malgun Gothic"/>
                <a:ea typeface="Malgun Gothic"/>
                <a:cs typeface="Malgun Gothic"/>
              </a:defRPr>
            </a:pPr>
            <a:r>
              <a:rPr sz="1800" b="1">
                <a:solidFill>
                  <a:srgbClr val="151515"/>
                </a:solidFill>
                <a:latin typeface="Malgun Gothic"/>
                <a:ea typeface="Malgun Gothic"/>
                <a:cs typeface="Malgun Gothic"/>
              </a:rPr>
              <a:t>5</a:t>
            </a:r>
          </a:p>
        </p:txBody>
      </p:sp>
      <p:sp>
        <p:nvSpPr>
          <p:cNvPr id="21" name="option-4">
            <a:extLst>
              <a:ext uri="{FF2B5EF4-FFF2-40B4-BE49-F238E27FC236}">
                <a16:creationId xmlns:a16="http://schemas.microsoft.com/office/drawing/2014/main" id="{1C1D4E80-B6AE-4896-B1F0-3C5B07FF1272}"/>
              </a:ext>
            </a:extLst>
          </p:cNvPr>
          <p:cNvSpPr>
            <a:spLocks noGrp="1"/>
          </p:cNvSpPr>
          <p:nvPr/>
        </p:nvSpPr>
        <p:spPr>
          <a:xfrm>
            <a:off x="1181100" y="5562600"/>
            <a:ext cx="10401300" cy="342900"/>
          </a:xfrm>
          <a:prstGeom prst="rect">
            <a:avLst/>
          </a:prstGeom>
          <a:noFill/>
          <a:ln w="0">
            <a:noFill/>
          </a:ln>
        </p:spPr>
        <p:txBody>
          <a:bodyPr wrap="none" lIns="0" tIns="0" rIns="0" bIns="0" anchor="t">
            <a:noAutofit/>
          </a:bodyPr>
          <a:lstStyle>
            <a:defPPr algn="l">
              <a:defRPr sz="1875" b="0">
                <a:solidFill>
                  <a:srgbClr val="151515"/>
                </a:solidFill>
                <a:latin typeface="Malgun Gothic"/>
                <a:ea typeface="Malgun Gothic"/>
                <a:cs typeface="Malgun Gothic"/>
              </a:defRPr>
            </a:defPPr>
          </a:lstStyle>
          <a:p>
            <a:pPr algn="l">
              <a:lnSpc>
                <a:spcPct val="110000"/>
              </a:lnSpc>
              <a:buNone/>
              <a:defRPr sz="1875" b="0">
                <a:solidFill>
                  <a:srgbClr val="151515"/>
                </a:solidFill>
                <a:latin typeface="Malgun Gothic"/>
                <a:ea typeface="Malgun Gothic"/>
                <a:cs typeface="Malgun Gothic"/>
              </a:defRPr>
            </a:pPr>
            <a:r>
              <a:rPr sz="1875" b="0">
                <a:solidFill>
                  <a:srgbClr val="151515"/>
                </a:solidFill>
                <a:latin typeface="Malgun Gothic"/>
                <a:ea typeface="Malgun Gothic"/>
                <a:cs typeface="Malgun Gothic"/>
              </a:rPr>
              <a:t>재귀 호출을 모두 없애기 위해</a:t>
            </a:r>
          </a:p>
        </p:txBody>
      </p:sp>
    </p:spTree>
    <p:extLst>
      <p:ext uri="{BB962C8B-B14F-4D97-AF65-F5344CB8AC3E}">
        <p14:creationId xmlns:p14="http://schemas.microsoft.com/office/powerpoint/2010/main" val="1947470912"/>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section">
            <a:extLst>
              <a:ext uri="{FF2B5EF4-FFF2-40B4-BE49-F238E27FC236}">
                <a16:creationId xmlns:a16="http://schemas.microsoft.com/office/drawing/2014/main" id="{FBFF097D-372C-48A2-9699-82A3387FDC68}"/>
              </a:ext>
            </a:extLst>
          </p:cNvPr>
          <p:cNvSpPr>
            <a:spLocks noGrp="1"/>
          </p:cNvSpPr>
          <p:nvPr/>
        </p:nvSpPr>
        <p:spPr>
          <a:xfrm>
            <a:off x="609600" y="266700"/>
            <a:ext cx="8096250" cy="266700"/>
          </a:xfrm>
          <a:prstGeom prst="rect">
            <a:avLst/>
          </a:prstGeom>
          <a:noFill/>
          <a:ln w="0">
            <a:noFill/>
          </a:ln>
        </p:spPr>
        <p:txBody>
          <a:bodyPr wrap="none" lIns="0" tIns="0" rIns="0" bIns="0" anchor="t">
            <a:noAutofit/>
          </a:bodyPr>
          <a:lstStyle>
            <a:defPPr algn="l">
              <a:defRPr sz="1050" b="0">
                <a:solidFill>
                  <a:srgbClr val="555555"/>
                </a:solidFill>
                <a:latin typeface="Malgun Gothic"/>
                <a:ea typeface="Malgun Gothic"/>
                <a:cs typeface="Malgun Gothic"/>
              </a:defRPr>
            </a:defPPr>
          </a:lstStyle>
          <a:p>
            <a:pPr algn="l">
              <a:lnSpc>
                <a:spcPct val="110000"/>
              </a:lnSpc>
              <a:buNone/>
              <a:defRPr sz="1050" b="0">
                <a:solidFill>
                  <a:srgbClr val="555555"/>
                </a:solidFill>
                <a:latin typeface="Malgun Gothic"/>
                <a:ea typeface="Malgun Gothic"/>
                <a:cs typeface="Malgun Gothic"/>
              </a:defRPr>
            </a:pPr>
            <a:r>
              <a:rPr sz="1050" b="0">
                <a:solidFill>
                  <a:srgbClr val="555555"/>
                </a:solidFill>
                <a:latin typeface="Malgun Gothic"/>
                <a:ea typeface="Malgun Gothic"/>
                <a:cs typeface="Malgun Gothic"/>
              </a:rPr>
              <a:t>4장 분할 정복  /  객관식</a:t>
            </a:r>
          </a:p>
        </p:txBody>
      </p:sp>
      <p:sp>
        <p:nvSpPr>
          <p:cNvPr id="2" name="brand">
            <a:extLst>
              <a:ext uri="{FF2B5EF4-FFF2-40B4-BE49-F238E27FC236}">
                <a16:creationId xmlns:a16="http://schemas.microsoft.com/office/drawing/2014/main" id="{CD22E50B-9437-45BD-A07D-A51315B4558D}"/>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555555"/>
                </a:solidFill>
                <a:latin typeface="Malgun Gothic"/>
                <a:ea typeface="Malgun Gothic"/>
                <a:cs typeface="Malgun Gothic"/>
              </a:defRPr>
            </a:defPPr>
          </a:lstStyle>
          <a:p>
            <a:pPr algn="l">
              <a:lnSpc>
                <a:spcPct val="110000"/>
              </a:lnSpc>
              <a:buNone/>
              <a:defRPr sz="900" b="0">
                <a:solidFill>
                  <a:srgbClr val="555555"/>
                </a:solidFill>
                <a:latin typeface="Malgun Gothic"/>
                <a:ea typeface="Malgun Gothic"/>
                <a:cs typeface="Malgun Gothic"/>
              </a:defRPr>
            </a:pPr>
            <a:r>
              <a:rPr sz="900" b="0">
                <a:solidFill>
                  <a:srgbClr val="55555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01E0B5E2-BA5C-46EC-B51C-5B91DBA00B6B}"/>
              </a:ext>
            </a:extLst>
          </p:cNvPr>
          <p:cNvSpPr>
            <a:spLocks noGrp="1"/>
          </p:cNvSpPr>
          <p:nvPr/>
        </p:nvSpPr>
        <p:spPr>
          <a:xfrm>
            <a:off x="609600" y="685800"/>
            <a:ext cx="10972800" cy="685800"/>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0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문제 40  정답과 해설</a:t>
            </a:r>
          </a:p>
        </p:txBody>
      </p:sp>
      <p:sp>
        <p:nvSpPr>
          <p:cNvPr id="4" name="footer">
            <a:extLst>
              <a:ext uri="{FF2B5EF4-FFF2-40B4-BE49-F238E27FC236}">
                <a16:creationId xmlns:a16="http://schemas.microsoft.com/office/drawing/2014/main" id="{355714B9-84A1-43EF-BB24-9E070A2D1AB6}"/>
              </a:ext>
            </a:extLst>
          </p:cNvPr>
          <p:cNvSpPr>
            <a:spLocks noGrp="1"/>
          </p:cNvSpPr>
          <p:nvPr/>
        </p:nvSpPr>
        <p:spPr>
          <a:xfrm>
            <a:off x="609600" y="6591300"/>
            <a:ext cx="9715500" cy="190500"/>
          </a:xfrm>
          <a:prstGeom prst="rect">
            <a:avLst/>
          </a:prstGeom>
          <a:noFill/>
          <a:ln w="0">
            <a:noFill/>
          </a:ln>
        </p:spPr>
        <p:txBody>
          <a:bodyPr wrap="none" lIns="0" tIns="0" rIns="0" bIns="0" anchor="t">
            <a:noAutofit/>
          </a:bodyPr>
          <a:lstStyle>
            <a:defPPr algn="l">
              <a:defRPr sz="900" b="0">
                <a:solidFill>
                  <a:srgbClr val="555555"/>
                </a:solidFill>
                <a:latin typeface="Consolas"/>
                <a:ea typeface="Consolas"/>
                <a:cs typeface="Consolas"/>
              </a:defRPr>
            </a:defPPr>
          </a:lstStyle>
          <a:p>
            <a:pPr algn="l">
              <a:lnSpc>
                <a:spcPct val="110000"/>
              </a:lnSpc>
              <a:buNone/>
              <a:defRPr sz="900" b="0">
                <a:solidFill>
                  <a:srgbClr val="555555"/>
                </a:solidFill>
                <a:latin typeface="Consolas"/>
                <a:ea typeface="Consolas"/>
                <a:cs typeface="Consolas"/>
              </a:defRPr>
            </a:pPr>
            <a:r>
              <a:rPr sz="900" b="0">
                <a:solidFill>
                  <a:srgbClr val="555555"/>
                </a:solidFill>
                <a:latin typeface="Consolas"/>
                <a:ea typeface="Consolas"/>
                <a:cs typeface="Consolas"/>
              </a:rPr>
              <a:t>04 / DIVIDE AND CONQUER · EXERCISES</a:t>
            </a:r>
          </a:p>
        </p:txBody>
      </p:sp>
      <p:sp>
        <p:nvSpPr>
          <p:cNvPr id="5" name="page">
            <a:extLst>
              <a:ext uri="{FF2B5EF4-FFF2-40B4-BE49-F238E27FC236}">
                <a16:creationId xmlns:a16="http://schemas.microsoft.com/office/drawing/2014/main" id="{7A398112-73B3-4BC6-B858-B2AE1A6AE320}"/>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0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080</a:t>
            </a:r>
            <a:endParaRPr sz="1050" b="0">
              <a:solidFill>
                <a:srgbClr val="151515"/>
              </a:solidFill>
              <a:latin typeface="Consolas"/>
              <a:ea typeface="Consolas"/>
              <a:cs typeface="Consolas"/>
            </a:endParaRPr>
          </a:p>
        </p:txBody>
      </p:sp>
      <p:sp>
        <p:nvSpPr>
          <p:cNvPr id="6" name="직사각형 5">
            <a:extLst>
              <a:ext uri="{FF2B5EF4-FFF2-40B4-BE49-F238E27FC236}">
                <a16:creationId xmlns:a16="http://schemas.microsoft.com/office/drawing/2014/main" id="{34E73A47-FF74-4449-B92D-5D0E808E9016}"/>
              </a:ext>
            </a:extLst>
          </p:cNvPr>
          <p:cNvSpPr>
            <a:spLocks noGrp="1"/>
          </p:cNvSpPr>
          <p:nvPr/>
        </p:nvSpPr>
        <p:spPr>
          <a:xfrm>
            <a:off x="609600" y="6438900"/>
            <a:ext cx="10972800" cy="9525"/>
          </a:xfrm>
          <a:prstGeom prst="rect">
            <a:avLst/>
          </a:prstGeom>
          <a:solidFill>
            <a:srgbClr val="CCCCCC"/>
          </a:solidFill>
          <a:ln w="0">
            <a:noFill/>
          </a:ln>
        </p:spPr>
      </p:sp>
      <p:sp>
        <p:nvSpPr>
          <p:cNvPr id="7" name="직사각형 6">
            <a:extLst>
              <a:ext uri="{FF2B5EF4-FFF2-40B4-BE49-F238E27FC236}">
                <a16:creationId xmlns:a16="http://schemas.microsoft.com/office/drawing/2014/main" id="{53BD0BA6-7B5C-4AD6-9912-3B2E605A5CAE}"/>
              </a:ext>
            </a:extLst>
          </p:cNvPr>
          <p:cNvSpPr>
            <a:spLocks noGrp="1"/>
          </p:cNvSpPr>
          <p:nvPr/>
        </p:nvSpPr>
        <p:spPr>
          <a:xfrm>
            <a:off x="609600" y="1381125"/>
            <a:ext cx="10972800" cy="19050"/>
          </a:xfrm>
          <a:prstGeom prst="rect">
            <a:avLst/>
          </a:prstGeom>
          <a:solidFill>
            <a:srgbClr val="151515"/>
          </a:solidFill>
          <a:ln w="0">
            <a:noFill/>
          </a:ln>
        </p:spPr>
      </p:sp>
      <p:sp>
        <p:nvSpPr>
          <p:cNvPr id="8" name="prompt">
            <a:extLst>
              <a:ext uri="{FF2B5EF4-FFF2-40B4-BE49-F238E27FC236}">
                <a16:creationId xmlns:a16="http://schemas.microsoft.com/office/drawing/2014/main" id="{C2EEA7BF-7F83-4BA3-B281-7C3A0AC687AD}"/>
              </a:ext>
            </a:extLst>
          </p:cNvPr>
          <p:cNvSpPr>
            <a:spLocks noGrp="1"/>
          </p:cNvSpPr>
          <p:nvPr/>
        </p:nvSpPr>
        <p:spPr>
          <a:xfrm>
            <a:off x="609600" y="1714500"/>
            <a:ext cx="10972800" cy="1095375"/>
          </a:xfrm>
          <a:prstGeom prst="rect">
            <a:avLst/>
          </a:prstGeom>
          <a:noFill/>
          <a:ln w="0">
            <a:noFill/>
          </a:ln>
        </p:spPr>
        <p:txBody>
          <a:bodyPr wrap="none" lIns="0" tIns="0" rIns="0" bIns="0" anchor="t">
            <a:noAutofit/>
          </a:bodyPr>
          <a:lstStyle>
            <a:defPPr algn="l">
              <a:defRPr sz="1800" b="0">
                <a:solidFill>
                  <a:srgbClr val="555555"/>
                </a:solidFill>
                <a:latin typeface="Malgun Gothic"/>
                <a:ea typeface="Malgun Gothic"/>
                <a:cs typeface="Malgun Gothic"/>
              </a:defRPr>
            </a:defPPr>
          </a:lstStyle>
          <a:p>
            <a:pPr algn="l">
              <a:lnSpc>
                <a:spcPct val="110000"/>
              </a:lnSpc>
              <a:buNone/>
              <a:defRPr sz="1800" b="0">
                <a:solidFill>
                  <a:srgbClr val="555555"/>
                </a:solidFill>
                <a:latin typeface="Malgun Gothic"/>
                <a:ea typeface="Malgun Gothic"/>
                <a:cs typeface="Malgun Gothic"/>
              </a:defRPr>
            </a:pPr>
            <a:r>
              <a:rPr sz="1800" b="0">
                <a:solidFill>
                  <a:srgbClr val="555555"/>
                </a:solidFill>
                <a:latin typeface="Malgun Gothic"/>
                <a:ea typeface="Malgun Gothic"/>
                <a:cs typeface="Malgun Gothic"/>
              </a:rPr>
              <a:t>퀵 정렬의 포인터 탐색에서 배열 값을 읽기 전에</a:t>
            </a:r>
          </a:p>
          <a:p>
            <a:pPr algn="l">
              <a:lnSpc>
                <a:spcPct val="110000"/>
              </a:lnSpc>
              <a:buNone/>
              <a:defRPr sz="1800" b="0">
                <a:solidFill>
                  <a:srgbClr val="555555"/>
                </a:solidFill>
                <a:latin typeface="Malgun Gothic"/>
                <a:ea typeface="Malgun Gothic"/>
                <a:cs typeface="Malgun Gothic"/>
              </a:defRPr>
            </a:pPr>
            <a:r>
              <a:rPr sz="1800" b="0">
                <a:solidFill>
                  <a:srgbClr val="555555"/>
                </a:solidFill>
                <a:latin typeface="Malgun Gothic"/>
                <a:ea typeface="Malgun Gothic"/>
                <a:cs typeface="Malgun Gothic"/>
              </a:rPr>
              <a:t>L≤R인지 먼저 확인하는 주된 이유는?</a:t>
            </a:r>
          </a:p>
        </p:txBody>
      </p:sp>
      <p:sp>
        <p:nvSpPr>
          <p:cNvPr id="9" name="answer-band">
            <a:extLst>
              <a:ext uri="{FF2B5EF4-FFF2-40B4-BE49-F238E27FC236}">
                <a16:creationId xmlns:a16="http://schemas.microsoft.com/office/drawing/2014/main" id="{74E80D7A-E55B-480D-9944-A0F585C19092}"/>
              </a:ext>
            </a:extLst>
          </p:cNvPr>
          <p:cNvSpPr>
            <a:spLocks noGrp="1"/>
          </p:cNvSpPr>
          <p:nvPr/>
        </p:nvSpPr>
        <p:spPr>
          <a:xfrm>
            <a:off x="609600" y="2952750"/>
            <a:ext cx="10972800" cy="723900"/>
          </a:xfrm>
          <a:prstGeom prst="rect">
            <a:avLst/>
          </a:prstGeom>
          <a:solidFill>
            <a:srgbClr val="151515"/>
          </a:solidFill>
          <a:ln w="0">
            <a:noFill/>
          </a:ln>
        </p:spPr>
      </p:sp>
      <p:sp>
        <p:nvSpPr>
          <p:cNvPr id="10" name="answer">
            <a:extLst>
              <a:ext uri="{FF2B5EF4-FFF2-40B4-BE49-F238E27FC236}">
                <a16:creationId xmlns:a16="http://schemas.microsoft.com/office/drawing/2014/main" id="{6603B7E6-C122-499C-ADFC-F5D185C990A7}"/>
              </a:ext>
            </a:extLst>
          </p:cNvPr>
          <p:cNvSpPr>
            <a:spLocks noGrp="1"/>
          </p:cNvSpPr>
          <p:nvPr/>
        </p:nvSpPr>
        <p:spPr>
          <a:xfrm>
            <a:off x="876300" y="3162300"/>
            <a:ext cx="10439400" cy="457200"/>
          </a:xfrm>
          <a:prstGeom prst="rect">
            <a:avLst/>
          </a:prstGeom>
          <a:noFill/>
          <a:ln w="0">
            <a:noFill/>
          </a:ln>
        </p:spPr>
        <p:txBody>
          <a:bodyPr wrap="none" lIns="0" tIns="0" rIns="0" bIns="0" anchor="t">
            <a:noAutofit/>
          </a:bodyPr>
          <a:lstStyle>
            <a:defPPr algn="l">
              <a:defRPr sz="1950" b="1">
                <a:solidFill>
                  <a:srgbClr val="FFFFFF"/>
                </a:solidFill>
                <a:latin typeface="Malgun Gothic"/>
                <a:ea typeface="Malgun Gothic"/>
                <a:cs typeface="Malgun Gothic"/>
              </a:defRPr>
            </a:defPPr>
          </a:lstStyle>
          <a:p>
            <a:pPr algn="l">
              <a:lnSpc>
                <a:spcPct val="110000"/>
              </a:lnSpc>
              <a:buNone/>
              <a:defRPr sz="1950" b="1">
                <a:solidFill>
                  <a:srgbClr val="FFFFFF"/>
                </a:solidFill>
                <a:latin typeface="Malgun Gothic"/>
                <a:ea typeface="Malgun Gothic"/>
                <a:cs typeface="Malgun Gothic"/>
              </a:defRPr>
            </a:pPr>
            <a:r>
              <a:rPr sz="1950" b="1">
                <a:solidFill>
                  <a:srgbClr val="FFFFFF"/>
                </a:solidFill>
                <a:latin typeface="Malgun Gothic"/>
                <a:ea typeface="Malgun Gothic"/>
                <a:cs typeface="Malgun Gothic"/>
              </a:rPr>
              <a:t>1번 현재 탐색 구간 밖의 값을 읽지 않기 위해</a:t>
            </a:r>
          </a:p>
        </p:txBody>
      </p:sp>
      <p:sp>
        <p:nvSpPr>
          <p:cNvPr id="11" name="explanation-label">
            <a:extLst>
              <a:ext uri="{FF2B5EF4-FFF2-40B4-BE49-F238E27FC236}">
                <a16:creationId xmlns:a16="http://schemas.microsoft.com/office/drawing/2014/main" id="{E531E834-CC53-4508-AB37-C413E4272F65}"/>
              </a:ext>
            </a:extLst>
          </p:cNvPr>
          <p:cNvSpPr>
            <a:spLocks noGrp="1"/>
          </p:cNvSpPr>
          <p:nvPr/>
        </p:nvSpPr>
        <p:spPr>
          <a:xfrm>
            <a:off x="609600" y="4019550"/>
            <a:ext cx="1143000" cy="304800"/>
          </a:xfrm>
          <a:prstGeom prst="rect">
            <a:avLst/>
          </a:prstGeom>
          <a:noFill/>
          <a:ln w="0">
            <a:noFill/>
          </a:ln>
        </p:spPr>
        <p:txBody>
          <a:bodyPr wrap="none" lIns="0" tIns="0" rIns="0" bIns="0" anchor="t">
            <a:noAutofit/>
          </a:bodyPr>
          <a:lstStyle>
            <a:defPPr algn="l">
              <a:defRPr sz="1800" b="1">
                <a:solidFill>
                  <a:srgbClr val="151515"/>
                </a:solidFill>
                <a:latin typeface="Malgun Gothic"/>
                <a:ea typeface="Malgun Gothic"/>
                <a:cs typeface="Malgun Gothic"/>
              </a:defRPr>
            </a:defPPr>
          </a:lstStyle>
          <a:p>
            <a:pPr algn="l">
              <a:lnSpc>
                <a:spcPct val="110000"/>
              </a:lnSpc>
              <a:buNone/>
              <a:defRPr sz="1800" b="1">
                <a:solidFill>
                  <a:srgbClr val="151515"/>
                </a:solidFill>
                <a:latin typeface="Malgun Gothic"/>
                <a:ea typeface="Malgun Gothic"/>
                <a:cs typeface="Malgun Gothic"/>
              </a:defRPr>
            </a:pPr>
            <a:r>
              <a:rPr sz="1800" b="1">
                <a:solidFill>
                  <a:srgbClr val="151515"/>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244728BF-049E-423D-B3C9-FA29BD05D51F}"/>
              </a:ext>
            </a:extLst>
          </p:cNvPr>
          <p:cNvSpPr>
            <a:spLocks noGrp="1"/>
          </p:cNvSpPr>
          <p:nvPr/>
        </p:nvSpPr>
        <p:spPr>
          <a:xfrm>
            <a:off x="1752600" y="4210050"/>
            <a:ext cx="9829800" cy="9525"/>
          </a:xfrm>
          <a:prstGeom prst="rect">
            <a:avLst/>
          </a:prstGeom>
          <a:solidFill>
            <a:srgbClr val="CCCCCC"/>
          </a:solidFill>
          <a:ln w="0">
            <a:noFill/>
          </a:ln>
        </p:spPr>
      </p:sp>
      <p:sp>
        <p:nvSpPr>
          <p:cNvPr id="13" name="explanation">
            <a:extLst>
              <a:ext uri="{FF2B5EF4-FFF2-40B4-BE49-F238E27FC236}">
                <a16:creationId xmlns:a16="http://schemas.microsoft.com/office/drawing/2014/main" id="{88A1407C-04ED-47F4-B5D8-1DF8F8EA6EE8}"/>
              </a:ext>
            </a:extLst>
          </p:cNvPr>
          <p:cNvSpPr>
            <a:spLocks noGrp="1"/>
          </p:cNvSpPr>
          <p:nvPr/>
        </p:nvSpPr>
        <p:spPr>
          <a:xfrm>
            <a:off x="609600" y="4495800"/>
            <a:ext cx="10972800" cy="1314450"/>
          </a:xfrm>
          <a:prstGeom prst="rect">
            <a:avLst/>
          </a:prstGeom>
          <a:noFill/>
          <a:ln w="0">
            <a:noFill/>
          </a:ln>
        </p:spPr>
        <p:txBody>
          <a:bodyPr wrap="none" lIns="0" tIns="0" rIns="0" bIns="0" anchor="t">
            <a:noAutofit/>
          </a:bodyPr>
          <a:lstStyle>
            <a:defPPr algn="l">
              <a:defRPr sz="1875" b="0">
                <a:solidFill>
                  <a:srgbClr val="555555"/>
                </a:solidFill>
                <a:latin typeface="Malgun Gothic"/>
                <a:ea typeface="Malgun Gothic"/>
                <a:cs typeface="Malgun Gothic"/>
              </a:defRPr>
            </a:defPPr>
          </a:lstStyle>
          <a:p>
            <a:pPr algn="l">
              <a:lnSpc>
                <a:spcPct val="110000"/>
              </a:lnSpc>
              <a:buNone/>
              <a:defRPr sz="1875" b="0">
                <a:solidFill>
                  <a:srgbClr val="555555"/>
                </a:solidFill>
                <a:latin typeface="Malgun Gothic"/>
                <a:ea typeface="Malgun Gothic"/>
                <a:cs typeface="Malgun Gothic"/>
              </a:defRPr>
            </a:pPr>
            <a:r>
              <a:rPr sz="1875" b="0">
                <a:solidFill>
                  <a:srgbClr val="555555"/>
                </a:solidFill>
                <a:latin typeface="Malgun Gothic"/>
                <a:ea typeface="Malgun Gothic"/>
                <a:cs typeface="Malgun Gothic"/>
              </a:rPr>
              <a:t>포인터가 서로 지나친 뒤에는 현재 탐색 구간이 비어 있다.</a:t>
            </a:r>
          </a:p>
          <a:p>
            <a:pPr algn="l">
              <a:lnSpc>
                <a:spcPct val="110000"/>
              </a:lnSpc>
              <a:buNone/>
              <a:defRPr sz="1875" b="0">
                <a:solidFill>
                  <a:srgbClr val="555555"/>
                </a:solidFill>
                <a:latin typeface="Malgun Gothic"/>
                <a:ea typeface="Malgun Gothic"/>
                <a:cs typeface="Malgun Gothic"/>
              </a:defRPr>
            </a:pPr>
            <a:r>
              <a:rPr sz="1875" b="0">
                <a:solidFill>
                  <a:srgbClr val="555555"/>
                </a:solidFill>
                <a:latin typeface="Malgun Gothic"/>
                <a:ea typeface="Malgun Gothic"/>
                <a:cs typeface="Malgun Gothic"/>
              </a:rPr>
              <a:t>L≤R을 먼저 검사하면 구간 밖의 값을 읽지 않고 탐색을 끝낸다.</a:t>
            </a:r>
          </a:p>
        </p:txBody>
      </p:sp>
    </p:spTree>
    <p:extLst>
      <p:ext uri="{BB962C8B-B14F-4D97-AF65-F5344CB8AC3E}">
        <p14:creationId xmlns:p14="http://schemas.microsoft.com/office/powerpoint/2010/main" val="810993574"/>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ext-28-64">
            <a:extLst>
              <a:ext uri="{FF2B5EF4-FFF2-40B4-BE49-F238E27FC236}">
                <a16:creationId xmlns:a16="http://schemas.microsoft.com/office/drawing/2014/main" id="{C82C6963-8DFF-4768-981A-AA5CD4528957}"/>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계산·추적</a:t>
            </a:r>
          </a:p>
        </p:txBody>
      </p:sp>
      <p:sp>
        <p:nvSpPr>
          <p:cNvPr id="2" name="text-28-1080">
            <a:extLst>
              <a:ext uri="{FF2B5EF4-FFF2-40B4-BE49-F238E27FC236}">
                <a16:creationId xmlns:a16="http://schemas.microsoft.com/office/drawing/2014/main" id="{D857FF44-AFEE-4715-8E28-080238DF57EE}"/>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FFB3F817-26A8-4F3E-965D-6814B0D68D65}"/>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41  </a:t>
            </a:r>
          </a:p>
        </p:txBody>
      </p:sp>
      <p:sp>
        <p:nvSpPr>
          <p:cNvPr id="4" name="직사각형 3">
            <a:extLst>
              <a:ext uri="{FF2B5EF4-FFF2-40B4-BE49-F238E27FC236}">
                <a16:creationId xmlns:a16="http://schemas.microsoft.com/office/drawing/2014/main" id="{62319243-6F70-47FD-BE2A-E59FAB7B2A50}"/>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40B64ACF-7456-4641-9AB5-E57A5F4159D5}"/>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031060D0-C659-46F4-A829-F4FB7F766EE1}"/>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EFECB941-88ED-4AF7-98DC-0D4E0CE628C9}"/>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081</a:t>
            </a:r>
            <a:endParaRPr sz="1050" b="1" i="0">
              <a:solidFill>
                <a:srgbClr val="171717"/>
              </a:solidFill>
              <a:latin typeface="Consolas"/>
              <a:ea typeface="Consolas"/>
              <a:cs typeface="Consolas"/>
            </a:endParaRPr>
          </a:p>
        </p:txBody>
      </p:sp>
      <p:sp>
        <p:nvSpPr>
          <p:cNvPr id="8" name="text-178-64">
            <a:extLst>
              <a:ext uri="{FF2B5EF4-FFF2-40B4-BE49-F238E27FC236}">
                <a16:creationId xmlns:a16="http://schemas.microsoft.com/office/drawing/2014/main" id="{F4B17206-BDA1-422C-BA51-564F51430EDB}"/>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[1,4,7]과 [2,3,8]을 표준 병합한다. 결과와 원소 비교 횟수를 쓰시오.</a:t>
            </a:r>
          </a:p>
        </p:txBody>
      </p:sp>
      <p:sp>
        <p:nvSpPr>
          <p:cNvPr id="9" name="text-405-64">
            <a:extLst>
              <a:ext uri="{FF2B5EF4-FFF2-40B4-BE49-F238E27FC236}">
                <a16:creationId xmlns:a16="http://schemas.microsoft.com/office/drawing/2014/main" id="{5A68AEE1-9AA2-4F89-BB93-0A50787B24C2}"/>
              </a:ext>
            </a:extLst>
          </p:cNvPr>
          <p:cNvSpPr>
            <a:spLocks noGrp="1"/>
          </p:cNvSpPr>
          <p:nvPr/>
        </p:nvSpPr>
        <p:spPr>
          <a:xfrm>
            <a:off x="609600" y="3857625"/>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직사각형 9">
            <a:extLst>
              <a:ext uri="{FF2B5EF4-FFF2-40B4-BE49-F238E27FC236}">
                <a16:creationId xmlns:a16="http://schemas.microsoft.com/office/drawing/2014/main" id="{AF08989B-5D24-4F04-9851-86E53AC8E0C4}"/>
              </a:ext>
            </a:extLst>
          </p:cNvPr>
          <p:cNvSpPr>
            <a:spLocks noGrp="1"/>
          </p:cNvSpPr>
          <p:nvPr/>
        </p:nvSpPr>
        <p:spPr>
          <a:xfrm>
            <a:off x="609600" y="4495800"/>
            <a:ext cx="10972800" cy="9525"/>
          </a:xfrm>
          <a:prstGeom prst="rect">
            <a:avLst/>
          </a:prstGeom>
          <a:solidFill>
            <a:srgbClr val="D4D4D4"/>
          </a:solidFill>
          <a:ln w="0">
            <a:noFill/>
          </a:ln>
        </p:spPr>
      </p:sp>
      <p:sp>
        <p:nvSpPr>
          <p:cNvPr id="11" name="직사각형 10">
            <a:extLst>
              <a:ext uri="{FF2B5EF4-FFF2-40B4-BE49-F238E27FC236}">
                <a16:creationId xmlns:a16="http://schemas.microsoft.com/office/drawing/2014/main" id="{D0EF2614-1367-4240-AE1A-4FF731A41B4A}"/>
              </a:ext>
            </a:extLst>
          </p:cNvPr>
          <p:cNvSpPr>
            <a:spLocks noGrp="1"/>
          </p:cNvSpPr>
          <p:nvPr/>
        </p:nvSpPr>
        <p:spPr>
          <a:xfrm>
            <a:off x="609600" y="5181600"/>
            <a:ext cx="10972800" cy="9525"/>
          </a:xfrm>
          <a:prstGeom prst="rect">
            <a:avLst/>
          </a:prstGeom>
          <a:solidFill>
            <a:srgbClr val="D4D4D4"/>
          </a:solidFill>
          <a:ln w="0">
            <a:noFill/>
          </a:ln>
        </p:spPr>
      </p:sp>
      <p:sp>
        <p:nvSpPr>
          <p:cNvPr id="12" name="직사각형 11">
            <a:extLst>
              <a:ext uri="{FF2B5EF4-FFF2-40B4-BE49-F238E27FC236}">
                <a16:creationId xmlns:a16="http://schemas.microsoft.com/office/drawing/2014/main" id="{CC203C27-E1F6-4F15-B565-C2508AA2346B}"/>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p14:creationId xmlns:p14="http://schemas.microsoft.com/office/powerpoint/2010/main" val="462685519"/>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4C14BC9B-E4D6-4C9D-86C6-022C47EE0645}"/>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계산·추적</a:t>
            </a:r>
          </a:p>
        </p:txBody>
      </p:sp>
      <p:sp>
        <p:nvSpPr>
          <p:cNvPr id="2" name="text-28-1080">
            <a:extLst>
              <a:ext uri="{FF2B5EF4-FFF2-40B4-BE49-F238E27FC236}">
                <a16:creationId xmlns:a16="http://schemas.microsoft.com/office/drawing/2014/main" id="{B90FAE9C-C48C-409E-BDF6-2B475C1632AB}"/>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0344B1B7-11A2-4CF1-8649-15A03686B9B6}"/>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41  정답과 해설</a:t>
            </a:r>
          </a:p>
        </p:txBody>
      </p:sp>
      <p:sp>
        <p:nvSpPr>
          <p:cNvPr id="4" name="직사각형 3">
            <a:extLst>
              <a:ext uri="{FF2B5EF4-FFF2-40B4-BE49-F238E27FC236}">
                <a16:creationId xmlns:a16="http://schemas.microsoft.com/office/drawing/2014/main" id="{5E72A576-A88A-4055-BB68-269BA49DF33B}"/>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0A03B1D4-4973-4110-80A6-392E1AA51AC9}"/>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34878FBA-9049-4A2F-9419-F04CE78C9EAB}"/>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646678DC-5646-41EB-AA7D-A61DCFF9169A}"/>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082</a:t>
            </a:r>
            <a:endParaRPr sz="1050" b="1" i="0">
              <a:solidFill>
                <a:srgbClr val="171717"/>
              </a:solidFill>
              <a:latin typeface="Consolas"/>
              <a:ea typeface="Consolas"/>
              <a:cs typeface="Consolas"/>
            </a:endParaRPr>
          </a:p>
        </p:txBody>
      </p:sp>
      <p:sp>
        <p:nvSpPr>
          <p:cNvPr id="8" name="text-178-64">
            <a:extLst>
              <a:ext uri="{FF2B5EF4-FFF2-40B4-BE49-F238E27FC236}">
                <a16:creationId xmlns:a16="http://schemas.microsoft.com/office/drawing/2014/main" id="{DC634086-6CDC-4CB8-9C50-C9BA436DDB46}"/>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[1,4,7]과 [2,3,8]을 표준 병합한다. 결과와 원소 비교 횟수를 쓰시오.</a:t>
            </a:r>
          </a:p>
        </p:txBody>
      </p:sp>
      <p:sp>
        <p:nvSpPr>
          <p:cNvPr id="9" name="직사각형 8">
            <a:extLst>
              <a:ext uri="{FF2B5EF4-FFF2-40B4-BE49-F238E27FC236}">
                <a16:creationId xmlns:a16="http://schemas.microsoft.com/office/drawing/2014/main" id="{E2887921-AC9C-49D5-AD3E-D43629B82346}"/>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F7470453-A817-48E4-855D-99169DBD3275}"/>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[1,2,3,4,7,8], 5회</a:t>
            </a:r>
          </a:p>
        </p:txBody>
      </p:sp>
      <p:sp>
        <p:nvSpPr>
          <p:cNvPr id="11" name="text-324.4-64">
            <a:extLst>
              <a:ext uri="{FF2B5EF4-FFF2-40B4-BE49-F238E27FC236}">
                <a16:creationId xmlns:a16="http://schemas.microsoft.com/office/drawing/2014/main" id="{F8FD6CB9-5786-44E2-BAD2-A6C46B7DCD3D}"/>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49E75DE3-5FF4-4A96-9170-006658CA303A}"/>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AB2A400A-9ED1-47D3-AF46-AACF3FB4B64C}"/>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1:2,4:2,4:3,4:8,7:8을 비교한 뒤 남은 8을 복사한다.</a:t>
            </a:r>
          </a:p>
        </p:txBody>
      </p:sp>
    </p:spTree>
    <p:extLst>
      <p:ext uri="{BB962C8B-B14F-4D97-AF65-F5344CB8AC3E}">
        <p14:creationId xmlns:p14="http://schemas.microsoft.com/office/powerpoint/2010/main" val="462685519"/>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ext-28-64">
            <a:extLst>
              <a:ext uri="{FF2B5EF4-FFF2-40B4-BE49-F238E27FC236}">
                <a16:creationId xmlns:a16="http://schemas.microsoft.com/office/drawing/2014/main" id="{D9C31F90-4605-4A7D-B7BE-85D7A844FEC9}"/>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계산·추적</a:t>
            </a:r>
          </a:p>
        </p:txBody>
      </p:sp>
      <p:sp>
        <p:nvSpPr>
          <p:cNvPr id="2" name="text-28-1080">
            <a:extLst>
              <a:ext uri="{FF2B5EF4-FFF2-40B4-BE49-F238E27FC236}">
                <a16:creationId xmlns:a16="http://schemas.microsoft.com/office/drawing/2014/main" id="{3913E547-AFB5-479C-8558-652567E59E7D}"/>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B4C41BA4-62F5-4573-9505-4C7460BD17FA}"/>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42  </a:t>
            </a:r>
          </a:p>
        </p:txBody>
      </p:sp>
      <p:sp>
        <p:nvSpPr>
          <p:cNvPr id="4" name="직사각형 3">
            <a:extLst>
              <a:ext uri="{FF2B5EF4-FFF2-40B4-BE49-F238E27FC236}">
                <a16:creationId xmlns:a16="http://schemas.microsoft.com/office/drawing/2014/main" id="{5E48963D-C3FE-42B0-8C16-E1D50DEC52C8}"/>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8CECFDD0-6670-444E-9659-F71057AF374A}"/>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5413C724-D33D-4E8D-81AE-758201C444A0}"/>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37058758-4871-4688-A86C-ABDD4D2AAF9E}"/>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083</a:t>
            </a:r>
            <a:endParaRPr sz="1050" b="1" i="0">
              <a:solidFill>
                <a:srgbClr val="171717"/>
              </a:solidFill>
              <a:latin typeface="Consolas"/>
              <a:ea typeface="Consolas"/>
              <a:cs typeface="Consolas"/>
            </a:endParaRPr>
          </a:p>
        </p:txBody>
      </p:sp>
      <p:sp>
        <p:nvSpPr>
          <p:cNvPr id="8" name="text-178-64">
            <a:extLst>
              <a:ext uri="{FF2B5EF4-FFF2-40B4-BE49-F238E27FC236}">
                <a16:creationId xmlns:a16="http://schemas.microsoft.com/office/drawing/2014/main" id="{DF405BA7-CB23-4864-B136-140A444844C1}"/>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[1,2]와 [3,4,5]를 병합한다. 양쪽 현재 값의 비교 횟수는?</a:t>
            </a:r>
          </a:p>
        </p:txBody>
      </p:sp>
      <p:sp>
        <p:nvSpPr>
          <p:cNvPr id="9" name="text-405-64">
            <a:extLst>
              <a:ext uri="{FF2B5EF4-FFF2-40B4-BE49-F238E27FC236}">
                <a16:creationId xmlns:a16="http://schemas.microsoft.com/office/drawing/2014/main" id="{CF2A58B4-96FD-4872-AD5D-9903D6069D33}"/>
              </a:ext>
            </a:extLst>
          </p:cNvPr>
          <p:cNvSpPr>
            <a:spLocks noGrp="1"/>
          </p:cNvSpPr>
          <p:nvPr/>
        </p:nvSpPr>
        <p:spPr>
          <a:xfrm>
            <a:off x="609600" y="3857625"/>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직사각형 9">
            <a:extLst>
              <a:ext uri="{FF2B5EF4-FFF2-40B4-BE49-F238E27FC236}">
                <a16:creationId xmlns:a16="http://schemas.microsoft.com/office/drawing/2014/main" id="{AF9A2480-9589-479C-B823-81AD17109BC0}"/>
              </a:ext>
            </a:extLst>
          </p:cNvPr>
          <p:cNvSpPr>
            <a:spLocks noGrp="1"/>
          </p:cNvSpPr>
          <p:nvPr/>
        </p:nvSpPr>
        <p:spPr>
          <a:xfrm>
            <a:off x="609600" y="4495800"/>
            <a:ext cx="10972800" cy="9525"/>
          </a:xfrm>
          <a:prstGeom prst="rect">
            <a:avLst/>
          </a:prstGeom>
          <a:solidFill>
            <a:srgbClr val="D4D4D4"/>
          </a:solidFill>
          <a:ln w="0">
            <a:noFill/>
          </a:ln>
        </p:spPr>
      </p:sp>
      <p:sp>
        <p:nvSpPr>
          <p:cNvPr id="11" name="직사각형 10">
            <a:extLst>
              <a:ext uri="{FF2B5EF4-FFF2-40B4-BE49-F238E27FC236}">
                <a16:creationId xmlns:a16="http://schemas.microsoft.com/office/drawing/2014/main" id="{C8AE4AB1-8504-4886-9003-C8A74D1274DE}"/>
              </a:ext>
            </a:extLst>
          </p:cNvPr>
          <p:cNvSpPr>
            <a:spLocks noGrp="1"/>
          </p:cNvSpPr>
          <p:nvPr/>
        </p:nvSpPr>
        <p:spPr>
          <a:xfrm>
            <a:off x="609600" y="5181600"/>
            <a:ext cx="10972800" cy="9525"/>
          </a:xfrm>
          <a:prstGeom prst="rect">
            <a:avLst/>
          </a:prstGeom>
          <a:solidFill>
            <a:srgbClr val="D4D4D4"/>
          </a:solidFill>
          <a:ln w="0">
            <a:noFill/>
          </a:ln>
        </p:spPr>
      </p:sp>
      <p:sp>
        <p:nvSpPr>
          <p:cNvPr id="12" name="직사각형 11">
            <a:extLst>
              <a:ext uri="{FF2B5EF4-FFF2-40B4-BE49-F238E27FC236}">
                <a16:creationId xmlns:a16="http://schemas.microsoft.com/office/drawing/2014/main" id="{23540DD3-CA3F-4A1A-990D-935BAF62B727}"/>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p14:creationId xmlns:p14="http://schemas.microsoft.com/office/powerpoint/2010/main" val="462685519"/>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8A52AF2E-7116-4037-9B57-68527D64FACA}"/>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계산·추적</a:t>
            </a:r>
          </a:p>
        </p:txBody>
      </p:sp>
      <p:sp>
        <p:nvSpPr>
          <p:cNvPr id="2" name="text-28-1080">
            <a:extLst>
              <a:ext uri="{FF2B5EF4-FFF2-40B4-BE49-F238E27FC236}">
                <a16:creationId xmlns:a16="http://schemas.microsoft.com/office/drawing/2014/main" id="{FD07E8FB-5719-4B29-9583-DA4DB0303824}"/>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9AD7A298-0423-4B77-9C57-53A43114D7B0}"/>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42  정답과 해설</a:t>
            </a:r>
          </a:p>
        </p:txBody>
      </p:sp>
      <p:sp>
        <p:nvSpPr>
          <p:cNvPr id="4" name="직사각형 3">
            <a:extLst>
              <a:ext uri="{FF2B5EF4-FFF2-40B4-BE49-F238E27FC236}">
                <a16:creationId xmlns:a16="http://schemas.microsoft.com/office/drawing/2014/main" id="{93ACFBEC-B18F-453C-8EC2-8E54E0510E36}"/>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421677A1-AADD-424E-9055-C63F70236B41}"/>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F61D421C-DA98-44E1-B014-5B97280836C0}"/>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D31E8BA9-755E-41FE-839A-163797F78AB6}"/>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084</a:t>
            </a:r>
            <a:endParaRPr sz="1050" b="1" i="0">
              <a:solidFill>
                <a:srgbClr val="171717"/>
              </a:solidFill>
              <a:latin typeface="Consolas"/>
              <a:ea typeface="Consolas"/>
              <a:cs typeface="Consolas"/>
            </a:endParaRPr>
          </a:p>
        </p:txBody>
      </p:sp>
      <p:sp>
        <p:nvSpPr>
          <p:cNvPr id="8" name="text-178-64">
            <a:extLst>
              <a:ext uri="{FF2B5EF4-FFF2-40B4-BE49-F238E27FC236}">
                <a16:creationId xmlns:a16="http://schemas.microsoft.com/office/drawing/2014/main" id="{99E6EF77-E576-4C61-A1E8-2719D31500AD}"/>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[1,2]와 [3,4,5]를 병합한다. 양쪽 현재 값의 비교 횟수는?</a:t>
            </a:r>
          </a:p>
        </p:txBody>
      </p:sp>
      <p:sp>
        <p:nvSpPr>
          <p:cNvPr id="9" name="직사각형 8">
            <a:extLst>
              <a:ext uri="{FF2B5EF4-FFF2-40B4-BE49-F238E27FC236}">
                <a16:creationId xmlns:a16="http://schemas.microsoft.com/office/drawing/2014/main" id="{D93CB13E-6541-4B23-B5F8-1395EFF73B01}"/>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E1F31C78-D37C-4853-9511-F312A90092E2}"/>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2회</a:t>
            </a:r>
          </a:p>
        </p:txBody>
      </p:sp>
      <p:sp>
        <p:nvSpPr>
          <p:cNvPr id="11" name="text-324.4-64">
            <a:extLst>
              <a:ext uri="{FF2B5EF4-FFF2-40B4-BE49-F238E27FC236}">
                <a16:creationId xmlns:a16="http://schemas.microsoft.com/office/drawing/2014/main" id="{1FDC5172-F049-4D81-9E07-250152471DDC}"/>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A1A4151F-725F-4102-B7AA-0EDAC9CF535D}"/>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90C1DF4F-8085-494A-96D9-B8070BAE0FFC}"/>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1과 3,2와 3을 비교한 뒤 오른쪽 나머지를 복사한다.</a:t>
            </a:r>
          </a:p>
        </p:txBody>
      </p:sp>
    </p:spTree>
    <p:extLst>
      <p:ext uri="{BB962C8B-B14F-4D97-AF65-F5344CB8AC3E}">
        <p14:creationId xmlns:p14="http://schemas.microsoft.com/office/powerpoint/2010/main" val="462685519"/>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ext-28-64">
            <a:extLst>
              <a:ext uri="{FF2B5EF4-FFF2-40B4-BE49-F238E27FC236}">
                <a16:creationId xmlns:a16="http://schemas.microsoft.com/office/drawing/2014/main" id="{0A217808-6B40-44B0-AC21-CF202EA0622B}"/>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계산·추적</a:t>
            </a:r>
          </a:p>
        </p:txBody>
      </p:sp>
      <p:sp>
        <p:nvSpPr>
          <p:cNvPr id="2" name="text-28-1080">
            <a:extLst>
              <a:ext uri="{FF2B5EF4-FFF2-40B4-BE49-F238E27FC236}">
                <a16:creationId xmlns:a16="http://schemas.microsoft.com/office/drawing/2014/main" id="{8098C0B5-ECEE-4EF1-9F36-6E069BB3F374}"/>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D772D818-01EA-4CDA-AB97-4F9850439A52}"/>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43  </a:t>
            </a:r>
          </a:p>
        </p:txBody>
      </p:sp>
      <p:sp>
        <p:nvSpPr>
          <p:cNvPr id="4" name="직사각형 3">
            <a:extLst>
              <a:ext uri="{FF2B5EF4-FFF2-40B4-BE49-F238E27FC236}">
                <a16:creationId xmlns:a16="http://schemas.microsoft.com/office/drawing/2014/main" id="{29A81D69-E652-4096-B204-A8513505650A}"/>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2837432D-6F2C-4C04-A8FE-E3BD6A0EC3EB}"/>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4375ED0B-A1B2-4DBB-9830-1B2D93BE3E34}"/>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7D1B9ADB-2A1A-4BFD-928F-170F8E23B866}"/>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085</a:t>
            </a:r>
            <a:endParaRPr sz="1050" b="1" i="0">
              <a:solidFill>
                <a:srgbClr val="171717"/>
              </a:solidFill>
              <a:latin typeface="Consolas"/>
              <a:ea typeface="Consolas"/>
              <a:cs typeface="Consolas"/>
            </a:endParaRPr>
          </a:p>
        </p:txBody>
      </p:sp>
      <p:sp>
        <p:nvSpPr>
          <p:cNvPr id="8" name="text-178-64">
            <a:extLst>
              <a:ext uri="{FF2B5EF4-FFF2-40B4-BE49-F238E27FC236}">
                <a16:creationId xmlns:a16="http://schemas.microsoft.com/office/drawing/2014/main" id="{E371DF78-D777-4D6E-8A4C-41CB12224228}"/>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[8,3,6,1]을 합병 정렬한다. 가장 아래의 두 병합 결과와 최종 결과를 쓰시오.</a:t>
            </a:r>
          </a:p>
        </p:txBody>
      </p:sp>
      <p:sp>
        <p:nvSpPr>
          <p:cNvPr id="9" name="text-405-64">
            <a:extLst>
              <a:ext uri="{FF2B5EF4-FFF2-40B4-BE49-F238E27FC236}">
                <a16:creationId xmlns:a16="http://schemas.microsoft.com/office/drawing/2014/main" id="{52AC8388-7D85-4F8D-B81F-4AAEDD78AE0C}"/>
              </a:ext>
            </a:extLst>
          </p:cNvPr>
          <p:cNvSpPr>
            <a:spLocks noGrp="1"/>
          </p:cNvSpPr>
          <p:nvPr/>
        </p:nvSpPr>
        <p:spPr>
          <a:xfrm>
            <a:off x="609600" y="3857625"/>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직사각형 9">
            <a:extLst>
              <a:ext uri="{FF2B5EF4-FFF2-40B4-BE49-F238E27FC236}">
                <a16:creationId xmlns:a16="http://schemas.microsoft.com/office/drawing/2014/main" id="{7761EDE0-AF8A-470F-8736-5A2783663B5D}"/>
              </a:ext>
            </a:extLst>
          </p:cNvPr>
          <p:cNvSpPr>
            <a:spLocks noGrp="1"/>
          </p:cNvSpPr>
          <p:nvPr/>
        </p:nvSpPr>
        <p:spPr>
          <a:xfrm>
            <a:off x="609600" y="4495800"/>
            <a:ext cx="10972800" cy="9525"/>
          </a:xfrm>
          <a:prstGeom prst="rect">
            <a:avLst/>
          </a:prstGeom>
          <a:solidFill>
            <a:srgbClr val="D4D4D4"/>
          </a:solidFill>
          <a:ln w="0">
            <a:noFill/>
          </a:ln>
        </p:spPr>
      </p:sp>
      <p:sp>
        <p:nvSpPr>
          <p:cNvPr id="11" name="직사각형 10">
            <a:extLst>
              <a:ext uri="{FF2B5EF4-FFF2-40B4-BE49-F238E27FC236}">
                <a16:creationId xmlns:a16="http://schemas.microsoft.com/office/drawing/2014/main" id="{E60AE4A8-C20E-44DE-9461-EA461B3390E6}"/>
              </a:ext>
            </a:extLst>
          </p:cNvPr>
          <p:cNvSpPr>
            <a:spLocks noGrp="1"/>
          </p:cNvSpPr>
          <p:nvPr/>
        </p:nvSpPr>
        <p:spPr>
          <a:xfrm>
            <a:off x="609600" y="5181600"/>
            <a:ext cx="10972800" cy="9525"/>
          </a:xfrm>
          <a:prstGeom prst="rect">
            <a:avLst/>
          </a:prstGeom>
          <a:solidFill>
            <a:srgbClr val="D4D4D4"/>
          </a:solidFill>
          <a:ln w="0">
            <a:noFill/>
          </a:ln>
        </p:spPr>
      </p:sp>
      <p:sp>
        <p:nvSpPr>
          <p:cNvPr id="12" name="직사각형 11">
            <a:extLst>
              <a:ext uri="{FF2B5EF4-FFF2-40B4-BE49-F238E27FC236}">
                <a16:creationId xmlns:a16="http://schemas.microsoft.com/office/drawing/2014/main" id="{7C5491A4-A4C9-437E-AFED-F681991654A1}"/>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p14:creationId xmlns:p14="http://schemas.microsoft.com/office/powerpoint/2010/main" val="462685519"/>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A5E2C085-D73A-43F9-A054-6B2DC3EBB240}"/>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계산·추적</a:t>
            </a:r>
          </a:p>
        </p:txBody>
      </p:sp>
      <p:sp>
        <p:nvSpPr>
          <p:cNvPr id="2" name="text-28-1080">
            <a:extLst>
              <a:ext uri="{FF2B5EF4-FFF2-40B4-BE49-F238E27FC236}">
                <a16:creationId xmlns:a16="http://schemas.microsoft.com/office/drawing/2014/main" id="{0A25B9A4-D205-4FFA-874D-99F1F202651A}"/>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A4387397-9757-41AC-8A10-4E0796208C3E}"/>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43  정답과 해설</a:t>
            </a:r>
          </a:p>
        </p:txBody>
      </p:sp>
      <p:sp>
        <p:nvSpPr>
          <p:cNvPr id="4" name="직사각형 3">
            <a:extLst>
              <a:ext uri="{FF2B5EF4-FFF2-40B4-BE49-F238E27FC236}">
                <a16:creationId xmlns:a16="http://schemas.microsoft.com/office/drawing/2014/main" id="{15B84F47-96BC-4387-8346-7BE0F4D7A722}"/>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EC9DA9D4-8657-4EAD-8A67-2C609C12E61B}"/>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8A4236BA-56A7-4F5C-879D-73F465E03512}"/>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4914B8D5-A9E1-4573-A259-C9441D05C398}"/>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086</a:t>
            </a:r>
            <a:endParaRPr sz="1050" b="1" i="0">
              <a:solidFill>
                <a:srgbClr val="171717"/>
              </a:solidFill>
              <a:latin typeface="Consolas"/>
              <a:ea typeface="Consolas"/>
              <a:cs typeface="Consolas"/>
            </a:endParaRPr>
          </a:p>
        </p:txBody>
      </p:sp>
      <p:sp>
        <p:nvSpPr>
          <p:cNvPr id="8" name="text-178-64">
            <a:extLst>
              <a:ext uri="{FF2B5EF4-FFF2-40B4-BE49-F238E27FC236}">
                <a16:creationId xmlns:a16="http://schemas.microsoft.com/office/drawing/2014/main" id="{8A3112E6-CCB8-4670-A808-9BF4BF7C052C}"/>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[8,3,6,1]을 합병 정렬한다. 가장 아래의 두 병합 결과와 최종 결과를 쓰시오.</a:t>
            </a:r>
          </a:p>
        </p:txBody>
      </p:sp>
      <p:sp>
        <p:nvSpPr>
          <p:cNvPr id="9" name="직사각형 8">
            <a:extLst>
              <a:ext uri="{FF2B5EF4-FFF2-40B4-BE49-F238E27FC236}">
                <a16:creationId xmlns:a16="http://schemas.microsoft.com/office/drawing/2014/main" id="{A4B22327-7D52-4469-8765-9B56E72F98A1}"/>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ED5EB43A-49C2-48CB-ABF7-31EBAF2E5A52}"/>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[3,8], [1,6]; [1,3,6,8]</a:t>
            </a:r>
          </a:p>
        </p:txBody>
      </p:sp>
      <p:sp>
        <p:nvSpPr>
          <p:cNvPr id="11" name="text-324.4-64">
            <a:extLst>
              <a:ext uri="{FF2B5EF4-FFF2-40B4-BE49-F238E27FC236}">
                <a16:creationId xmlns:a16="http://schemas.microsoft.com/office/drawing/2014/main" id="{7D995617-391A-4D9A-8219-E175956B57EF}"/>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C8061342-A26E-450E-A758-5EE7B3A0A81B}"/>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98472848-DB7D-43D1-9AC9-FE51F952F58F}"/>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각 두 원소를 먼저 정렬한 뒤 두 정렬 배열을 병합한다.</a:t>
            </a:r>
          </a:p>
        </p:txBody>
      </p:sp>
    </p:spTree>
    <p:extLst>
      <p:ext uri="{BB962C8B-B14F-4D97-AF65-F5344CB8AC3E}">
        <p14:creationId xmlns:p14="http://schemas.microsoft.com/office/powerpoint/2010/main" val="462685519"/>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ext-28-64">
            <a:extLst>
              <a:ext uri="{FF2B5EF4-FFF2-40B4-BE49-F238E27FC236}">
                <a16:creationId xmlns:a16="http://schemas.microsoft.com/office/drawing/2014/main" id="{66ECFB29-AA80-44DA-9BD8-82775DDDB7EA}"/>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계산·추적</a:t>
            </a:r>
          </a:p>
        </p:txBody>
      </p:sp>
      <p:sp>
        <p:nvSpPr>
          <p:cNvPr id="2" name="text-28-1080">
            <a:extLst>
              <a:ext uri="{FF2B5EF4-FFF2-40B4-BE49-F238E27FC236}">
                <a16:creationId xmlns:a16="http://schemas.microsoft.com/office/drawing/2014/main" id="{00CC3559-3BCC-4858-925F-89DDF9D96645}"/>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D4C1B958-B6C8-4156-8F32-BBFD8477F913}"/>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44  </a:t>
            </a:r>
          </a:p>
        </p:txBody>
      </p:sp>
      <p:sp>
        <p:nvSpPr>
          <p:cNvPr id="4" name="직사각형 3">
            <a:extLst>
              <a:ext uri="{FF2B5EF4-FFF2-40B4-BE49-F238E27FC236}">
                <a16:creationId xmlns:a16="http://schemas.microsoft.com/office/drawing/2014/main" id="{DBD540F2-DA8C-4EE4-BE29-FF1D96C66168}"/>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AD3A4CC8-1906-45ED-B9A7-10E8E9C22225}"/>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133DC4C9-4620-4D1C-BA64-168033C811A4}"/>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8498ABA2-8205-491D-BED6-6D5E0E7F4E0C}"/>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087</a:t>
            </a:r>
            <a:endParaRPr sz="1050" b="1" i="0">
              <a:solidFill>
                <a:srgbClr val="171717"/>
              </a:solidFill>
              <a:latin typeface="Consolas"/>
              <a:ea typeface="Consolas"/>
              <a:cs typeface="Consolas"/>
            </a:endParaRPr>
          </a:p>
        </p:txBody>
      </p:sp>
      <p:sp>
        <p:nvSpPr>
          <p:cNvPr id="8" name="text-178-64">
            <a:extLst>
              <a:ext uri="{FF2B5EF4-FFF2-40B4-BE49-F238E27FC236}">
                <a16:creationId xmlns:a16="http://schemas.microsoft.com/office/drawing/2014/main" id="{211C8191-D5E5-487A-B96D-7D17D1937214}"/>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길이 8의 배열을 한 원소까지 반으로 나눈다. 리프 수와 내부 병합 호출 수는?</a:t>
            </a:r>
          </a:p>
        </p:txBody>
      </p:sp>
      <p:sp>
        <p:nvSpPr>
          <p:cNvPr id="9" name="text-405-64">
            <a:extLst>
              <a:ext uri="{FF2B5EF4-FFF2-40B4-BE49-F238E27FC236}">
                <a16:creationId xmlns:a16="http://schemas.microsoft.com/office/drawing/2014/main" id="{E46B9F4D-6A85-4483-9A68-870EF4CD799D}"/>
              </a:ext>
            </a:extLst>
          </p:cNvPr>
          <p:cNvSpPr>
            <a:spLocks noGrp="1"/>
          </p:cNvSpPr>
          <p:nvPr/>
        </p:nvSpPr>
        <p:spPr>
          <a:xfrm>
            <a:off x="609600" y="3857625"/>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직사각형 9">
            <a:extLst>
              <a:ext uri="{FF2B5EF4-FFF2-40B4-BE49-F238E27FC236}">
                <a16:creationId xmlns:a16="http://schemas.microsoft.com/office/drawing/2014/main" id="{8016AD9E-E8A8-4C72-8FBF-38BAB3C5115E}"/>
              </a:ext>
            </a:extLst>
          </p:cNvPr>
          <p:cNvSpPr>
            <a:spLocks noGrp="1"/>
          </p:cNvSpPr>
          <p:nvPr/>
        </p:nvSpPr>
        <p:spPr>
          <a:xfrm>
            <a:off x="609600" y="4495800"/>
            <a:ext cx="10972800" cy="9525"/>
          </a:xfrm>
          <a:prstGeom prst="rect">
            <a:avLst/>
          </a:prstGeom>
          <a:solidFill>
            <a:srgbClr val="D4D4D4"/>
          </a:solidFill>
          <a:ln w="0">
            <a:noFill/>
          </a:ln>
        </p:spPr>
      </p:sp>
      <p:sp>
        <p:nvSpPr>
          <p:cNvPr id="11" name="직사각형 10">
            <a:extLst>
              <a:ext uri="{FF2B5EF4-FFF2-40B4-BE49-F238E27FC236}">
                <a16:creationId xmlns:a16="http://schemas.microsoft.com/office/drawing/2014/main" id="{32E1B5B5-EEF0-46F4-84F3-204548C3D22F}"/>
              </a:ext>
            </a:extLst>
          </p:cNvPr>
          <p:cNvSpPr>
            <a:spLocks noGrp="1"/>
          </p:cNvSpPr>
          <p:nvPr/>
        </p:nvSpPr>
        <p:spPr>
          <a:xfrm>
            <a:off x="609600" y="5181600"/>
            <a:ext cx="10972800" cy="9525"/>
          </a:xfrm>
          <a:prstGeom prst="rect">
            <a:avLst/>
          </a:prstGeom>
          <a:solidFill>
            <a:srgbClr val="D4D4D4"/>
          </a:solidFill>
          <a:ln w="0">
            <a:noFill/>
          </a:ln>
        </p:spPr>
      </p:sp>
      <p:sp>
        <p:nvSpPr>
          <p:cNvPr id="12" name="직사각형 11">
            <a:extLst>
              <a:ext uri="{FF2B5EF4-FFF2-40B4-BE49-F238E27FC236}">
                <a16:creationId xmlns:a16="http://schemas.microsoft.com/office/drawing/2014/main" id="{2A7728AB-D9CE-451E-A554-D0B1AE5F285F}"/>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p14:creationId xmlns:p14="http://schemas.microsoft.com/office/powerpoint/2010/main" val="462685519"/>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B0548FBC-F608-4E3E-9F7C-7740DC28E845}"/>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계산·추적</a:t>
            </a:r>
          </a:p>
        </p:txBody>
      </p:sp>
      <p:sp>
        <p:nvSpPr>
          <p:cNvPr id="2" name="text-28-1080">
            <a:extLst>
              <a:ext uri="{FF2B5EF4-FFF2-40B4-BE49-F238E27FC236}">
                <a16:creationId xmlns:a16="http://schemas.microsoft.com/office/drawing/2014/main" id="{2208C1D6-C915-415C-8E44-BD40A4B0111A}"/>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413181AB-712E-4787-BF6B-23DAF2044F10}"/>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44  정답과 해설</a:t>
            </a:r>
          </a:p>
        </p:txBody>
      </p:sp>
      <p:sp>
        <p:nvSpPr>
          <p:cNvPr id="4" name="직사각형 3">
            <a:extLst>
              <a:ext uri="{FF2B5EF4-FFF2-40B4-BE49-F238E27FC236}">
                <a16:creationId xmlns:a16="http://schemas.microsoft.com/office/drawing/2014/main" id="{3D85A310-BBFD-49C3-8238-D415A9AA4010}"/>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B0A00EBD-C18F-4839-867E-F33D17997E64}"/>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B4756A1A-21FE-49DB-BE52-B32756FE878E}"/>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14C79E13-A2A5-4F33-A589-A2DF1F5CF7E0}"/>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088</a:t>
            </a:r>
            <a:endParaRPr sz="1050" b="1" i="0">
              <a:solidFill>
                <a:srgbClr val="171717"/>
              </a:solidFill>
              <a:latin typeface="Consolas"/>
              <a:ea typeface="Consolas"/>
              <a:cs typeface="Consolas"/>
            </a:endParaRPr>
          </a:p>
        </p:txBody>
      </p:sp>
      <p:sp>
        <p:nvSpPr>
          <p:cNvPr id="8" name="text-178-64">
            <a:extLst>
              <a:ext uri="{FF2B5EF4-FFF2-40B4-BE49-F238E27FC236}">
                <a16:creationId xmlns:a16="http://schemas.microsoft.com/office/drawing/2014/main" id="{06643C82-B8EE-4937-9642-F6BE759FEACC}"/>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길이 8의 배열을 한 원소까지 반으로 나눈다. 리프 수와 내부 병합 호출 수는?</a:t>
            </a:r>
          </a:p>
        </p:txBody>
      </p:sp>
      <p:sp>
        <p:nvSpPr>
          <p:cNvPr id="9" name="직사각형 8">
            <a:extLst>
              <a:ext uri="{FF2B5EF4-FFF2-40B4-BE49-F238E27FC236}">
                <a16:creationId xmlns:a16="http://schemas.microsoft.com/office/drawing/2014/main" id="{74258947-0956-4542-8F53-AB8753A00A83}"/>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9BC1A1A8-2692-4772-86CA-D2AE6F3568E9}"/>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8개, 7회</a:t>
            </a:r>
          </a:p>
        </p:txBody>
      </p:sp>
      <p:sp>
        <p:nvSpPr>
          <p:cNvPr id="11" name="text-324.4-64">
            <a:extLst>
              <a:ext uri="{FF2B5EF4-FFF2-40B4-BE49-F238E27FC236}">
                <a16:creationId xmlns:a16="http://schemas.microsoft.com/office/drawing/2014/main" id="{189718F1-9C77-42DE-A8CE-C45AE6D2C097}"/>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53529CEB-E31A-472D-A5BA-C72AC2E5C896}"/>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6C9740FB-690E-460E-A773-2052D0EB8065}"/>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리프 8개인 완전 이진 재귀 트리의 내부 노드는 7개이다.</a:t>
            </a:r>
          </a:p>
        </p:txBody>
      </p:sp>
    </p:spTree>
    <p:extLst>
      <p:ext uri="{BB962C8B-B14F-4D97-AF65-F5344CB8AC3E}">
        <p14:creationId xmlns:p14="http://schemas.microsoft.com/office/powerpoint/2010/main" val="462685519"/>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ext-28-64">
            <a:extLst>
              <a:ext uri="{FF2B5EF4-FFF2-40B4-BE49-F238E27FC236}">
                <a16:creationId xmlns:a16="http://schemas.microsoft.com/office/drawing/2014/main" id="{11784D28-39EA-4FE1-BA81-8D0B720EC9E5}"/>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계산·추적</a:t>
            </a:r>
          </a:p>
        </p:txBody>
      </p:sp>
      <p:sp>
        <p:nvSpPr>
          <p:cNvPr id="2" name="text-28-1080">
            <a:extLst>
              <a:ext uri="{FF2B5EF4-FFF2-40B4-BE49-F238E27FC236}">
                <a16:creationId xmlns:a16="http://schemas.microsoft.com/office/drawing/2014/main" id="{2DC1106F-440A-432D-8772-457AD06C27E5}"/>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2EDA5FA9-4510-4DED-B9E9-189FEE6322A6}"/>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45  </a:t>
            </a:r>
          </a:p>
        </p:txBody>
      </p:sp>
      <p:sp>
        <p:nvSpPr>
          <p:cNvPr id="4" name="직사각형 3">
            <a:extLst>
              <a:ext uri="{FF2B5EF4-FFF2-40B4-BE49-F238E27FC236}">
                <a16:creationId xmlns:a16="http://schemas.microsoft.com/office/drawing/2014/main" id="{DB5F425F-E545-4AFD-958A-3732722580D5}"/>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DA532AB3-9F6A-4196-AE88-3C2836025EE3}"/>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A234FA7D-B220-4298-9A22-2DDFDDDA92B1}"/>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C134E4A8-3117-4678-956E-EE85740EF8F0}"/>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089</a:t>
            </a:r>
            <a:endParaRPr sz="1050" b="1" i="0">
              <a:solidFill>
                <a:srgbClr val="171717"/>
              </a:solidFill>
              <a:latin typeface="Consolas"/>
              <a:ea typeface="Consolas"/>
              <a:cs typeface="Consolas"/>
            </a:endParaRPr>
          </a:p>
        </p:txBody>
      </p:sp>
      <p:sp>
        <p:nvSpPr>
          <p:cNvPr id="8" name="text-178-64">
            <a:extLst>
              <a:ext uri="{FF2B5EF4-FFF2-40B4-BE49-F238E27FC236}">
                <a16:creationId xmlns:a16="http://schemas.microsoft.com/office/drawing/2014/main" id="{AEEA4CC1-9104-4DD2-8590-AFE6E4953489}"/>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T(1)=0, T(n)=2T(n/2)+n이다. T(8)을 구하시오.</a:t>
            </a:r>
          </a:p>
        </p:txBody>
      </p:sp>
      <p:sp>
        <p:nvSpPr>
          <p:cNvPr id="9" name="text-405-64">
            <a:extLst>
              <a:ext uri="{FF2B5EF4-FFF2-40B4-BE49-F238E27FC236}">
                <a16:creationId xmlns:a16="http://schemas.microsoft.com/office/drawing/2014/main" id="{14B3FCF5-6E9A-428E-BC5B-2E601A1CC654}"/>
              </a:ext>
            </a:extLst>
          </p:cNvPr>
          <p:cNvSpPr>
            <a:spLocks noGrp="1"/>
          </p:cNvSpPr>
          <p:nvPr/>
        </p:nvSpPr>
        <p:spPr>
          <a:xfrm>
            <a:off x="609600" y="3857625"/>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직사각형 9">
            <a:extLst>
              <a:ext uri="{FF2B5EF4-FFF2-40B4-BE49-F238E27FC236}">
                <a16:creationId xmlns:a16="http://schemas.microsoft.com/office/drawing/2014/main" id="{9E3C7E9C-7EB8-4A6D-B845-C2189793CCD0}"/>
              </a:ext>
            </a:extLst>
          </p:cNvPr>
          <p:cNvSpPr>
            <a:spLocks noGrp="1"/>
          </p:cNvSpPr>
          <p:nvPr/>
        </p:nvSpPr>
        <p:spPr>
          <a:xfrm>
            <a:off x="609600" y="4495800"/>
            <a:ext cx="10972800" cy="9525"/>
          </a:xfrm>
          <a:prstGeom prst="rect">
            <a:avLst/>
          </a:prstGeom>
          <a:solidFill>
            <a:srgbClr val="D4D4D4"/>
          </a:solidFill>
          <a:ln w="0">
            <a:noFill/>
          </a:ln>
        </p:spPr>
      </p:sp>
      <p:sp>
        <p:nvSpPr>
          <p:cNvPr id="11" name="직사각형 10">
            <a:extLst>
              <a:ext uri="{FF2B5EF4-FFF2-40B4-BE49-F238E27FC236}">
                <a16:creationId xmlns:a16="http://schemas.microsoft.com/office/drawing/2014/main" id="{37579591-C47B-4933-8F51-13D41EE708A8}"/>
              </a:ext>
            </a:extLst>
          </p:cNvPr>
          <p:cNvSpPr>
            <a:spLocks noGrp="1"/>
          </p:cNvSpPr>
          <p:nvPr/>
        </p:nvSpPr>
        <p:spPr>
          <a:xfrm>
            <a:off x="609600" y="5181600"/>
            <a:ext cx="10972800" cy="9525"/>
          </a:xfrm>
          <a:prstGeom prst="rect">
            <a:avLst/>
          </a:prstGeom>
          <a:solidFill>
            <a:srgbClr val="D4D4D4"/>
          </a:solidFill>
          <a:ln w="0">
            <a:noFill/>
          </a:ln>
        </p:spPr>
      </p:sp>
      <p:sp>
        <p:nvSpPr>
          <p:cNvPr id="12" name="직사각형 11">
            <a:extLst>
              <a:ext uri="{FF2B5EF4-FFF2-40B4-BE49-F238E27FC236}">
                <a16:creationId xmlns:a16="http://schemas.microsoft.com/office/drawing/2014/main" id="{118A6A03-3B69-402D-8DE6-EC83BACF12C2}"/>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p14:creationId xmlns:p14="http://schemas.microsoft.com/office/powerpoint/2010/main" val="462685519"/>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3B77817A-537D-4E5D-8AA6-614D7181334A}"/>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계산·추적</a:t>
            </a:r>
          </a:p>
        </p:txBody>
      </p:sp>
      <p:sp>
        <p:nvSpPr>
          <p:cNvPr id="2" name="text-28-1080">
            <a:extLst>
              <a:ext uri="{FF2B5EF4-FFF2-40B4-BE49-F238E27FC236}">
                <a16:creationId xmlns:a16="http://schemas.microsoft.com/office/drawing/2014/main" id="{9492D005-F44C-4C26-ABEC-6E9350246E9E}"/>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69D2DA85-D2B4-4194-958E-E4BE19C5D496}"/>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45  정답과 해설</a:t>
            </a:r>
          </a:p>
        </p:txBody>
      </p:sp>
      <p:sp>
        <p:nvSpPr>
          <p:cNvPr id="4" name="직사각형 3">
            <a:extLst>
              <a:ext uri="{FF2B5EF4-FFF2-40B4-BE49-F238E27FC236}">
                <a16:creationId xmlns:a16="http://schemas.microsoft.com/office/drawing/2014/main" id="{D63A9B5C-87A1-4D4C-B851-893955513B6E}"/>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FE13E1D9-9E34-4E0F-8408-B8DDB7D8608D}"/>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010CF83B-9104-4231-8626-88C69794AF21}"/>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F25AD8AD-4825-4265-8B62-53A8A7E667AC}"/>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090</a:t>
            </a:r>
            <a:endParaRPr sz="1050" b="1" i="0">
              <a:solidFill>
                <a:srgbClr val="171717"/>
              </a:solidFill>
              <a:latin typeface="Consolas"/>
              <a:ea typeface="Consolas"/>
              <a:cs typeface="Consolas"/>
            </a:endParaRPr>
          </a:p>
        </p:txBody>
      </p:sp>
      <p:sp>
        <p:nvSpPr>
          <p:cNvPr id="8" name="text-178-64">
            <a:extLst>
              <a:ext uri="{FF2B5EF4-FFF2-40B4-BE49-F238E27FC236}">
                <a16:creationId xmlns:a16="http://schemas.microsoft.com/office/drawing/2014/main" id="{2378A442-2F83-409E-B11D-4D5E4D579961}"/>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T(1)=0, T(n)=2T(n/2)+n이다. T(8)을 구하시오.</a:t>
            </a:r>
          </a:p>
        </p:txBody>
      </p:sp>
      <p:sp>
        <p:nvSpPr>
          <p:cNvPr id="9" name="직사각형 8">
            <a:extLst>
              <a:ext uri="{FF2B5EF4-FFF2-40B4-BE49-F238E27FC236}">
                <a16:creationId xmlns:a16="http://schemas.microsoft.com/office/drawing/2014/main" id="{8FF58CCF-78DE-4A77-B502-48E745A483A0}"/>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42447968-2872-49F0-875A-0AF374E9EEEA}"/>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24</a:t>
            </a:r>
          </a:p>
        </p:txBody>
      </p:sp>
      <p:sp>
        <p:nvSpPr>
          <p:cNvPr id="11" name="text-324.4-64">
            <a:extLst>
              <a:ext uri="{FF2B5EF4-FFF2-40B4-BE49-F238E27FC236}">
                <a16:creationId xmlns:a16="http://schemas.microsoft.com/office/drawing/2014/main" id="{40749010-BBDF-4A14-B880-8EE1579C3D73}"/>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D1B7E025-469A-450E-823C-8E91786604FC}"/>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21B6C154-5FE8-4E24-81AD-B37D428CE9C2}"/>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각 병합 층 비용이 8이고 병합 층이 3개이다.</a:t>
            </a:r>
          </a:p>
        </p:txBody>
      </p:sp>
    </p:spTree>
    <p:extLst>
      <p:ext uri="{BB962C8B-B14F-4D97-AF65-F5344CB8AC3E}">
        <p14:creationId xmlns:p14="http://schemas.microsoft.com/office/powerpoint/2010/main" val="462685519"/>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ext-28-64">
            <a:extLst>
              <a:ext uri="{FF2B5EF4-FFF2-40B4-BE49-F238E27FC236}">
                <a16:creationId xmlns:a16="http://schemas.microsoft.com/office/drawing/2014/main" id="{ADCA095B-EB23-4445-ADA9-9C805DEADFDA}"/>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계산·추적</a:t>
            </a:r>
          </a:p>
        </p:txBody>
      </p:sp>
      <p:sp>
        <p:nvSpPr>
          <p:cNvPr id="2" name="text-28-1080">
            <a:extLst>
              <a:ext uri="{FF2B5EF4-FFF2-40B4-BE49-F238E27FC236}">
                <a16:creationId xmlns:a16="http://schemas.microsoft.com/office/drawing/2014/main" id="{6DFBBE5B-7D8A-4B1B-B5E0-3887F038D65F}"/>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BCA82E16-7526-40EC-88CA-F03A9FA47229}"/>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46  </a:t>
            </a:r>
          </a:p>
        </p:txBody>
      </p:sp>
      <p:sp>
        <p:nvSpPr>
          <p:cNvPr id="4" name="직사각형 3">
            <a:extLst>
              <a:ext uri="{FF2B5EF4-FFF2-40B4-BE49-F238E27FC236}">
                <a16:creationId xmlns:a16="http://schemas.microsoft.com/office/drawing/2014/main" id="{4B2E5BDA-B39B-47F5-8EE6-64739A6B12D1}"/>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D82FB260-9ABD-4E2C-AD0C-B49942CCFD0D}"/>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12A04E47-F30F-40E8-A54E-7CEB9FB3BFF1}"/>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CDE5262A-960C-4992-A14E-D48904F71ECA}"/>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091</a:t>
            </a:r>
            <a:endParaRPr sz="1050" b="1" i="0">
              <a:solidFill>
                <a:srgbClr val="171717"/>
              </a:solidFill>
              <a:latin typeface="Consolas"/>
              <a:ea typeface="Consolas"/>
              <a:cs typeface="Consolas"/>
            </a:endParaRPr>
          </a:p>
        </p:txBody>
      </p:sp>
      <p:sp>
        <p:nvSpPr>
          <p:cNvPr id="8" name="text-178-64">
            <a:extLst>
              <a:ext uri="{FF2B5EF4-FFF2-40B4-BE49-F238E27FC236}">
                <a16:creationId xmlns:a16="http://schemas.microsoft.com/office/drawing/2014/main" id="{47942BEC-8E80-4B52-9EE4-B4FBFFBD2474}"/>
              </a:ext>
            </a:extLst>
          </p:cNvPr>
          <p:cNvSpPr>
            <a:spLocks noGrp="1"/>
          </p:cNvSpPr>
          <p:nvPr/>
        </p:nvSpPr>
        <p:spPr>
          <a:xfrm>
            <a:off x="609600" y="1695450"/>
            <a:ext cx="10972800" cy="74676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[−4,7,−2,5,−9,3]의 비어 있지 않은 최대 연속합과 해당 구간을 쓰시오. 인덱스는</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0부터이다.</a:t>
            </a:r>
          </a:p>
        </p:txBody>
      </p:sp>
      <p:sp>
        <p:nvSpPr>
          <p:cNvPr id="9" name="text-405-64">
            <a:extLst>
              <a:ext uri="{FF2B5EF4-FFF2-40B4-BE49-F238E27FC236}">
                <a16:creationId xmlns:a16="http://schemas.microsoft.com/office/drawing/2014/main" id="{164011B6-EAEE-438B-8F55-97FA30E639DB}"/>
              </a:ext>
            </a:extLst>
          </p:cNvPr>
          <p:cNvSpPr>
            <a:spLocks noGrp="1"/>
          </p:cNvSpPr>
          <p:nvPr/>
        </p:nvSpPr>
        <p:spPr>
          <a:xfrm>
            <a:off x="609600" y="3857625"/>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직사각형 9">
            <a:extLst>
              <a:ext uri="{FF2B5EF4-FFF2-40B4-BE49-F238E27FC236}">
                <a16:creationId xmlns:a16="http://schemas.microsoft.com/office/drawing/2014/main" id="{9F6FAA1F-0067-42C5-BAF8-00853AFE943F}"/>
              </a:ext>
            </a:extLst>
          </p:cNvPr>
          <p:cNvSpPr>
            <a:spLocks noGrp="1"/>
          </p:cNvSpPr>
          <p:nvPr/>
        </p:nvSpPr>
        <p:spPr>
          <a:xfrm>
            <a:off x="609600" y="4495800"/>
            <a:ext cx="10972800" cy="9525"/>
          </a:xfrm>
          <a:prstGeom prst="rect">
            <a:avLst/>
          </a:prstGeom>
          <a:solidFill>
            <a:srgbClr val="D4D4D4"/>
          </a:solidFill>
          <a:ln w="0">
            <a:noFill/>
          </a:ln>
        </p:spPr>
      </p:sp>
      <p:sp>
        <p:nvSpPr>
          <p:cNvPr id="11" name="직사각형 10">
            <a:extLst>
              <a:ext uri="{FF2B5EF4-FFF2-40B4-BE49-F238E27FC236}">
                <a16:creationId xmlns:a16="http://schemas.microsoft.com/office/drawing/2014/main" id="{F8C2C1B4-84F9-48A9-83BF-46D459336133}"/>
              </a:ext>
            </a:extLst>
          </p:cNvPr>
          <p:cNvSpPr>
            <a:spLocks noGrp="1"/>
          </p:cNvSpPr>
          <p:nvPr/>
        </p:nvSpPr>
        <p:spPr>
          <a:xfrm>
            <a:off x="609600" y="5181600"/>
            <a:ext cx="10972800" cy="9525"/>
          </a:xfrm>
          <a:prstGeom prst="rect">
            <a:avLst/>
          </a:prstGeom>
          <a:solidFill>
            <a:srgbClr val="D4D4D4"/>
          </a:solidFill>
          <a:ln w="0">
            <a:noFill/>
          </a:ln>
        </p:spPr>
      </p:sp>
      <p:sp>
        <p:nvSpPr>
          <p:cNvPr id="12" name="직사각형 11">
            <a:extLst>
              <a:ext uri="{FF2B5EF4-FFF2-40B4-BE49-F238E27FC236}">
                <a16:creationId xmlns:a16="http://schemas.microsoft.com/office/drawing/2014/main" id="{20D051A7-B971-4482-B5E6-794B95B2AABF}"/>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p14:creationId xmlns:p14="http://schemas.microsoft.com/office/powerpoint/2010/main" val="462685519"/>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EE619CBD-07A1-43B8-8971-290CA4D7305F}"/>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계산·추적</a:t>
            </a:r>
          </a:p>
        </p:txBody>
      </p:sp>
      <p:sp>
        <p:nvSpPr>
          <p:cNvPr id="2" name="text-28-1080">
            <a:extLst>
              <a:ext uri="{FF2B5EF4-FFF2-40B4-BE49-F238E27FC236}">
                <a16:creationId xmlns:a16="http://schemas.microsoft.com/office/drawing/2014/main" id="{B120C33B-AB02-4E19-921B-479B46936DC5}"/>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4D963649-995B-48AE-A9C2-E7D40EA23214}"/>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46  정답과 해설</a:t>
            </a:r>
          </a:p>
        </p:txBody>
      </p:sp>
      <p:sp>
        <p:nvSpPr>
          <p:cNvPr id="4" name="직사각형 3">
            <a:extLst>
              <a:ext uri="{FF2B5EF4-FFF2-40B4-BE49-F238E27FC236}">
                <a16:creationId xmlns:a16="http://schemas.microsoft.com/office/drawing/2014/main" id="{988761E4-D134-4054-BA2C-C35A24520810}"/>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1805CA2F-47B1-4C57-B80D-779D3B196CC0}"/>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2D588CA4-2160-4DC1-813D-39D86F6DF84E}"/>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F4574CF4-7BF2-413C-A817-0FEB4A6FF6B4}"/>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092</a:t>
            </a:r>
            <a:endParaRPr sz="1050" b="1" i="0">
              <a:solidFill>
                <a:srgbClr val="171717"/>
              </a:solidFill>
              <a:latin typeface="Consolas"/>
              <a:ea typeface="Consolas"/>
              <a:cs typeface="Consolas"/>
            </a:endParaRPr>
          </a:p>
        </p:txBody>
      </p:sp>
      <p:sp>
        <p:nvSpPr>
          <p:cNvPr id="8" name="text-178-64">
            <a:extLst>
              <a:ext uri="{FF2B5EF4-FFF2-40B4-BE49-F238E27FC236}">
                <a16:creationId xmlns:a16="http://schemas.microsoft.com/office/drawing/2014/main" id="{4F73B54B-5F94-47B0-900A-1594946A4DCA}"/>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[−4,7,−2,5,−9,3]의 비어 있지 않은 최대 연속합과 해당 구간을 쓰시오. 인덱스는 0부터이다.</a:t>
            </a:r>
          </a:p>
        </p:txBody>
      </p:sp>
      <p:sp>
        <p:nvSpPr>
          <p:cNvPr id="9" name="직사각형 8">
            <a:extLst>
              <a:ext uri="{FF2B5EF4-FFF2-40B4-BE49-F238E27FC236}">
                <a16:creationId xmlns:a16="http://schemas.microsoft.com/office/drawing/2014/main" id="{FE259BBB-3D47-4448-B35E-E56A0635538B}"/>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3828EACE-7B2A-4A86-A886-A49787972A55}"/>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10, [1,3]</a:t>
            </a:r>
          </a:p>
        </p:txBody>
      </p:sp>
      <p:sp>
        <p:nvSpPr>
          <p:cNvPr id="11" name="text-324.4-64">
            <a:extLst>
              <a:ext uri="{FF2B5EF4-FFF2-40B4-BE49-F238E27FC236}">
                <a16:creationId xmlns:a16="http://schemas.microsoft.com/office/drawing/2014/main" id="{98375F5B-F54C-4397-856F-F06DF009C949}"/>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4F597BDF-A0C5-4A76-B463-39B2D24F6BAA}"/>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BCCD6A71-E671-40A0-A383-6704E8F636A2}"/>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7−2+5=10이며 양옆의 −4나 −9를 포함하면 줄어든다.</a:t>
            </a:r>
          </a:p>
        </p:txBody>
      </p:sp>
    </p:spTree>
    <p:extLst>
      <p:ext uri="{BB962C8B-B14F-4D97-AF65-F5344CB8AC3E}">
        <p14:creationId xmlns:p14="http://schemas.microsoft.com/office/powerpoint/2010/main" val="462685519"/>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ext-28-64">
            <a:extLst>
              <a:ext uri="{FF2B5EF4-FFF2-40B4-BE49-F238E27FC236}">
                <a16:creationId xmlns:a16="http://schemas.microsoft.com/office/drawing/2014/main" id="{3D67311D-2766-43FD-AE6C-E53925DBA14B}"/>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계산·추적</a:t>
            </a:r>
          </a:p>
        </p:txBody>
      </p:sp>
      <p:sp>
        <p:nvSpPr>
          <p:cNvPr id="2" name="text-28-1080">
            <a:extLst>
              <a:ext uri="{FF2B5EF4-FFF2-40B4-BE49-F238E27FC236}">
                <a16:creationId xmlns:a16="http://schemas.microsoft.com/office/drawing/2014/main" id="{FA287741-D4AA-4BCC-B5EA-5D5853C16374}"/>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231DC316-9C91-49FC-98A0-B87A59615243}"/>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47  </a:t>
            </a:r>
          </a:p>
        </p:txBody>
      </p:sp>
      <p:sp>
        <p:nvSpPr>
          <p:cNvPr id="4" name="직사각형 3">
            <a:extLst>
              <a:ext uri="{FF2B5EF4-FFF2-40B4-BE49-F238E27FC236}">
                <a16:creationId xmlns:a16="http://schemas.microsoft.com/office/drawing/2014/main" id="{7641D3AA-7BD5-48BF-A5F6-2C1A801382B6}"/>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30494CC1-7091-464E-8420-B6A4E3CD50C7}"/>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81169A59-2006-4B89-B616-E5F4154AEE1F}"/>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17425084-BD69-412F-A3F6-B1ACD6855532}"/>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093</a:t>
            </a:r>
            <a:endParaRPr sz="1050" b="1" i="0">
              <a:solidFill>
                <a:srgbClr val="171717"/>
              </a:solidFill>
              <a:latin typeface="Consolas"/>
              <a:ea typeface="Consolas"/>
              <a:cs typeface="Consolas"/>
            </a:endParaRPr>
          </a:p>
        </p:txBody>
      </p:sp>
      <p:sp>
        <p:nvSpPr>
          <p:cNvPr id="8" name="text-178-64">
            <a:extLst>
              <a:ext uri="{FF2B5EF4-FFF2-40B4-BE49-F238E27FC236}">
                <a16:creationId xmlns:a16="http://schemas.microsoft.com/office/drawing/2014/main" id="{07B3439C-79DD-4A56-A012-551AD5C7FDED}"/>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[−8,−3,−5]의 비어 있지 않은 최대 연속합과 구간을 쓰시오.</a:t>
            </a:r>
          </a:p>
        </p:txBody>
      </p:sp>
      <p:sp>
        <p:nvSpPr>
          <p:cNvPr id="9" name="text-405-64">
            <a:extLst>
              <a:ext uri="{FF2B5EF4-FFF2-40B4-BE49-F238E27FC236}">
                <a16:creationId xmlns:a16="http://schemas.microsoft.com/office/drawing/2014/main" id="{9E2B3272-AF8C-437A-AA99-E629C253CF66}"/>
              </a:ext>
            </a:extLst>
          </p:cNvPr>
          <p:cNvSpPr>
            <a:spLocks noGrp="1"/>
          </p:cNvSpPr>
          <p:nvPr/>
        </p:nvSpPr>
        <p:spPr>
          <a:xfrm>
            <a:off x="609600" y="3857625"/>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직사각형 9">
            <a:extLst>
              <a:ext uri="{FF2B5EF4-FFF2-40B4-BE49-F238E27FC236}">
                <a16:creationId xmlns:a16="http://schemas.microsoft.com/office/drawing/2014/main" id="{F1C4B601-5901-4546-8D43-0D21203EC1E0}"/>
              </a:ext>
            </a:extLst>
          </p:cNvPr>
          <p:cNvSpPr>
            <a:spLocks noGrp="1"/>
          </p:cNvSpPr>
          <p:nvPr/>
        </p:nvSpPr>
        <p:spPr>
          <a:xfrm>
            <a:off x="609600" y="4495800"/>
            <a:ext cx="10972800" cy="9525"/>
          </a:xfrm>
          <a:prstGeom prst="rect">
            <a:avLst/>
          </a:prstGeom>
          <a:solidFill>
            <a:srgbClr val="D4D4D4"/>
          </a:solidFill>
          <a:ln w="0">
            <a:noFill/>
          </a:ln>
        </p:spPr>
      </p:sp>
      <p:sp>
        <p:nvSpPr>
          <p:cNvPr id="11" name="직사각형 10">
            <a:extLst>
              <a:ext uri="{FF2B5EF4-FFF2-40B4-BE49-F238E27FC236}">
                <a16:creationId xmlns:a16="http://schemas.microsoft.com/office/drawing/2014/main" id="{DC3D8EB3-1874-490F-898E-AF76A363B7D9}"/>
              </a:ext>
            </a:extLst>
          </p:cNvPr>
          <p:cNvSpPr>
            <a:spLocks noGrp="1"/>
          </p:cNvSpPr>
          <p:nvPr/>
        </p:nvSpPr>
        <p:spPr>
          <a:xfrm>
            <a:off x="609600" y="5181600"/>
            <a:ext cx="10972800" cy="9525"/>
          </a:xfrm>
          <a:prstGeom prst="rect">
            <a:avLst/>
          </a:prstGeom>
          <a:solidFill>
            <a:srgbClr val="D4D4D4"/>
          </a:solidFill>
          <a:ln w="0">
            <a:noFill/>
          </a:ln>
        </p:spPr>
      </p:sp>
      <p:sp>
        <p:nvSpPr>
          <p:cNvPr id="12" name="직사각형 11">
            <a:extLst>
              <a:ext uri="{FF2B5EF4-FFF2-40B4-BE49-F238E27FC236}">
                <a16:creationId xmlns:a16="http://schemas.microsoft.com/office/drawing/2014/main" id="{67474175-72FE-4805-88EE-044D3F4BDA39}"/>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p14:creationId xmlns:p14="http://schemas.microsoft.com/office/powerpoint/2010/main" val="462685519"/>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0AB38DB7-97E4-4F1A-AF68-10F28E527B94}"/>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계산·추적</a:t>
            </a:r>
          </a:p>
        </p:txBody>
      </p:sp>
      <p:sp>
        <p:nvSpPr>
          <p:cNvPr id="2" name="text-28-1080">
            <a:extLst>
              <a:ext uri="{FF2B5EF4-FFF2-40B4-BE49-F238E27FC236}">
                <a16:creationId xmlns:a16="http://schemas.microsoft.com/office/drawing/2014/main" id="{32F6EB2F-256E-4C61-B1AD-65D5866CF1E2}"/>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18606E0C-590A-4CD2-AA29-D69E18E6B2EE}"/>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47  정답과 해설</a:t>
            </a:r>
          </a:p>
        </p:txBody>
      </p:sp>
      <p:sp>
        <p:nvSpPr>
          <p:cNvPr id="4" name="직사각형 3">
            <a:extLst>
              <a:ext uri="{FF2B5EF4-FFF2-40B4-BE49-F238E27FC236}">
                <a16:creationId xmlns:a16="http://schemas.microsoft.com/office/drawing/2014/main" id="{C09FDB92-2CE7-4F9D-89D9-BFFD5AC4C047}"/>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123E0891-F641-4FF6-88F8-03F850F628F5}"/>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63CA4A96-B4BA-43E1-B8C4-C32F50A77A66}"/>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80DBD692-867A-4C9B-BDCC-BD0941780A57}"/>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094</a:t>
            </a:r>
            <a:endParaRPr sz="1050" b="1" i="0">
              <a:solidFill>
                <a:srgbClr val="171717"/>
              </a:solidFill>
              <a:latin typeface="Consolas"/>
              <a:ea typeface="Consolas"/>
              <a:cs typeface="Consolas"/>
            </a:endParaRPr>
          </a:p>
        </p:txBody>
      </p:sp>
      <p:sp>
        <p:nvSpPr>
          <p:cNvPr id="8" name="text-178-64">
            <a:extLst>
              <a:ext uri="{FF2B5EF4-FFF2-40B4-BE49-F238E27FC236}">
                <a16:creationId xmlns:a16="http://schemas.microsoft.com/office/drawing/2014/main" id="{EF0C4F88-EC0B-4924-8BE8-603BEEC34FAD}"/>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[−8,−3,−5]의 비어 있지 않은 최대 연속합과 구간을 쓰시오.</a:t>
            </a:r>
          </a:p>
        </p:txBody>
      </p:sp>
      <p:sp>
        <p:nvSpPr>
          <p:cNvPr id="9" name="직사각형 8">
            <a:extLst>
              <a:ext uri="{FF2B5EF4-FFF2-40B4-BE49-F238E27FC236}">
                <a16:creationId xmlns:a16="http://schemas.microsoft.com/office/drawing/2014/main" id="{1EFD714F-AADF-4B07-B602-0557F96A1740}"/>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28B88DFA-8646-4A18-B560-65A832D6C875}"/>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−3, [1,1]</a:t>
            </a:r>
          </a:p>
        </p:txBody>
      </p:sp>
      <p:sp>
        <p:nvSpPr>
          <p:cNvPr id="11" name="text-324.4-64">
            <a:extLst>
              <a:ext uri="{FF2B5EF4-FFF2-40B4-BE49-F238E27FC236}">
                <a16:creationId xmlns:a16="http://schemas.microsoft.com/office/drawing/2014/main" id="{4175AE5B-D7BF-484B-B0DD-D05B77956F08}"/>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1569BE65-8678-478E-AB2E-5095F9A6E248}"/>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7F713CF6-50C8-4115-AF7F-E909EF8F3CE3}"/>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가장 덜 작은 원소 하나를 고른다. 빈 구간 0은 허용되지 않는다.</a:t>
            </a:r>
          </a:p>
        </p:txBody>
      </p:sp>
    </p:spTree>
    <p:extLst>
      <p:ext uri="{BB962C8B-B14F-4D97-AF65-F5344CB8AC3E}">
        <p14:creationId xmlns:p14="http://schemas.microsoft.com/office/powerpoint/2010/main" val="462685519"/>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ext-28-64">
            <a:extLst>
              <a:ext uri="{FF2B5EF4-FFF2-40B4-BE49-F238E27FC236}">
                <a16:creationId xmlns:a16="http://schemas.microsoft.com/office/drawing/2014/main" id="{BF0EC2E4-E2AC-4B84-8FAB-D513C3DB3A6E}"/>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계산·추적</a:t>
            </a:r>
          </a:p>
        </p:txBody>
      </p:sp>
      <p:sp>
        <p:nvSpPr>
          <p:cNvPr id="2" name="text-28-1080">
            <a:extLst>
              <a:ext uri="{FF2B5EF4-FFF2-40B4-BE49-F238E27FC236}">
                <a16:creationId xmlns:a16="http://schemas.microsoft.com/office/drawing/2014/main" id="{956A340C-273F-454F-9349-F44D8C7AE963}"/>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42EE870D-B791-400B-99BA-73BCCA73D350}"/>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48  </a:t>
            </a:r>
          </a:p>
        </p:txBody>
      </p:sp>
      <p:sp>
        <p:nvSpPr>
          <p:cNvPr id="4" name="직사각형 3">
            <a:extLst>
              <a:ext uri="{FF2B5EF4-FFF2-40B4-BE49-F238E27FC236}">
                <a16:creationId xmlns:a16="http://schemas.microsoft.com/office/drawing/2014/main" id="{83187439-987A-42CE-8CE3-9353E4E3F5FF}"/>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0393C2B7-810C-406E-AEA4-8FBD93C13457}"/>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8242885F-2AFD-4E31-A220-86D6682B1BAB}"/>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88FF2A83-5818-48E5-8BAF-7C29E846ED6D}"/>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095</a:t>
            </a:r>
            <a:endParaRPr sz="1050" b="1" i="0">
              <a:solidFill>
                <a:srgbClr val="171717"/>
              </a:solidFill>
              <a:latin typeface="Consolas"/>
              <a:ea typeface="Consolas"/>
              <a:cs typeface="Consolas"/>
            </a:endParaRPr>
          </a:p>
        </p:txBody>
      </p:sp>
      <p:sp>
        <p:nvSpPr>
          <p:cNvPr id="8" name="text-178-64">
            <a:extLst>
              <a:ext uri="{FF2B5EF4-FFF2-40B4-BE49-F238E27FC236}">
                <a16:creationId xmlns:a16="http://schemas.microsoft.com/office/drawing/2014/main" id="{46A215F6-8F36-4623-9372-368B40E0F5AB}"/>
              </a:ext>
            </a:extLst>
          </p:cNvPr>
          <p:cNvSpPr>
            <a:spLocks noGrp="1"/>
          </p:cNvSpPr>
          <p:nvPr/>
        </p:nvSpPr>
        <p:spPr>
          <a:xfrm>
            <a:off x="609600" y="1695450"/>
            <a:ext cx="10972800" cy="74676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[4,−6,3,5,−2,1]을 인덱스 [0,2]와 [3,5]로 나눈다. 왼쪽 최대 접미 합, 오른쪽 최대</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접두 합, 교차합은? 각 구간은 비어 있지 않다.</a:t>
            </a:r>
          </a:p>
        </p:txBody>
      </p:sp>
      <p:sp>
        <p:nvSpPr>
          <p:cNvPr id="9" name="text-405-64">
            <a:extLst>
              <a:ext uri="{FF2B5EF4-FFF2-40B4-BE49-F238E27FC236}">
                <a16:creationId xmlns:a16="http://schemas.microsoft.com/office/drawing/2014/main" id="{A80D645D-6504-4CF4-A95D-14D400B71693}"/>
              </a:ext>
            </a:extLst>
          </p:cNvPr>
          <p:cNvSpPr>
            <a:spLocks noGrp="1"/>
          </p:cNvSpPr>
          <p:nvPr/>
        </p:nvSpPr>
        <p:spPr>
          <a:xfrm>
            <a:off x="609600" y="3857625"/>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직사각형 9">
            <a:extLst>
              <a:ext uri="{FF2B5EF4-FFF2-40B4-BE49-F238E27FC236}">
                <a16:creationId xmlns:a16="http://schemas.microsoft.com/office/drawing/2014/main" id="{00E17B87-BA4D-430B-A126-6AD6A87FAEA9}"/>
              </a:ext>
            </a:extLst>
          </p:cNvPr>
          <p:cNvSpPr>
            <a:spLocks noGrp="1"/>
          </p:cNvSpPr>
          <p:nvPr/>
        </p:nvSpPr>
        <p:spPr>
          <a:xfrm>
            <a:off x="609600" y="4495800"/>
            <a:ext cx="10972800" cy="9525"/>
          </a:xfrm>
          <a:prstGeom prst="rect">
            <a:avLst/>
          </a:prstGeom>
          <a:solidFill>
            <a:srgbClr val="D4D4D4"/>
          </a:solidFill>
          <a:ln w="0">
            <a:noFill/>
          </a:ln>
        </p:spPr>
      </p:sp>
      <p:sp>
        <p:nvSpPr>
          <p:cNvPr id="11" name="직사각형 10">
            <a:extLst>
              <a:ext uri="{FF2B5EF4-FFF2-40B4-BE49-F238E27FC236}">
                <a16:creationId xmlns:a16="http://schemas.microsoft.com/office/drawing/2014/main" id="{7E8CF221-1B4F-4CF6-AC64-E19A2429EE0E}"/>
              </a:ext>
            </a:extLst>
          </p:cNvPr>
          <p:cNvSpPr>
            <a:spLocks noGrp="1"/>
          </p:cNvSpPr>
          <p:nvPr/>
        </p:nvSpPr>
        <p:spPr>
          <a:xfrm>
            <a:off x="609600" y="5181600"/>
            <a:ext cx="10972800" cy="9525"/>
          </a:xfrm>
          <a:prstGeom prst="rect">
            <a:avLst/>
          </a:prstGeom>
          <a:solidFill>
            <a:srgbClr val="D4D4D4"/>
          </a:solidFill>
          <a:ln w="0">
            <a:noFill/>
          </a:ln>
        </p:spPr>
      </p:sp>
      <p:sp>
        <p:nvSpPr>
          <p:cNvPr id="12" name="직사각형 11">
            <a:extLst>
              <a:ext uri="{FF2B5EF4-FFF2-40B4-BE49-F238E27FC236}">
                <a16:creationId xmlns:a16="http://schemas.microsoft.com/office/drawing/2014/main" id="{3D2CF377-7AE7-43FA-A60A-81B7C1AC3853}"/>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p14:creationId xmlns:p14="http://schemas.microsoft.com/office/powerpoint/2010/main" val="462685519"/>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42409C2D-8245-44FD-9C74-787D31080B4A}"/>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계산·추적</a:t>
            </a:r>
          </a:p>
        </p:txBody>
      </p:sp>
      <p:sp>
        <p:nvSpPr>
          <p:cNvPr id="2" name="text-28-1080">
            <a:extLst>
              <a:ext uri="{FF2B5EF4-FFF2-40B4-BE49-F238E27FC236}">
                <a16:creationId xmlns:a16="http://schemas.microsoft.com/office/drawing/2014/main" id="{268147ED-4F5B-45C4-A811-3B5A902E5618}"/>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89C45886-BE4A-4CA2-9221-29E2665729A0}"/>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48  정답과 해설</a:t>
            </a:r>
          </a:p>
        </p:txBody>
      </p:sp>
      <p:sp>
        <p:nvSpPr>
          <p:cNvPr id="4" name="직사각형 3">
            <a:extLst>
              <a:ext uri="{FF2B5EF4-FFF2-40B4-BE49-F238E27FC236}">
                <a16:creationId xmlns:a16="http://schemas.microsoft.com/office/drawing/2014/main" id="{52C1778B-B4A6-4FD0-B222-409373F00BF2}"/>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F65D8C21-B40B-4CF3-B2A0-F5A41D554227}"/>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CD27148E-B5E9-4232-BCF3-EF7E771347C5}"/>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DCC0C489-0DE6-471E-99C5-563EA0AE09F6}"/>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096</a:t>
            </a:r>
            <a:endParaRPr sz="1050" b="1" i="0">
              <a:solidFill>
                <a:srgbClr val="171717"/>
              </a:solidFill>
              <a:latin typeface="Consolas"/>
              <a:ea typeface="Consolas"/>
              <a:cs typeface="Consolas"/>
            </a:endParaRPr>
          </a:p>
        </p:txBody>
      </p:sp>
      <p:sp>
        <p:nvSpPr>
          <p:cNvPr id="8" name="text-178-64">
            <a:extLst>
              <a:ext uri="{FF2B5EF4-FFF2-40B4-BE49-F238E27FC236}">
                <a16:creationId xmlns:a16="http://schemas.microsoft.com/office/drawing/2014/main" id="{24C7097B-85BA-40CE-95EB-730222AF8DA5}"/>
              </a:ext>
            </a:extLst>
          </p:cNvPr>
          <p:cNvSpPr>
            <a:spLocks noGrp="1"/>
          </p:cNvSpPr>
          <p:nvPr/>
        </p:nvSpPr>
        <p:spPr>
          <a:xfrm>
            <a:off x="609600" y="1695450"/>
            <a:ext cx="10972800" cy="64008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[4,−6,3,5,−2,1]을 인덱스 [0,2]와 [3,5]로 나눈다. 왼쪽 최대 접미 합, 오른쪽 최대 접두 합,</a:t>
            </a:r>
          </a:p>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교차합은? 각 구간은 비어 있지 않다.</a:t>
            </a:r>
          </a:p>
        </p:txBody>
      </p:sp>
      <p:sp>
        <p:nvSpPr>
          <p:cNvPr id="9" name="직사각형 8">
            <a:extLst>
              <a:ext uri="{FF2B5EF4-FFF2-40B4-BE49-F238E27FC236}">
                <a16:creationId xmlns:a16="http://schemas.microsoft.com/office/drawing/2014/main" id="{D5F3A4D3-2A15-403A-8152-868D2707404A}"/>
              </a:ext>
            </a:extLst>
          </p:cNvPr>
          <p:cNvSpPr>
            <a:spLocks noGrp="1"/>
          </p:cNvSpPr>
          <p:nvPr/>
        </p:nvSpPr>
        <p:spPr>
          <a:xfrm>
            <a:off x="609600" y="2526030"/>
            <a:ext cx="10972800" cy="626745"/>
          </a:xfrm>
          <a:prstGeom prst="rect">
            <a:avLst/>
          </a:prstGeom>
          <a:solidFill>
            <a:srgbClr val="171717"/>
          </a:solidFill>
          <a:ln w="0">
            <a:noFill/>
          </a:ln>
        </p:spPr>
      </p:sp>
      <p:sp>
        <p:nvSpPr>
          <p:cNvPr id="10" name="text-279.2-92">
            <a:extLst>
              <a:ext uri="{FF2B5EF4-FFF2-40B4-BE49-F238E27FC236}">
                <a16:creationId xmlns:a16="http://schemas.microsoft.com/office/drawing/2014/main" id="{5A695464-D0F4-4413-AE18-0D0626873E72}"/>
              </a:ext>
            </a:extLst>
          </p:cNvPr>
          <p:cNvSpPr>
            <a:spLocks noGrp="1"/>
          </p:cNvSpPr>
          <p:nvPr/>
        </p:nvSpPr>
        <p:spPr>
          <a:xfrm>
            <a:off x="876300" y="265938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3,5,8</a:t>
            </a:r>
          </a:p>
        </p:txBody>
      </p:sp>
      <p:sp>
        <p:nvSpPr>
          <p:cNvPr id="11" name="text-358-64">
            <a:extLst>
              <a:ext uri="{FF2B5EF4-FFF2-40B4-BE49-F238E27FC236}">
                <a16:creationId xmlns:a16="http://schemas.microsoft.com/office/drawing/2014/main" id="{02EAD239-B248-40BD-BE16-0F90B6A8D3FF}"/>
              </a:ext>
            </a:extLst>
          </p:cNvPr>
          <p:cNvSpPr>
            <a:spLocks noGrp="1"/>
          </p:cNvSpPr>
          <p:nvPr/>
        </p:nvSpPr>
        <p:spPr>
          <a:xfrm>
            <a:off x="609600" y="340995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867E0061-3218-44A7-93D8-C7885F3D610C}"/>
              </a:ext>
            </a:extLst>
          </p:cNvPr>
          <p:cNvSpPr>
            <a:spLocks noGrp="1"/>
          </p:cNvSpPr>
          <p:nvPr/>
        </p:nvSpPr>
        <p:spPr>
          <a:xfrm>
            <a:off x="1752600" y="3581400"/>
            <a:ext cx="9829800" cy="9525"/>
          </a:xfrm>
          <a:prstGeom prst="rect">
            <a:avLst/>
          </a:prstGeom>
          <a:solidFill>
            <a:srgbClr val="D4D4D4"/>
          </a:solidFill>
          <a:ln w="0">
            <a:noFill/>
          </a:ln>
        </p:spPr>
      </p:sp>
      <p:sp>
        <p:nvSpPr>
          <p:cNvPr id="13" name="text-406-64">
            <a:extLst>
              <a:ext uri="{FF2B5EF4-FFF2-40B4-BE49-F238E27FC236}">
                <a16:creationId xmlns:a16="http://schemas.microsoft.com/office/drawing/2014/main" id="{D00BD1BD-19B5-40AD-9FDD-554853BCDA38}"/>
              </a:ext>
            </a:extLst>
          </p:cNvPr>
          <p:cNvSpPr>
            <a:spLocks noGrp="1"/>
          </p:cNvSpPr>
          <p:nvPr/>
        </p:nvSpPr>
        <p:spPr>
          <a:xfrm>
            <a:off x="609600" y="38671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왼쪽은 [3]이 3, 오른쪽은 [5]가 5로 최대이다. 경계 연결 구간은 [3,5]이다.</a:t>
            </a:r>
          </a:p>
        </p:txBody>
      </p:sp>
    </p:spTree>
    <p:extLst>
      <p:ext uri="{BB962C8B-B14F-4D97-AF65-F5344CB8AC3E}">
        <p14:creationId xmlns:p14="http://schemas.microsoft.com/office/powerpoint/2010/main" val="462685519"/>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ext-28-64">
            <a:extLst>
              <a:ext uri="{FF2B5EF4-FFF2-40B4-BE49-F238E27FC236}">
                <a16:creationId xmlns:a16="http://schemas.microsoft.com/office/drawing/2014/main" id="{C5227339-220C-4605-A580-DF1DF28D9FAD}"/>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계산·추적</a:t>
            </a:r>
          </a:p>
        </p:txBody>
      </p:sp>
      <p:sp>
        <p:nvSpPr>
          <p:cNvPr id="2" name="text-28-1080">
            <a:extLst>
              <a:ext uri="{FF2B5EF4-FFF2-40B4-BE49-F238E27FC236}">
                <a16:creationId xmlns:a16="http://schemas.microsoft.com/office/drawing/2014/main" id="{68A7470B-D04B-4742-979B-3AA9B8F33E09}"/>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EE7EEC7B-446C-470C-A098-6FFDCE56E25C}"/>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49  </a:t>
            </a:r>
          </a:p>
        </p:txBody>
      </p:sp>
      <p:sp>
        <p:nvSpPr>
          <p:cNvPr id="4" name="직사각형 3">
            <a:extLst>
              <a:ext uri="{FF2B5EF4-FFF2-40B4-BE49-F238E27FC236}">
                <a16:creationId xmlns:a16="http://schemas.microsoft.com/office/drawing/2014/main" id="{8714C6A2-68BB-448E-B024-6341030B8AAD}"/>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68F77A68-BE1C-4011-9CBB-95BA7C33E76B}"/>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E8418B78-5713-4714-B722-AEE8CB4FB0A5}"/>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B704BCBA-B79C-4C95-8CF9-9D06C1750B11}"/>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097</a:t>
            </a:r>
            <a:endParaRPr sz="1050" b="1" i="0">
              <a:solidFill>
                <a:srgbClr val="171717"/>
              </a:solidFill>
              <a:latin typeface="Consolas"/>
              <a:ea typeface="Consolas"/>
              <a:cs typeface="Consolas"/>
            </a:endParaRPr>
          </a:p>
        </p:txBody>
      </p:sp>
      <p:sp>
        <p:nvSpPr>
          <p:cNvPr id="8" name="text-178-64">
            <a:extLst>
              <a:ext uri="{FF2B5EF4-FFF2-40B4-BE49-F238E27FC236}">
                <a16:creationId xmlns:a16="http://schemas.microsoft.com/office/drawing/2014/main" id="{65CF95EE-8F82-492D-80CC-D1454F025C47}"/>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[5,−100,6]에서 양수만 더한 값과 실제 최대 연속합을 각각 쓰시오.</a:t>
            </a:r>
          </a:p>
        </p:txBody>
      </p:sp>
      <p:sp>
        <p:nvSpPr>
          <p:cNvPr id="9" name="text-405-64">
            <a:extLst>
              <a:ext uri="{FF2B5EF4-FFF2-40B4-BE49-F238E27FC236}">
                <a16:creationId xmlns:a16="http://schemas.microsoft.com/office/drawing/2014/main" id="{1C764C2F-62FB-4E21-A056-AEF839C5F577}"/>
              </a:ext>
            </a:extLst>
          </p:cNvPr>
          <p:cNvSpPr>
            <a:spLocks noGrp="1"/>
          </p:cNvSpPr>
          <p:nvPr/>
        </p:nvSpPr>
        <p:spPr>
          <a:xfrm>
            <a:off x="609600" y="3857625"/>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직사각형 9">
            <a:extLst>
              <a:ext uri="{FF2B5EF4-FFF2-40B4-BE49-F238E27FC236}">
                <a16:creationId xmlns:a16="http://schemas.microsoft.com/office/drawing/2014/main" id="{A76F0A55-ABA3-4AF2-8DD2-4E52D54C54C5}"/>
              </a:ext>
            </a:extLst>
          </p:cNvPr>
          <p:cNvSpPr>
            <a:spLocks noGrp="1"/>
          </p:cNvSpPr>
          <p:nvPr/>
        </p:nvSpPr>
        <p:spPr>
          <a:xfrm>
            <a:off x="609600" y="4495800"/>
            <a:ext cx="10972800" cy="9525"/>
          </a:xfrm>
          <a:prstGeom prst="rect">
            <a:avLst/>
          </a:prstGeom>
          <a:solidFill>
            <a:srgbClr val="D4D4D4"/>
          </a:solidFill>
          <a:ln w="0">
            <a:noFill/>
          </a:ln>
        </p:spPr>
      </p:sp>
      <p:sp>
        <p:nvSpPr>
          <p:cNvPr id="11" name="직사각형 10">
            <a:extLst>
              <a:ext uri="{FF2B5EF4-FFF2-40B4-BE49-F238E27FC236}">
                <a16:creationId xmlns:a16="http://schemas.microsoft.com/office/drawing/2014/main" id="{BC0DF4ED-4CA5-44D1-9049-70A322EED209}"/>
              </a:ext>
            </a:extLst>
          </p:cNvPr>
          <p:cNvSpPr>
            <a:spLocks noGrp="1"/>
          </p:cNvSpPr>
          <p:nvPr/>
        </p:nvSpPr>
        <p:spPr>
          <a:xfrm>
            <a:off x="609600" y="5181600"/>
            <a:ext cx="10972800" cy="9525"/>
          </a:xfrm>
          <a:prstGeom prst="rect">
            <a:avLst/>
          </a:prstGeom>
          <a:solidFill>
            <a:srgbClr val="D4D4D4"/>
          </a:solidFill>
          <a:ln w="0">
            <a:noFill/>
          </a:ln>
        </p:spPr>
      </p:sp>
      <p:sp>
        <p:nvSpPr>
          <p:cNvPr id="12" name="직사각형 11">
            <a:extLst>
              <a:ext uri="{FF2B5EF4-FFF2-40B4-BE49-F238E27FC236}">
                <a16:creationId xmlns:a16="http://schemas.microsoft.com/office/drawing/2014/main" id="{CF627A44-F717-4FCD-830B-54E27F937F3F}"/>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p14:creationId xmlns:p14="http://schemas.microsoft.com/office/powerpoint/2010/main" val="462685519"/>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61166B17-93D8-49C1-8B22-79B1839D1602}"/>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계산·추적</a:t>
            </a:r>
          </a:p>
        </p:txBody>
      </p:sp>
      <p:sp>
        <p:nvSpPr>
          <p:cNvPr id="2" name="text-28-1080">
            <a:extLst>
              <a:ext uri="{FF2B5EF4-FFF2-40B4-BE49-F238E27FC236}">
                <a16:creationId xmlns:a16="http://schemas.microsoft.com/office/drawing/2014/main" id="{08F8D88C-893B-4BED-9FFF-852949715861}"/>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B41ABE37-40EE-4C62-8208-56C7B5F98EF0}"/>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49  정답과 해설</a:t>
            </a:r>
          </a:p>
        </p:txBody>
      </p:sp>
      <p:sp>
        <p:nvSpPr>
          <p:cNvPr id="4" name="직사각형 3">
            <a:extLst>
              <a:ext uri="{FF2B5EF4-FFF2-40B4-BE49-F238E27FC236}">
                <a16:creationId xmlns:a16="http://schemas.microsoft.com/office/drawing/2014/main" id="{56F6103B-5837-4501-92B6-4F687FCBE4F4}"/>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BB319445-698B-47A0-A84C-2D409D9F2E02}"/>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8605D747-DD2A-4C3D-92FF-E2FA7A82E988}"/>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127B43C2-C75D-4BC7-A039-ED343C29C32B}"/>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098</a:t>
            </a:r>
            <a:endParaRPr sz="1050" b="1" i="0">
              <a:solidFill>
                <a:srgbClr val="171717"/>
              </a:solidFill>
              <a:latin typeface="Consolas"/>
              <a:ea typeface="Consolas"/>
              <a:cs typeface="Consolas"/>
            </a:endParaRPr>
          </a:p>
        </p:txBody>
      </p:sp>
      <p:sp>
        <p:nvSpPr>
          <p:cNvPr id="8" name="text-178-64">
            <a:extLst>
              <a:ext uri="{FF2B5EF4-FFF2-40B4-BE49-F238E27FC236}">
                <a16:creationId xmlns:a16="http://schemas.microsoft.com/office/drawing/2014/main" id="{512558F6-D4B6-4AB0-94FB-BD1D7FF0DCDF}"/>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[5,−100,6]에서 양수만 더한 값과 실제 최대 연속합을 각각 쓰시오.</a:t>
            </a:r>
          </a:p>
        </p:txBody>
      </p:sp>
      <p:sp>
        <p:nvSpPr>
          <p:cNvPr id="9" name="직사각형 8">
            <a:extLst>
              <a:ext uri="{FF2B5EF4-FFF2-40B4-BE49-F238E27FC236}">
                <a16:creationId xmlns:a16="http://schemas.microsoft.com/office/drawing/2014/main" id="{100CFEE8-659E-437E-A6CB-0FAE198F00C2}"/>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EA485108-2186-47C0-A32A-3A36F41E2B2B}"/>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11,6</a:t>
            </a:r>
          </a:p>
        </p:txBody>
      </p:sp>
      <p:sp>
        <p:nvSpPr>
          <p:cNvPr id="11" name="text-324.4-64">
            <a:extLst>
              <a:ext uri="{FF2B5EF4-FFF2-40B4-BE49-F238E27FC236}">
                <a16:creationId xmlns:a16="http://schemas.microsoft.com/office/drawing/2014/main" id="{AC8AF875-B341-415B-904C-61AAE945348E}"/>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EA1618B7-4990-452F-84A7-9210770641F1}"/>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F8A90DA8-6C59-422C-A519-A93356282F13}"/>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5와 6을 함께 포함하려면 −100도 포함해야 한다.</a:t>
            </a:r>
          </a:p>
        </p:txBody>
      </p:sp>
    </p:spTree>
    <p:extLst>
      <p:ext uri="{BB962C8B-B14F-4D97-AF65-F5344CB8AC3E}">
        <p14:creationId xmlns:p14="http://schemas.microsoft.com/office/powerpoint/2010/main" val="462685519"/>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ext-28-64">
            <a:extLst>
              <a:ext uri="{FF2B5EF4-FFF2-40B4-BE49-F238E27FC236}">
                <a16:creationId xmlns:a16="http://schemas.microsoft.com/office/drawing/2014/main" id="{AFA6A182-E594-44EA-AD1C-7FE416FFC013}"/>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계산·추적</a:t>
            </a:r>
          </a:p>
        </p:txBody>
      </p:sp>
      <p:sp>
        <p:nvSpPr>
          <p:cNvPr id="2" name="text-28-1080">
            <a:extLst>
              <a:ext uri="{FF2B5EF4-FFF2-40B4-BE49-F238E27FC236}">
                <a16:creationId xmlns:a16="http://schemas.microsoft.com/office/drawing/2014/main" id="{76B4FAE4-A1A9-4B3E-9318-BAE5C97DFB7C}"/>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733453E9-7031-4188-99A7-E05E36934C59}"/>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50  </a:t>
            </a:r>
          </a:p>
        </p:txBody>
      </p:sp>
      <p:sp>
        <p:nvSpPr>
          <p:cNvPr id="4" name="직사각형 3">
            <a:extLst>
              <a:ext uri="{FF2B5EF4-FFF2-40B4-BE49-F238E27FC236}">
                <a16:creationId xmlns:a16="http://schemas.microsoft.com/office/drawing/2014/main" id="{A3C6C642-493A-4FCB-B6C3-0CCD0998D0EB}"/>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09CA06F9-036F-48EF-BF06-C817BE1A98BD}"/>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61F2EC34-CEF6-4E14-BE04-ED7BFF0A9DE3}"/>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A8D2F868-98FF-4E0A-9CDC-E8A4FB308804}"/>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099</a:t>
            </a:r>
            <a:endParaRPr sz="1050" b="1" i="0">
              <a:solidFill>
                <a:srgbClr val="171717"/>
              </a:solidFill>
              <a:latin typeface="Consolas"/>
              <a:ea typeface="Consolas"/>
              <a:cs typeface="Consolas"/>
            </a:endParaRPr>
          </a:p>
        </p:txBody>
      </p:sp>
      <p:sp>
        <p:nvSpPr>
          <p:cNvPr id="8" name="text-178-64">
            <a:extLst>
              <a:ext uri="{FF2B5EF4-FFF2-40B4-BE49-F238E27FC236}">
                <a16:creationId xmlns:a16="http://schemas.microsoft.com/office/drawing/2014/main" id="{2330AB72-746D-40E2-8F6F-7C92A8B28196}"/>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길이 6인 배열의 비어 있지 않은 연속 구간 개수를 구하시오.</a:t>
            </a:r>
          </a:p>
        </p:txBody>
      </p:sp>
      <p:sp>
        <p:nvSpPr>
          <p:cNvPr id="9" name="text-405-64">
            <a:extLst>
              <a:ext uri="{FF2B5EF4-FFF2-40B4-BE49-F238E27FC236}">
                <a16:creationId xmlns:a16="http://schemas.microsoft.com/office/drawing/2014/main" id="{0DE63FC7-2B52-40DD-AABC-0FFBF4641F0D}"/>
              </a:ext>
            </a:extLst>
          </p:cNvPr>
          <p:cNvSpPr>
            <a:spLocks noGrp="1"/>
          </p:cNvSpPr>
          <p:nvPr/>
        </p:nvSpPr>
        <p:spPr>
          <a:xfrm>
            <a:off x="609600" y="3857625"/>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직사각형 9">
            <a:extLst>
              <a:ext uri="{FF2B5EF4-FFF2-40B4-BE49-F238E27FC236}">
                <a16:creationId xmlns:a16="http://schemas.microsoft.com/office/drawing/2014/main" id="{2A6C5D2C-CB5D-4C99-B7CF-5B65E24664D6}"/>
              </a:ext>
            </a:extLst>
          </p:cNvPr>
          <p:cNvSpPr>
            <a:spLocks noGrp="1"/>
          </p:cNvSpPr>
          <p:nvPr/>
        </p:nvSpPr>
        <p:spPr>
          <a:xfrm>
            <a:off x="609600" y="4495800"/>
            <a:ext cx="10972800" cy="9525"/>
          </a:xfrm>
          <a:prstGeom prst="rect">
            <a:avLst/>
          </a:prstGeom>
          <a:solidFill>
            <a:srgbClr val="D4D4D4"/>
          </a:solidFill>
          <a:ln w="0">
            <a:noFill/>
          </a:ln>
        </p:spPr>
      </p:sp>
      <p:sp>
        <p:nvSpPr>
          <p:cNvPr id="11" name="직사각형 10">
            <a:extLst>
              <a:ext uri="{FF2B5EF4-FFF2-40B4-BE49-F238E27FC236}">
                <a16:creationId xmlns:a16="http://schemas.microsoft.com/office/drawing/2014/main" id="{10092165-602A-4127-B37D-9E8FC95AF010}"/>
              </a:ext>
            </a:extLst>
          </p:cNvPr>
          <p:cNvSpPr>
            <a:spLocks noGrp="1"/>
          </p:cNvSpPr>
          <p:nvPr/>
        </p:nvSpPr>
        <p:spPr>
          <a:xfrm>
            <a:off x="609600" y="5181600"/>
            <a:ext cx="10972800" cy="9525"/>
          </a:xfrm>
          <a:prstGeom prst="rect">
            <a:avLst/>
          </a:prstGeom>
          <a:solidFill>
            <a:srgbClr val="D4D4D4"/>
          </a:solidFill>
          <a:ln w="0">
            <a:noFill/>
          </a:ln>
        </p:spPr>
      </p:sp>
      <p:sp>
        <p:nvSpPr>
          <p:cNvPr id="12" name="직사각형 11">
            <a:extLst>
              <a:ext uri="{FF2B5EF4-FFF2-40B4-BE49-F238E27FC236}">
                <a16:creationId xmlns:a16="http://schemas.microsoft.com/office/drawing/2014/main" id="{C8EE22FE-3677-4CAC-9949-4BA031E7E9F6}"/>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p14:creationId xmlns:p14="http://schemas.microsoft.com/office/powerpoint/2010/main" val="462685519"/>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78AB5135-91A2-47D7-B23D-F08B9A022C8D}"/>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계산·추적</a:t>
            </a:r>
          </a:p>
        </p:txBody>
      </p:sp>
      <p:sp>
        <p:nvSpPr>
          <p:cNvPr id="2" name="text-28-1080">
            <a:extLst>
              <a:ext uri="{FF2B5EF4-FFF2-40B4-BE49-F238E27FC236}">
                <a16:creationId xmlns:a16="http://schemas.microsoft.com/office/drawing/2014/main" id="{EB75F5E7-7CB0-4776-8E95-57A4E25BDA3D}"/>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3B3CC99C-4F7B-4317-B4D0-1E216E9723A6}"/>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50  정답과 해설</a:t>
            </a:r>
          </a:p>
        </p:txBody>
      </p:sp>
      <p:sp>
        <p:nvSpPr>
          <p:cNvPr id="4" name="직사각형 3">
            <a:extLst>
              <a:ext uri="{FF2B5EF4-FFF2-40B4-BE49-F238E27FC236}">
                <a16:creationId xmlns:a16="http://schemas.microsoft.com/office/drawing/2014/main" id="{40AC2C24-92CD-4ED5-AF90-AD15B7480F43}"/>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69E2E9B4-FA0C-4ACD-B139-0EF0710678ED}"/>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7A5DD12A-6285-438A-81AA-AB602AB16514}"/>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B806B968-4CD6-4ECF-AB4F-4D04844FAB06}"/>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100</a:t>
            </a:r>
            <a:endParaRPr sz="1050" b="1" i="0">
              <a:solidFill>
                <a:srgbClr val="171717"/>
              </a:solidFill>
              <a:latin typeface="Consolas"/>
              <a:ea typeface="Consolas"/>
              <a:cs typeface="Consolas"/>
            </a:endParaRPr>
          </a:p>
        </p:txBody>
      </p:sp>
      <p:sp>
        <p:nvSpPr>
          <p:cNvPr id="8" name="text-178-64">
            <a:extLst>
              <a:ext uri="{FF2B5EF4-FFF2-40B4-BE49-F238E27FC236}">
                <a16:creationId xmlns:a16="http://schemas.microsoft.com/office/drawing/2014/main" id="{8909C7F1-6A75-4ACF-96AC-E1DC1763F718}"/>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길이 6인 배열의 비어 있지 않은 연속 구간 개수를 구하시오.</a:t>
            </a:r>
          </a:p>
        </p:txBody>
      </p:sp>
      <p:sp>
        <p:nvSpPr>
          <p:cNvPr id="9" name="직사각형 8">
            <a:extLst>
              <a:ext uri="{FF2B5EF4-FFF2-40B4-BE49-F238E27FC236}">
                <a16:creationId xmlns:a16="http://schemas.microsoft.com/office/drawing/2014/main" id="{5BF20E64-FE41-4470-AB7D-C462E5E14836}"/>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2B1C971F-3B2F-4FA3-8C11-430E7BAA30FD}"/>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21개</a:t>
            </a:r>
          </a:p>
        </p:txBody>
      </p:sp>
      <p:sp>
        <p:nvSpPr>
          <p:cNvPr id="11" name="text-324.4-64">
            <a:extLst>
              <a:ext uri="{FF2B5EF4-FFF2-40B4-BE49-F238E27FC236}">
                <a16:creationId xmlns:a16="http://schemas.microsoft.com/office/drawing/2014/main" id="{E694A23E-6308-45F5-884C-F00D9689B322}"/>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D55D90F2-7FFB-4AA2-8B23-3025B773466F}"/>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C8E6AA48-ED94-404A-AE73-38F1866F8927}"/>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길이별 6+5+4+3+2+1=n(n+1)/2이다.</a:t>
            </a:r>
          </a:p>
        </p:txBody>
      </p:sp>
    </p:spTree>
    <p:extLst>
      <p:ext uri="{BB962C8B-B14F-4D97-AF65-F5344CB8AC3E}">
        <p14:creationId xmlns:p14="http://schemas.microsoft.com/office/powerpoint/2010/main" val="462685519"/>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ext-28-64">
            <a:extLst>
              <a:ext uri="{FF2B5EF4-FFF2-40B4-BE49-F238E27FC236}">
                <a16:creationId xmlns:a16="http://schemas.microsoft.com/office/drawing/2014/main" id="{922F0CCA-540D-46D4-8055-C3365EE90BDA}"/>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계산·추적</a:t>
            </a:r>
          </a:p>
        </p:txBody>
      </p:sp>
      <p:sp>
        <p:nvSpPr>
          <p:cNvPr id="2" name="text-28-1080">
            <a:extLst>
              <a:ext uri="{FF2B5EF4-FFF2-40B4-BE49-F238E27FC236}">
                <a16:creationId xmlns:a16="http://schemas.microsoft.com/office/drawing/2014/main" id="{4D88A12E-0BBD-44C7-9EC0-98419C2C8B34}"/>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701F6A5D-3D71-4B09-92F1-25BD954625BE}"/>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51  </a:t>
            </a:r>
          </a:p>
        </p:txBody>
      </p:sp>
      <p:sp>
        <p:nvSpPr>
          <p:cNvPr id="4" name="직사각형 3">
            <a:extLst>
              <a:ext uri="{FF2B5EF4-FFF2-40B4-BE49-F238E27FC236}">
                <a16:creationId xmlns:a16="http://schemas.microsoft.com/office/drawing/2014/main" id="{74AFC73B-F2BC-456C-B947-7A0EDC8493A7}"/>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CC30F245-247F-47A1-8AC1-0411551743D0}"/>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E96BECDC-6009-4DC3-AB19-AE14F6C3F4E6}"/>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3B37CE76-3F14-4596-A7D6-C436B6DEF087}"/>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101</a:t>
            </a:r>
            <a:endParaRPr sz="1050" b="1" i="0">
              <a:solidFill>
                <a:srgbClr val="171717"/>
              </a:solidFill>
              <a:latin typeface="Consolas"/>
              <a:ea typeface="Consolas"/>
              <a:cs typeface="Consolas"/>
            </a:endParaRPr>
          </a:p>
        </p:txBody>
      </p:sp>
      <p:sp>
        <p:nvSpPr>
          <p:cNvPr id="8" name="text-178-64">
            <a:extLst>
              <a:ext uri="{FF2B5EF4-FFF2-40B4-BE49-F238E27FC236}">
                <a16:creationId xmlns:a16="http://schemas.microsoft.com/office/drawing/2014/main" id="{A3A2789C-AB00-4940-BD90-5614F05CC5F4}"/>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[2,−1,2,−1]의 전체 합, 최대 접두 합, 최대 접미 합, 최대 연속합을 쓰시오.</a:t>
            </a:r>
          </a:p>
        </p:txBody>
      </p:sp>
      <p:sp>
        <p:nvSpPr>
          <p:cNvPr id="9" name="text-405-64">
            <a:extLst>
              <a:ext uri="{FF2B5EF4-FFF2-40B4-BE49-F238E27FC236}">
                <a16:creationId xmlns:a16="http://schemas.microsoft.com/office/drawing/2014/main" id="{D19DE0B2-F016-4018-973A-4DEBF56DF88C}"/>
              </a:ext>
            </a:extLst>
          </p:cNvPr>
          <p:cNvSpPr>
            <a:spLocks noGrp="1"/>
          </p:cNvSpPr>
          <p:nvPr/>
        </p:nvSpPr>
        <p:spPr>
          <a:xfrm>
            <a:off x="609600" y="3857625"/>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직사각형 9">
            <a:extLst>
              <a:ext uri="{FF2B5EF4-FFF2-40B4-BE49-F238E27FC236}">
                <a16:creationId xmlns:a16="http://schemas.microsoft.com/office/drawing/2014/main" id="{0FD94CD0-A834-48BF-BC98-7B4A02767619}"/>
              </a:ext>
            </a:extLst>
          </p:cNvPr>
          <p:cNvSpPr>
            <a:spLocks noGrp="1"/>
          </p:cNvSpPr>
          <p:nvPr/>
        </p:nvSpPr>
        <p:spPr>
          <a:xfrm>
            <a:off x="609600" y="4495800"/>
            <a:ext cx="10972800" cy="9525"/>
          </a:xfrm>
          <a:prstGeom prst="rect">
            <a:avLst/>
          </a:prstGeom>
          <a:solidFill>
            <a:srgbClr val="D4D4D4"/>
          </a:solidFill>
          <a:ln w="0">
            <a:noFill/>
          </a:ln>
        </p:spPr>
      </p:sp>
      <p:sp>
        <p:nvSpPr>
          <p:cNvPr id="11" name="직사각형 10">
            <a:extLst>
              <a:ext uri="{FF2B5EF4-FFF2-40B4-BE49-F238E27FC236}">
                <a16:creationId xmlns:a16="http://schemas.microsoft.com/office/drawing/2014/main" id="{C5B75A95-EF15-497A-97DE-76F1B9FAC0FA}"/>
              </a:ext>
            </a:extLst>
          </p:cNvPr>
          <p:cNvSpPr>
            <a:spLocks noGrp="1"/>
          </p:cNvSpPr>
          <p:nvPr/>
        </p:nvSpPr>
        <p:spPr>
          <a:xfrm>
            <a:off x="609600" y="5181600"/>
            <a:ext cx="10972800" cy="9525"/>
          </a:xfrm>
          <a:prstGeom prst="rect">
            <a:avLst/>
          </a:prstGeom>
          <a:solidFill>
            <a:srgbClr val="D4D4D4"/>
          </a:solidFill>
          <a:ln w="0">
            <a:noFill/>
          </a:ln>
        </p:spPr>
      </p:sp>
      <p:sp>
        <p:nvSpPr>
          <p:cNvPr id="12" name="직사각형 11">
            <a:extLst>
              <a:ext uri="{FF2B5EF4-FFF2-40B4-BE49-F238E27FC236}">
                <a16:creationId xmlns:a16="http://schemas.microsoft.com/office/drawing/2014/main" id="{8FAED778-E4CC-4499-BEB4-26BCF1C54A26}"/>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p14:creationId xmlns:p14="http://schemas.microsoft.com/office/powerpoint/2010/main" val="462685519"/>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2787CB50-AAB3-4CC4-80CE-1408EE98A997}"/>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계산·추적</a:t>
            </a:r>
          </a:p>
        </p:txBody>
      </p:sp>
      <p:sp>
        <p:nvSpPr>
          <p:cNvPr id="2" name="text-28-1080">
            <a:extLst>
              <a:ext uri="{FF2B5EF4-FFF2-40B4-BE49-F238E27FC236}">
                <a16:creationId xmlns:a16="http://schemas.microsoft.com/office/drawing/2014/main" id="{B59AEC3C-8A41-4637-AEE7-C9265B2C6843}"/>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B5351313-1E0F-4282-9302-FFD0EBD58016}"/>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51  정답과 해설</a:t>
            </a:r>
          </a:p>
        </p:txBody>
      </p:sp>
      <p:sp>
        <p:nvSpPr>
          <p:cNvPr id="4" name="직사각형 3">
            <a:extLst>
              <a:ext uri="{FF2B5EF4-FFF2-40B4-BE49-F238E27FC236}">
                <a16:creationId xmlns:a16="http://schemas.microsoft.com/office/drawing/2014/main" id="{4FB4F1A1-028A-4A80-975E-62CEC09F59D2}"/>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8F920DDB-DFBC-4A4C-AB9C-02CFD7B9A9A8}"/>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AB593096-5CC3-4F75-A79E-74E8BE6E5E61}"/>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D5011BA6-90CC-4B77-89DE-ECD32B238B4C}"/>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102</a:t>
            </a:r>
            <a:endParaRPr sz="1050" b="1" i="0">
              <a:solidFill>
                <a:srgbClr val="171717"/>
              </a:solidFill>
              <a:latin typeface="Consolas"/>
              <a:ea typeface="Consolas"/>
              <a:cs typeface="Consolas"/>
            </a:endParaRPr>
          </a:p>
        </p:txBody>
      </p:sp>
      <p:sp>
        <p:nvSpPr>
          <p:cNvPr id="8" name="text-178-64">
            <a:extLst>
              <a:ext uri="{FF2B5EF4-FFF2-40B4-BE49-F238E27FC236}">
                <a16:creationId xmlns:a16="http://schemas.microsoft.com/office/drawing/2014/main" id="{9364B4A7-577A-494A-A1A3-D34BADD996AE}"/>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[2,−1,2,−1]의 전체 합, 최대 접두 합, 최대 접미 합, 최대 연속합을 쓰시오.</a:t>
            </a:r>
          </a:p>
        </p:txBody>
      </p:sp>
      <p:sp>
        <p:nvSpPr>
          <p:cNvPr id="9" name="직사각형 8">
            <a:extLst>
              <a:ext uri="{FF2B5EF4-FFF2-40B4-BE49-F238E27FC236}">
                <a16:creationId xmlns:a16="http://schemas.microsoft.com/office/drawing/2014/main" id="{2FFAC438-73AE-4A0B-9416-76DE6B3465FA}"/>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D8711BD4-5AF0-4A55-A479-59B9F36F5B6E}"/>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2,3,2,3</a:t>
            </a:r>
          </a:p>
        </p:txBody>
      </p:sp>
      <p:sp>
        <p:nvSpPr>
          <p:cNvPr id="11" name="text-324.4-64">
            <a:extLst>
              <a:ext uri="{FF2B5EF4-FFF2-40B4-BE49-F238E27FC236}">
                <a16:creationId xmlns:a16="http://schemas.microsoft.com/office/drawing/2014/main" id="{773A204C-0565-4FD4-A88B-7A4E9779247B}"/>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4769A145-5AF3-4FF5-9F0D-19A6CE17C3E9}"/>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AEC64A8C-6BFA-4328-B12A-A7EEF1CB468D}"/>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접두 최대는 처음 3개, 접미 최대는 전체, 연속 최대는 인덱스 0~2이다.</a:t>
            </a:r>
          </a:p>
        </p:txBody>
      </p:sp>
    </p:spTree>
    <p:extLst>
      <p:ext uri="{BB962C8B-B14F-4D97-AF65-F5344CB8AC3E}">
        <p14:creationId xmlns:p14="http://schemas.microsoft.com/office/powerpoint/2010/main" val="462685519"/>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ext-28-64">
            <a:extLst>
              <a:ext uri="{FF2B5EF4-FFF2-40B4-BE49-F238E27FC236}">
                <a16:creationId xmlns:a16="http://schemas.microsoft.com/office/drawing/2014/main" id="{19101861-4823-41F2-8694-EF57C87139AF}"/>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계산·추적</a:t>
            </a:r>
          </a:p>
        </p:txBody>
      </p:sp>
      <p:sp>
        <p:nvSpPr>
          <p:cNvPr id="2" name="text-28-1080">
            <a:extLst>
              <a:ext uri="{FF2B5EF4-FFF2-40B4-BE49-F238E27FC236}">
                <a16:creationId xmlns:a16="http://schemas.microsoft.com/office/drawing/2014/main" id="{95B1EEC7-6B60-4DFE-9D4B-90C2587C3B50}"/>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D2E774FE-BB92-4744-9816-A0CE69288B48}"/>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52  </a:t>
            </a:r>
          </a:p>
        </p:txBody>
      </p:sp>
      <p:sp>
        <p:nvSpPr>
          <p:cNvPr id="4" name="직사각형 3">
            <a:extLst>
              <a:ext uri="{FF2B5EF4-FFF2-40B4-BE49-F238E27FC236}">
                <a16:creationId xmlns:a16="http://schemas.microsoft.com/office/drawing/2014/main" id="{BD9D4013-3E83-4217-BC94-56FD1115B974}"/>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7D39EC7B-7F0D-46BF-9365-3E1397D151DE}"/>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35948E15-D816-477E-8E1B-A91444DB6E17}"/>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2F1B4DB3-067D-4001-B635-3E5ED0319B5E}"/>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103</a:t>
            </a:r>
            <a:endParaRPr sz="1050" b="1" i="0">
              <a:solidFill>
                <a:srgbClr val="171717"/>
              </a:solidFill>
              <a:latin typeface="Consolas"/>
              <a:ea typeface="Consolas"/>
              <a:cs typeface="Consolas"/>
            </a:endParaRPr>
          </a:p>
        </p:txBody>
      </p:sp>
      <p:sp>
        <p:nvSpPr>
          <p:cNvPr id="8" name="text-178-64">
            <a:extLst>
              <a:ext uri="{FF2B5EF4-FFF2-40B4-BE49-F238E27FC236}">
                <a16:creationId xmlns:a16="http://schemas.microsoft.com/office/drawing/2014/main" id="{B2121A58-4171-4283-9F49-F5D507932E83}"/>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점 A(0,0),B(3,4),C(3,0),D(10,10)의 최근접 쌍과 제곱거리를 쓰시오.</a:t>
            </a:r>
          </a:p>
        </p:txBody>
      </p:sp>
      <p:sp>
        <p:nvSpPr>
          <p:cNvPr id="9" name="text-405-64">
            <a:extLst>
              <a:ext uri="{FF2B5EF4-FFF2-40B4-BE49-F238E27FC236}">
                <a16:creationId xmlns:a16="http://schemas.microsoft.com/office/drawing/2014/main" id="{B12EDB31-67F4-404B-99C2-2C4373DA835D}"/>
              </a:ext>
            </a:extLst>
          </p:cNvPr>
          <p:cNvSpPr>
            <a:spLocks noGrp="1"/>
          </p:cNvSpPr>
          <p:nvPr/>
        </p:nvSpPr>
        <p:spPr>
          <a:xfrm>
            <a:off x="609600" y="3857625"/>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직사각형 9">
            <a:extLst>
              <a:ext uri="{FF2B5EF4-FFF2-40B4-BE49-F238E27FC236}">
                <a16:creationId xmlns:a16="http://schemas.microsoft.com/office/drawing/2014/main" id="{82B2EC3F-0ECE-4187-9C02-73F44E7762E0}"/>
              </a:ext>
            </a:extLst>
          </p:cNvPr>
          <p:cNvSpPr>
            <a:spLocks noGrp="1"/>
          </p:cNvSpPr>
          <p:nvPr/>
        </p:nvSpPr>
        <p:spPr>
          <a:xfrm>
            <a:off x="609600" y="4495800"/>
            <a:ext cx="10972800" cy="9525"/>
          </a:xfrm>
          <a:prstGeom prst="rect">
            <a:avLst/>
          </a:prstGeom>
          <a:solidFill>
            <a:srgbClr val="D4D4D4"/>
          </a:solidFill>
          <a:ln w="0">
            <a:noFill/>
          </a:ln>
        </p:spPr>
      </p:sp>
      <p:sp>
        <p:nvSpPr>
          <p:cNvPr id="11" name="직사각형 10">
            <a:extLst>
              <a:ext uri="{FF2B5EF4-FFF2-40B4-BE49-F238E27FC236}">
                <a16:creationId xmlns:a16="http://schemas.microsoft.com/office/drawing/2014/main" id="{807718A9-05DD-4A63-93CD-69E4B2A2B083}"/>
              </a:ext>
            </a:extLst>
          </p:cNvPr>
          <p:cNvSpPr>
            <a:spLocks noGrp="1"/>
          </p:cNvSpPr>
          <p:nvPr/>
        </p:nvSpPr>
        <p:spPr>
          <a:xfrm>
            <a:off x="609600" y="5181600"/>
            <a:ext cx="10972800" cy="9525"/>
          </a:xfrm>
          <a:prstGeom prst="rect">
            <a:avLst/>
          </a:prstGeom>
          <a:solidFill>
            <a:srgbClr val="D4D4D4"/>
          </a:solidFill>
          <a:ln w="0">
            <a:noFill/>
          </a:ln>
        </p:spPr>
      </p:sp>
      <p:sp>
        <p:nvSpPr>
          <p:cNvPr id="12" name="직사각형 11">
            <a:extLst>
              <a:ext uri="{FF2B5EF4-FFF2-40B4-BE49-F238E27FC236}">
                <a16:creationId xmlns:a16="http://schemas.microsoft.com/office/drawing/2014/main" id="{154D0F73-844A-4E22-AE25-F7A1E2D67DFD}"/>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p14:creationId xmlns:p14="http://schemas.microsoft.com/office/powerpoint/2010/main" val="462685519"/>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D5A6355C-C8DA-46A4-A412-84F06E7CBCD6}"/>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계산·추적</a:t>
            </a:r>
          </a:p>
        </p:txBody>
      </p:sp>
      <p:sp>
        <p:nvSpPr>
          <p:cNvPr id="2" name="text-28-1080">
            <a:extLst>
              <a:ext uri="{FF2B5EF4-FFF2-40B4-BE49-F238E27FC236}">
                <a16:creationId xmlns:a16="http://schemas.microsoft.com/office/drawing/2014/main" id="{DDB72767-231A-40CC-8960-75BC251EA9B6}"/>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78ED2643-6A5F-4425-85F9-999BB9A55923}"/>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52  정답과 해설</a:t>
            </a:r>
          </a:p>
        </p:txBody>
      </p:sp>
      <p:sp>
        <p:nvSpPr>
          <p:cNvPr id="4" name="직사각형 3">
            <a:extLst>
              <a:ext uri="{FF2B5EF4-FFF2-40B4-BE49-F238E27FC236}">
                <a16:creationId xmlns:a16="http://schemas.microsoft.com/office/drawing/2014/main" id="{806B38D9-4058-4AD7-B97A-A112E96F5DB1}"/>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2EBF8E38-232E-4AF1-AAD5-DA7D32B3E770}"/>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5A6C5409-A053-41FE-81CC-31699F9CA1EB}"/>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5BAB38F6-EE4D-4289-A13A-66F5E9176BE5}"/>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104</a:t>
            </a:r>
            <a:endParaRPr sz="1050" b="1" i="0">
              <a:solidFill>
                <a:srgbClr val="171717"/>
              </a:solidFill>
              <a:latin typeface="Consolas"/>
              <a:ea typeface="Consolas"/>
              <a:cs typeface="Consolas"/>
            </a:endParaRPr>
          </a:p>
        </p:txBody>
      </p:sp>
      <p:sp>
        <p:nvSpPr>
          <p:cNvPr id="8" name="text-178-64">
            <a:extLst>
              <a:ext uri="{FF2B5EF4-FFF2-40B4-BE49-F238E27FC236}">
                <a16:creationId xmlns:a16="http://schemas.microsoft.com/office/drawing/2014/main" id="{2F1A85C3-E4DA-43F1-BE48-014836E77347}"/>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점 A(0,0),B(3,4),C(3,0),D(10,10)의 최근접 쌍과 제곱거리를 쓰시오.</a:t>
            </a:r>
          </a:p>
        </p:txBody>
      </p:sp>
      <p:sp>
        <p:nvSpPr>
          <p:cNvPr id="9" name="직사각형 8">
            <a:extLst>
              <a:ext uri="{FF2B5EF4-FFF2-40B4-BE49-F238E27FC236}">
                <a16:creationId xmlns:a16="http://schemas.microsoft.com/office/drawing/2014/main" id="{3D93A653-992D-4B25-8C98-4EE10A2208F8}"/>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697529A1-DD50-4590-80E0-4CBF453B8524}"/>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A–C,9</a:t>
            </a:r>
          </a:p>
        </p:txBody>
      </p:sp>
      <p:sp>
        <p:nvSpPr>
          <p:cNvPr id="11" name="text-324.4-64">
            <a:extLst>
              <a:ext uri="{FF2B5EF4-FFF2-40B4-BE49-F238E27FC236}">
                <a16:creationId xmlns:a16="http://schemas.microsoft.com/office/drawing/2014/main" id="{58750935-675A-42D2-991E-474AB0893AF3}"/>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7F3027F4-FFB6-4458-B218-B550CFE852DE}"/>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8778D848-9CEB-4DCD-B429-16DF1E86E74A}"/>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A–C는 3, B–C는 4이고 다른 쌍들은 더 멀다.</a:t>
            </a:r>
          </a:p>
        </p:txBody>
      </p:sp>
    </p:spTree>
    <p:extLst>
      <p:ext uri="{BB962C8B-B14F-4D97-AF65-F5344CB8AC3E}">
        <p14:creationId xmlns:p14="http://schemas.microsoft.com/office/powerpoint/2010/main" val="462685519"/>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ext-28-64">
            <a:extLst>
              <a:ext uri="{FF2B5EF4-FFF2-40B4-BE49-F238E27FC236}">
                <a16:creationId xmlns:a16="http://schemas.microsoft.com/office/drawing/2014/main" id="{EE85B357-7EE9-40BF-A434-41458AEC0015}"/>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계산·추적</a:t>
            </a:r>
          </a:p>
        </p:txBody>
      </p:sp>
      <p:sp>
        <p:nvSpPr>
          <p:cNvPr id="2" name="text-28-1080">
            <a:extLst>
              <a:ext uri="{FF2B5EF4-FFF2-40B4-BE49-F238E27FC236}">
                <a16:creationId xmlns:a16="http://schemas.microsoft.com/office/drawing/2014/main" id="{BCE14F1F-6197-438F-8BE5-25D23E4ACBD6}"/>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BAC6570E-D49D-42BD-BA61-94FDFACF2B89}"/>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53  </a:t>
            </a:r>
          </a:p>
        </p:txBody>
      </p:sp>
      <p:sp>
        <p:nvSpPr>
          <p:cNvPr id="4" name="직사각형 3">
            <a:extLst>
              <a:ext uri="{FF2B5EF4-FFF2-40B4-BE49-F238E27FC236}">
                <a16:creationId xmlns:a16="http://schemas.microsoft.com/office/drawing/2014/main" id="{09D4F8EE-5080-4A19-B58C-7F17EA4AD912}"/>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9813A574-ED28-4341-9F04-88536FA30076}"/>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184B761F-2615-4D24-B121-5753367BF9A8}"/>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80699779-A825-40BF-B189-3F3ABA306D03}"/>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105</a:t>
            </a:r>
            <a:endParaRPr sz="1050" b="1" i="0">
              <a:solidFill>
                <a:srgbClr val="171717"/>
              </a:solidFill>
              <a:latin typeface="Consolas"/>
              <a:ea typeface="Consolas"/>
              <a:cs typeface="Consolas"/>
            </a:endParaRPr>
          </a:p>
        </p:txBody>
      </p:sp>
      <p:sp>
        <p:nvSpPr>
          <p:cNvPr id="8" name="text-178-64">
            <a:extLst>
              <a:ext uri="{FF2B5EF4-FFF2-40B4-BE49-F238E27FC236}">
                <a16:creationId xmlns:a16="http://schemas.microsoft.com/office/drawing/2014/main" id="{74F249B1-1BBB-4581-85EA-96483CF84E56}"/>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점 (−2,1)과 (1,5)의 제곱거리와 거리를 쓰시오.</a:t>
            </a:r>
          </a:p>
        </p:txBody>
      </p:sp>
      <p:sp>
        <p:nvSpPr>
          <p:cNvPr id="9" name="text-405-64">
            <a:extLst>
              <a:ext uri="{FF2B5EF4-FFF2-40B4-BE49-F238E27FC236}">
                <a16:creationId xmlns:a16="http://schemas.microsoft.com/office/drawing/2014/main" id="{E42F12F5-3F26-49EB-AC1A-CB07A899D417}"/>
              </a:ext>
            </a:extLst>
          </p:cNvPr>
          <p:cNvSpPr>
            <a:spLocks noGrp="1"/>
          </p:cNvSpPr>
          <p:nvPr/>
        </p:nvSpPr>
        <p:spPr>
          <a:xfrm>
            <a:off x="609600" y="3857625"/>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직사각형 9">
            <a:extLst>
              <a:ext uri="{FF2B5EF4-FFF2-40B4-BE49-F238E27FC236}">
                <a16:creationId xmlns:a16="http://schemas.microsoft.com/office/drawing/2014/main" id="{DB9CDF41-E18A-4C90-9E19-97AC8C093128}"/>
              </a:ext>
            </a:extLst>
          </p:cNvPr>
          <p:cNvSpPr>
            <a:spLocks noGrp="1"/>
          </p:cNvSpPr>
          <p:nvPr/>
        </p:nvSpPr>
        <p:spPr>
          <a:xfrm>
            <a:off x="609600" y="4495800"/>
            <a:ext cx="10972800" cy="9525"/>
          </a:xfrm>
          <a:prstGeom prst="rect">
            <a:avLst/>
          </a:prstGeom>
          <a:solidFill>
            <a:srgbClr val="D4D4D4"/>
          </a:solidFill>
          <a:ln w="0">
            <a:noFill/>
          </a:ln>
        </p:spPr>
      </p:sp>
      <p:sp>
        <p:nvSpPr>
          <p:cNvPr id="11" name="직사각형 10">
            <a:extLst>
              <a:ext uri="{FF2B5EF4-FFF2-40B4-BE49-F238E27FC236}">
                <a16:creationId xmlns:a16="http://schemas.microsoft.com/office/drawing/2014/main" id="{2E715DBB-2C9B-4A54-98B6-617753AE2D64}"/>
              </a:ext>
            </a:extLst>
          </p:cNvPr>
          <p:cNvSpPr>
            <a:spLocks noGrp="1"/>
          </p:cNvSpPr>
          <p:nvPr/>
        </p:nvSpPr>
        <p:spPr>
          <a:xfrm>
            <a:off x="609600" y="5181600"/>
            <a:ext cx="10972800" cy="9525"/>
          </a:xfrm>
          <a:prstGeom prst="rect">
            <a:avLst/>
          </a:prstGeom>
          <a:solidFill>
            <a:srgbClr val="D4D4D4"/>
          </a:solidFill>
          <a:ln w="0">
            <a:noFill/>
          </a:ln>
        </p:spPr>
      </p:sp>
      <p:sp>
        <p:nvSpPr>
          <p:cNvPr id="12" name="직사각형 11">
            <a:extLst>
              <a:ext uri="{FF2B5EF4-FFF2-40B4-BE49-F238E27FC236}">
                <a16:creationId xmlns:a16="http://schemas.microsoft.com/office/drawing/2014/main" id="{7C63E414-3381-4492-850A-DBE4082E9612}"/>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p14:creationId xmlns:p14="http://schemas.microsoft.com/office/powerpoint/2010/main" val="462685519"/>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101E19AC-A364-4FDB-A8D9-9FE78ECD137A}"/>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계산·추적</a:t>
            </a:r>
          </a:p>
        </p:txBody>
      </p:sp>
      <p:sp>
        <p:nvSpPr>
          <p:cNvPr id="2" name="text-28-1080">
            <a:extLst>
              <a:ext uri="{FF2B5EF4-FFF2-40B4-BE49-F238E27FC236}">
                <a16:creationId xmlns:a16="http://schemas.microsoft.com/office/drawing/2014/main" id="{F3CC0434-E054-4CDE-802F-CA333BD43543}"/>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A3ADBF99-9BA0-4910-BDD6-D96EAEFDB6B1}"/>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53  정답과 해설</a:t>
            </a:r>
          </a:p>
        </p:txBody>
      </p:sp>
      <p:sp>
        <p:nvSpPr>
          <p:cNvPr id="4" name="직사각형 3">
            <a:extLst>
              <a:ext uri="{FF2B5EF4-FFF2-40B4-BE49-F238E27FC236}">
                <a16:creationId xmlns:a16="http://schemas.microsoft.com/office/drawing/2014/main" id="{D4B72548-E3FC-4A33-BB89-BB1BF262AFED}"/>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2B12CF00-20A6-434B-B475-BA45BDA1BB81}"/>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28AF1F89-1B50-4C60-86C3-0A9A4CB1D0B6}"/>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3DADD3AD-7016-4FAF-A1E0-2903F1B35448}"/>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106</a:t>
            </a:r>
            <a:endParaRPr sz="1050" b="1" i="0">
              <a:solidFill>
                <a:srgbClr val="171717"/>
              </a:solidFill>
              <a:latin typeface="Consolas"/>
              <a:ea typeface="Consolas"/>
              <a:cs typeface="Consolas"/>
            </a:endParaRPr>
          </a:p>
        </p:txBody>
      </p:sp>
      <p:sp>
        <p:nvSpPr>
          <p:cNvPr id="8" name="text-178-64">
            <a:extLst>
              <a:ext uri="{FF2B5EF4-FFF2-40B4-BE49-F238E27FC236}">
                <a16:creationId xmlns:a16="http://schemas.microsoft.com/office/drawing/2014/main" id="{811E6027-CE7E-4CF5-8B03-14312B5B7EC9}"/>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점 (−2,1)과 (1,5)의 제곱거리와 거리를 쓰시오.</a:t>
            </a:r>
          </a:p>
        </p:txBody>
      </p:sp>
      <p:sp>
        <p:nvSpPr>
          <p:cNvPr id="9" name="직사각형 8">
            <a:extLst>
              <a:ext uri="{FF2B5EF4-FFF2-40B4-BE49-F238E27FC236}">
                <a16:creationId xmlns:a16="http://schemas.microsoft.com/office/drawing/2014/main" id="{1D4A6F97-7A39-44A6-86DA-F634F80D9B75}"/>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A83C7E89-E458-4DFD-BC05-5D44D5D582C5}"/>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25,5</a:t>
            </a:r>
          </a:p>
        </p:txBody>
      </p:sp>
      <p:sp>
        <p:nvSpPr>
          <p:cNvPr id="11" name="text-324.4-64">
            <a:extLst>
              <a:ext uri="{FF2B5EF4-FFF2-40B4-BE49-F238E27FC236}">
                <a16:creationId xmlns:a16="http://schemas.microsoft.com/office/drawing/2014/main" id="{D4CB600C-D1A1-42A8-B48F-70F6E7DC01F3}"/>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324764D4-2C37-41DF-A524-937E564B8B49}"/>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BA37926E-E987-4541-AF4A-454952D26281}"/>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좌표 차가 3과 4이므로 3²+4²=25이다.</a:t>
            </a:r>
          </a:p>
        </p:txBody>
      </p:sp>
    </p:spTree>
    <p:extLst>
      <p:ext uri="{BB962C8B-B14F-4D97-AF65-F5344CB8AC3E}">
        <p14:creationId xmlns:p14="http://schemas.microsoft.com/office/powerpoint/2010/main" val="462685519"/>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ext-28-64">
            <a:extLst>
              <a:ext uri="{FF2B5EF4-FFF2-40B4-BE49-F238E27FC236}">
                <a16:creationId xmlns:a16="http://schemas.microsoft.com/office/drawing/2014/main" id="{8C29865F-26C5-4B66-9475-2EA2DB9DA6BB}"/>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계산·추적</a:t>
            </a:r>
          </a:p>
        </p:txBody>
      </p:sp>
      <p:sp>
        <p:nvSpPr>
          <p:cNvPr id="2" name="text-28-1080">
            <a:extLst>
              <a:ext uri="{FF2B5EF4-FFF2-40B4-BE49-F238E27FC236}">
                <a16:creationId xmlns:a16="http://schemas.microsoft.com/office/drawing/2014/main" id="{D8C2EA47-82CC-4C91-BBF4-403FBB911C03}"/>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6E1F251F-5786-4133-9853-0BB75AD94141}"/>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54  </a:t>
            </a:r>
          </a:p>
        </p:txBody>
      </p:sp>
      <p:sp>
        <p:nvSpPr>
          <p:cNvPr id="4" name="직사각형 3">
            <a:extLst>
              <a:ext uri="{FF2B5EF4-FFF2-40B4-BE49-F238E27FC236}">
                <a16:creationId xmlns:a16="http://schemas.microsoft.com/office/drawing/2014/main" id="{0F21C7CD-C0C7-4F2D-8C62-0237A41091EE}"/>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0B9B2305-09E5-4C9F-A033-5D7D4432FE40}"/>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EC4D920E-F318-4426-A8D1-3859E616959A}"/>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028E3DF5-8BD4-4E83-9F4E-BC974642A5EA}"/>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107</a:t>
            </a:r>
            <a:endParaRPr sz="1050" b="1" i="0">
              <a:solidFill>
                <a:srgbClr val="171717"/>
              </a:solidFill>
              <a:latin typeface="Consolas"/>
              <a:ea typeface="Consolas"/>
              <a:cs typeface="Consolas"/>
            </a:endParaRPr>
          </a:p>
        </p:txBody>
      </p:sp>
      <p:sp>
        <p:nvSpPr>
          <p:cNvPr id="8" name="text-178-64">
            <a:extLst>
              <a:ext uri="{FF2B5EF4-FFF2-40B4-BE49-F238E27FC236}">
                <a16:creationId xmlns:a16="http://schemas.microsoft.com/office/drawing/2014/main" id="{FA5ABB25-1D74-4ACA-9CC1-03F466937DC6}"/>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dL=6,dR=4인 최근접 쌍 분할에서 d와 분할선 x=10 주변의 개선 후보 조건을 쓰시오.</a:t>
            </a:r>
          </a:p>
        </p:txBody>
      </p:sp>
      <p:sp>
        <p:nvSpPr>
          <p:cNvPr id="9" name="text-405-64">
            <a:extLst>
              <a:ext uri="{FF2B5EF4-FFF2-40B4-BE49-F238E27FC236}">
                <a16:creationId xmlns:a16="http://schemas.microsoft.com/office/drawing/2014/main" id="{45AAD08B-2F61-4064-B0E5-0AB1E9FF2B79}"/>
              </a:ext>
            </a:extLst>
          </p:cNvPr>
          <p:cNvSpPr>
            <a:spLocks noGrp="1"/>
          </p:cNvSpPr>
          <p:nvPr/>
        </p:nvSpPr>
        <p:spPr>
          <a:xfrm>
            <a:off x="609600" y="3857625"/>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직사각형 9">
            <a:extLst>
              <a:ext uri="{FF2B5EF4-FFF2-40B4-BE49-F238E27FC236}">
                <a16:creationId xmlns:a16="http://schemas.microsoft.com/office/drawing/2014/main" id="{BCC1FC50-2693-4E51-A48F-97CD5638A683}"/>
              </a:ext>
            </a:extLst>
          </p:cNvPr>
          <p:cNvSpPr>
            <a:spLocks noGrp="1"/>
          </p:cNvSpPr>
          <p:nvPr/>
        </p:nvSpPr>
        <p:spPr>
          <a:xfrm>
            <a:off x="609600" y="4495800"/>
            <a:ext cx="10972800" cy="9525"/>
          </a:xfrm>
          <a:prstGeom prst="rect">
            <a:avLst/>
          </a:prstGeom>
          <a:solidFill>
            <a:srgbClr val="D4D4D4"/>
          </a:solidFill>
          <a:ln w="0">
            <a:noFill/>
          </a:ln>
        </p:spPr>
      </p:sp>
      <p:sp>
        <p:nvSpPr>
          <p:cNvPr id="11" name="직사각형 10">
            <a:extLst>
              <a:ext uri="{FF2B5EF4-FFF2-40B4-BE49-F238E27FC236}">
                <a16:creationId xmlns:a16="http://schemas.microsoft.com/office/drawing/2014/main" id="{373BDD6D-ED01-4BA6-BE49-377F85B9EC52}"/>
              </a:ext>
            </a:extLst>
          </p:cNvPr>
          <p:cNvSpPr>
            <a:spLocks noGrp="1"/>
          </p:cNvSpPr>
          <p:nvPr/>
        </p:nvSpPr>
        <p:spPr>
          <a:xfrm>
            <a:off x="609600" y="5181600"/>
            <a:ext cx="10972800" cy="9525"/>
          </a:xfrm>
          <a:prstGeom prst="rect">
            <a:avLst/>
          </a:prstGeom>
          <a:solidFill>
            <a:srgbClr val="D4D4D4"/>
          </a:solidFill>
          <a:ln w="0">
            <a:noFill/>
          </a:ln>
        </p:spPr>
      </p:sp>
      <p:sp>
        <p:nvSpPr>
          <p:cNvPr id="12" name="직사각형 11">
            <a:extLst>
              <a:ext uri="{FF2B5EF4-FFF2-40B4-BE49-F238E27FC236}">
                <a16:creationId xmlns:a16="http://schemas.microsoft.com/office/drawing/2014/main" id="{62BDDB73-904C-4367-AB21-2E09C5064905}"/>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p14:creationId xmlns:p14="http://schemas.microsoft.com/office/powerpoint/2010/main" val="462685519"/>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C961E715-5708-42A1-AF76-2E3CDE200A76}"/>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계산·추적</a:t>
            </a:r>
          </a:p>
        </p:txBody>
      </p:sp>
      <p:sp>
        <p:nvSpPr>
          <p:cNvPr id="2" name="text-28-1080">
            <a:extLst>
              <a:ext uri="{FF2B5EF4-FFF2-40B4-BE49-F238E27FC236}">
                <a16:creationId xmlns:a16="http://schemas.microsoft.com/office/drawing/2014/main" id="{7956A78F-B01C-4F17-883A-43FF52652DC2}"/>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639436FF-91BE-4D6F-A68A-2334146240C5}"/>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54  정답과 해설</a:t>
            </a:r>
          </a:p>
        </p:txBody>
      </p:sp>
      <p:sp>
        <p:nvSpPr>
          <p:cNvPr id="4" name="직사각형 3">
            <a:extLst>
              <a:ext uri="{FF2B5EF4-FFF2-40B4-BE49-F238E27FC236}">
                <a16:creationId xmlns:a16="http://schemas.microsoft.com/office/drawing/2014/main" id="{3419D93D-81DA-4736-8C96-265153552D18}"/>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11135D0C-0A62-45FC-930D-FCFFDA0CBFBE}"/>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66F4997E-4845-4652-828D-5920029CD328}"/>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FD2ABE2D-68FC-4648-9BE5-13B0E8D2C80F}"/>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108</a:t>
            </a:r>
            <a:endParaRPr sz="1050" b="1" i="0">
              <a:solidFill>
                <a:srgbClr val="171717"/>
              </a:solidFill>
              <a:latin typeface="Consolas"/>
              <a:ea typeface="Consolas"/>
              <a:cs typeface="Consolas"/>
            </a:endParaRPr>
          </a:p>
        </p:txBody>
      </p:sp>
      <p:sp>
        <p:nvSpPr>
          <p:cNvPr id="8" name="text-178-64">
            <a:extLst>
              <a:ext uri="{FF2B5EF4-FFF2-40B4-BE49-F238E27FC236}">
                <a16:creationId xmlns:a16="http://schemas.microsoft.com/office/drawing/2014/main" id="{7A2D41F4-6E3A-48DA-8ECF-011B6C328B01}"/>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dL=6,dR=4인 최근접 쌍 분할에서 d와 분할선 x=10 주변의 개선 후보 조건을 쓰시오.</a:t>
            </a:r>
          </a:p>
        </p:txBody>
      </p:sp>
      <p:sp>
        <p:nvSpPr>
          <p:cNvPr id="9" name="직사각형 8">
            <a:extLst>
              <a:ext uri="{FF2B5EF4-FFF2-40B4-BE49-F238E27FC236}">
                <a16:creationId xmlns:a16="http://schemas.microsoft.com/office/drawing/2014/main" id="{EC62F679-D993-4677-A4DF-0B7CF70BF726}"/>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1DBCA725-AFDD-47CB-8A63-DEDAAFB15409}"/>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d=4, 6&lt;x&lt;14</a:t>
            </a:r>
          </a:p>
        </p:txBody>
      </p:sp>
      <p:sp>
        <p:nvSpPr>
          <p:cNvPr id="11" name="text-324.4-64">
            <a:extLst>
              <a:ext uri="{FF2B5EF4-FFF2-40B4-BE49-F238E27FC236}">
                <a16:creationId xmlns:a16="http://schemas.microsoft.com/office/drawing/2014/main" id="{E840989F-C9E2-4CE9-AD4E-25ABEC7F3C80}"/>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C22F928E-6EBF-48C2-AA96-C75B3DF85D55}"/>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E02F254C-C007-41EC-9EA8-A9A1E8DDAB66}"/>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기존 거리 4보다 엄격히 작은 쌍만 찾으려면 수평 거리도 4보다 작아야 한다.</a:t>
            </a:r>
          </a:p>
        </p:txBody>
      </p:sp>
    </p:spTree>
    <p:extLst>
      <p:ext uri="{BB962C8B-B14F-4D97-AF65-F5344CB8AC3E}">
        <p14:creationId xmlns:p14="http://schemas.microsoft.com/office/powerpoint/2010/main" val="462685519"/>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ext-28-64">
            <a:extLst>
              <a:ext uri="{FF2B5EF4-FFF2-40B4-BE49-F238E27FC236}">
                <a16:creationId xmlns:a16="http://schemas.microsoft.com/office/drawing/2014/main" id="{1F31FF4F-BEEB-4431-88F1-AA817CF790AB}"/>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계산·추적</a:t>
            </a:r>
          </a:p>
        </p:txBody>
      </p:sp>
      <p:sp>
        <p:nvSpPr>
          <p:cNvPr id="2" name="text-28-1080">
            <a:extLst>
              <a:ext uri="{FF2B5EF4-FFF2-40B4-BE49-F238E27FC236}">
                <a16:creationId xmlns:a16="http://schemas.microsoft.com/office/drawing/2014/main" id="{28B890E2-3D69-414B-A304-85EAA5EB1ADB}"/>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E9F864C2-E655-4D0E-9087-793F761A1819}"/>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55  </a:t>
            </a:r>
          </a:p>
        </p:txBody>
      </p:sp>
      <p:sp>
        <p:nvSpPr>
          <p:cNvPr id="4" name="직사각형 3">
            <a:extLst>
              <a:ext uri="{FF2B5EF4-FFF2-40B4-BE49-F238E27FC236}">
                <a16:creationId xmlns:a16="http://schemas.microsoft.com/office/drawing/2014/main" id="{96AE62BD-99CD-425F-9819-40C265535C1F}"/>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8FE8A04E-29CF-405C-9BC1-078124EBC2B0}"/>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6D9F8343-FE9A-4A64-907E-7DAD512C6F6F}"/>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28B63BD2-D366-41EF-BDA9-710E93C43E00}"/>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109</a:t>
            </a:r>
            <a:endParaRPr sz="1050" b="1" i="0">
              <a:solidFill>
                <a:srgbClr val="171717"/>
              </a:solidFill>
              <a:latin typeface="Consolas"/>
              <a:ea typeface="Consolas"/>
              <a:cs typeface="Consolas"/>
            </a:endParaRPr>
          </a:p>
        </p:txBody>
      </p:sp>
      <p:sp>
        <p:nvSpPr>
          <p:cNvPr id="8" name="text-178-64">
            <a:extLst>
              <a:ext uri="{FF2B5EF4-FFF2-40B4-BE49-F238E27FC236}">
                <a16:creationId xmlns:a16="http://schemas.microsoft.com/office/drawing/2014/main" id="{F958C058-0077-4B42-AC73-99891EE0EAA6}"/>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점 12개의 모든 순서 없는 쌍을 비교한다. 거리 계산 횟수는?</a:t>
            </a:r>
          </a:p>
        </p:txBody>
      </p:sp>
      <p:sp>
        <p:nvSpPr>
          <p:cNvPr id="9" name="text-405-64">
            <a:extLst>
              <a:ext uri="{FF2B5EF4-FFF2-40B4-BE49-F238E27FC236}">
                <a16:creationId xmlns:a16="http://schemas.microsoft.com/office/drawing/2014/main" id="{B40DC02D-EC78-49CF-8062-6039E833BAED}"/>
              </a:ext>
            </a:extLst>
          </p:cNvPr>
          <p:cNvSpPr>
            <a:spLocks noGrp="1"/>
          </p:cNvSpPr>
          <p:nvPr/>
        </p:nvSpPr>
        <p:spPr>
          <a:xfrm>
            <a:off x="609600" y="3857625"/>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직사각형 9">
            <a:extLst>
              <a:ext uri="{FF2B5EF4-FFF2-40B4-BE49-F238E27FC236}">
                <a16:creationId xmlns:a16="http://schemas.microsoft.com/office/drawing/2014/main" id="{01DDD7FD-3874-4F36-950E-9394FA8832D7}"/>
              </a:ext>
            </a:extLst>
          </p:cNvPr>
          <p:cNvSpPr>
            <a:spLocks noGrp="1"/>
          </p:cNvSpPr>
          <p:nvPr/>
        </p:nvSpPr>
        <p:spPr>
          <a:xfrm>
            <a:off x="609600" y="4495800"/>
            <a:ext cx="10972800" cy="9525"/>
          </a:xfrm>
          <a:prstGeom prst="rect">
            <a:avLst/>
          </a:prstGeom>
          <a:solidFill>
            <a:srgbClr val="D4D4D4"/>
          </a:solidFill>
          <a:ln w="0">
            <a:noFill/>
          </a:ln>
        </p:spPr>
      </p:sp>
      <p:sp>
        <p:nvSpPr>
          <p:cNvPr id="11" name="직사각형 10">
            <a:extLst>
              <a:ext uri="{FF2B5EF4-FFF2-40B4-BE49-F238E27FC236}">
                <a16:creationId xmlns:a16="http://schemas.microsoft.com/office/drawing/2014/main" id="{B65B6438-845B-4C7B-B1F3-2AC1F301E8F1}"/>
              </a:ext>
            </a:extLst>
          </p:cNvPr>
          <p:cNvSpPr>
            <a:spLocks noGrp="1"/>
          </p:cNvSpPr>
          <p:nvPr/>
        </p:nvSpPr>
        <p:spPr>
          <a:xfrm>
            <a:off x="609600" y="5181600"/>
            <a:ext cx="10972800" cy="9525"/>
          </a:xfrm>
          <a:prstGeom prst="rect">
            <a:avLst/>
          </a:prstGeom>
          <a:solidFill>
            <a:srgbClr val="D4D4D4"/>
          </a:solidFill>
          <a:ln w="0">
            <a:noFill/>
          </a:ln>
        </p:spPr>
      </p:sp>
      <p:sp>
        <p:nvSpPr>
          <p:cNvPr id="12" name="직사각형 11">
            <a:extLst>
              <a:ext uri="{FF2B5EF4-FFF2-40B4-BE49-F238E27FC236}">
                <a16:creationId xmlns:a16="http://schemas.microsoft.com/office/drawing/2014/main" id="{0FF72E3C-7B8F-4CBF-8459-F02ACEA5AFC1}"/>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p14:creationId xmlns:p14="http://schemas.microsoft.com/office/powerpoint/2010/main" val="462685519"/>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4B912D1B-71F0-4EBB-9BE9-9F0AE85817A8}"/>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계산·추적</a:t>
            </a:r>
          </a:p>
        </p:txBody>
      </p:sp>
      <p:sp>
        <p:nvSpPr>
          <p:cNvPr id="2" name="text-28-1080">
            <a:extLst>
              <a:ext uri="{FF2B5EF4-FFF2-40B4-BE49-F238E27FC236}">
                <a16:creationId xmlns:a16="http://schemas.microsoft.com/office/drawing/2014/main" id="{07C9F6EA-B79B-40E7-83F2-EF1CF39F1891}"/>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C1AAB361-4FF9-4284-8ECB-8D2DCBBCECCE}"/>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55  정답과 해설</a:t>
            </a:r>
          </a:p>
        </p:txBody>
      </p:sp>
      <p:sp>
        <p:nvSpPr>
          <p:cNvPr id="4" name="직사각형 3">
            <a:extLst>
              <a:ext uri="{FF2B5EF4-FFF2-40B4-BE49-F238E27FC236}">
                <a16:creationId xmlns:a16="http://schemas.microsoft.com/office/drawing/2014/main" id="{EF759CBE-952A-430A-8C32-9CA0549F57FC}"/>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8D9F76F9-2A31-44C1-9933-7AF247C87568}"/>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B91FAC31-A6D4-4B48-884E-4D3CFF3C2FCC}"/>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1230635F-DDF3-4A8E-B13C-A2DF4F9B2BBB}"/>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110</a:t>
            </a:r>
            <a:endParaRPr sz="1050" b="1" i="0">
              <a:solidFill>
                <a:srgbClr val="171717"/>
              </a:solidFill>
              <a:latin typeface="Consolas"/>
              <a:ea typeface="Consolas"/>
              <a:cs typeface="Consolas"/>
            </a:endParaRPr>
          </a:p>
        </p:txBody>
      </p:sp>
      <p:sp>
        <p:nvSpPr>
          <p:cNvPr id="8" name="text-178-64">
            <a:extLst>
              <a:ext uri="{FF2B5EF4-FFF2-40B4-BE49-F238E27FC236}">
                <a16:creationId xmlns:a16="http://schemas.microsoft.com/office/drawing/2014/main" id="{16C35E8E-64DE-40CE-9DF2-5D1B67901781}"/>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점 12개의 모든 순서 없는 쌍을 비교한다. 거리 계산 횟수는?</a:t>
            </a:r>
          </a:p>
        </p:txBody>
      </p:sp>
      <p:sp>
        <p:nvSpPr>
          <p:cNvPr id="9" name="직사각형 8">
            <a:extLst>
              <a:ext uri="{FF2B5EF4-FFF2-40B4-BE49-F238E27FC236}">
                <a16:creationId xmlns:a16="http://schemas.microsoft.com/office/drawing/2014/main" id="{3822DAEC-D5D7-4430-AFB8-7536B9490985}"/>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3FD5F854-FB11-4D0B-B549-CECB498832B0}"/>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66회</a:t>
            </a:r>
          </a:p>
        </p:txBody>
      </p:sp>
      <p:sp>
        <p:nvSpPr>
          <p:cNvPr id="11" name="text-324.4-64">
            <a:extLst>
              <a:ext uri="{FF2B5EF4-FFF2-40B4-BE49-F238E27FC236}">
                <a16:creationId xmlns:a16="http://schemas.microsoft.com/office/drawing/2014/main" id="{4655B8EA-19EA-451C-826E-5890007250FD}"/>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EB43F044-B832-4E29-92C9-1D5F85B74550}"/>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406033A9-364B-4B1E-B36D-BBC97560F3C1}"/>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12×11/2=66이다.</a:t>
            </a:r>
          </a:p>
        </p:txBody>
      </p:sp>
    </p:spTree>
    <p:extLst>
      <p:ext uri="{BB962C8B-B14F-4D97-AF65-F5344CB8AC3E}">
        <p14:creationId xmlns:p14="http://schemas.microsoft.com/office/powerpoint/2010/main" val="462685519"/>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ext-28-64">
            <a:extLst>
              <a:ext uri="{FF2B5EF4-FFF2-40B4-BE49-F238E27FC236}">
                <a16:creationId xmlns:a16="http://schemas.microsoft.com/office/drawing/2014/main" id="{0D2F4C1A-CB02-49D7-AD99-FCA9982405DB}"/>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계산·추적</a:t>
            </a:r>
          </a:p>
        </p:txBody>
      </p:sp>
      <p:sp>
        <p:nvSpPr>
          <p:cNvPr id="2" name="text-28-1080">
            <a:extLst>
              <a:ext uri="{FF2B5EF4-FFF2-40B4-BE49-F238E27FC236}">
                <a16:creationId xmlns:a16="http://schemas.microsoft.com/office/drawing/2014/main" id="{99AB0B60-2B99-41FA-99EE-6EC3E57CCE61}"/>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4EA105AF-D483-4DF5-A9F9-C67AC1F8F6D5}"/>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56  </a:t>
            </a:r>
          </a:p>
        </p:txBody>
      </p:sp>
      <p:sp>
        <p:nvSpPr>
          <p:cNvPr id="4" name="직사각형 3">
            <a:extLst>
              <a:ext uri="{FF2B5EF4-FFF2-40B4-BE49-F238E27FC236}">
                <a16:creationId xmlns:a16="http://schemas.microsoft.com/office/drawing/2014/main" id="{558B789B-BA42-4F59-A679-BA9E8E8C4014}"/>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D3DE9B4F-58C8-401E-8706-E3D0BE8861DA}"/>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5F267588-A94A-4BA4-951B-1851DFC6BB75}"/>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86662B5B-E526-4B16-8AE7-FEF6F6AA8042}"/>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111</a:t>
            </a:r>
            <a:endParaRPr sz="1050" b="1" i="0">
              <a:solidFill>
                <a:srgbClr val="171717"/>
              </a:solidFill>
              <a:latin typeface="Consolas"/>
              <a:ea typeface="Consolas"/>
              <a:cs typeface="Consolas"/>
            </a:endParaRPr>
          </a:p>
        </p:txBody>
      </p:sp>
      <p:sp>
        <p:nvSpPr>
          <p:cNvPr id="8" name="text-178-64">
            <a:extLst>
              <a:ext uri="{FF2B5EF4-FFF2-40B4-BE49-F238E27FC236}">
                <a16:creationId xmlns:a16="http://schemas.microsoft.com/office/drawing/2014/main" id="{2E3B3F73-3470-4D9F-A66B-55EDC9A6D4DE}"/>
              </a:ext>
            </a:extLst>
          </p:cNvPr>
          <p:cNvSpPr>
            <a:spLocks noGrp="1"/>
          </p:cNvSpPr>
          <p:nvPr/>
        </p:nvSpPr>
        <p:spPr>
          <a:xfrm>
            <a:off x="609600" y="1695450"/>
            <a:ext cx="10972800" cy="74676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2×2 영상의 행이 01,10이다. 혼합 영역은 괄호로 감싸고 좌상·우상·좌하·우하 순으로</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부호화하시오.</a:t>
            </a:r>
          </a:p>
        </p:txBody>
      </p:sp>
      <p:sp>
        <p:nvSpPr>
          <p:cNvPr id="9" name="text-405-64">
            <a:extLst>
              <a:ext uri="{FF2B5EF4-FFF2-40B4-BE49-F238E27FC236}">
                <a16:creationId xmlns:a16="http://schemas.microsoft.com/office/drawing/2014/main" id="{84107955-0D97-484B-8258-520CB9810B6B}"/>
              </a:ext>
            </a:extLst>
          </p:cNvPr>
          <p:cNvSpPr>
            <a:spLocks noGrp="1"/>
          </p:cNvSpPr>
          <p:nvPr/>
        </p:nvSpPr>
        <p:spPr>
          <a:xfrm>
            <a:off x="609600" y="3857625"/>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직사각형 9">
            <a:extLst>
              <a:ext uri="{FF2B5EF4-FFF2-40B4-BE49-F238E27FC236}">
                <a16:creationId xmlns:a16="http://schemas.microsoft.com/office/drawing/2014/main" id="{1E008AAA-3AE3-44DD-A842-0D8CEA17CC5F}"/>
              </a:ext>
            </a:extLst>
          </p:cNvPr>
          <p:cNvSpPr>
            <a:spLocks noGrp="1"/>
          </p:cNvSpPr>
          <p:nvPr/>
        </p:nvSpPr>
        <p:spPr>
          <a:xfrm>
            <a:off x="609600" y="4495800"/>
            <a:ext cx="10972800" cy="9525"/>
          </a:xfrm>
          <a:prstGeom prst="rect">
            <a:avLst/>
          </a:prstGeom>
          <a:solidFill>
            <a:srgbClr val="D4D4D4"/>
          </a:solidFill>
          <a:ln w="0">
            <a:noFill/>
          </a:ln>
        </p:spPr>
      </p:sp>
      <p:sp>
        <p:nvSpPr>
          <p:cNvPr id="11" name="직사각형 10">
            <a:extLst>
              <a:ext uri="{FF2B5EF4-FFF2-40B4-BE49-F238E27FC236}">
                <a16:creationId xmlns:a16="http://schemas.microsoft.com/office/drawing/2014/main" id="{22AA4FB6-8579-4046-9406-EA28642BE0B7}"/>
              </a:ext>
            </a:extLst>
          </p:cNvPr>
          <p:cNvSpPr>
            <a:spLocks noGrp="1"/>
          </p:cNvSpPr>
          <p:nvPr/>
        </p:nvSpPr>
        <p:spPr>
          <a:xfrm>
            <a:off x="609600" y="5181600"/>
            <a:ext cx="10972800" cy="9525"/>
          </a:xfrm>
          <a:prstGeom prst="rect">
            <a:avLst/>
          </a:prstGeom>
          <a:solidFill>
            <a:srgbClr val="D4D4D4"/>
          </a:solidFill>
          <a:ln w="0">
            <a:noFill/>
          </a:ln>
        </p:spPr>
      </p:sp>
      <p:sp>
        <p:nvSpPr>
          <p:cNvPr id="12" name="직사각형 11">
            <a:extLst>
              <a:ext uri="{FF2B5EF4-FFF2-40B4-BE49-F238E27FC236}">
                <a16:creationId xmlns:a16="http://schemas.microsoft.com/office/drawing/2014/main" id="{ECA24AFC-02D2-48F9-AF9B-AAE596F36DB2}"/>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p14:creationId xmlns:p14="http://schemas.microsoft.com/office/powerpoint/2010/main" val="462685519"/>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6FC1C861-85C0-442C-8E0E-B8386C8207FF}"/>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계산·추적</a:t>
            </a:r>
          </a:p>
        </p:txBody>
      </p:sp>
      <p:sp>
        <p:nvSpPr>
          <p:cNvPr id="2" name="text-28-1080">
            <a:extLst>
              <a:ext uri="{FF2B5EF4-FFF2-40B4-BE49-F238E27FC236}">
                <a16:creationId xmlns:a16="http://schemas.microsoft.com/office/drawing/2014/main" id="{24CA8358-6AAF-422C-A50D-6EA05C3BAAEB}"/>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CFC42C95-519C-496E-B6F8-ACABF081FC62}"/>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56  정답과 해설</a:t>
            </a:r>
          </a:p>
        </p:txBody>
      </p:sp>
      <p:sp>
        <p:nvSpPr>
          <p:cNvPr id="4" name="직사각형 3">
            <a:extLst>
              <a:ext uri="{FF2B5EF4-FFF2-40B4-BE49-F238E27FC236}">
                <a16:creationId xmlns:a16="http://schemas.microsoft.com/office/drawing/2014/main" id="{B9F9FE8D-ED81-4BD6-9C74-01A333E11050}"/>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237BFA0A-C15A-4F76-A21B-B0F5EC8C5BCE}"/>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68389C2C-E5D1-4807-B7FD-4FF1D8CD757B}"/>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82EEB73B-924E-48D7-B0EB-C70DBFE4892B}"/>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112</a:t>
            </a:r>
            <a:endParaRPr sz="1050" b="1" i="0">
              <a:solidFill>
                <a:srgbClr val="171717"/>
              </a:solidFill>
              <a:latin typeface="Consolas"/>
              <a:ea typeface="Consolas"/>
              <a:cs typeface="Consolas"/>
            </a:endParaRPr>
          </a:p>
        </p:txBody>
      </p:sp>
      <p:sp>
        <p:nvSpPr>
          <p:cNvPr id="8" name="text-178-64">
            <a:extLst>
              <a:ext uri="{FF2B5EF4-FFF2-40B4-BE49-F238E27FC236}">
                <a16:creationId xmlns:a16="http://schemas.microsoft.com/office/drawing/2014/main" id="{BBDA5177-BC14-4588-B6E7-B60478DA73A1}"/>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2×2 영상의 행이 01,10이다. 혼합 영역은 괄호로 감싸고 좌상·우상·좌하·우하 순으로 부호화하시오.</a:t>
            </a:r>
          </a:p>
        </p:txBody>
      </p:sp>
      <p:sp>
        <p:nvSpPr>
          <p:cNvPr id="9" name="직사각형 8">
            <a:extLst>
              <a:ext uri="{FF2B5EF4-FFF2-40B4-BE49-F238E27FC236}">
                <a16:creationId xmlns:a16="http://schemas.microsoft.com/office/drawing/2014/main" id="{90CAD2AD-08AE-441C-93BA-51F9016DA2F9}"/>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C1722EFE-7752-4862-83D3-08727D671710}"/>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(0110)</a:t>
            </a:r>
          </a:p>
        </p:txBody>
      </p:sp>
      <p:sp>
        <p:nvSpPr>
          <p:cNvPr id="11" name="text-324.4-64">
            <a:extLst>
              <a:ext uri="{FF2B5EF4-FFF2-40B4-BE49-F238E27FC236}">
                <a16:creationId xmlns:a16="http://schemas.microsoft.com/office/drawing/2014/main" id="{AA796FE6-A7C0-483A-BAF6-ACF51A34575A}"/>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A62D5945-2053-444C-B36C-4D7AD5A03AAE}"/>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AADC6834-EF67-40BD-A2FB-40C35ECCFFC8}"/>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네 칸이 각각 0,1,1,0이므로 그 순서로 적는다.</a:t>
            </a:r>
          </a:p>
        </p:txBody>
      </p:sp>
    </p:spTree>
    <p:extLst>
      <p:ext uri="{BB962C8B-B14F-4D97-AF65-F5344CB8AC3E}">
        <p14:creationId xmlns:p14="http://schemas.microsoft.com/office/powerpoint/2010/main" val="462685519"/>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ext-28-64">
            <a:extLst>
              <a:ext uri="{FF2B5EF4-FFF2-40B4-BE49-F238E27FC236}">
                <a16:creationId xmlns:a16="http://schemas.microsoft.com/office/drawing/2014/main" id="{CF9BEB1E-B9A8-4A10-B99D-75B9EF87FFCA}"/>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계산·추적</a:t>
            </a:r>
          </a:p>
        </p:txBody>
      </p:sp>
      <p:sp>
        <p:nvSpPr>
          <p:cNvPr id="2" name="text-28-1080">
            <a:extLst>
              <a:ext uri="{FF2B5EF4-FFF2-40B4-BE49-F238E27FC236}">
                <a16:creationId xmlns:a16="http://schemas.microsoft.com/office/drawing/2014/main" id="{218DF4FC-E60D-49B7-AA71-590DCF0CE7E3}"/>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40A4ED85-E245-42CD-B7B6-7DF2708397C2}"/>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57  </a:t>
            </a:r>
          </a:p>
        </p:txBody>
      </p:sp>
      <p:sp>
        <p:nvSpPr>
          <p:cNvPr id="4" name="직사각형 3">
            <a:extLst>
              <a:ext uri="{FF2B5EF4-FFF2-40B4-BE49-F238E27FC236}">
                <a16:creationId xmlns:a16="http://schemas.microsoft.com/office/drawing/2014/main" id="{7E3D163D-0213-4A07-A3C1-70C0C52682D0}"/>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8DE2FE74-9918-4C35-A447-A693178508BE}"/>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21D93EDA-1C92-4FA5-92E9-AB42DBE18AA0}"/>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22F84A9F-7DAD-4D6C-95B3-E97E957E03A9}"/>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113</a:t>
            </a:r>
            <a:endParaRPr sz="1050" b="1" i="0">
              <a:solidFill>
                <a:srgbClr val="171717"/>
              </a:solidFill>
              <a:latin typeface="Consolas"/>
              <a:ea typeface="Consolas"/>
              <a:cs typeface="Consolas"/>
            </a:endParaRPr>
          </a:p>
        </p:txBody>
      </p:sp>
      <p:sp>
        <p:nvSpPr>
          <p:cNvPr id="8" name="text-178-64">
            <a:extLst>
              <a:ext uri="{FF2B5EF4-FFF2-40B4-BE49-F238E27FC236}">
                <a16:creationId xmlns:a16="http://schemas.microsoft.com/office/drawing/2014/main" id="{8F46FA86-EE10-42AF-9CC5-D6DA5750A7F8}"/>
              </a:ext>
            </a:extLst>
          </p:cNvPr>
          <p:cNvSpPr>
            <a:spLocks noGrp="1"/>
          </p:cNvSpPr>
          <p:nvPr/>
        </p:nvSpPr>
        <p:spPr>
          <a:xfrm>
            <a:off x="609600" y="1695450"/>
            <a:ext cx="10972800" cy="74676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4×4 영상의 네 행이 0011,0011,1100,1100이다. 균일하면 색 하나, 혼합이면 (좌상</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우상 좌하 우하) 순으로 부호화한 결과는?</a:t>
            </a:r>
          </a:p>
        </p:txBody>
      </p:sp>
      <p:sp>
        <p:nvSpPr>
          <p:cNvPr id="9" name="text-405-64">
            <a:extLst>
              <a:ext uri="{FF2B5EF4-FFF2-40B4-BE49-F238E27FC236}">
                <a16:creationId xmlns:a16="http://schemas.microsoft.com/office/drawing/2014/main" id="{6EC874B4-41A5-4F1D-871B-7856A7837452}"/>
              </a:ext>
            </a:extLst>
          </p:cNvPr>
          <p:cNvSpPr>
            <a:spLocks noGrp="1"/>
          </p:cNvSpPr>
          <p:nvPr/>
        </p:nvSpPr>
        <p:spPr>
          <a:xfrm>
            <a:off x="609600" y="3857625"/>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직사각형 9">
            <a:extLst>
              <a:ext uri="{FF2B5EF4-FFF2-40B4-BE49-F238E27FC236}">
                <a16:creationId xmlns:a16="http://schemas.microsoft.com/office/drawing/2014/main" id="{DBFD59EB-6F7E-4BEE-B4D4-F2CFECA15FE6}"/>
              </a:ext>
            </a:extLst>
          </p:cNvPr>
          <p:cNvSpPr>
            <a:spLocks noGrp="1"/>
          </p:cNvSpPr>
          <p:nvPr/>
        </p:nvSpPr>
        <p:spPr>
          <a:xfrm>
            <a:off x="609600" y="4495800"/>
            <a:ext cx="10972800" cy="9525"/>
          </a:xfrm>
          <a:prstGeom prst="rect">
            <a:avLst/>
          </a:prstGeom>
          <a:solidFill>
            <a:srgbClr val="D4D4D4"/>
          </a:solidFill>
          <a:ln w="0">
            <a:noFill/>
          </a:ln>
        </p:spPr>
      </p:sp>
      <p:sp>
        <p:nvSpPr>
          <p:cNvPr id="11" name="직사각형 10">
            <a:extLst>
              <a:ext uri="{FF2B5EF4-FFF2-40B4-BE49-F238E27FC236}">
                <a16:creationId xmlns:a16="http://schemas.microsoft.com/office/drawing/2014/main" id="{B4B41F92-CBA5-491D-9E2A-66ABC0255B9F}"/>
              </a:ext>
            </a:extLst>
          </p:cNvPr>
          <p:cNvSpPr>
            <a:spLocks noGrp="1"/>
          </p:cNvSpPr>
          <p:nvPr/>
        </p:nvSpPr>
        <p:spPr>
          <a:xfrm>
            <a:off x="609600" y="5181600"/>
            <a:ext cx="10972800" cy="9525"/>
          </a:xfrm>
          <a:prstGeom prst="rect">
            <a:avLst/>
          </a:prstGeom>
          <a:solidFill>
            <a:srgbClr val="D4D4D4"/>
          </a:solidFill>
          <a:ln w="0">
            <a:noFill/>
          </a:ln>
        </p:spPr>
      </p:sp>
      <p:sp>
        <p:nvSpPr>
          <p:cNvPr id="12" name="직사각형 11">
            <a:extLst>
              <a:ext uri="{FF2B5EF4-FFF2-40B4-BE49-F238E27FC236}">
                <a16:creationId xmlns:a16="http://schemas.microsoft.com/office/drawing/2014/main" id="{3D23C0F0-9AF5-4475-9B90-8423BF2B2A3F}"/>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p14:creationId xmlns:p14="http://schemas.microsoft.com/office/powerpoint/2010/main" val="462685519"/>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5E08FF6D-9448-49CD-A65E-9EC22845C35F}"/>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계산·추적</a:t>
            </a:r>
          </a:p>
        </p:txBody>
      </p:sp>
      <p:sp>
        <p:nvSpPr>
          <p:cNvPr id="2" name="text-28-1080">
            <a:extLst>
              <a:ext uri="{FF2B5EF4-FFF2-40B4-BE49-F238E27FC236}">
                <a16:creationId xmlns:a16="http://schemas.microsoft.com/office/drawing/2014/main" id="{C7118EFE-93A3-4A71-8C31-BC8C5FD9B3EF}"/>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BB243E15-19B9-4A37-9D3D-CC54118310A5}"/>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57  정답과 해설</a:t>
            </a:r>
          </a:p>
        </p:txBody>
      </p:sp>
      <p:sp>
        <p:nvSpPr>
          <p:cNvPr id="4" name="직사각형 3">
            <a:extLst>
              <a:ext uri="{FF2B5EF4-FFF2-40B4-BE49-F238E27FC236}">
                <a16:creationId xmlns:a16="http://schemas.microsoft.com/office/drawing/2014/main" id="{A962406E-44E9-4B81-94FF-AA79C06AC4AA}"/>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5E290A72-D1BB-4F0B-A478-8F5EAE3D6817}"/>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1C261565-64A4-4522-903B-25E6186FF918}"/>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8F59C87C-8CC4-4D4D-BF3C-6340F40A027A}"/>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114</a:t>
            </a:r>
            <a:endParaRPr sz="1050" b="1" i="0">
              <a:solidFill>
                <a:srgbClr val="171717"/>
              </a:solidFill>
              <a:latin typeface="Consolas"/>
              <a:ea typeface="Consolas"/>
              <a:cs typeface="Consolas"/>
            </a:endParaRPr>
          </a:p>
        </p:txBody>
      </p:sp>
      <p:sp>
        <p:nvSpPr>
          <p:cNvPr id="8" name="text-178-64">
            <a:extLst>
              <a:ext uri="{FF2B5EF4-FFF2-40B4-BE49-F238E27FC236}">
                <a16:creationId xmlns:a16="http://schemas.microsoft.com/office/drawing/2014/main" id="{09E93092-FA61-4510-8685-98D8D71A05EC}"/>
              </a:ext>
            </a:extLst>
          </p:cNvPr>
          <p:cNvSpPr>
            <a:spLocks noGrp="1"/>
          </p:cNvSpPr>
          <p:nvPr/>
        </p:nvSpPr>
        <p:spPr>
          <a:xfrm>
            <a:off x="609600" y="1695450"/>
            <a:ext cx="10972800" cy="64008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4×4 영상의 네 행이 0011,0011,1100,1100이다. 균일하면 색 하나, 혼합이면 (좌상 우상 좌하 우하)</a:t>
            </a:r>
          </a:p>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순으로 부호화한 결과는?</a:t>
            </a:r>
          </a:p>
        </p:txBody>
      </p:sp>
      <p:sp>
        <p:nvSpPr>
          <p:cNvPr id="9" name="직사각형 8">
            <a:extLst>
              <a:ext uri="{FF2B5EF4-FFF2-40B4-BE49-F238E27FC236}">
                <a16:creationId xmlns:a16="http://schemas.microsoft.com/office/drawing/2014/main" id="{414BB7D0-DB66-4E09-8470-CB6244863D21}"/>
              </a:ext>
            </a:extLst>
          </p:cNvPr>
          <p:cNvSpPr>
            <a:spLocks noGrp="1"/>
          </p:cNvSpPr>
          <p:nvPr/>
        </p:nvSpPr>
        <p:spPr>
          <a:xfrm>
            <a:off x="609600" y="2526030"/>
            <a:ext cx="10972800" cy="626745"/>
          </a:xfrm>
          <a:prstGeom prst="rect">
            <a:avLst/>
          </a:prstGeom>
          <a:solidFill>
            <a:srgbClr val="171717"/>
          </a:solidFill>
          <a:ln w="0">
            <a:noFill/>
          </a:ln>
        </p:spPr>
      </p:sp>
      <p:sp>
        <p:nvSpPr>
          <p:cNvPr id="10" name="text-279.2-92">
            <a:extLst>
              <a:ext uri="{FF2B5EF4-FFF2-40B4-BE49-F238E27FC236}">
                <a16:creationId xmlns:a16="http://schemas.microsoft.com/office/drawing/2014/main" id="{08F91E3F-26E0-4391-8B91-1D7C0F59AB3A}"/>
              </a:ext>
            </a:extLst>
          </p:cNvPr>
          <p:cNvSpPr>
            <a:spLocks noGrp="1"/>
          </p:cNvSpPr>
          <p:nvPr/>
        </p:nvSpPr>
        <p:spPr>
          <a:xfrm>
            <a:off x="876300" y="265938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(0110)</a:t>
            </a:r>
          </a:p>
        </p:txBody>
      </p:sp>
      <p:sp>
        <p:nvSpPr>
          <p:cNvPr id="11" name="text-358-64">
            <a:extLst>
              <a:ext uri="{FF2B5EF4-FFF2-40B4-BE49-F238E27FC236}">
                <a16:creationId xmlns:a16="http://schemas.microsoft.com/office/drawing/2014/main" id="{4DEAA3CB-330C-4C25-B36C-95CD62AE630A}"/>
              </a:ext>
            </a:extLst>
          </p:cNvPr>
          <p:cNvSpPr>
            <a:spLocks noGrp="1"/>
          </p:cNvSpPr>
          <p:nvPr/>
        </p:nvSpPr>
        <p:spPr>
          <a:xfrm>
            <a:off x="609600" y="340995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1B5AC5D5-5320-4781-B359-E47151D57E22}"/>
              </a:ext>
            </a:extLst>
          </p:cNvPr>
          <p:cNvSpPr>
            <a:spLocks noGrp="1"/>
          </p:cNvSpPr>
          <p:nvPr/>
        </p:nvSpPr>
        <p:spPr>
          <a:xfrm>
            <a:off x="1752600" y="3581400"/>
            <a:ext cx="9829800" cy="9525"/>
          </a:xfrm>
          <a:prstGeom prst="rect">
            <a:avLst/>
          </a:prstGeom>
          <a:solidFill>
            <a:srgbClr val="D4D4D4"/>
          </a:solidFill>
          <a:ln w="0">
            <a:noFill/>
          </a:ln>
        </p:spPr>
      </p:sp>
      <p:sp>
        <p:nvSpPr>
          <p:cNvPr id="13" name="text-406-64">
            <a:extLst>
              <a:ext uri="{FF2B5EF4-FFF2-40B4-BE49-F238E27FC236}">
                <a16:creationId xmlns:a16="http://schemas.microsoft.com/office/drawing/2014/main" id="{681968DF-4458-40B0-8144-55FE7846B32E}"/>
              </a:ext>
            </a:extLst>
          </p:cNvPr>
          <p:cNvSpPr>
            <a:spLocks noGrp="1"/>
          </p:cNvSpPr>
          <p:nvPr/>
        </p:nvSpPr>
        <p:spPr>
          <a:xfrm>
            <a:off x="609600" y="38671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네 사분면이 각각 한 색이므로 각 사분면을 한 기호로 기록한다.</a:t>
            </a:r>
          </a:p>
        </p:txBody>
      </p:sp>
    </p:spTree>
    <p:extLst>
      <p:ext uri="{BB962C8B-B14F-4D97-AF65-F5344CB8AC3E}">
        <p14:creationId xmlns:p14="http://schemas.microsoft.com/office/powerpoint/2010/main" val="462685519"/>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ext-28-64">
            <a:extLst>
              <a:ext uri="{FF2B5EF4-FFF2-40B4-BE49-F238E27FC236}">
                <a16:creationId xmlns:a16="http://schemas.microsoft.com/office/drawing/2014/main" id="{CF90C356-09F2-4EF9-96BB-5E9085AEB923}"/>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계산·추적</a:t>
            </a:r>
          </a:p>
        </p:txBody>
      </p:sp>
      <p:sp>
        <p:nvSpPr>
          <p:cNvPr id="2" name="text-28-1080">
            <a:extLst>
              <a:ext uri="{FF2B5EF4-FFF2-40B4-BE49-F238E27FC236}">
                <a16:creationId xmlns:a16="http://schemas.microsoft.com/office/drawing/2014/main" id="{4100287B-5DAE-4D48-B59E-2A699274DD94}"/>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5FC072E3-7095-498E-8BD6-8202B0FACE31}"/>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58  </a:t>
            </a:r>
          </a:p>
        </p:txBody>
      </p:sp>
      <p:sp>
        <p:nvSpPr>
          <p:cNvPr id="4" name="직사각형 3">
            <a:extLst>
              <a:ext uri="{FF2B5EF4-FFF2-40B4-BE49-F238E27FC236}">
                <a16:creationId xmlns:a16="http://schemas.microsoft.com/office/drawing/2014/main" id="{B05C67B3-1F3A-41BF-98D2-38506B352727}"/>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1E5FFD6A-74A5-4DA5-8632-69A4C50FC349}"/>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BCA03193-1661-430E-AF7C-43989708059E}"/>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B3A4B782-8C71-4E68-A5E4-58C444C67645}"/>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115</a:t>
            </a:r>
            <a:endParaRPr sz="1050" b="1" i="0">
              <a:solidFill>
                <a:srgbClr val="171717"/>
              </a:solidFill>
              <a:latin typeface="Consolas"/>
              <a:ea typeface="Consolas"/>
              <a:cs typeface="Consolas"/>
            </a:endParaRPr>
          </a:p>
        </p:txBody>
      </p:sp>
      <p:sp>
        <p:nvSpPr>
          <p:cNvPr id="8" name="text-178-64">
            <a:extLst>
              <a:ext uri="{FF2B5EF4-FFF2-40B4-BE49-F238E27FC236}">
                <a16:creationId xmlns:a16="http://schemas.microsoft.com/office/drawing/2014/main" id="{26FEF9F4-EDD3-4097-8BC0-7BD1C8F942DC}"/>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4×4 영상 전체가 1이다. 쿼드트리 부호와 리프 수는?</a:t>
            </a:r>
          </a:p>
        </p:txBody>
      </p:sp>
      <p:sp>
        <p:nvSpPr>
          <p:cNvPr id="9" name="text-405-64">
            <a:extLst>
              <a:ext uri="{FF2B5EF4-FFF2-40B4-BE49-F238E27FC236}">
                <a16:creationId xmlns:a16="http://schemas.microsoft.com/office/drawing/2014/main" id="{12F1C999-A835-47D5-A564-4B7C2545C38F}"/>
              </a:ext>
            </a:extLst>
          </p:cNvPr>
          <p:cNvSpPr>
            <a:spLocks noGrp="1"/>
          </p:cNvSpPr>
          <p:nvPr/>
        </p:nvSpPr>
        <p:spPr>
          <a:xfrm>
            <a:off x="609600" y="3857625"/>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직사각형 9">
            <a:extLst>
              <a:ext uri="{FF2B5EF4-FFF2-40B4-BE49-F238E27FC236}">
                <a16:creationId xmlns:a16="http://schemas.microsoft.com/office/drawing/2014/main" id="{AF509C8F-EB6C-438B-B004-5D3726D3DD62}"/>
              </a:ext>
            </a:extLst>
          </p:cNvPr>
          <p:cNvSpPr>
            <a:spLocks noGrp="1"/>
          </p:cNvSpPr>
          <p:nvPr/>
        </p:nvSpPr>
        <p:spPr>
          <a:xfrm>
            <a:off x="609600" y="4495800"/>
            <a:ext cx="10972800" cy="9525"/>
          </a:xfrm>
          <a:prstGeom prst="rect">
            <a:avLst/>
          </a:prstGeom>
          <a:solidFill>
            <a:srgbClr val="D4D4D4"/>
          </a:solidFill>
          <a:ln w="0">
            <a:noFill/>
          </a:ln>
        </p:spPr>
      </p:sp>
      <p:sp>
        <p:nvSpPr>
          <p:cNvPr id="11" name="직사각형 10">
            <a:extLst>
              <a:ext uri="{FF2B5EF4-FFF2-40B4-BE49-F238E27FC236}">
                <a16:creationId xmlns:a16="http://schemas.microsoft.com/office/drawing/2014/main" id="{A943F9FD-7A99-4F51-BDF8-98E5DD79C7A9}"/>
              </a:ext>
            </a:extLst>
          </p:cNvPr>
          <p:cNvSpPr>
            <a:spLocks noGrp="1"/>
          </p:cNvSpPr>
          <p:nvPr/>
        </p:nvSpPr>
        <p:spPr>
          <a:xfrm>
            <a:off x="609600" y="5181600"/>
            <a:ext cx="10972800" cy="9525"/>
          </a:xfrm>
          <a:prstGeom prst="rect">
            <a:avLst/>
          </a:prstGeom>
          <a:solidFill>
            <a:srgbClr val="D4D4D4"/>
          </a:solidFill>
          <a:ln w="0">
            <a:noFill/>
          </a:ln>
        </p:spPr>
      </p:sp>
      <p:sp>
        <p:nvSpPr>
          <p:cNvPr id="12" name="직사각형 11">
            <a:extLst>
              <a:ext uri="{FF2B5EF4-FFF2-40B4-BE49-F238E27FC236}">
                <a16:creationId xmlns:a16="http://schemas.microsoft.com/office/drawing/2014/main" id="{0E986965-C946-4CC8-95F2-D4E8EB9CB9ED}"/>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p14:creationId xmlns:p14="http://schemas.microsoft.com/office/powerpoint/2010/main" val="462685519"/>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1C465D58-CFD4-4E5C-B2F3-5C9E1DA3A8E0}"/>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계산·추적</a:t>
            </a:r>
          </a:p>
        </p:txBody>
      </p:sp>
      <p:sp>
        <p:nvSpPr>
          <p:cNvPr id="2" name="text-28-1080">
            <a:extLst>
              <a:ext uri="{FF2B5EF4-FFF2-40B4-BE49-F238E27FC236}">
                <a16:creationId xmlns:a16="http://schemas.microsoft.com/office/drawing/2014/main" id="{C34CF39C-C4F1-4AF8-90BD-98BF4A8B44CF}"/>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61C7628E-3DB4-40E4-AE97-53EB794A8F27}"/>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58  정답과 해설</a:t>
            </a:r>
          </a:p>
        </p:txBody>
      </p:sp>
      <p:sp>
        <p:nvSpPr>
          <p:cNvPr id="4" name="직사각형 3">
            <a:extLst>
              <a:ext uri="{FF2B5EF4-FFF2-40B4-BE49-F238E27FC236}">
                <a16:creationId xmlns:a16="http://schemas.microsoft.com/office/drawing/2014/main" id="{43FBC1D5-60D9-4B20-B699-0488700F0196}"/>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A7155E35-1CAC-4E48-9CCF-94E7D57F8246}"/>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C8195D34-BE0A-40DC-A4DD-0E9A352AE25E}"/>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BFBD7683-ED37-4851-8F05-C0EE9445A8D2}"/>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116</a:t>
            </a:r>
            <a:endParaRPr sz="1050" b="1" i="0">
              <a:solidFill>
                <a:srgbClr val="171717"/>
              </a:solidFill>
              <a:latin typeface="Consolas"/>
              <a:ea typeface="Consolas"/>
              <a:cs typeface="Consolas"/>
            </a:endParaRPr>
          </a:p>
        </p:txBody>
      </p:sp>
      <p:sp>
        <p:nvSpPr>
          <p:cNvPr id="8" name="text-178-64">
            <a:extLst>
              <a:ext uri="{FF2B5EF4-FFF2-40B4-BE49-F238E27FC236}">
                <a16:creationId xmlns:a16="http://schemas.microsoft.com/office/drawing/2014/main" id="{7F6442A3-5FDD-4C83-A78A-310265A98BFA}"/>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4×4 영상 전체가 1이다. 쿼드트리 부호와 리프 수는?</a:t>
            </a:r>
          </a:p>
        </p:txBody>
      </p:sp>
      <p:sp>
        <p:nvSpPr>
          <p:cNvPr id="9" name="직사각형 8">
            <a:extLst>
              <a:ext uri="{FF2B5EF4-FFF2-40B4-BE49-F238E27FC236}">
                <a16:creationId xmlns:a16="http://schemas.microsoft.com/office/drawing/2014/main" id="{AEFE7817-FA64-476B-8BAD-40892F13CE25}"/>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792368F4-1693-4831-B591-47A2A4EC5B52}"/>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1, 1개</a:t>
            </a:r>
          </a:p>
        </p:txBody>
      </p:sp>
      <p:sp>
        <p:nvSpPr>
          <p:cNvPr id="11" name="text-324.4-64">
            <a:extLst>
              <a:ext uri="{FF2B5EF4-FFF2-40B4-BE49-F238E27FC236}">
                <a16:creationId xmlns:a16="http://schemas.microsoft.com/office/drawing/2014/main" id="{A849A064-7431-45C8-9121-12B208C238DD}"/>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12F2DAFA-A54C-4055-BAB9-1D55B34005B7}"/>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077BD57D-D1A9-452F-9FEB-D9A762CB2CCC}"/>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루트에서 균일하므로 자식을 만들지 않는다.</a:t>
            </a:r>
          </a:p>
        </p:txBody>
      </p:sp>
    </p:spTree>
    <p:extLst>
      <p:ext uri="{BB962C8B-B14F-4D97-AF65-F5344CB8AC3E}">
        <p14:creationId xmlns:p14="http://schemas.microsoft.com/office/powerpoint/2010/main" val="462685519"/>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ext-28-64">
            <a:extLst>
              <a:ext uri="{FF2B5EF4-FFF2-40B4-BE49-F238E27FC236}">
                <a16:creationId xmlns:a16="http://schemas.microsoft.com/office/drawing/2014/main" id="{2E2B76B6-9272-45CE-A119-99387FEBA172}"/>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계산·추적</a:t>
            </a:r>
          </a:p>
        </p:txBody>
      </p:sp>
      <p:sp>
        <p:nvSpPr>
          <p:cNvPr id="2" name="text-28-1080">
            <a:extLst>
              <a:ext uri="{FF2B5EF4-FFF2-40B4-BE49-F238E27FC236}">
                <a16:creationId xmlns:a16="http://schemas.microsoft.com/office/drawing/2014/main" id="{AF796AF6-25FB-4166-8F30-6BC1DF0C3D6B}"/>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B33187B2-5CFF-4207-A392-DD891B62BF3C}"/>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59  </a:t>
            </a:r>
          </a:p>
        </p:txBody>
      </p:sp>
      <p:sp>
        <p:nvSpPr>
          <p:cNvPr id="4" name="직사각형 3">
            <a:extLst>
              <a:ext uri="{FF2B5EF4-FFF2-40B4-BE49-F238E27FC236}">
                <a16:creationId xmlns:a16="http://schemas.microsoft.com/office/drawing/2014/main" id="{846A4B6A-91BE-4BE4-940D-23AD98399455}"/>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850D0281-8D6F-4598-BCB7-2F1125BCFF58}"/>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17A78E96-ABFE-438D-A113-A7FC529716A0}"/>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61DD4E6B-A8A8-4B96-A53F-9BF1DBA33590}"/>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117</a:t>
            </a:r>
            <a:endParaRPr sz="1050" b="1" i="0">
              <a:solidFill>
                <a:srgbClr val="171717"/>
              </a:solidFill>
              <a:latin typeface="Consolas"/>
              <a:ea typeface="Consolas"/>
              <a:cs typeface="Consolas"/>
            </a:endParaRPr>
          </a:p>
        </p:txBody>
      </p:sp>
      <p:sp>
        <p:nvSpPr>
          <p:cNvPr id="8" name="text-178-64">
            <a:extLst>
              <a:ext uri="{FF2B5EF4-FFF2-40B4-BE49-F238E27FC236}">
                <a16:creationId xmlns:a16="http://schemas.microsoft.com/office/drawing/2014/main" id="{CBFAB43D-84D9-45F1-A116-35AE67A31BE0}"/>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2×2 영상의 각 칸까지 모두 분할했다. 내부 노드 수와 리프 수는?</a:t>
            </a:r>
          </a:p>
        </p:txBody>
      </p:sp>
      <p:sp>
        <p:nvSpPr>
          <p:cNvPr id="9" name="text-405-64">
            <a:extLst>
              <a:ext uri="{FF2B5EF4-FFF2-40B4-BE49-F238E27FC236}">
                <a16:creationId xmlns:a16="http://schemas.microsoft.com/office/drawing/2014/main" id="{31274448-F98F-4DC8-8679-57942F42FD6C}"/>
              </a:ext>
            </a:extLst>
          </p:cNvPr>
          <p:cNvSpPr>
            <a:spLocks noGrp="1"/>
          </p:cNvSpPr>
          <p:nvPr/>
        </p:nvSpPr>
        <p:spPr>
          <a:xfrm>
            <a:off x="609600" y="3857625"/>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직사각형 9">
            <a:extLst>
              <a:ext uri="{FF2B5EF4-FFF2-40B4-BE49-F238E27FC236}">
                <a16:creationId xmlns:a16="http://schemas.microsoft.com/office/drawing/2014/main" id="{2FA3333A-46B3-4D86-9D07-7A812E1144A0}"/>
              </a:ext>
            </a:extLst>
          </p:cNvPr>
          <p:cNvSpPr>
            <a:spLocks noGrp="1"/>
          </p:cNvSpPr>
          <p:nvPr/>
        </p:nvSpPr>
        <p:spPr>
          <a:xfrm>
            <a:off x="609600" y="4495800"/>
            <a:ext cx="10972800" cy="9525"/>
          </a:xfrm>
          <a:prstGeom prst="rect">
            <a:avLst/>
          </a:prstGeom>
          <a:solidFill>
            <a:srgbClr val="D4D4D4"/>
          </a:solidFill>
          <a:ln w="0">
            <a:noFill/>
          </a:ln>
        </p:spPr>
      </p:sp>
      <p:sp>
        <p:nvSpPr>
          <p:cNvPr id="11" name="직사각형 10">
            <a:extLst>
              <a:ext uri="{FF2B5EF4-FFF2-40B4-BE49-F238E27FC236}">
                <a16:creationId xmlns:a16="http://schemas.microsoft.com/office/drawing/2014/main" id="{E3F8899B-05CC-4169-BED6-C4C70050D80D}"/>
              </a:ext>
            </a:extLst>
          </p:cNvPr>
          <p:cNvSpPr>
            <a:spLocks noGrp="1"/>
          </p:cNvSpPr>
          <p:nvPr/>
        </p:nvSpPr>
        <p:spPr>
          <a:xfrm>
            <a:off x="609600" y="5181600"/>
            <a:ext cx="10972800" cy="9525"/>
          </a:xfrm>
          <a:prstGeom prst="rect">
            <a:avLst/>
          </a:prstGeom>
          <a:solidFill>
            <a:srgbClr val="D4D4D4"/>
          </a:solidFill>
          <a:ln w="0">
            <a:noFill/>
          </a:ln>
        </p:spPr>
      </p:sp>
      <p:sp>
        <p:nvSpPr>
          <p:cNvPr id="12" name="직사각형 11">
            <a:extLst>
              <a:ext uri="{FF2B5EF4-FFF2-40B4-BE49-F238E27FC236}">
                <a16:creationId xmlns:a16="http://schemas.microsoft.com/office/drawing/2014/main" id="{53943A81-47C9-4064-80F6-A04A3E48332A}"/>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p14:creationId xmlns:p14="http://schemas.microsoft.com/office/powerpoint/2010/main" val="462685519"/>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E5A5A7FA-3517-4A1C-A7AE-E13F701111C9}"/>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계산·추적</a:t>
            </a:r>
          </a:p>
        </p:txBody>
      </p:sp>
      <p:sp>
        <p:nvSpPr>
          <p:cNvPr id="2" name="text-28-1080">
            <a:extLst>
              <a:ext uri="{FF2B5EF4-FFF2-40B4-BE49-F238E27FC236}">
                <a16:creationId xmlns:a16="http://schemas.microsoft.com/office/drawing/2014/main" id="{77F439FA-D2B9-48FB-8630-15D7A5B30AEF}"/>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F8EF1271-0948-4DFE-9989-F5C4626902CB}"/>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59  정답과 해설</a:t>
            </a:r>
          </a:p>
        </p:txBody>
      </p:sp>
      <p:sp>
        <p:nvSpPr>
          <p:cNvPr id="4" name="직사각형 3">
            <a:extLst>
              <a:ext uri="{FF2B5EF4-FFF2-40B4-BE49-F238E27FC236}">
                <a16:creationId xmlns:a16="http://schemas.microsoft.com/office/drawing/2014/main" id="{9633A5AD-4D02-4F0F-9F40-51B7086D64EA}"/>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2071FFDF-B1A1-4E50-9F88-442FA10CDCDB}"/>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E077118D-0FB9-459C-88C4-1D87BB0BB03A}"/>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8DEB56FA-2A08-4300-BF56-824263DF6512}"/>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118</a:t>
            </a:r>
            <a:endParaRPr sz="1050" b="1" i="0">
              <a:solidFill>
                <a:srgbClr val="171717"/>
              </a:solidFill>
              <a:latin typeface="Consolas"/>
              <a:ea typeface="Consolas"/>
              <a:cs typeface="Consolas"/>
            </a:endParaRPr>
          </a:p>
        </p:txBody>
      </p:sp>
      <p:sp>
        <p:nvSpPr>
          <p:cNvPr id="8" name="text-178-64">
            <a:extLst>
              <a:ext uri="{FF2B5EF4-FFF2-40B4-BE49-F238E27FC236}">
                <a16:creationId xmlns:a16="http://schemas.microsoft.com/office/drawing/2014/main" id="{565FCBB5-351A-403D-B381-9F580AE84182}"/>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2×2 영상의 각 칸까지 모두 분할했다. 내부 노드 수와 리프 수는?</a:t>
            </a:r>
          </a:p>
        </p:txBody>
      </p:sp>
      <p:sp>
        <p:nvSpPr>
          <p:cNvPr id="9" name="직사각형 8">
            <a:extLst>
              <a:ext uri="{FF2B5EF4-FFF2-40B4-BE49-F238E27FC236}">
                <a16:creationId xmlns:a16="http://schemas.microsoft.com/office/drawing/2014/main" id="{8DDC56DE-317A-4BFB-B3A6-B93D3F59352D}"/>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71483726-06BD-4B86-A5AB-97A0FDD0DF4B}"/>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1개,4개</a:t>
            </a:r>
          </a:p>
        </p:txBody>
      </p:sp>
      <p:sp>
        <p:nvSpPr>
          <p:cNvPr id="11" name="text-324.4-64">
            <a:extLst>
              <a:ext uri="{FF2B5EF4-FFF2-40B4-BE49-F238E27FC236}">
                <a16:creationId xmlns:a16="http://schemas.microsoft.com/office/drawing/2014/main" id="{EFDCA9F7-67C4-4BC3-9235-46E600348E27}"/>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89818D09-C663-4109-9AAD-CC49351C38A8}"/>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BDEDE1CD-D7E4-476A-8533-3F23C1698E2D}"/>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혼합 루트 하나와 네 단위 칸 리프가 있다.</a:t>
            </a:r>
          </a:p>
        </p:txBody>
      </p:sp>
    </p:spTree>
    <p:extLst>
      <p:ext uri="{BB962C8B-B14F-4D97-AF65-F5344CB8AC3E}">
        <p14:creationId xmlns:p14="http://schemas.microsoft.com/office/powerpoint/2010/main" val="462685519"/>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ext-28-64">
            <a:extLst>
              <a:ext uri="{FF2B5EF4-FFF2-40B4-BE49-F238E27FC236}">
                <a16:creationId xmlns:a16="http://schemas.microsoft.com/office/drawing/2014/main" id="{5D4A71B4-0B68-4ED7-AC3D-C7C4C7AB9CBE}"/>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계산·추적</a:t>
            </a:r>
          </a:p>
        </p:txBody>
      </p:sp>
      <p:sp>
        <p:nvSpPr>
          <p:cNvPr id="2" name="text-28-1080">
            <a:extLst>
              <a:ext uri="{FF2B5EF4-FFF2-40B4-BE49-F238E27FC236}">
                <a16:creationId xmlns:a16="http://schemas.microsoft.com/office/drawing/2014/main" id="{E620969E-FB28-4BD0-AA9A-89593E9F3E59}"/>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A01FD56D-8AAE-48B4-8BDB-D18F2572B339}"/>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60  </a:t>
            </a:r>
          </a:p>
        </p:txBody>
      </p:sp>
      <p:sp>
        <p:nvSpPr>
          <p:cNvPr id="4" name="직사각형 3">
            <a:extLst>
              <a:ext uri="{FF2B5EF4-FFF2-40B4-BE49-F238E27FC236}">
                <a16:creationId xmlns:a16="http://schemas.microsoft.com/office/drawing/2014/main" id="{316E4716-5818-4936-AF2A-82C7EA5FA808}"/>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B11C6885-1847-476B-802A-3469F0C97828}"/>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1D718309-931D-4D10-B72B-0F1BBBECF305}"/>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3AB62D36-D62C-481E-A1EA-C27E377DC160}"/>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119</a:t>
            </a:r>
            <a:endParaRPr sz="1050" b="1" i="0">
              <a:solidFill>
                <a:srgbClr val="171717"/>
              </a:solidFill>
              <a:latin typeface="Consolas"/>
              <a:ea typeface="Consolas"/>
              <a:cs typeface="Consolas"/>
            </a:endParaRPr>
          </a:p>
        </p:txBody>
      </p:sp>
      <p:sp>
        <p:nvSpPr>
          <p:cNvPr id="8" name="text-178-64">
            <a:extLst>
              <a:ext uri="{FF2B5EF4-FFF2-40B4-BE49-F238E27FC236}">
                <a16:creationId xmlns:a16="http://schemas.microsoft.com/office/drawing/2014/main" id="{85A4CF0A-58D4-49C6-8AEB-0FF395D8C30D}"/>
              </a:ext>
            </a:extLst>
          </p:cNvPr>
          <p:cNvSpPr>
            <a:spLocks noGrp="1"/>
          </p:cNvSpPr>
          <p:nvPr/>
        </p:nvSpPr>
        <p:spPr>
          <a:xfrm>
            <a:off x="609600" y="1695450"/>
            <a:ext cx="10972800" cy="74676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한 변 8인 영상을 끝까지 쿼드트리로 분할한다. 루트 깊이를 0이라 할 때 리프 깊이와</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리프 수는?</a:t>
            </a:r>
          </a:p>
        </p:txBody>
      </p:sp>
      <p:sp>
        <p:nvSpPr>
          <p:cNvPr id="9" name="text-405-64">
            <a:extLst>
              <a:ext uri="{FF2B5EF4-FFF2-40B4-BE49-F238E27FC236}">
                <a16:creationId xmlns:a16="http://schemas.microsoft.com/office/drawing/2014/main" id="{AF1AEF6D-8674-499D-AD0F-427F4BF04482}"/>
              </a:ext>
            </a:extLst>
          </p:cNvPr>
          <p:cNvSpPr>
            <a:spLocks noGrp="1"/>
          </p:cNvSpPr>
          <p:nvPr/>
        </p:nvSpPr>
        <p:spPr>
          <a:xfrm>
            <a:off x="609600" y="3857625"/>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직사각형 9">
            <a:extLst>
              <a:ext uri="{FF2B5EF4-FFF2-40B4-BE49-F238E27FC236}">
                <a16:creationId xmlns:a16="http://schemas.microsoft.com/office/drawing/2014/main" id="{47B82533-5267-4247-AA83-953EC61414C5}"/>
              </a:ext>
            </a:extLst>
          </p:cNvPr>
          <p:cNvSpPr>
            <a:spLocks noGrp="1"/>
          </p:cNvSpPr>
          <p:nvPr/>
        </p:nvSpPr>
        <p:spPr>
          <a:xfrm>
            <a:off x="609600" y="4495800"/>
            <a:ext cx="10972800" cy="9525"/>
          </a:xfrm>
          <a:prstGeom prst="rect">
            <a:avLst/>
          </a:prstGeom>
          <a:solidFill>
            <a:srgbClr val="D4D4D4"/>
          </a:solidFill>
          <a:ln w="0">
            <a:noFill/>
          </a:ln>
        </p:spPr>
      </p:sp>
      <p:sp>
        <p:nvSpPr>
          <p:cNvPr id="11" name="직사각형 10">
            <a:extLst>
              <a:ext uri="{FF2B5EF4-FFF2-40B4-BE49-F238E27FC236}">
                <a16:creationId xmlns:a16="http://schemas.microsoft.com/office/drawing/2014/main" id="{0C6BCD0A-6529-4B75-AB6D-1E3082800E3D}"/>
              </a:ext>
            </a:extLst>
          </p:cNvPr>
          <p:cNvSpPr>
            <a:spLocks noGrp="1"/>
          </p:cNvSpPr>
          <p:nvPr/>
        </p:nvSpPr>
        <p:spPr>
          <a:xfrm>
            <a:off x="609600" y="5181600"/>
            <a:ext cx="10972800" cy="9525"/>
          </a:xfrm>
          <a:prstGeom prst="rect">
            <a:avLst/>
          </a:prstGeom>
          <a:solidFill>
            <a:srgbClr val="D4D4D4"/>
          </a:solidFill>
          <a:ln w="0">
            <a:noFill/>
          </a:ln>
        </p:spPr>
      </p:sp>
      <p:sp>
        <p:nvSpPr>
          <p:cNvPr id="12" name="직사각형 11">
            <a:extLst>
              <a:ext uri="{FF2B5EF4-FFF2-40B4-BE49-F238E27FC236}">
                <a16:creationId xmlns:a16="http://schemas.microsoft.com/office/drawing/2014/main" id="{47F1F1E2-2AE2-4FD6-B4C8-E02B2AE5F1E5}"/>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p14:creationId xmlns:p14="http://schemas.microsoft.com/office/powerpoint/2010/main" val="462685519"/>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8D348747-6475-4AB5-92BC-C6C0F7565376}"/>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계산·추적</a:t>
            </a:r>
          </a:p>
        </p:txBody>
      </p:sp>
      <p:sp>
        <p:nvSpPr>
          <p:cNvPr id="2" name="text-28-1080">
            <a:extLst>
              <a:ext uri="{FF2B5EF4-FFF2-40B4-BE49-F238E27FC236}">
                <a16:creationId xmlns:a16="http://schemas.microsoft.com/office/drawing/2014/main" id="{F43E2F9F-8AE6-4796-8213-F6A3C038B906}"/>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F4AD5E7B-D35B-4554-9E41-676EC5355725}"/>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60  정답과 해설</a:t>
            </a:r>
          </a:p>
        </p:txBody>
      </p:sp>
      <p:sp>
        <p:nvSpPr>
          <p:cNvPr id="4" name="직사각형 3">
            <a:extLst>
              <a:ext uri="{FF2B5EF4-FFF2-40B4-BE49-F238E27FC236}">
                <a16:creationId xmlns:a16="http://schemas.microsoft.com/office/drawing/2014/main" id="{58EC416D-CD05-4493-A523-320FC474CFBD}"/>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90152051-E46F-4A6D-998F-D1D63BD4BB87}"/>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087245DA-4C7D-4B33-87E8-9C95BE2EFBA9}"/>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F08D249B-3797-4727-8BE2-1083803FA051}"/>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120</a:t>
            </a:r>
            <a:endParaRPr sz="1050" b="1" i="0">
              <a:solidFill>
                <a:srgbClr val="171717"/>
              </a:solidFill>
              <a:latin typeface="Consolas"/>
              <a:ea typeface="Consolas"/>
              <a:cs typeface="Consolas"/>
            </a:endParaRPr>
          </a:p>
        </p:txBody>
      </p:sp>
      <p:sp>
        <p:nvSpPr>
          <p:cNvPr id="8" name="text-178-64">
            <a:extLst>
              <a:ext uri="{FF2B5EF4-FFF2-40B4-BE49-F238E27FC236}">
                <a16:creationId xmlns:a16="http://schemas.microsoft.com/office/drawing/2014/main" id="{0EB3A2A7-0F24-4813-898F-F540AD56B894}"/>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한 변 8인 영상을 끝까지 쿼드트리로 분할한다. 루트 깊이를 0이라 할 때 리프 깊이와 리프 수는?</a:t>
            </a:r>
          </a:p>
        </p:txBody>
      </p:sp>
      <p:sp>
        <p:nvSpPr>
          <p:cNvPr id="9" name="직사각형 8">
            <a:extLst>
              <a:ext uri="{FF2B5EF4-FFF2-40B4-BE49-F238E27FC236}">
                <a16:creationId xmlns:a16="http://schemas.microsoft.com/office/drawing/2014/main" id="{1948B42B-8673-40D1-8225-6C6BAA5ECE33}"/>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0A0A5A6A-81C4-46C0-8779-CD71F88B9F79}"/>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깊이 3,64개</a:t>
            </a:r>
          </a:p>
        </p:txBody>
      </p:sp>
      <p:sp>
        <p:nvSpPr>
          <p:cNvPr id="11" name="text-324.4-64">
            <a:extLst>
              <a:ext uri="{FF2B5EF4-FFF2-40B4-BE49-F238E27FC236}">
                <a16:creationId xmlns:a16="http://schemas.microsoft.com/office/drawing/2014/main" id="{1444D575-497C-4F8C-B935-FD9E7D5FC58E}"/>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0360069F-B634-4B1F-8360-9CEB84D30E90}"/>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2AE825E4-399F-4948-B339-E6F213949574}"/>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변 길이 8→4→2→1이며 마지막 칸은 8²개이다.</a:t>
            </a:r>
          </a:p>
        </p:txBody>
      </p:sp>
    </p:spTree>
    <p:extLst>
      <p:ext uri="{BB962C8B-B14F-4D97-AF65-F5344CB8AC3E}">
        <p14:creationId xmlns:p14="http://schemas.microsoft.com/office/powerpoint/2010/main" val="462685519"/>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ext-28-64">
            <a:extLst>
              <a:ext uri="{FF2B5EF4-FFF2-40B4-BE49-F238E27FC236}">
                <a16:creationId xmlns:a16="http://schemas.microsoft.com/office/drawing/2014/main" id="{DD09C996-587A-4BD9-8837-A424FEFA2F70}"/>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계산·추적</a:t>
            </a:r>
          </a:p>
        </p:txBody>
      </p:sp>
      <p:sp>
        <p:nvSpPr>
          <p:cNvPr id="2" name="text-28-1080">
            <a:extLst>
              <a:ext uri="{FF2B5EF4-FFF2-40B4-BE49-F238E27FC236}">
                <a16:creationId xmlns:a16="http://schemas.microsoft.com/office/drawing/2014/main" id="{7370A3D6-42CD-49FF-88F3-4E76F956F5D0}"/>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AF5A371C-4E1F-49D4-93E3-4F7F0D429B6E}"/>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61  </a:t>
            </a:r>
          </a:p>
        </p:txBody>
      </p:sp>
      <p:sp>
        <p:nvSpPr>
          <p:cNvPr id="4" name="직사각형 3">
            <a:extLst>
              <a:ext uri="{FF2B5EF4-FFF2-40B4-BE49-F238E27FC236}">
                <a16:creationId xmlns:a16="http://schemas.microsoft.com/office/drawing/2014/main" id="{B29D8005-C544-46F9-92E9-32FCD5291BA5}"/>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F0984326-7767-4EAC-9F14-02DE4E297E78}"/>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2419B1FB-0458-4D22-9E3F-601E1DC9E000}"/>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74082485-6F6C-494E-BC3B-B0D77F8FB949}"/>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121</a:t>
            </a:r>
            <a:endParaRPr sz="1050" b="1" i="0">
              <a:solidFill>
                <a:srgbClr val="171717"/>
              </a:solidFill>
              <a:latin typeface="Consolas"/>
              <a:ea typeface="Consolas"/>
              <a:cs typeface="Consolas"/>
            </a:endParaRPr>
          </a:p>
        </p:txBody>
      </p:sp>
      <p:sp>
        <p:nvSpPr>
          <p:cNvPr id="8" name="text-178-64">
            <a:extLst>
              <a:ext uri="{FF2B5EF4-FFF2-40B4-BE49-F238E27FC236}">
                <a16:creationId xmlns:a16="http://schemas.microsoft.com/office/drawing/2014/main" id="{E898A3FB-AC2D-4652-8DAB-281103F50D8F}"/>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T(n)=9T(n/3)+Θ(n)에서 a,b,기준 지수 log_b a를 쓰시오.</a:t>
            </a:r>
          </a:p>
        </p:txBody>
      </p:sp>
      <p:sp>
        <p:nvSpPr>
          <p:cNvPr id="9" name="text-405-64">
            <a:extLst>
              <a:ext uri="{FF2B5EF4-FFF2-40B4-BE49-F238E27FC236}">
                <a16:creationId xmlns:a16="http://schemas.microsoft.com/office/drawing/2014/main" id="{7B95210C-6D00-4710-955B-DD257B5ABAC1}"/>
              </a:ext>
            </a:extLst>
          </p:cNvPr>
          <p:cNvSpPr>
            <a:spLocks noGrp="1"/>
          </p:cNvSpPr>
          <p:nvPr/>
        </p:nvSpPr>
        <p:spPr>
          <a:xfrm>
            <a:off x="609600" y="3857625"/>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직사각형 9">
            <a:extLst>
              <a:ext uri="{FF2B5EF4-FFF2-40B4-BE49-F238E27FC236}">
                <a16:creationId xmlns:a16="http://schemas.microsoft.com/office/drawing/2014/main" id="{2DDA2537-9E88-4B39-B3AD-468820A0E275}"/>
              </a:ext>
            </a:extLst>
          </p:cNvPr>
          <p:cNvSpPr>
            <a:spLocks noGrp="1"/>
          </p:cNvSpPr>
          <p:nvPr/>
        </p:nvSpPr>
        <p:spPr>
          <a:xfrm>
            <a:off x="609600" y="4495800"/>
            <a:ext cx="10972800" cy="9525"/>
          </a:xfrm>
          <a:prstGeom prst="rect">
            <a:avLst/>
          </a:prstGeom>
          <a:solidFill>
            <a:srgbClr val="D4D4D4"/>
          </a:solidFill>
          <a:ln w="0">
            <a:noFill/>
          </a:ln>
        </p:spPr>
      </p:sp>
      <p:sp>
        <p:nvSpPr>
          <p:cNvPr id="11" name="직사각형 10">
            <a:extLst>
              <a:ext uri="{FF2B5EF4-FFF2-40B4-BE49-F238E27FC236}">
                <a16:creationId xmlns:a16="http://schemas.microsoft.com/office/drawing/2014/main" id="{4346D889-7106-4E71-AE1C-5B3D14CD5A90}"/>
              </a:ext>
            </a:extLst>
          </p:cNvPr>
          <p:cNvSpPr>
            <a:spLocks noGrp="1"/>
          </p:cNvSpPr>
          <p:nvPr/>
        </p:nvSpPr>
        <p:spPr>
          <a:xfrm>
            <a:off x="609600" y="5181600"/>
            <a:ext cx="10972800" cy="9525"/>
          </a:xfrm>
          <a:prstGeom prst="rect">
            <a:avLst/>
          </a:prstGeom>
          <a:solidFill>
            <a:srgbClr val="D4D4D4"/>
          </a:solidFill>
          <a:ln w="0">
            <a:noFill/>
          </a:ln>
        </p:spPr>
      </p:sp>
      <p:sp>
        <p:nvSpPr>
          <p:cNvPr id="12" name="직사각형 11">
            <a:extLst>
              <a:ext uri="{FF2B5EF4-FFF2-40B4-BE49-F238E27FC236}">
                <a16:creationId xmlns:a16="http://schemas.microsoft.com/office/drawing/2014/main" id="{9E9A96E8-B9D9-4418-AF98-9A6F1E84EAC3}"/>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p14:creationId xmlns:p14="http://schemas.microsoft.com/office/powerpoint/2010/main" val="462685519"/>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B076C5C1-8837-45B8-8C36-8C1B1F1D1B4F}"/>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계산·추적</a:t>
            </a:r>
          </a:p>
        </p:txBody>
      </p:sp>
      <p:sp>
        <p:nvSpPr>
          <p:cNvPr id="2" name="text-28-1080">
            <a:extLst>
              <a:ext uri="{FF2B5EF4-FFF2-40B4-BE49-F238E27FC236}">
                <a16:creationId xmlns:a16="http://schemas.microsoft.com/office/drawing/2014/main" id="{2E2DFC4A-11E9-44F9-BF85-92ECF9CB6A0E}"/>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7F4D2869-D076-465A-8CEE-6909EC25B8DB}"/>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61  정답과 해설</a:t>
            </a:r>
          </a:p>
        </p:txBody>
      </p:sp>
      <p:sp>
        <p:nvSpPr>
          <p:cNvPr id="4" name="직사각형 3">
            <a:extLst>
              <a:ext uri="{FF2B5EF4-FFF2-40B4-BE49-F238E27FC236}">
                <a16:creationId xmlns:a16="http://schemas.microsoft.com/office/drawing/2014/main" id="{A6BFD366-2F48-425A-8D07-42D602FDAC84}"/>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B979381A-B811-4DDD-9B46-8A4EBCEBFA8B}"/>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EC8ECA27-CE03-4BB6-B21A-CB768AA561B4}"/>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B5701261-CF70-4C3C-B5FB-4E042BCB7FB5}"/>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122</a:t>
            </a:r>
            <a:endParaRPr sz="1050" b="1" i="0">
              <a:solidFill>
                <a:srgbClr val="171717"/>
              </a:solidFill>
              <a:latin typeface="Consolas"/>
              <a:ea typeface="Consolas"/>
              <a:cs typeface="Consolas"/>
            </a:endParaRPr>
          </a:p>
        </p:txBody>
      </p:sp>
      <p:sp>
        <p:nvSpPr>
          <p:cNvPr id="8" name="text-178-64">
            <a:extLst>
              <a:ext uri="{FF2B5EF4-FFF2-40B4-BE49-F238E27FC236}">
                <a16:creationId xmlns:a16="http://schemas.microsoft.com/office/drawing/2014/main" id="{83BA0ADF-2CC9-4016-9337-95F4821EBCD7}"/>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T(n)=9T(n/3)+Θ(n)에서 a,b,기준 지수 log_b a를 쓰시오.</a:t>
            </a:r>
          </a:p>
        </p:txBody>
      </p:sp>
      <p:sp>
        <p:nvSpPr>
          <p:cNvPr id="9" name="직사각형 8">
            <a:extLst>
              <a:ext uri="{FF2B5EF4-FFF2-40B4-BE49-F238E27FC236}">
                <a16:creationId xmlns:a16="http://schemas.microsoft.com/office/drawing/2014/main" id="{28928E33-7024-44ED-B349-829123F7C64B}"/>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9D3168BD-2A11-4EA1-A7C0-0A7418F3618F}"/>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9,3,2</a:t>
            </a:r>
          </a:p>
        </p:txBody>
      </p:sp>
      <p:sp>
        <p:nvSpPr>
          <p:cNvPr id="11" name="text-324.4-64">
            <a:extLst>
              <a:ext uri="{FF2B5EF4-FFF2-40B4-BE49-F238E27FC236}">
                <a16:creationId xmlns:a16="http://schemas.microsoft.com/office/drawing/2014/main" id="{7053ACAE-8B1C-4707-83B5-A28C5280EAFF}"/>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D30C7C24-D3C5-4A1D-AEA7-9AAE08E3000F}"/>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076007B3-D144-4331-94CB-3E6BE8700B9F}"/>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부분 문제 9개가 각각 n/3 크기이고 3²=9이다.</a:t>
            </a:r>
          </a:p>
        </p:txBody>
      </p:sp>
    </p:spTree>
    <p:extLst>
      <p:ext uri="{BB962C8B-B14F-4D97-AF65-F5344CB8AC3E}">
        <p14:creationId xmlns:p14="http://schemas.microsoft.com/office/powerpoint/2010/main" val="462685519"/>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ext-28-64">
            <a:extLst>
              <a:ext uri="{FF2B5EF4-FFF2-40B4-BE49-F238E27FC236}">
                <a16:creationId xmlns:a16="http://schemas.microsoft.com/office/drawing/2014/main" id="{1EA41E47-78EF-4CDF-9B6F-47EBF736C1A8}"/>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계산·추적</a:t>
            </a:r>
          </a:p>
        </p:txBody>
      </p:sp>
      <p:sp>
        <p:nvSpPr>
          <p:cNvPr id="2" name="text-28-1080">
            <a:extLst>
              <a:ext uri="{FF2B5EF4-FFF2-40B4-BE49-F238E27FC236}">
                <a16:creationId xmlns:a16="http://schemas.microsoft.com/office/drawing/2014/main" id="{EFA48D97-6499-421D-B6F2-3997206467E2}"/>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D0881542-F455-4A35-83AF-BD417BD5ED61}"/>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62  </a:t>
            </a:r>
          </a:p>
        </p:txBody>
      </p:sp>
      <p:sp>
        <p:nvSpPr>
          <p:cNvPr id="4" name="직사각형 3">
            <a:extLst>
              <a:ext uri="{FF2B5EF4-FFF2-40B4-BE49-F238E27FC236}">
                <a16:creationId xmlns:a16="http://schemas.microsoft.com/office/drawing/2014/main" id="{EC0B16E2-022D-47AB-85DF-6E1C395DEAB9}"/>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3AE679BC-2CCA-40C7-9ED4-CBCBC3716B2A}"/>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1B41807C-D4F6-41FD-BD9E-600210C83B08}"/>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2A6BA769-2308-4EA4-87C7-9FA69DD94D80}"/>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123</a:t>
            </a:r>
            <a:endParaRPr sz="1050" b="1" i="0">
              <a:solidFill>
                <a:srgbClr val="171717"/>
              </a:solidFill>
              <a:latin typeface="Consolas"/>
              <a:ea typeface="Consolas"/>
              <a:cs typeface="Consolas"/>
            </a:endParaRPr>
          </a:p>
        </p:txBody>
      </p:sp>
      <p:sp>
        <p:nvSpPr>
          <p:cNvPr id="8" name="text-178-64">
            <a:extLst>
              <a:ext uri="{FF2B5EF4-FFF2-40B4-BE49-F238E27FC236}">
                <a16:creationId xmlns:a16="http://schemas.microsoft.com/office/drawing/2014/main" id="{7385C15A-1322-47FC-9578-BA60A77E4E85}"/>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T(n)=8T(n/2)+Θ(n²)의 차수를 쓰시오.</a:t>
            </a:r>
          </a:p>
        </p:txBody>
      </p:sp>
      <p:sp>
        <p:nvSpPr>
          <p:cNvPr id="9" name="text-405-64">
            <a:extLst>
              <a:ext uri="{FF2B5EF4-FFF2-40B4-BE49-F238E27FC236}">
                <a16:creationId xmlns:a16="http://schemas.microsoft.com/office/drawing/2014/main" id="{51E5DDCE-1169-4A47-8701-E399BB8E39BE}"/>
              </a:ext>
            </a:extLst>
          </p:cNvPr>
          <p:cNvSpPr>
            <a:spLocks noGrp="1"/>
          </p:cNvSpPr>
          <p:nvPr/>
        </p:nvSpPr>
        <p:spPr>
          <a:xfrm>
            <a:off x="609600" y="3857625"/>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직사각형 9">
            <a:extLst>
              <a:ext uri="{FF2B5EF4-FFF2-40B4-BE49-F238E27FC236}">
                <a16:creationId xmlns:a16="http://schemas.microsoft.com/office/drawing/2014/main" id="{FBDB38AA-DE78-437D-8BA2-8B1006567C9B}"/>
              </a:ext>
            </a:extLst>
          </p:cNvPr>
          <p:cNvSpPr>
            <a:spLocks noGrp="1"/>
          </p:cNvSpPr>
          <p:nvPr/>
        </p:nvSpPr>
        <p:spPr>
          <a:xfrm>
            <a:off x="609600" y="4495800"/>
            <a:ext cx="10972800" cy="9525"/>
          </a:xfrm>
          <a:prstGeom prst="rect">
            <a:avLst/>
          </a:prstGeom>
          <a:solidFill>
            <a:srgbClr val="D4D4D4"/>
          </a:solidFill>
          <a:ln w="0">
            <a:noFill/>
          </a:ln>
        </p:spPr>
      </p:sp>
      <p:sp>
        <p:nvSpPr>
          <p:cNvPr id="11" name="직사각형 10">
            <a:extLst>
              <a:ext uri="{FF2B5EF4-FFF2-40B4-BE49-F238E27FC236}">
                <a16:creationId xmlns:a16="http://schemas.microsoft.com/office/drawing/2014/main" id="{81384691-8457-4B75-B9F1-8F147BF231BC}"/>
              </a:ext>
            </a:extLst>
          </p:cNvPr>
          <p:cNvSpPr>
            <a:spLocks noGrp="1"/>
          </p:cNvSpPr>
          <p:nvPr/>
        </p:nvSpPr>
        <p:spPr>
          <a:xfrm>
            <a:off x="609600" y="5181600"/>
            <a:ext cx="10972800" cy="9525"/>
          </a:xfrm>
          <a:prstGeom prst="rect">
            <a:avLst/>
          </a:prstGeom>
          <a:solidFill>
            <a:srgbClr val="D4D4D4"/>
          </a:solidFill>
          <a:ln w="0">
            <a:noFill/>
          </a:ln>
        </p:spPr>
      </p:sp>
      <p:sp>
        <p:nvSpPr>
          <p:cNvPr id="12" name="직사각형 11">
            <a:extLst>
              <a:ext uri="{FF2B5EF4-FFF2-40B4-BE49-F238E27FC236}">
                <a16:creationId xmlns:a16="http://schemas.microsoft.com/office/drawing/2014/main" id="{06815D89-442E-41E3-917B-CAD9B34C5EAF}"/>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p14:creationId xmlns:p14="http://schemas.microsoft.com/office/powerpoint/2010/main" val="462685519"/>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DE1CFDC6-4FFF-4776-A048-F99F6580B268}"/>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계산·추적</a:t>
            </a:r>
          </a:p>
        </p:txBody>
      </p:sp>
      <p:sp>
        <p:nvSpPr>
          <p:cNvPr id="2" name="text-28-1080">
            <a:extLst>
              <a:ext uri="{FF2B5EF4-FFF2-40B4-BE49-F238E27FC236}">
                <a16:creationId xmlns:a16="http://schemas.microsoft.com/office/drawing/2014/main" id="{81F47C01-088F-46BA-937E-67887F9BB0EB}"/>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E59E2BAB-3B93-4554-83A0-CBA03311A63A}"/>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62  정답과 해설</a:t>
            </a:r>
          </a:p>
        </p:txBody>
      </p:sp>
      <p:sp>
        <p:nvSpPr>
          <p:cNvPr id="4" name="직사각형 3">
            <a:extLst>
              <a:ext uri="{FF2B5EF4-FFF2-40B4-BE49-F238E27FC236}">
                <a16:creationId xmlns:a16="http://schemas.microsoft.com/office/drawing/2014/main" id="{600E2EBC-0939-422E-8EEB-4EC563A4C1E7}"/>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6CDE4ACB-813E-497E-979E-9FA109AC3EDB}"/>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1D302EC2-539D-4CD8-95E5-679C71E3DEA8}"/>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BC47227D-7762-49F5-963E-6BD20A057A68}"/>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124</a:t>
            </a:r>
            <a:endParaRPr sz="1050" b="1" i="0">
              <a:solidFill>
                <a:srgbClr val="171717"/>
              </a:solidFill>
              <a:latin typeface="Consolas"/>
              <a:ea typeface="Consolas"/>
              <a:cs typeface="Consolas"/>
            </a:endParaRPr>
          </a:p>
        </p:txBody>
      </p:sp>
      <p:sp>
        <p:nvSpPr>
          <p:cNvPr id="8" name="text-178-64">
            <a:extLst>
              <a:ext uri="{FF2B5EF4-FFF2-40B4-BE49-F238E27FC236}">
                <a16:creationId xmlns:a16="http://schemas.microsoft.com/office/drawing/2014/main" id="{4AE8F3EC-31B0-47AD-A8DD-02A01FA25B1B}"/>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T(n)=8T(n/2)+Θ(n²)의 차수를 쓰시오.</a:t>
            </a:r>
          </a:p>
        </p:txBody>
      </p:sp>
      <p:sp>
        <p:nvSpPr>
          <p:cNvPr id="9" name="직사각형 8">
            <a:extLst>
              <a:ext uri="{FF2B5EF4-FFF2-40B4-BE49-F238E27FC236}">
                <a16:creationId xmlns:a16="http://schemas.microsoft.com/office/drawing/2014/main" id="{F2AF619A-97B9-48F9-BA84-A0F9A6E5BA04}"/>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0540AE0D-4644-4652-98CC-A6E38D2694C7}"/>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Θ(n³)</a:t>
            </a:r>
          </a:p>
        </p:txBody>
      </p:sp>
      <p:sp>
        <p:nvSpPr>
          <p:cNvPr id="11" name="text-324.4-64">
            <a:extLst>
              <a:ext uri="{FF2B5EF4-FFF2-40B4-BE49-F238E27FC236}">
                <a16:creationId xmlns:a16="http://schemas.microsoft.com/office/drawing/2014/main" id="{FCCD3D4A-9A08-4BA7-AFCF-92525F23D93C}"/>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D2211EB3-8A96-4BB2-8628-816CF749684B}"/>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921C687D-92DF-4B30-BC34-2BB2CEF141FE}"/>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기준 지수 3이 결합 지수 2보다 크므로 재귀 하위 층이 지배한다.</a:t>
            </a:r>
          </a:p>
        </p:txBody>
      </p:sp>
    </p:spTree>
    <p:extLst>
      <p:ext uri="{BB962C8B-B14F-4D97-AF65-F5344CB8AC3E}">
        <p14:creationId xmlns:p14="http://schemas.microsoft.com/office/powerpoint/2010/main" val="462685519"/>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ext-28-64">
            <a:extLst>
              <a:ext uri="{FF2B5EF4-FFF2-40B4-BE49-F238E27FC236}">
                <a16:creationId xmlns:a16="http://schemas.microsoft.com/office/drawing/2014/main" id="{D3B708B2-05D9-4A8F-A176-191BF92C45B7}"/>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계산·추적</a:t>
            </a:r>
          </a:p>
        </p:txBody>
      </p:sp>
      <p:sp>
        <p:nvSpPr>
          <p:cNvPr id="2" name="text-28-1080">
            <a:extLst>
              <a:ext uri="{FF2B5EF4-FFF2-40B4-BE49-F238E27FC236}">
                <a16:creationId xmlns:a16="http://schemas.microsoft.com/office/drawing/2014/main" id="{28DE3DB1-B016-473C-AA0A-FD8DEB0CAD5A}"/>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F77722DD-3715-4C08-8301-ED21F8D83BF0}"/>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63  </a:t>
            </a:r>
          </a:p>
        </p:txBody>
      </p:sp>
      <p:sp>
        <p:nvSpPr>
          <p:cNvPr id="4" name="직사각형 3">
            <a:extLst>
              <a:ext uri="{FF2B5EF4-FFF2-40B4-BE49-F238E27FC236}">
                <a16:creationId xmlns:a16="http://schemas.microsoft.com/office/drawing/2014/main" id="{AFB915FF-2AE9-4064-A96B-7ADAE27E4A26}"/>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F2E4A24C-2BA3-47F4-8BCA-3315F2230EBE}"/>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709BD747-855E-4157-AD54-2FD8E2DEE64C}"/>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2133CE84-BA65-4FA0-956D-CBBFA6CC0B39}"/>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125</a:t>
            </a:r>
            <a:endParaRPr sz="1050" b="1" i="0">
              <a:solidFill>
                <a:srgbClr val="171717"/>
              </a:solidFill>
              <a:latin typeface="Consolas"/>
              <a:ea typeface="Consolas"/>
              <a:cs typeface="Consolas"/>
            </a:endParaRPr>
          </a:p>
        </p:txBody>
      </p:sp>
      <p:sp>
        <p:nvSpPr>
          <p:cNvPr id="8" name="text-178-64">
            <a:extLst>
              <a:ext uri="{FF2B5EF4-FFF2-40B4-BE49-F238E27FC236}">
                <a16:creationId xmlns:a16="http://schemas.microsoft.com/office/drawing/2014/main" id="{A132B84F-3ACA-421B-A00B-9562FE08517A}"/>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T(n)=4T(n/2)+Θ(n²)의 차수를 쓰시오.</a:t>
            </a:r>
          </a:p>
        </p:txBody>
      </p:sp>
      <p:sp>
        <p:nvSpPr>
          <p:cNvPr id="9" name="text-405-64">
            <a:extLst>
              <a:ext uri="{FF2B5EF4-FFF2-40B4-BE49-F238E27FC236}">
                <a16:creationId xmlns:a16="http://schemas.microsoft.com/office/drawing/2014/main" id="{B3792137-4963-4652-81E6-B5079B658651}"/>
              </a:ext>
            </a:extLst>
          </p:cNvPr>
          <p:cNvSpPr>
            <a:spLocks noGrp="1"/>
          </p:cNvSpPr>
          <p:nvPr/>
        </p:nvSpPr>
        <p:spPr>
          <a:xfrm>
            <a:off x="609600" y="3857625"/>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직사각형 9">
            <a:extLst>
              <a:ext uri="{FF2B5EF4-FFF2-40B4-BE49-F238E27FC236}">
                <a16:creationId xmlns:a16="http://schemas.microsoft.com/office/drawing/2014/main" id="{9D955271-D1AF-4436-B271-4467D4FE8F9D}"/>
              </a:ext>
            </a:extLst>
          </p:cNvPr>
          <p:cNvSpPr>
            <a:spLocks noGrp="1"/>
          </p:cNvSpPr>
          <p:nvPr/>
        </p:nvSpPr>
        <p:spPr>
          <a:xfrm>
            <a:off x="609600" y="4495800"/>
            <a:ext cx="10972800" cy="9525"/>
          </a:xfrm>
          <a:prstGeom prst="rect">
            <a:avLst/>
          </a:prstGeom>
          <a:solidFill>
            <a:srgbClr val="D4D4D4"/>
          </a:solidFill>
          <a:ln w="0">
            <a:noFill/>
          </a:ln>
        </p:spPr>
      </p:sp>
      <p:sp>
        <p:nvSpPr>
          <p:cNvPr id="11" name="직사각형 10">
            <a:extLst>
              <a:ext uri="{FF2B5EF4-FFF2-40B4-BE49-F238E27FC236}">
                <a16:creationId xmlns:a16="http://schemas.microsoft.com/office/drawing/2014/main" id="{5C729360-CEE0-49FD-A472-AB8F4F818012}"/>
              </a:ext>
            </a:extLst>
          </p:cNvPr>
          <p:cNvSpPr>
            <a:spLocks noGrp="1"/>
          </p:cNvSpPr>
          <p:nvPr/>
        </p:nvSpPr>
        <p:spPr>
          <a:xfrm>
            <a:off x="609600" y="5181600"/>
            <a:ext cx="10972800" cy="9525"/>
          </a:xfrm>
          <a:prstGeom prst="rect">
            <a:avLst/>
          </a:prstGeom>
          <a:solidFill>
            <a:srgbClr val="D4D4D4"/>
          </a:solidFill>
          <a:ln w="0">
            <a:noFill/>
          </a:ln>
        </p:spPr>
      </p:sp>
      <p:sp>
        <p:nvSpPr>
          <p:cNvPr id="12" name="직사각형 11">
            <a:extLst>
              <a:ext uri="{FF2B5EF4-FFF2-40B4-BE49-F238E27FC236}">
                <a16:creationId xmlns:a16="http://schemas.microsoft.com/office/drawing/2014/main" id="{56A6454B-542D-4BED-80C5-FEF3BC14E881}"/>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p14:creationId xmlns:p14="http://schemas.microsoft.com/office/powerpoint/2010/main" val="462685519"/>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662E0615-CF34-4421-911D-9D2C6A8F98C0}"/>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계산·추적</a:t>
            </a:r>
          </a:p>
        </p:txBody>
      </p:sp>
      <p:sp>
        <p:nvSpPr>
          <p:cNvPr id="2" name="text-28-1080">
            <a:extLst>
              <a:ext uri="{FF2B5EF4-FFF2-40B4-BE49-F238E27FC236}">
                <a16:creationId xmlns:a16="http://schemas.microsoft.com/office/drawing/2014/main" id="{1F6D8EEA-945F-4482-B91F-E5389862F70B}"/>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EB4E2814-5576-4F35-8CB1-E23BFDE80F8D}"/>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63  정답과 해설</a:t>
            </a:r>
          </a:p>
        </p:txBody>
      </p:sp>
      <p:sp>
        <p:nvSpPr>
          <p:cNvPr id="4" name="직사각형 3">
            <a:extLst>
              <a:ext uri="{FF2B5EF4-FFF2-40B4-BE49-F238E27FC236}">
                <a16:creationId xmlns:a16="http://schemas.microsoft.com/office/drawing/2014/main" id="{842B50D4-F1CA-4AF5-AED0-BC1A6F41C66F}"/>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79E978EF-1E3F-403B-B9CA-0FD97B7B7EAA}"/>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77E042BB-DE42-43C2-8DC6-206E4B58186C}"/>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E2847020-344B-4D0C-AC9B-81071060E083}"/>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126</a:t>
            </a:r>
            <a:endParaRPr sz="1050" b="1" i="0">
              <a:solidFill>
                <a:srgbClr val="171717"/>
              </a:solidFill>
              <a:latin typeface="Consolas"/>
              <a:ea typeface="Consolas"/>
              <a:cs typeface="Consolas"/>
            </a:endParaRPr>
          </a:p>
        </p:txBody>
      </p:sp>
      <p:sp>
        <p:nvSpPr>
          <p:cNvPr id="8" name="text-178-64">
            <a:extLst>
              <a:ext uri="{FF2B5EF4-FFF2-40B4-BE49-F238E27FC236}">
                <a16:creationId xmlns:a16="http://schemas.microsoft.com/office/drawing/2014/main" id="{25BEDEFD-39E5-43E3-AD19-693683695C71}"/>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T(n)=4T(n/2)+Θ(n²)의 차수를 쓰시오.</a:t>
            </a:r>
          </a:p>
        </p:txBody>
      </p:sp>
      <p:sp>
        <p:nvSpPr>
          <p:cNvPr id="9" name="직사각형 8">
            <a:extLst>
              <a:ext uri="{FF2B5EF4-FFF2-40B4-BE49-F238E27FC236}">
                <a16:creationId xmlns:a16="http://schemas.microsoft.com/office/drawing/2014/main" id="{1D6BE1D6-8453-4D4F-AAD5-65E722CCACB1}"/>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0EF747E0-5D3A-4E71-8384-B7A2C9EDBD96}"/>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Θ(n² log n)</a:t>
            </a:r>
          </a:p>
        </p:txBody>
      </p:sp>
      <p:sp>
        <p:nvSpPr>
          <p:cNvPr id="11" name="text-324.4-64">
            <a:extLst>
              <a:ext uri="{FF2B5EF4-FFF2-40B4-BE49-F238E27FC236}">
                <a16:creationId xmlns:a16="http://schemas.microsoft.com/office/drawing/2014/main" id="{98700FDF-9465-4D17-9F26-FD441DE8A913}"/>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5CA55F87-9AA4-464A-BA40-93DA34724AEC}"/>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A5BCE068-FF46-4188-9FA4-F0B76F2B3893}"/>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각 층 비용이 Θ(n²)이고 층 수가 Θ(log n)이다.</a:t>
            </a:r>
          </a:p>
        </p:txBody>
      </p:sp>
    </p:spTree>
    <p:extLst>
      <p:ext uri="{BB962C8B-B14F-4D97-AF65-F5344CB8AC3E}">
        <p14:creationId xmlns:p14="http://schemas.microsoft.com/office/powerpoint/2010/main" val="462685519"/>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ext-28-64">
            <a:extLst>
              <a:ext uri="{FF2B5EF4-FFF2-40B4-BE49-F238E27FC236}">
                <a16:creationId xmlns:a16="http://schemas.microsoft.com/office/drawing/2014/main" id="{B3369773-A3B2-4BE0-B702-15D2801E5E11}"/>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계산·추적</a:t>
            </a:r>
          </a:p>
        </p:txBody>
      </p:sp>
      <p:sp>
        <p:nvSpPr>
          <p:cNvPr id="2" name="text-28-1080">
            <a:extLst>
              <a:ext uri="{FF2B5EF4-FFF2-40B4-BE49-F238E27FC236}">
                <a16:creationId xmlns:a16="http://schemas.microsoft.com/office/drawing/2014/main" id="{407AAE2A-701E-4B49-98E6-911B6036A58F}"/>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40E8DFE2-5439-4613-8AFA-3F2229CDA0DC}"/>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64  </a:t>
            </a:r>
          </a:p>
        </p:txBody>
      </p:sp>
      <p:sp>
        <p:nvSpPr>
          <p:cNvPr id="4" name="직사각형 3">
            <a:extLst>
              <a:ext uri="{FF2B5EF4-FFF2-40B4-BE49-F238E27FC236}">
                <a16:creationId xmlns:a16="http://schemas.microsoft.com/office/drawing/2014/main" id="{8CAF45CB-8869-4682-9355-8F9D7E8038E1}"/>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4F27FE41-A3F2-451A-B760-CEACB60C6DE2}"/>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80719A36-EFC5-4EDF-BA43-B416919AF002}"/>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742F87B2-5FE2-43F6-AA93-959FFB2EC44A}"/>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127</a:t>
            </a:r>
            <a:endParaRPr sz="1050" b="1" i="0">
              <a:solidFill>
                <a:srgbClr val="171717"/>
              </a:solidFill>
              <a:latin typeface="Consolas"/>
              <a:ea typeface="Consolas"/>
              <a:cs typeface="Consolas"/>
            </a:endParaRPr>
          </a:p>
        </p:txBody>
      </p:sp>
      <p:sp>
        <p:nvSpPr>
          <p:cNvPr id="8" name="text-178-64">
            <a:extLst>
              <a:ext uri="{FF2B5EF4-FFF2-40B4-BE49-F238E27FC236}">
                <a16:creationId xmlns:a16="http://schemas.microsoft.com/office/drawing/2014/main" id="{83C3381C-A233-43D6-AC5D-AF2A20AA80C1}"/>
              </a:ext>
            </a:extLst>
          </p:cNvPr>
          <p:cNvSpPr>
            <a:spLocks noGrp="1"/>
          </p:cNvSpPr>
          <p:nvPr/>
        </p:nvSpPr>
        <p:spPr>
          <a:xfrm>
            <a:off x="609600" y="1695450"/>
            <a:ext cx="10972800" cy="373380"/>
          </a:xfrm>
          <a:prstGeom prst="rect">
            <a:avLst/>
          </a:prstGeom>
          <a:noFill/>
          <a:ln w="0">
            <a:noFill/>
          </a:ln>
        </p:spPr>
        <p:txBody>
          <a:bodyPr wrap="squar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재귀식 T(n)=2T(n/2)+n, T(1)=1이 주어졌다. T(2), T(4), T(8)을 이 순서로 구하시오.</a:t>
            </a:r>
          </a:p>
        </p:txBody>
      </p:sp>
      <p:sp>
        <p:nvSpPr>
          <p:cNvPr id="9" name="text-405-64">
            <a:extLst>
              <a:ext uri="{FF2B5EF4-FFF2-40B4-BE49-F238E27FC236}">
                <a16:creationId xmlns:a16="http://schemas.microsoft.com/office/drawing/2014/main" id="{69878798-F020-455E-B5D4-F5E373C69000}"/>
              </a:ext>
            </a:extLst>
          </p:cNvPr>
          <p:cNvSpPr>
            <a:spLocks noGrp="1"/>
          </p:cNvSpPr>
          <p:nvPr/>
        </p:nvSpPr>
        <p:spPr>
          <a:xfrm>
            <a:off x="609600" y="3857625"/>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직사각형 9">
            <a:extLst>
              <a:ext uri="{FF2B5EF4-FFF2-40B4-BE49-F238E27FC236}">
                <a16:creationId xmlns:a16="http://schemas.microsoft.com/office/drawing/2014/main" id="{654E868B-F3D6-418F-B020-9AF0FF4D8BF1}"/>
              </a:ext>
            </a:extLst>
          </p:cNvPr>
          <p:cNvSpPr>
            <a:spLocks noGrp="1"/>
          </p:cNvSpPr>
          <p:nvPr/>
        </p:nvSpPr>
        <p:spPr>
          <a:xfrm>
            <a:off x="609600" y="4495800"/>
            <a:ext cx="10972800" cy="9525"/>
          </a:xfrm>
          <a:prstGeom prst="rect">
            <a:avLst/>
          </a:prstGeom>
          <a:solidFill>
            <a:srgbClr val="D4D4D4"/>
          </a:solidFill>
          <a:ln w="0">
            <a:noFill/>
          </a:ln>
        </p:spPr>
      </p:sp>
      <p:sp>
        <p:nvSpPr>
          <p:cNvPr id="11" name="직사각형 10">
            <a:extLst>
              <a:ext uri="{FF2B5EF4-FFF2-40B4-BE49-F238E27FC236}">
                <a16:creationId xmlns:a16="http://schemas.microsoft.com/office/drawing/2014/main" id="{C67DA7E0-98D6-4BF1-8021-D2FB78D4F4AC}"/>
              </a:ext>
            </a:extLst>
          </p:cNvPr>
          <p:cNvSpPr>
            <a:spLocks noGrp="1"/>
          </p:cNvSpPr>
          <p:nvPr/>
        </p:nvSpPr>
        <p:spPr>
          <a:xfrm>
            <a:off x="609600" y="5181600"/>
            <a:ext cx="10972800" cy="9525"/>
          </a:xfrm>
          <a:prstGeom prst="rect">
            <a:avLst/>
          </a:prstGeom>
          <a:solidFill>
            <a:srgbClr val="D4D4D4"/>
          </a:solidFill>
          <a:ln w="0">
            <a:noFill/>
          </a:ln>
        </p:spPr>
      </p:sp>
      <p:sp>
        <p:nvSpPr>
          <p:cNvPr id="12" name="직사각형 11">
            <a:extLst>
              <a:ext uri="{FF2B5EF4-FFF2-40B4-BE49-F238E27FC236}">
                <a16:creationId xmlns:a16="http://schemas.microsoft.com/office/drawing/2014/main" id="{1D32ABF3-4EA1-42BE-B96D-C74F324ED4D6}"/>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p14:creationId xmlns:p14="http://schemas.microsoft.com/office/powerpoint/2010/main" val="462685519"/>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D2A60BA2-D18B-4BDA-887C-0EB13B53F4DE}"/>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계산·추적</a:t>
            </a:r>
          </a:p>
        </p:txBody>
      </p:sp>
      <p:sp>
        <p:nvSpPr>
          <p:cNvPr id="2" name="text-28-1080">
            <a:extLst>
              <a:ext uri="{FF2B5EF4-FFF2-40B4-BE49-F238E27FC236}">
                <a16:creationId xmlns:a16="http://schemas.microsoft.com/office/drawing/2014/main" id="{3C7A7274-B66A-49EA-B1B2-0DBFCB74441D}"/>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A3BF5B1D-26A2-409A-B45B-60EE0D94724B}"/>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64  정답과 해설</a:t>
            </a:r>
          </a:p>
        </p:txBody>
      </p:sp>
      <p:sp>
        <p:nvSpPr>
          <p:cNvPr id="4" name="직사각형 3">
            <a:extLst>
              <a:ext uri="{FF2B5EF4-FFF2-40B4-BE49-F238E27FC236}">
                <a16:creationId xmlns:a16="http://schemas.microsoft.com/office/drawing/2014/main" id="{1983ADC8-CECE-4883-828F-D6A942D86FED}"/>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699989A7-0507-402A-B743-064A69D9B279}"/>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206E9221-3674-4F6B-B80A-8DF52ADA8FFE}"/>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A4E2FB6F-6689-47DE-B34D-B87BB0FB4DD2}"/>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128</a:t>
            </a:r>
            <a:endParaRPr sz="1050" b="1" i="0">
              <a:solidFill>
                <a:srgbClr val="171717"/>
              </a:solidFill>
              <a:latin typeface="Consolas"/>
              <a:ea typeface="Consolas"/>
              <a:cs typeface="Consolas"/>
            </a:endParaRPr>
          </a:p>
        </p:txBody>
      </p:sp>
      <p:sp>
        <p:nvSpPr>
          <p:cNvPr id="8" name="text-178-64">
            <a:extLst>
              <a:ext uri="{FF2B5EF4-FFF2-40B4-BE49-F238E27FC236}">
                <a16:creationId xmlns:a16="http://schemas.microsoft.com/office/drawing/2014/main" id="{CCE5186F-DD87-43B7-BF84-3672A1BB0D05}"/>
              </a:ext>
            </a:extLst>
          </p:cNvPr>
          <p:cNvSpPr>
            <a:spLocks noGrp="1"/>
          </p:cNvSpPr>
          <p:nvPr/>
        </p:nvSpPr>
        <p:spPr>
          <a:xfrm>
            <a:off x="609600" y="1695450"/>
            <a:ext cx="10972800" cy="320040"/>
          </a:xfrm>
          <a:prstGeom prst="rect">
            <a:avLst/>
          </a:prstGeom>
          <a:noFill/>
          <a:ln w="0">
            <a:noFill/>
          </a:ln>
        </p:spPr>
        <p:txBody>
          <a:bodyPr wrap="squar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재귀식 T(n)=2T(n/2)+n, T(1)=1이 주어졌다. T(2), T(4), T(8)을 이 순서로 구하시오.</a:t>
            </a:r>
          </a:p>
        </p:txBody>
      </p:sp>
      <p:sp>
        <p:nvSpPr>
          <p:cNvPr id="9" name="직사각형 8">
            <a:extLst>
              <a:ext uri="{FF2B5EF4-FFF2-40B4-BE49-F238E27FC236}">
                <a16:creationId xmlns:a16="http://schemas.microsoft.com/office/drawing/2014/main" id="{072438B5-D1E4-4FC2-BEE6-949E423788F7}"/>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E8D366E5-FD1B-4EBD-965D-4B0842D290B5}"/>
              </a:ext>
            </a:extLst>
          </p:cNvPr>
          <p:cNvSpPr>
            <a:spLocks noGrp="1"/>
          </p:cNvSpPr>
          <p:nvPr/>
        </p:nvSpPr>
        <p:spPr>
          <a:xfrm>
            <a:off x="876300" y="2339340"/>
            <a:ext cx="10439400" cy="436245"/>
          </a:xfrm>
          <a:prstGeom prst="rect">
            <a:avLst/>
          </a:prstGeom>
          <a:noFill/>
          <a:ln w="0">
            <a:noFill/>
          </a:ln>
        </p:spPr>
        <p:txBody>
          <a:bodyPr wrap="squar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T(2)=4, T(4)=12, T(8)=32</a:t>
            </a:r>
          </a:p>
        </p:txBody>
      </p:sp>
      <p:sp>
        <p:nvSpPr>
          <p:cNvPr id="11" name="text-324.4-64">
            <a:extLst>
              <a:ext uri="{FF2B5EF4-FFF2-40B4-BE49-F238E27FC236}">
                <a16:creationId xmlns:a16="http://schemas.microsoft.com/office/drawing/2014/main" id="{74A6BB9C-94DF-45B6-B518-F2637179CA21}"/>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E315B8D9-D24A-45F0-A9EF-782A7319B716}"/>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3B344AE4-3CFF-4128-B656-439377CB5369}"/>
              </a:ext>
            </a:extLst>
          </p:cNvPr>
          <p:cNvSpPr>
            <a:spLocks noGrp="1"/>
          </p:cNvSpPr>
          <p:nvPr/>
        </p:nvSpPr>
        <p:spPr>
          <a:xfrm>
            <a:off x="609600" y="3547110"/>
            <a:ext cx="10972800" cy="320040"/>
          </a:xfrm>
          <a:prstGeom prst="rect">
            <a:avLst/>
          </a:prstGeom>
          <a:noFill/>
          <a:ln w="0">
            <a:noFill/>
          </a:ln>
        </p:spPr>
        <p:txBody>
          <a:bodyPr wrap="squar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T(2)=2×1+2=4, T(4)=2×4+4=12, T(8)=2×12+8=32이다.</a:t>
            </a:r>
          </a:p>
        </p:txBody>
      </p:sp>
    </p:spTree>
    <p:extLst>
      <p:ext uri="{BB962C8B-B14F-4D97-AF65-F5344CB8AC3E}">
        <p14:creationId xmlns:p14="http://schemas.microsoft.com/office/powerpoint/2010/main" val="462685519"/>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section">
            <a:extLst>
              <a:ext uri="{FF2B5EF4-FFF2-40B4-BE49-F238E27FC236}">
                <a16:creationId xmlns:a16="http://schemas.microsoft.com/office/drawing/2014/main" id="{54AC48E8-687C-4622-A47A-DAD95A37D878}"/>
              </a:ext>
            </a:extLst>
          </p:cNvPr>
          <p:cNvSpPr>
            <a:spLocks noGrp="1"/>
          </p:cNvSpPr>
          <p:nvPr/>
        </p:nvSpPr>
        <p:spPr>
          <a:xfrm>
            <a:off x="609600" y="266700"/>
            <a:ext cx="8096250" cy="266700"/>
          </a:xfrm>
          <a:prstGeom prst="rect">
            <a:avLst/>
          </a:prstGeom>
          <a:noFill/>
          <a:ln w="0">
            <a:noFill/>
          </a:ln>
        </p:spPr>
        <p:txBody>
          <a:bodyPr wrap="none" lIns="0" tIns="0" rIns="0" bIns="0" anchor="t">
            <a:noAutofit/>
          </a:bodyPr>
          <a:lstStyle>
            <a:defPPr algn="l">
              <a:defRPr sz="1050" b="0">
                <a:solidFill>
                  <a:srgbClr val="555555"/>
                </a:solidFill>
                <a:latin typeface="Malgun Gothic"/>
                <a:ea typeface="Malgun Gothic"/>
                <a:cs typeface="Malgun Gothic"/>
              </a:defRPr>
            </a:defPPr>
          </a:lstStyle>
          <a:p>
            <a:pPr algn="l">
              <a:lnSpc>
                <a:spcPct val="110000"/>
              </a:lnSpc>
              <a:buNone/>
              <a:defRPr sz="1050" b="0">
                <a:solidFill>
                  <a:srgbClr val="555555"/>
                </a:solidFill>
                <a:latin typeface="Malgun Gothic"/>
                <a:ea typeface="Malgun Gothic"/>
                <a:cs typeface="Malgun Gothic"/>
              </a:defRPr>
            </a:pPr>
            <a:r>
              <a:rPr sz="1050" b="0">
                <a:solidFill>
                  <a:srgbClr val="555555"/>
                </a:solidFill>
                <a:latin typeface="Malgun Gothic"/>
                <a:ea typeface="Malgun Gothic"/>
                <a:cs typeface="Malgun Gothic"/>
              </a:rPr>
              <a:t>4장 분할 정복  /  계산·추적</a:t>
            </a:r>
          </a:p>
        </p:txBody>
      </p:sp>
      <p:sp>
        <p:nvSpPr>
          <p:cNvPr id="2" name="brand">
            <a:extLst>
              <a:ext uri="{FF2B5EF4-FFF2-40B4-BE49-F238E27FC236}">
                <a16:creationId xmlns:a16="http://schemas.microsoft.com/office/drawing/2014/main" id="{BD497017-0FEB-49FC-B391-B0A3C8B5B4C0}"/>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555555"/>
                </a:solidFill>
                <a:latin typeface="Malgun Gothic"/>
                <a:ea typeface="Malgun Gothic"/>
                <a:cs typeface="Malgun Gothic"/>
              </a:defRPr>
            </a:defPPr>
          </a:lstStyle>
          <a:p>
            <a:pPr algn="l">
              <a:lnSpc>
                <a:spcPct val="110000"/>
              </a:lnSpc>
              <a:buNone/>
              <a:defRPr sz="900" b="0">
                <a:solidFill>
                  <a:srgbClr val="555555"/>
                </a:solidFill>
                <a:latin typeface="Malgun Gothic"/>
                <a:ea typeface="Malgun Gothic"/>
                <a:cs typeface="Malgun Gothic"/>
              </a:defRPr>
            </a:pPr>
            <a:r>
              <a:rPr sz="900" b="0">
                <a:solidFill>
                  <a:srgbClr val="55555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6265F79E-1BD4-4F25-A7EF-3035E8EF3E91}"/>
              </a:ext>
            </a:extLst>
          </p:cNvPr>
          <p:cNvSpPr>
            <a:spLocks noGrp="1"/>
          </p:cNvSpPr>
          <p:nvPr/>
        </p:nvSpPr>
        <p:spPr>
          <a:xfrm>
            <a:off x="609600" y="685800"/>
            <a:ext cx="10972800" cy="685800"/>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0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문제 65</a:t>
            </a:r>
          </a:p>
        </p:txBody>
      </p:sp>
      <p:sp>
        <p:nvSpPr>
          <p:cNvPr id="4" name="footer">
            <a:extLst>
              <a:ext uri="{FF2B5EF4-FFF2-40B4-BE49-F238E27FC236}">
                <a16:creationId xmlns:a16="http://schemas.microsoft.com/office/drawing/2014/main" id="{9B38D22B-614E-46FD-8126-33546FBBBBD0}"/>
              </a:ext>
            </a:extLst>
          </p:cNvPr>
          <p:cNvSpPr>
            <a:spLocks noGrp="1"/>
          </p:cNvSpPr>
          <p:nvPr/>
        </p:nvSpPr>
        <p:spPr>
          <a:xfrm>
            <a:off x="609600" y="6591300"/>
            <a:ext cx="9715500" cy="190500"/>
          </a:xfrm>
          <a:prstGeom prst="rect">
            <a:avLst/>
          </a:prstGeom>
          <a:noFill/>
          <a:ln w="0">
            <a:noFill/>
          </a:ln>
        </p:spPr>
        <p:txBody>
          <a:bodyPr wrap="none" lIns="0" tIns="0" rIns="0" bIns="0" anchor="t">
            <a:noAutofit/>
          </a:bodyPr>
          <a:lstStyle>
            <a:defPPr algn="l">
              <a:defRPr sz="900" b="0">
                <a:solidFill>
                  <a:srgbClr val="555555"/>
                </a:solidFill>
                <a:latin typeface="Consolas"/>
                <a:ea typeface="Consolas"/>
                <a:cs typeface="Consolas"/>
              </a:defRPr>
            </a:defPPr>
          </a:lstStyle>
          <a:p>
            <a:pPr algn="l">
              <a:lnSpc>
                <a:spcPct val="110000"/>
              </a:lnSpc>
              <a:buNone/>
              <a:defRPr sz="900" b="0">
                <a:solidFill>
                  <a:srgbClr val="555555"/>
                </a:solidFill>
                <a:latin typeface="Consolas"/>
                <a:ea typeface="Consolas"/>
                <a:cs typeface="Consolas"/>
              </a:defRPr>
            </a:pPr>
            <a:r>
              <a:rPr sz="900" b="0">
                <a:solidFill>
                  <a:srgbClr val="555555"/>
                </a:solidFill>
                <a:latin typeface="Consolas"/>
                <a:ea typeface="Consolas"/>
                <a:cs typeface="Consolas"/>
              </a:rPr>
              <a:t>04 / DIVIDE AND CONQUER · EXERCISES</a:t>
            </a:r>
          </a:p>
        </p:txBody>
      </p:sp>
      <p:sp>
        <p:nvSpPr>
          <p:cNvPr id="5" name="page">
            <a:extLst>
              <a:ext uri="{FF2B5EF4-FFF2-40B4-BE49-F238E27FC236}">
                <a16:creationId xmlns:a16="http://schemas.microsoft.com/office/drawing/2014/main" id="{B5829C63-EB10-41AC-A65F-06DCF1667FC2}"/>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0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129</a:t>
            </a:r>
            <a:endParaRPr sz="1050" b="0">
              <a:solidFill>
                <a:srgbClr val="151515"/>
              </a:solidFill>
              <a:latin typeface="Consolas"/>
              <a:ea typeface="Consolas"/>
              <a:cs typeface="Consolas"/>
            </a:endParaRPr>
          </a:p>
        </p:txBody>
      </p:sp>
      <p:sp>
        <p:nvSpPr>
          <p:cNvPr id="6" name="직사각형 5">
            <a:extLst>
              <a:ext uri="{FF2B5EF4-FFF2-40B4-BE49-F238E27FC236}">
                <a16:creationId xmlns:a16="http://schemas.microsoft.com/office/drawing/2014/main" id="{22E2E5B6-31EF-4F09-AD5F-44EBBC70267F}"/>
              </a:ext>
            </a:extLst>
          </p:cNvPr>
          <p:cNvSpPr>
            <a:spLocks noGrp="1"/>
          </p:cNvSpPr>
          <p:nvPr/>
        </p:nvSpPr>
        <p:spPr>
          <a:xfrm>
            <a:off x="609600" y="6438900"/>
            <a:ext cx="10972800" cy="9525"/>
          </a:xfrm>
          <a:prstGeom prst="rect">
            <a:avLst/>
          </a:prstGeom>
          <a:solidFill>
            <a:srgbClr val="CCCCCC"/>
          </a:solidFill>
          <a:ln w="0">
            <a:noFill/>
          </a:ln>
        </p:spPr>
      </p:sp>
      <p:sp>
        <p:nvSpPr>
          <p:cNvPr id="7" name="prompt">
            <a:extLst>
              <a:ext uri="{FF2B5EF4-FFF2-40B4-BE49-F238E27FC236}">
                <a16:creationId xmlns:a16="http://schemas.microsoft.com/office/drawing/2014/main" id="{F02752BD-8FA4-4049-A9BA-F201AB20FE54}"/>
              </a:ext>
            </a:extLst>
          </p:cNvPr>
          <p:cNvSpPr>
            <a:spLocks noGrp="1"/>
          </p:cNvSpPr>
          <p:nvPr/>
        </p:nvSpPr>
        <p:spPr>
          <a:xfrm>
            <a:off x="609600" y="1714500"/>
            <a:ext cx="10972800" cy="1381125"/>
          </a:xfrm>
          <a:prstGeom prst="rect">
            <a:avLst/>
          </a:prstGeom>
          <a:noFill/>
          <a:ln w="0">
            <a:noFill/>
          </a:ln>
        </p:spPr>
        <p:txBody>
          <a:bodyPr wrap="none" lIns="0" tIns="0" rIns="0" bIns="0" anchor="t">
            <a:noAutofit/>
          </a:bodyPr>
          <a:lstStyle>
            <a:defPPr algn="l">
              <a:defRPr sz="2100" b="0">
                <a:solidFill>
                  <a:srgbClr val="151515"/>
                </a:solidFill>
                <a:latin typeface="Malgun Gothic"/>
                <a:ea typeface="Malgun Gothic"/>
                <a:cs typeface="Malgun Gothic"/>
              </a:defRPr>
            </a:defPPr>
          </a:lstStyle>
          <a:p>
            <a:pPr algn="l">
              <a:lnSpc>
                <a:spcPct val="110000"/>
              </a:lnSpc>
              <a:buNone/>
              <a:defRPr sz="2100" b="0">
                <a:solidFill>
                  <a:srgbClr val="151515"/>
                </a:solidFill>
                <a:latin typeface="Malgun Gothic"/>
                <a:ea typeface="Malgun Gothic"/>
                <a:cs typeface="Malgun Gothic"/>
              </a:defRPr>
            </a:pPr>
            <a:r>
              <a:rPr sz="2100" b="0">
                <a:solidFill>
                  <a:srgbClr val="151515"/>
                </a:solidFill>
                <a:latin typeface="Malgun Gothic"/>
                <a:ea typeface="Malgun Gothic"/>
                <a:cs typeface="Malgun Gothic"/>
              </a:rPr>
              <a:t>병합 정렬로 [6,2,5,1]을 정렬하려 한다.</a:t>
            </a:r>
          </a:p>
          <a:p>
            <a:pPr algn="l">
              <a:lnSpc>
                <a:spcPct val="110000"/>
              </a:lnSpc>
              <a:buNone/>
              <a:defRPr sz="2100" b="0">
                <a:solidFill>
                  <a:srgbClr val="151515"/>
                </a:solidFill>
                <a:latin typeface="Malgun Gothic"/>
                <a:ea typeface="Malgun Gothic"/>
                <a:cs typeface="Malgun Gothic"/>
              </a:defRPr>
            </a:pPr>
            <a:r>
              <a:rPr sz="2100" b="0">
                <a:solidFill>
                  <a:srgbClr val="151515"/>
                </a:solidFill>
                <a:latin typeface="Malgun Gothic"/>
                <a:ea typeface="Malgun Gothic"/>
                <a:cs typeface="Malgun Gothic"/>
              </a:rPr>
              <a:t>처음에 배열을 가운데에서 같은 길이로 나눌 때</a:t>
            </a:r>
          </a:p>
          <a:p>
            <a:pPr algn="l">
              <a:lnSpc>
                <a:spcPct val="110000"/>
              </a:lnSpc>
              <a:buNone/>
              <a:defRPr sz="2100" b="0">
                <a:solidFill>
                  <a:srgbClr val="151515"/>
                </a:solidFill>
                <a:latin typeface="Malgun Gothic"/>
                <a:ea typeface="Malgun Gothic"/>
                <a:cs typeface="Malgun Gothic"/>
              </a:defRPr>
            </a:pPr>
            <a:r>
              <a:rPr sz="2100" b="0">
                <a:solidFill>
                  <a:srgbClr val="151515"/>
                </a:solidFill>
                <a:latin typeface="Malgun Gothic"/>
                <a:ea typeface="Malgun Gothic"/>
                <a:cs typeface="Malgun Gothic"/>
              </a:rPr>
              <a:t>왼쪽 배열과 오른쪽 배열을 각각 쓰시오.</a:t>
            </a:r>
          </a:p>
        </p:txBody>
      </p:sp>
      <p:sp>
        <p:nvSpPr>
          <p:cNvPr id="8" name="instructions">
            <a:extLst>
              <a:ext uri="{FF2B5EF4-FFF2-40B4-BE49-F238E27FC236}">
                <a16:creationId xmlns:a16="http://schemas.microsoft.com/office/drawing/2014/main" id="{EEBCD3BE-036B-4FEA-A0B6-FF434CF9A277}"/>
              </a:ext>
            </a:extLst>
          </p:cNvPr>
          <p:cNvSpPr>
            <a:spLocks noGrp="1"/>
          </p:cNvSpPr>
          <p:nvPr/>
        </p:nvSpPr>
        <p:spPr>
          <a:xfrm>
            <a:off x="609600" y="3876675"/>
            <a:ext cx="10972800" cy="323850"/>
          </a:xfrm>
          <a:prstGeom prst="rect">
            <a:avLst/>
          </a:prstGeom>
          <a:noFill/>
          <a:ln w="0">
            <a:noFill/>
          </a:ln>
        </p:spPr>
        <p:txBody>
          <a:bodyPr wrap="none" lIns="0" tIns="0" rIns="0" bIns="0" anchor="t">
            <a:noAutofit/>
          </a:bodyPr>
          <a:lstStyle>
            <a:defPPr algn="l">
              <a:defRPr sz="1725" b="0">
                <a:solidFill>
                  <a:srgbClr val="666666"/>
                </a:solidFill>
                <a:latin typeface="Malgun Gothic"/>
                <a:ea typeface="Malgun Gothic"/>
                <a:cs typeface="Malgun Gothic"/>
              </a:defRPr>
            </a:defPPr>
          </a:lstStyle>
          <a:p>
            <a:pPr algn="l">
              <a:lnSpc>
                <a:spcPct val="110000"/>
              </a:lnSpc>
              <a:buNone/>
              <a:defRPr sz="1725" b="0">
                <a:solidFill>
                  <a:srgbClr val="666666"/>
                </a:solidFill>
                <a:latin typeface="Malgun Gothic"/>
                <a:ea typeface="Malgun Gothic"/>
                <a:cs typeface="Malgun Gothic"/>
              </a:defRPr>
            </a:pPr>
            <a:r>
              <a:rPr sz="1725" b="0">
                <a:solidFill>
                  <a:srgbClr val="666666"/>
                </a:solidFill>
                <a:latin typeface="Malgun Gothic"/>
                <a:ea typeface="Malgun Gothic"/>
                <a:cs typeface="Malgun Gothic"/>
              </a:rPr>
              <a:t>풀이 과정과 판단 근거를 함께 쓰시오.</a:t>
            </a:r>
          </a:p>
        </p:txBody>
      </p:sp>
      <p:sp>
        <p:nvSpPr>
          <p:cNvPr id="9" name="직사각형 8">
            <a:extLst>
              <a:ext uri="{FF2B5EF4-FFF2-40B4-BE49-F238E27FC236}">
                <a16:creationId xmlns:a16="http://schemas.microsoft.com/office/drawing/2014/main" id="{55DCE1F0-6045-4CD7-BC4C-094DAD1DCD00}"/>
              </a:ext>
            </a:extLst>
          </p:cNvPr>
          <p:cNvSpPr>
            <a:spLocks noGrp="1"/>
          </p:cNvSpPr>
          <p:nvPr/>
        </p:nvSpPr>
        <p:spPr>
          <a:xfrm>
            <a:off x="609600" y="4495800"/>
            <a:ext cx="10972800" cy="9525"/>
          </a:xfrm>
          <a:prstGeom prst="rect">
            <a:avLst/>
          </a:prstGeom>
          <a:solidFill>
            <a:srgbClr val="CCCCCC"/>
          </a:solidFill>
          <a:ln w="0">
            <a:noFill/>
          </a:ln>
        </p:spPr>
      </p:sp>
      <p:sp>
        <p:nvSpPr>
          <p:cNvPr id="10" name="직사각형 9">
            <a:extLst>
              <a:ext uri="{FF2B5EF4-FFF2-40B4-BE49-F238E27FC236}">
                <a16:creationId xmlns:a16="http://schemas.microsoft.com/office/drawing/2014/main" id="{4057C68B-FBE8-480A-B41B-11CC4E8943F5}"/>
              </a:ext>
            </a:extLst>
          </p:cNvPr>
          <p:cNvSpPr>
            <a:spLocks noGrp="1"/>
          </p:cNvSpPr>
          <p:nvPr/>
        </p:nvSpPr>
        <p:spPr>
          <a:xfrm>
            <a:off x="609600" y="4953000"/>
            <a:ext cx="10972800" cy="9525"/>
          </a:xfrm>
          <a:prstGeom prst="rect">
            <a:avLst/>
          </a:prstGeom>
          <a:solidFill>
            <a:srgbClr val="CCCCCC"/>
          </a:solidFill>
          <a:ln w="0">
            <a:noFill/>
          </a:ln>
        </p:spPr>
      </p:sp>
      <p:sp>
        <p:nvSpPr>
          <p:cNvPr id="11" name="직사각형 10">
            <a:extLst>
              <a:ext uri="{FF2B5EF4-FFF2-40B4-BE49-F238E27FC236}">
                <a16:creationId xmlns:a16="http://schemas.microsoft.com/office/drawing/2014/main" id="{D90ACF3B-0173-47F5-85BB-8691BC63D8F1}"/>
              </a:ext>
            </a:extLst>
          </p:cNvPr>
          <p:cNvSpPr>
            <a:spLocks noGrp="1"/>
          </p:cNvSpPr>
          <p:nvPr/>
        </p:nvSpPr>
        <p:spPr>
          <a:xfrm>
            <a:off x="609600" y="5410200"/>
            <a:ext cx="10972800" cy="9525"/>
          </a:xfrm>
          <a:prstGeom prst="rect">
            <a:avLst/>
          </a:prstGeom>
          <a:solidFill>
            <a:srgbClr val="CCCCCC"/>
          </a:solidFill>
          <a:ln w="0">
            <a:noFill/>
          </a:ln>
        </p:spPr>
      </p:sp>
      <p:sp>
        <p:nvSpPr>
          <p:cNvPr id="12" name="직사각형 11">
            <a:extLst>
              <a:ext uri="{FF2B5EF4-FFF2-40B4-BE49-F238E27FC236}">
                <a16:creationId xmlns:a16="http://schemas.microsoft.com/office/drawing/2014/main" id="{7CDBE26C-CEF7-4772-A346-C05A16D843DC}"/>
              </a:ext>
            </a:extLst>
          </p:cNvPr>
          <p:cNvSpPr>
            <a:spLocks noGrp="1"/>
          </p:cNvSpPr>
          <p:nvPr/>
        </p:nvSpPr>
        <p:spPr>
          <a:xfrm>
            <a:off x="609600" y="5867400"/>
            <a:ext cx="10972800" cy="9525"/>
          </a:xfrm>
          <a:prstGeom prst="rect">
            <a:avLst/>
          </a:prstGeom>
          <a:solidFill>
            <a:srgbClr val="CCCCCC"/>
          </a:solidFill>
          <a:ln w="0">
            <a:noFill/>
          </a:ln>
        </p:spPr>
      </p:sp>
    </p:spTree>
    <p:extLst>
      <p:ext uri="{BB962C8B-B14F-4D97-AF65-F5344CB8AC3E}">
        <p14:creationId xmlns:p14="http://schemas.microsoft.com/office/powerpoint/2010/main" val="2914136395"/>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section">
            <a:extLst>
              <a:ext uri="{FF2B5EF4-FFF2-40B4-BE49-F238E27FC236}">
                <a16:creationId xmlns:a16="http://schemas.microsoft.com/office/drawing/2014/main" id="{6455F3A4-258C-468E-BF58-4A751BD09C6C}"/>
              </a:ext>
            </a:extLst>
          </p:cNvPr>
          <p:cNvSpPr>
            <a:spLocks noGrp="1"/>
          </p:cNvSpPr>
          <p:nvPr/>
        </p:nvSpPr>
        <p:spPr>
          <a:xfrm>
            <a:off x="609600" y="266700"/>
            <a:ext cx="8096250" cy="266700"/>
          </a:xfrm>
          <a:prstGeom prst="rect">
            <a:avLst/>
          </a:prstGeom>
          <a:noFill/>
          <a:ln w="0">
            <a:noFill/>
          </a:ln>
        </p:spPr>
        <p:txBody>
          <a:bodyPr wrap="none" lIns="0" tIns="0" rIns="0" bIns="0" anchor="t">
            <a:noAutofit/>
          </a:bodyPr>
          <a:lstStyle>
            <a:defPPr algn="l">
              <a:defRPr sz="1050" b="0">
                <a:solidFill>
                  <a:srgbClr val="555555"/>
                </a:solidFill>
                <a:latin typeface="Malgun Gothic"/>
                <a:ea typeface="Malgun Gothic"/>
                <a:cs typeface="Malgun Gothic"/>
              </a:defRPr>
            </a:defPPr>
          </a:lstStyle>
          <a:p>
            <a:pPr algn="l">
              <a:lnSpc>
                <a:spcPct val="110000"/>
              </a:lnSpc>
              <a:buNone/>
              <a:defRPr sz="1050" b="0">
                <a:solidFill>
                  <a:srgbClr val="555555"/>
                </a:solidFill>
                <a:latin typeface="Malgun Gothic"/>
                <a:ea typeface="Malgun Gothic"/>
                <a:cs typeface="Malgun Gothic"/>
              </a:defRPr>
            </a:pPr>
            <a:r>
              <a:rPr sz="1050" b="0">
                <a:solidFill>
                  <a:srgbClr val="555555"/>
                </a:solidFill>
                <a:latin typeface="Malgun Gothic"/>
                <a:ea typeface="Malgun Gothic"/>
                <a:cs typeface="Malgun Gothic"/>
              </a:rPr>
              <a:t>4장 분할 정복  /  계산·추적</a:t>
            </a:r>
          </a:p>
        </p:txBody>
      </p:sp>
      <p:sp>
        <p:nvSpPr>
          <p:cNvPr id="2" name="brand">
            <a:extLst>
              <a:ext uri="{FF2B5EF4-FFF2-40B4-BE49-F238E27FC236}">
                <a16:creationId xmlns:a16="http://schemas.microsoft.com/office/drawing/2014/main" id="{5ACB4A0A-C05B-4718-8DAC-3F11DF046113}"/>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555555"/>
                </a:solidFill>
                <a:latin typeface="Malgun Gothic"/>
                <a:ea typeface="Malgun Gothic"/>
                <a:cs typeface="Malgun Gothic"/>
              </a:defRPr>
            </a:defPPr>
          </a:lstStyle>
          <a:p>
            <a:pPr algn="l">
              <a:lnSpc>
                <a:spcPct val="110000"/>
              </a:lnSpc>
              <a:buNone/>
              <a:defRPr sz="900" b="0">
                <a:solidFill>
                  <a:srgbClr val="555555"/>
                </a:solidFill>
                <a:latin typeface="Malgun Gothic"/>
                <a:ea typeface="Malgun Gothic"/>
                <a:cs typeface="Malgun Gothic"/>
              </a:defRPr>
            </a:pPr>
            <a:r>
              <a:rPr sz="900" b="0">
                <a:solidFill>
                  <a:srgbClr val="55555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1C2B14D6-3724-4DC4-AE00-791551314DFF}"/>
              </a:ext>
            </a:extLst>
          </p:cNvPr>
          <p:cNvSpPr>
            <a:spLocks noGrp="1"/>
          </p:cNvSpPr>
          <p:nvPr/>
        </p:nvSpPr>
        <p:spPr>
          <a:xfrm>
            <a:off x="609600" y="685800"/>
            <a:ext cx="10972800" cy="685800"/>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0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문제 65  정답과 해설</a:t>
            </a:r>
          </a:p>
        </p:txBody>
      </p:sp>
      <p:sp>
        <p:nvSpPr>
          <p:cNvPr id="4" name="footer">
            <a:extLst>
              <a:ext uri="{FF2B5EF4-FFF2-40B4-BE49-F238E27FC236}">
                <a16:creationId xmlns:a16="http://schemas.microsoft.com/office/drawing/2014/main" id="{3E21E23D-AA6F-47C0-A1F4-7D3FADA7520C}"/>
              </a:ext>
            </a:extLst>
          </p:cNvPr>
          <p:cNvSpPr>
            <a:spLocks noGrp="1"/>
          </p:cNvSpPr>
          <p:nvPr/>
        </p:nvSpPr>
        <p:spPr>
          <a:xfrm>
            <a:off x="609600" y="6591300"/>
            <a:ext cx="9715500" cy="190500"/>
          </a:xfrm>
          <a:prstGeom prst="rect">
            <a:avLst/>
          </a:prstGeom>
          <a:noFill/>
          <a:ln w="0">
            <a:noFill/>
          </a:ln>
        </p:spPr>
        <p:txBody>
          <a:bodyPr wrap="none" lIns="0" tIns="0" rIns="0" bIns="0" anchor="t">
            <a:noAutofit/>
          </a:bodyPr>
          <a:lstStyle>
            <a:defPPr algn="l">
              <a:defRPr sz="900" b="0">
                <a:solidFill>
                  <a:srgbClr val="555555"/>
                </a:solidFill>
                <a:latin typeface="Consolas"/>
                <a:ea typeface="Consolas"/>
                <a:cs typeface="Consolas"/>
              </a:defRPr>
            </a:defPPr>
          </a:lstStyle>
          <a:p>
            <a:pPr algn="l">
              <a:lnSpc>
                <a:spcPct val="110000"/>
              </a:lnSpc>
              <a:buNone/>
              <a:defRPr sz="900" b="0">
                <a:solidFill>
                  <a:srgbClr val="555555"/>
                </a:solidFill>
                <a:latin typeface="Consolas"/>
                <a:ea typeface="Consolas"/>
                <a:cs typeface="Consolas"/>
              </a:defRPr>
            </a:pPr>
            <a:r>
              <a:rPr sz="900" b="0">
                <a:solidFill>
                  <a:srgbClr val="555555"/>
                </a:solidFill>
                <a:latin typeface="Consolas"/>
                <a:ea typeface="Consolas"/>
                <a:cs typeface="Consolas"/>
              </a:rPr>
              <a:t>04 / DIVIDE AND CONQUER · EXERCISES</a:t>
            </a:r>
          </a:p>
        </p:txBody>
      </p:sp>
      <p:sp>
        <p:nvSpPr>
          <p:cNvPr id="5" name="page">
            <a:extLst>
              <a:ext uri="{FF2B5EF4-FFF2-40B4-BE49-F238E27FC236}">
                <a16:creationId xmlns:a16="http://schemas.microsoft.com/office/drawing/2014/main" id="{D057858F-0B36-4D46-9919-26801CF00553}"/>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0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130</a:t>
            </a:r>
            <a:endParaRPr sz="1050" b="0">
              <a:solidFill>
                <a:srgbClr val="151515"/>
              </a:solidFill>
              <a:latin typeface="Consolas"/>
              <a:ea typeface="Consolas"/>
              <a:cs typeface="Consolas"/>
            </a:endParaRPr>
          </a:p>
        </p:txBody>
      </p:sp>
      <p:sp>
        <p:nvSpPr>
          <p:cNvPr id="6" name="직사각형 5">
            <a:extLst>
              <a:ext uri="{FF2B5EF4-FFF2-40B4-BE49-F238E27FC236}">
                <a16:creationId xmlns:a16="http://schemas.microsoft.com/office/drawing/2014/main" id="{90C259F0-65FA-40DB-8A67-FA325965DCBB}"/>
              </a:ext>
            </a:extLst>
          </p:cNvPr>
          <p:cNvSpPr>
            <a:spLocks noGrp="1"/>
          </p:cNvSpPr>
          <p:nvPr/>
        </p:nvSpPr>
        <p:spPr>
          <a:xfrm>
            <a:off x="609600" y="6438900"/>
            <a:ext cx="10972800" cy="9525"/>
          </a:xfrm>
          <a:prstGeom prst="rect">
            <a:avLst/>
          </a:prstGeom>
          <a:solidFill>
            <a:srgbClr val="CCCCCC"/>
          </a:solidFill>
          <a:ln w="0">
            <a:noFill/>
          </a:ln>
        </p:spPr>
      </p:sp>
      <p:sp>
        <p:nvSpPr>
          <p:cNvPr id="7" name="직사각형 6">
            <a:extLst>
              <a:ext uri="{FF2B5EF4-FFF2-40B4-BE49-F238E27FC236}">
                <a16:creationId xmlns:a16="http://schemas.microsoft.com/office/drawing/2014/main" id="{13329E02-2052-42B4-96B4-987A32B34AC4}"/>
              </a:ext>
            </a:extLst>
          </p:cNvPr>
          <p:cNvSpPr>
            <a:spLocks noGrp="1"/>
          </p:cNvSpPr>
          <p:nvPr/>
        </p:nvSpPr>
        <p:spPr>
          <a:xfrm>
            <a:off x="609600" y="1381125"/>
            <a:ext cx="10972800" cy="19050"/>
          </a:xfrm>
          <a:prstGeom prst="rect">
            <a:avLst/>
          </a:prstGeom>
          <a:solidFill>
            <a:srgbClr val="151515"/>
          </a:solidFill>
          <a:ln w="0">
            <a:noFill/>
          </a:ln>
        </p:spPr>
      </p:sp>
      <p:sp>
        <p:nvSpPr>
          <p:cNvPr id="8" name="prompt">
            <a:extLst>
              <a:ext uri="{FF2B5EF4-FFF2-40B4-BE49-F238E27FC236}">
                <a16:creationId xmlns:a16="http://schemas.microsoft.com/office/drawing/2014/main" id="{5335311A-349B-4FEC-985C-1B273BC6B334}"/>
              </a:ext>
            </a:extLst>
          </p:cNvPr>
          <p:cNvSpPr>
            <a:spLocks noGrp="1"/>
          </p:cNvSpPr>
          <p:nvPr/>
        </p:nvSpPr>
        <p:spPr>
          <a:xfrm>
            <a:off x="609600" y="1714500"/>
            <a:ext cx="10972800" cy="1095375"/>
          </a:xfrm>
          <a:prstGeom prst="rect">
            <a:avLst/>
          </a:prstGeom>
          <a:noFill/>
          <a:ln w="0">
            <a:noFill/>
          </a:ln>
        </p:spPr>
        <p:txBody>
          <a:bodyPr wrap="none" lIns="0" tIns="0" rIns="0" bIns="0" anchor="t">
            <a:noAutofit/>
          </a:bodyPr>
          <a:lstStyle>
            <a:defPPr algn="l">
              <a:defRPr sz="1800" b="0">
                <a:solidFill>
                  <a:srgbClr val="555555"/>
                </a:solidFill>
                <a:latin typeface="Malgun Gothic"/>
                <a:ea typeface="Malgun Gothic"/>
                <a:cs typeface="Malgun Gothic"/>
              </a:defRPr>
            </a:defPPr>
          </a:lstStyle>
          <a:p>
            <a:pPr algn="l">
              <a:lnSpc>
                <a:spcPct val="110000"/>
              </a:lnSpc>
              <a:buNone/>
              <a:defRPr sz="1800" b="0">
                <a:solidFill>
                  <a:srgbClr val="555555"/>
                </a:solidFill>
                <a:latin typeface="Malgun Gothic"/>
                <a:ea typeface="Malgun Gothic"/>
                <a:cs typeface="Malgun Gothic"/>
              </a:defRPr>
            </a:pPr>
            <a:r>
              <a:rPr sz="1800" b="0">
                <a:solidFill>
                  <a:srgbClr val="555555"/>
                </a:solidFill>
                <a:latin typeface="Malgun Gothic"/>
                <a:ea typeface="Malgun Gothic"/>
                <a:cs typeface="Malgun Gothic"/>
              </a:rPr>
              <a:t>병합 정렬로 [6,2,5,1]을 정렬하려 한다.</a:t>
            </a:r>
          </a:p>
          <a:p>
            <a:pPr algn="l">
              <a:lnSpc>
                <a:spcPct val="110000"/>
              </a:lnSpc>
              <a:buNone/>
              <a:defRPr sz="1800" b="0">
                <a:solidFill>
                  <a:srgbClr val="555555"/>
                </a:solidFill>
                <a:latin typeface="Malgun Gothic"/>
                <a:ea typeface="Malgun Gothic"/>
                <a:cs typeface="Malgun Gothic"/>
              </a:defRPr>
            </a:pPr>
            <a:r>
              <a:rPr sz="1800" b="0">
                <a:solidFill>
                  <a:srgbClr val="555555"/>
                </a:solidFill>
                <a:latin typeface="Malgun Gothic"/>
                <a:ea typeface="Malgun Gothic"/>
                <a:cs typeface="Malgun Gothic"/>
              </a:rPr>
              <a:t>처음에 배열을 가운데에서 같은 길이로 나눌 때</a:t>
            </a:r>
          </a:p>
          <a:p>
            <a:pPr algn="l">
              <a:lnSpc>
                <a:spcPct val="110000"/>
              </a:lnSpc>
              <a:buNone/>
              <a:defRPr sz="1800" b="0">
                <a:solidFill>
                  <a:srgbClr val="555555"/>
                </a:solidFill>
                <a:latin typeface="Malgun Gothic"/>
                <a:ea typeface="Malgun Gothic"/>
                <a:cs typeface="Malgun Gothic"/>
              </a:defRPr>
            </a:pPr>
            <a:r>
              <a:rPr sz="1800" b="0">
                <a:solidFill>
                  <a:srgbClr val="555555"/>
                </a:solidFill>
                <a:latin typeface="Malgun Gothic"/>
                <a:ea typeface="Malgun Gothic"/>
                <a:cs typeface="Malgun Gothic"/>
              </a:rPr>
              <a:t>왼쪽 배열과 오른쪽 배열을 각각 쓰시오.</a:t>
            </a:r>
          </a:p>
        </p:txBody>
      </p:sp>
      <p:sp>
        <p:nvSpPr>
          <p:cNvPr id="9" name="answer-band">
            <a:extLst>
              <a:ext uri="{FF2B5EF4-FFF2-40B4-BE49-F238E27FC236}">
                <a16:creationId xmlns:a16="http://schemas.microsoft.com/office/drawing/2014/main" id="{0E857E6C-5365-47C8-944A-3F1118AC1910}"/>
              </a:ext>
            </a:extLst>
          </p:cNvPr>
          <p:cNvSpPr>
            <a:spLocks noGrp="1"/>
          </p:cNvSpPr>
          <p:nvPr/>
        </p:nvSpPr>
        <p:spPr>
          <a:xfrm>
            <a:off x="609600" y="2952750"/>
            <a:ext cx="10972800" cy="723900"/>
          </a:xfrm>
          <a:prstGeom prst="rect">
            <a:avLst/>
          </a:prstGeom>
          <a:solidFill>
            <a:srgbClr val="151515"/>
          </a:solidFill>
          <a:ln w="0">
            <a:noFill/>
          </a:ln>
        </p:spPr>
      </p:sp>
      <p:sp>
        <p:nvSpPr>
          <p:cNvPr id="10" name="answer">
            <a:extLst>
              <a:ext uri="{FF2B5EF4-FFF2-40B4-BE49-F238E27FC236}">
                <a16:creationId xmlns:a16="http://schemas.microsoft.com/office/drawing/2014/main" id="{DA47A601-5E67-430E-A5F7-74B7DCA9829D}"/>
              </a:ext>
            </a:extLst>
          </p:cNvPr>
          <p:cNvSpPr>
            <a:spLocks noGrp="1"/>
          </p:cNvSpPr>
          <p:nvPr/>
        </p:nvSpPr>
        <p:spPr>
          <a:xfrm>
            <a:off x="876300" y="3162300"/>
            <a:ext cx="10439400" cy="457200"/>
          </a:xfrm>
          <a:prstGeom prst="rect">
            <a:avLst/>
          </a:prstGeom>
          <a:noFill/>
          <a:ln w="0">
            <a:noFill/>
          </a:ln>
        </p:spPr>
        <p:txBody>
          <a:bodyPr wrap="none" lIns="0" tIns="0" rIns="0" bIns="0" anchor="t">
            <a:noAutofit/>
          </a:bodyPr>
          <a:lstStyle>
            <a:defPPr algn="l">
              <a:defRPr sz="1950" b="1">
                <a:solidFill>
                  <a:srgbClr val="FFFFFF"/>
                </a:solidFill>
                <a:latin typeface="Malgun Gothic"/>
                <a:ea typeface="Malgun Gothic"/>
                <a:cs typeface="Malgun Gothic"/>
              </a:defRPr>
            </a:defPPr>
          </a:lstStyle>
          <a:p>
            <a:pPr algn="l">
              <a:lnSpc>
                <a:spcPct val="110000"/>
              </a:lnSpc>
              <a:buNone/>
              <a:defRPr sz="1950" b="1">
                <a:solidFill>
                  <a:srgbClr val="FFFFFF"/>
                </a:solidFill>
                <a:latin typeface="Malgun Gothic"/>
                <a:ea typeface="Malgun Gothic"/>
                <a:cs typeface="Malgun Gothic"/>
              </a:defRPr>
            </a:pPr>
            <a:r>
              <a:rPr sz="1950" b="1">
                <a:solidFill>
                  <a:srgbClr val="FFFFFF"/>
                </a:solidFill>
                <a:latin typeface="Malgun Gothic"/>
                <a:ea typeface="Malgun Gothic"/>
                <a:cs typeface="Malgun Gothic"/>
              </a:rPr>
              <a:t>왼쪽 [6,2], 오른쪽 [5,1]</a:t>
            </a:r>
          </a:p>
        </p:txBody>
      </p:sp>
      <p:sp>
        <p:nvSpPr>
          <p:cNvPr id="11" name="explanation-label">
            <a:extLst>
              <a:ext uri="{FF2B5EF4-FFF2-40B4-BE49-F238E27FC236}">
                <a16:creationId xmlns:a16="http://schemas.microsoft.com/office/drawing/2014/main" id="{E839E057-0099-4E53-B30A-D2F3ADA55F14}"/>
              </a:ext>
            </a:extLst>
          </p:cNvPr>
          <p:cNvSpPr>
            <a:spLocks noGrp="1"/>
          </p:cNvSpPr>
          <p:nvPr/>
        </p:nvSpPr>
        <p:spPr>
          <a:xfrm>
            <a:off x="609600" y="4019550"/>
            <a:ext cx="1143000" cy="304800"/>
          </a:xfrm>
          <a:prstGeom prst="rect">
            <a:avLst/>
          </a:prstGeom>
          <a:noFill/>
          <a:ln w="0">
            <a:noFill/>
          </a:ln>
        </p:spPr>
        <p:txBody>
          <a:bodyPr wrap="none" lIns="0" tIns="0" rIns="0" bIns="0" anchor="t">
            <a:noAutofit/>
          </a:bodyPr>
          <a:lstStyle>
            <a:defPPr algn="l">
              <a:defRPr sz="1800" b="1">
                <a:solidFill>
                  <a:srgbClr val="151515"/>
                </a:solidFill>
                <a:latin typeface="Malgun Gothic"/>
                <a:ea typeface="Malgun Gothic"/>
                <a:cs typeface="Malgun Gothic"/>
              </a:defRPr>
            </a:defPPr>
          </a:lstStyle>
          <a:p>
            <a:pPr algn="l">
              <a:lnSpc>
                <a:spcPct val="110000"/>
              </a:lnSpc>
              <a:buNone/>
              <a:defRPr sz="1800" b="1">
                <a:solidFill>
                  <a:srgbClr val="151515"/>
                </a:solidFill>
                <a:latin typeface="Malgun Gothic"/>
                <a:ea typeface="Malgun Gothic"/>
                <a:cs typeface="Malgun Gothic"/>
              </a:defRPr>
            </a:pPr>
            <a:r>
              <a:rPr sz="1800" b="1">
                <a:solidFill>
                  <a:srgbClr val="151515"/>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BD9FAE5D-9EDC-4A4E-9BA4-C4182B4AC4D5}"/>
              </a:ext>
            </a:extLst>
          </p:cNvPr>
          <p:cNvSpPr>
            <a:spLocks noGrp="1"/>
          </p:cNvSpPr>
          <p:nvPr/>
        </p:nvSpPr>
        <p:spPr>
          <a:xfrm>
            <a:off x="1752600" y="4210050"/>
            <a:ext cx="9829800" cy="9525"/>
          </a:xfrm>
          <a:prstGeom prst="rect">
            <a:avLst/>
          </a:prstGeom>
          <a:solidFill>
            <a:srgbClr val="CCCCCC"/>
          </a:solidFill>
          <a:ln w="0">
            <a:noFill/>
          </a:ln>
        </p:spPr>
      </p:sp>
      <p:sp>
        <p:nvSpPr>
          <p:cNvPr id="13" name="explanation">
            <a:extLst>
              <a:ext uri="{FF2B5EF4-FFF2-40B4-BE49-F238E27FC236}">
                <a16:creationId xmlns:a16="http://schemas.microsoft.com/office/drawing/2014/main" id="{5CF10B5C-6B2F-4022-82CF-EEB3E3F9C7EF}"/>
              </a:ext>
            </a:extLst>
          </p:cNvPr>
          <p:cNvSpPr>
            <a:spLocks noGrp="1"/>
          </p:cNvSpPr>
          <p:nvPr/>
        </p:nvSpPr>
        <p:spPr>
          <a:xfrm>
            <a:off x="609600" y="4495800"/>
            <a:ext cx="10972800" cy="1314450"/>
          </a:xfrm>
          <a:prstGeom prst="rect">
            <a:avLst/>
          </a:prstGeom>
          <a:noFill/>
          <a:ln w="0">
            <a:noFill/>
          </a:ln>
        </p:spPr>
        <p:txBody>
          <a:bodyPr wrap="none" lIns="0" tIns="0" rIns="0" bIns="0" anchor="t">
            <a:noAutofit/>
          </a:bodyPr>
          <a:lstStyle>
            <a:defPPr algn="l">
              <a:defRPr sz="1875" b="0">
                <a:solidFill>
                  <a:srgbClr val="555555"/>
                </a:solidFill>
                <a:latin typeface="Malgun Gothic"/>
                <a:ea typeface="Malgun Gothic"/>
                <a:cs typeface="Malgun Gothic"/>
              </a:defRPr>
            </a:defPPr>
          </a:lstStyle>
          <a:p>
            <a:pPr algn="l">
              <a:lnSpc>
                <a:spcPct val="110000"/>
              </a:lnSpc>
              <a:buNone/>
              <a:defRPr sz="1875" b="0">
                <a:solidFill>
                  <a:srgbClr val="555555"/>
                </a:solidFill>
                <a:latin typeface="Malgun Gothic"/>
                <a:ea typeface="Malgun Gothic"/>
                <a:cs typeface="Malgun Gothic"/>
              </a:defRPr>
            </a:pPr>
            <a:r>
              <a:rPr sz="1875" b="0">
                <a:solidFill>
                  <a:srgbClr val="555555"/>
                </a:solidFill>
                <a:latin typeface="Malgun Gothic"/>
                <a:ea typeface="Malgun Gothic"/>
                <a:cs typeface="Malgun Gothic"/>
              </a:rPr>
              <a:t>첫 두 원소가 왼쪽 부분이고 뒤의 두 원소가 오른쪽 부분이다.</a:t>
            </a:r>
          </a:p>
          <a:p>
            <a:pPr algn="l">
              <a:lnSpc>
                <a:spcPct val="110000"/>
              </a:lnSpc>
              <a:buNone/>
              <a:defRPr sz="1875" b="0">
                <a:solidFill>
                  <a:srgbClr val="555555"/>
                </a:solidFill>
                <a:latin typeface="Malgun Gothic"/>
                <a:ea typeface="Malgun Gothic"/>
                <a:cs typeface="Malgun Gothic"/>
              </a:defRPr>
            </a:pPr>
            <a:r>
              <a:rPr sz="1875" b="0">
                <a:solidFill>
                  <a:srgbClr val="555555"/>
                </a:solidFill>
                <a:latin typeface="Malgun Gothic"/>
                <a:ea typeface="Malgun Gothic"/>
                <a:cs typeface="Malgun Gothic"/>
              </a:rPr>
              <a:t>분할 단계에서는 원소를 정렬하거나 위치를 바꾸지 않는다.</a:t>
            </a:r>
          </a:p>
        </p:txBody>
      </p:sp>
    </p:spTree>
    <p:extLst>
      <p:ext uri="{BB962C8B-B14F-4D97-AF65-F5344CB8AC3E}">
        <p14:creationId xmlns:p14="http://schemas.microsoft.com/office/powerpoint/2010/main" val="2291933548"/>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section">
            <a:extLst>
              <a:ext uri="{FF2B5EF4-FFF2-40B4-BE49-F238E27FC236}">
                <a16:creationId xmlns:a16="http://schemas.microsoft.com/office/drawing/2014/main" id="{98DB3A8F-17ED-4D95-B755-DBB51B1B5C36}"/>
              </a:ext>
            </a:extLst>
          </p:cNvPr>
          <p:cNvSpPr>
            <a:spLocks noGrp="1"/>
          </p:cNvSpPr>
          <p:nvPr/>
        </p:nvSpPr>
        <p:spPr>
          <a:xfrm>
            <a:off x="609600" y="266700"/>
            <a:ext cx="8096250" cy="266700"/>
          </a:xfrm>
          <a:prstGeom prst="rect">
            <a:avLst/>
          </a:prstGeom>
          <a:noFill/>
          <a:ln w="0">
            <a:noFill/>
          </a:ln>
        </p:spPr>
        <p:txBody>
          <a:bodyPr wrap="none" lIns="0" tIns="0" rIns="0" bIns="0" anchor="t">
            <a:noAutofit/>
          </a:bodyPr>
          <a:lstStyle>
            <a:defPPr algn="l">
              <a:defRPr sz="1050" b="0">
                <a:solidFill>
                  <a:srgbClr val="555555"/>
                </a:solidFill>
                <a:latin typeface="Malgun Gothic"/>
                <a:ea typeface="Malgun Gothic"/>
                <a:cs typeface="Malgun Gothic"/>
              </a:defRPr>
            </a:defPPr>
          </a:lstStyle>
          <a:p>
            <a:pPr algn="l">
              <a:lnSpc>
                <a:spcPct val="110000"/>
              </a:lnSpc>
              <a:buNone/>
              <a:defRPr sz="1050" b="0">
                <a:solidFill>
                  <a:srgbClr val="555555"/>
                </a:solidFill>
                <a:latin typeface="Malgun Gothic"/>
                <a:ea typeface="Malgun Gothic"/>
                <a:cs typeface="Malgun Gothic"/>
              </a:defRPr>
            </a:pPr>
            <a:r>
              <a:rPr sz="1050" b="0">
                <a:solidFill>
                  <a:srgbClr val="555555"/>
                </a:solidFill>
                <a:latin typeface="Malgun Gothic"/>
                <a:ea typeface="Malgun Gothic"/>
                <a:cs typeface="Malgun Gothic"/>
              </a:rPr>
              <a:t>4장 분할 정복  /  계산·추적</a:t>
            </a:r>
          </a:p>
        </p:txBody>
      </p:sp>
      <p:sp>
        <p:nvSpPr>
          <p:cNvPr id="2" name="brand">
            <a:extLst>
              <a:ext uri="{FF2B5EF4-FFF2-40B4-BE49-F238E27FC236}">
                <a16:creationId xmlns:a16="http://schemas.microsoft.com/office/drawing/2014/main" id="{9FA911C8-EC6E-4E06-8016-C7862D685AE0}"/>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555555"/>
                </a:solidFill>
                <a:latin typeface="Malgun Gothic"/>
                <a:ea typeface="Malgun Gothic"/>
                <a:cs typeface="Malgun Gothic"/>
              </a:defRPr>
            </a:defPPr>
          </a:lstStyle>
          <a:p>
            <a:pPr algn="l">
              <a:lnSpc>
                <a:spcPct val="110000"/>
              </a:lnSpc>
              <a:buNone/>
              <a:defRPr sz="900" b="0">
                <a:solidFill>
                  <a:srgbClr val="555555"/>
                </a:solidFill>
                <a:latin typeface="Malgun Gothic"/>
                <a:ea typeface="Malgun Gothic"/>
                <a:cs typeface="Malgun Gothic"/>
              </a:defRPr>
            </a:pPr>
            <a:r>
              <a:rPr sz="900" b="0">
                <a:solidFill>
                  <a:srgbClr val="55555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BB047B30-32E4-4E4C-96D8-950090045168}"/>
              </a:ext>
            </a:extLst>
          </p:cNvPr>
          <p:cNvSpPr>
            <a:spLocks noGrp="1"/>
          </p:cNvSpPr>
          <p:nvPr/>
        </p:nvSpPr>
        <p:spPr>
          <a:xfrm>
            <a:off x="609600" y="685800"/>
            <a:ext cx="10972800" cy="685800"/>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0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문제 66</a:t>
            </a:r>
          </a:p>
        </p:txBody>
      </p:sp>
      <p:sp>
        <p:nvSpPr>
          <p:cNvPr id="4" name="footer">
            <a:extLst>
              <a:ext uri="{FF2B5EF4-FFF2-40B4-BE49-F238E27FC236}">
                <a16:creationId xmlns:a16="http://schemas.microsoft.com/office/drawing/2014/main" id="{135F259B-2224-42E5-B1DB-0BF2F1A93E9F}"/>
              </a:ext>
            </a:extLst>
          </p:cNvPr>
          <p:cNvSpPr>
            <a:spLocks noGrp="1"/>
          </p:cNvSpPr>
          <p:nvPr/>
        </p:nvSpPr>
        <p:spPr>
          <a:xfrm>
            <a:off x="609600" y="6591300"/>
            <a:ext cx="9715500" cy="190500"/>
          </a:xfrm>
          <a:prstGeom prst="rect">
            <a:avLst/>
          </a:prstGeom>
          <a:noFill/>
          <a:ln w="0">
            <a:noFill/>
          </a:ln>
        </p:spPr>
        <p:txBody>
          <a:bodyPr wrap="none" lIns="0" tIns="0" rIns="0" bIns="0" anchor="t">
            <a:noAutofit/>
          </a:bodyPr>
          <a:lstStyle>
            <a:defPPr algn="l">
              <a:defRPr sz="900" b="0">
                <a:solidFill>
                  <a:srgbClr val="555555"/>
                </a:solidFill>
                <a:latin typeface="Consolas"/>
                <a:ea typeface="Consolas"/>
                <a:cs typeface="Consolas"/>
              </a:defRPr>
            </a:defPPr>
          </a:lstStyle>
          <a:p>
            <a:pPr algn="l">
              <a:lnSpc>
                <a:spcPct val="110000"/>
              </a:lnSpc>
              <a:buNone/>
              <a:defRPr sz="900" b="0">
                <a:solidFill>
                  <a:srgbClr val="555555"/>
                </a:solidFill>
                <a:latin typeface="Consolas"/>
                <a:ea typeface="Consolas"/>
                <a:cs typeface="Consolas"/>
              </a:defRPr>
            </a:pPr>
            <a:r>
              <a:rPr sz="900" b="0">
                <a:solidFill>
                  <a:srgbClr val="555555"/>
                </a:solidFill>
                <a:latin typeface="Consolas"/>
                <a:ea typeface="Consolas"/>
                <a:cs typeface="Consolas"/>
              </a:rPr>
              <a:t>04 / DIVIDE AND CONQUER · EXERCISES</a:t>
            </a:r>
          </a:p>
        </p:txBody>
      </p:sp>
      <p:sp>
        <p:nvSpPr>
          <p:cNvPr id="5" name="page">
            <a:extLst>
              <a:ext uri="{FF2B5EF4-FFF2-40B4-BE49-F238E27FC236}">
                <a16:creationId xmlns:a16="http://schemas.microsoft.com/office/drawing/2014/main" id="{9024C881-E498-4D15-9B2F-426C34C38461}"/>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0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131</a:t>
            </a:r>
            <a:endParaRPr sz="1050" b="0">
              <a:solidFill>
                <a:srgbClr val="151515"/>
              </a:solidFill>
              <a:latin typeface="Consolas"/>
              <a:ea typeface="Consolas"/>
              <a:cs typeface="Consolas"/>
            </a:endParaRPr>
          </a:p>
        </p:txBody>
      </p:sp>
      <p:sp>
        <p:nvSpPr>
          <p:cNvPr id="6" name="직사각형 5">
            <a:extLst>
              <a:ext uri="{FF2B5EF4-FFF2-40B4-BE49-F238E27FC236}">
                <a16:creationId xmlns:a16="http://schemas.microsoft.com/office/drawing/2014/main" id="{7942933A-C1F7-4867-B772-5F4BDE05771E}"/>
              </a:ext>
            </a:extLst>
          </p:cNvPr>
          <p:cNvSpPr>
            <a:spLocks noGrp="1"/>
          </p:cNvSpPr>
          <p:nvPr/>
        </p:nvSpPr>
        <p:spPr>
          <a:xfrm>
            <a:off x="609600" y="6438900"/>
            <a:ext cx="10972800" cy="9525"/>
          </a:xfrm>
          <a:prstGeom prst="rect">
            <a:avLst/>
          </a:prstGeom>
          <a:solidFill>
            <a:srgbClr val="CCCCCC"/>
          </a:solidFill>
          <a:ln w="0">
            <a:noFill/>
          </a:ln>
        </p:spPr>
      </p:sp>
      <p:sp>
        <p:nvSpPr>
          <p:cNvPr id="7" name="prompt">
            <a:extLst>
              <a:ext uri="{FF2B5EF4-FFF2-40B4-BE49-F238E27FC236}">
                <a16:creationId xmlns:a16="http://schemas.microsoft.com/office/drawing/2014/main" id="{8306982B-D3DA-49D3-899E-275E2F5A0C42}"/>
              </a:ext>
            </a:extLst>
          </p:cNvPr>
          <p:cNvSpPr>
            <a:spLocks noGrp="1"/>
          </p:cNvSpPr>
          <p:nvPr/>
        </p:nvSpPr>
        <p:spPr>
          <a:xfrm>
            <a:off x="609600" y="1714500"/>
            <a:ext cx="10972800" cy="1381125"/>
          </a:xfrm>
          <a:prstGeom prst="rect">
            <a:avLst/>
          </a:prstGeom>
          <a:noFill/>
          <a:ln w="0">
            <a:noFill/>
          </a:ln>
        </p:spPr>
        <p:txBody>
          <a:bodyPr wrap="none" lIns="0" tIns="0" rIns="0" bIns="0" anchor="t">
            <a:noAutofit/>
          </a:bodyPr>
          <a:lstStyle>
            <a:defPPr algn="l">
              <a:defRPr sz="2100" b="0">
                <a:solidFill>
                  <a:srgbClr val="151515"/>
                </a:solidFill>
                <a:latin typeface="Malgun Gothic"/>
                <a:ea typeface="Malgun Gothic"/>
                <a:cs typeface="Malgun Gothic"/>
              </a:defRPr>
            </a:defPPr>
          </a:lstStyle>
          <a:p>
            <a:pPr algn="l">
              <a:lnSpc>
                <a:spcPct val="110000"/>
              </a:lnSpc>
              <a:buNone/>
              <a:defRPr sz="2100" b="0">
                <a:solidFill>
                  <a:srgbClr val="151515"/>
                </a:solidFill>
                <a:latin typeface="Malgun Gothic"/>
                <a:ea typeface="Malgun Gothic"/>
                <a:cs typeface="Malgun Gothic"/>
              </a:defRPr>
            </a:pPr>
            <a:r>
              <a:rPr sz="2100" b="0">
                <a:solidFill>
                  <a:srgbClr val="151515"/>
                </a:solidFill>
                <a:latin typeface="Malgun Gothic"/>
                <a:ea typeface="Malgun Gothic"/>
                <a:cs typeface="Malgun Gothic"/>
              </a:rPr>
              <a:t>병합 정렬에서 한 원소씩 나눈 [6], [2]를 병합하고,</a:t>
            </a:r>
          </a:p>
          <a:p>
            <a:pPr algn="l">
              <a:lnSpc>
                <a:spcPct val="110000"/>
              </a:lnSpc>
              <a:buNone/>
              <a:defRPr sz="2100" b="0">
                <a:solidFill>
                  <a:srgbClr val="151515"/>
                </a:solidFill>
                <a:latin typeface="Malgun Gothic"/>
                <a:ea typeface="Malgun Gothic"/>
                <a:cs typeface="Malgun Gothic"/>
              </a:defRPr>
            </a:pPr>
            <a:r>
              <a:rPr sz="2100" b="0">
                <a:solidFill>
                  <a:srgbClr val="151515"/>
                </a:solidFill>
                <a:latin typeface="Malgun Gothic"/>
                <a:ea typeface="Malgun Gothic"/>
                <a:cs typeface="Malgun Gothic"/>
              </a:rPr>
              <a:t>[5], [1]도 병합한다. 두 병합 결과를 순서대로 쓰시오.</a:t>
            </a:r>
          </a:p>
        </p:txBody>
      </p:sp>
      <p:sp>
        <p:nvSpPr>
          <p:cNvPr id="8" name="instructions">
            <a:extLst>
              <a:ext uri="{FF2B5EF4-FFF2-40B4-BE49-F238E27FC236}">
                <a16:creationId xmlns:a16="http://schemas.microsoft.com/office/drawing/2014/main" id="{4375B3AA-41C6-4966-80C0-175D08D18EBD}"/>
              </a:ext>
            </a:extLst>
          </p:cNvPr>
          <p:cNvSpPr>
            <a:spLocks noGrp="1"/>
          </p:cNvSpPr>
          <p:nvPr/>
        </p:nvSpPr>
        <p:spPr>
          <a:xfrm>
            <a:off x="609600" y="3876675"/>
            <a:ext cx="10972800" cy="323850"/>
          </a:xfrm>
          <a:prstGeom prst="rect">
            <a:avLst/>
          </a:prstGeom>
          <a:noFill/>
          <a:ln w="0">
            <a:noFill/>
          </a:ln>
        </p:spPr>
        <p:txBody>
          <a:bodyPr wrap="none" lIns="0" tIns="0" rIns="0" bIns="0" anchor="t">
            <a:noAutofit/>
          </a:bodyPr>
          <a:lstStyle>
            <a:defPPr algn="l">
              <a:defRPr sz="1725" b="0">
                <a:solidFill>
                  <a:srgbClr val="666666"/>
                </a:solidFill>
                <a:latin typeface="Malgun Gothic"/>
                <a:ea typeface="Malgun Gothic"/>
                <a:cs typeface="Malgun Gothic"/>
              </a:defRPr>
            </a:defPPr>
          </a:lstStyle>
          <a:p>
            <a:pPr algn="l">
              <a:lnSpc>
                <a:spcPct val="110000"/>
              </a:lnSpc>
              <a:buNone/>
              <a:defRPr sz="1725" b="0">
                <a:solidFill>
                  <a:srgbClr val="666666"/>
                </a:solidFill>
                <a:latin typeface="Malgun Gothic"/>
                <a:ea typeface="Malgun Gothic"/>
                <a:cs typeface="Malgun Gothic"/>
              </a:defRPr>
            </a:pPr>
            <a:r>
              <a:rPr sz="1725" b="0">
                <a:solidFill>
                  <a:srgbClr val="666666"/>
                </a:solidFill>
                <a:latin typeface="Malgun Gothic"/>
                <a:ea typeface="Malgun Gothic"/>
                <a:cs typeface="Malgun Gothic"/>
              </a:rPr>
              <a:t>풀이 과정과 판단 근거를 함께 쓰시오.</a:t>
            </a:r>
          </a:p>
        </p:txBody>
      </p:sp>
      <p:sp>
        <p:nvSpPr>
          <p:cNvPr id="9" name="직사각형 8">
            <a:extLst>
              <a:ext uri="{FF2B5EF4-FFF2-40B4-BE49-F238E27FC236}">
                <a16:creationId xmlns:a16="http://schemas.microsoft.com/office/drawing/2014/main" id="{A44E0090-575A-482B-ADE7-706B11792CFD}"/>
              </a:ext>
            </a:extLst>
          </p:cNvPr>
          <p:cNvSpPr>
            <a:spLocks noGrp="1"/>
          </p:cNvSpPr>
          <p:nvPr/>
        </p:nvSpPr>
        <p:spPr>
          <a:xfrm>
            <a:off x="609600" y="4495800"/>
            <a:ext cx="10972800" cy="9525"/>
          </a:xfrm>
          <a:prstGeom prst="rect">
            <a:avLst/>
          </a:prstGeom>
          <a:solidFill>
            <a:srgbClr val="CCCCCC"/>
          </a:solidFill>
          <a:ln w="0">
            <a:noFill/>
          </a:ln>
        </p:spPr>
      </p:sp>
      <p:sp>
        <p:nvSpPr>
          <p:cNvPr id="10" name="직사각형 9">
            <a:extLst>
              <a:ext uri="{FF2B5EF4-FFF2-40B4-BE49-F238E27FC236}">
                <a16:creationId xmlns:a16="http://schemas.microsoft.com/office/drawing/2014/main" id="{4159D58F-E730-41D2-9497-D66FC976469F}"/>
              </a:ext>
            </a:extLst>
          </p:cNvPr>
          <p:cNvSpPr>
            <a:spLocks noGrp="1"/>
          </p:cNvSpPr>
          <p:nvPr/>
        </p:nvSpPr>
        <p:spPr>
          <a:xfrm>
            <a:off x="609600" y="4953000"/>
            <a:ext cx="10972800" cy="9525"/>
          </a:xfrm>
          <a:prstGeom prst="rect">
            <a:avLst/>
          </a:prstGeom>
          <a:solidFill>
            <a:srgbClr val="CCCCCC"/>
          </a:solidFill>
          <a:ln w="0">
            <a:noFill/>
          </a:ln>
        </p:spPr>
      </p:sp>
      <p:sp>
        <p:nvSpPr>
          <p:cNvPr id="11" name="직사각형 10">
            <a:extLst>
              <a:ext uri="{FF2B5EF4-FFF2-40B4-BE49-F238E27FC236}">
                <a16:creationId xmlns:a16="http://schemas.microsoft.com/office/drawing/2014/main" id="{84873EF0-7581-48BD-A9AA-4C73228C1EFF}"/>
              </a:ext>
            </a:extLst>
          </p:cNvPr>
          <p:cNvSpPr>
            <a:spLocks noGrp="1"/>
          </p:cNvSpPr>
          <p:nvPr/>
        </p:nvSpPr>
        <p:spPr>
          <a:xfrm>
            <a:off x="609600" y="5410200"/>
            <a:ext cx="10972800" cy="9525"/>
          </a:xfrm>
          <a:prstGeom prst="rect">
            <a:avLst/>
          </a:prstGeom>
          <a:solidFill>
            <a:srgbClr val="CCCCCC"/>
          </a:solidFill>
          <a:ln w="0">
            <a:noFill/>
          </a:ln>
        </p:spPr>
      </p:sp>
      <p:sp>
        <p:nvSpPr>
          <p:cNvPr id="12" name="직사각형 11">
            <a:extLst>
              <a:ext uri="{FF2B5EF4-FFF2-40B4-BE49-F238E27FC236}">
                <a16:creationId xmlns:a16="http://schemas.microsoft.com/office/drawing/2014/main" id="{D09664F7-1853-450A-BB67-D3D8F7CF9F0B}"/>
              </a:ext>
            </a:extLst>
          </p:cNvPr>
          <p:cNvSpPr>
            <a:spLocks noGrp="1"/>
          </p:cNvSpPr>
          <p:nvPr/>
        </p:nvSpPr>
        <p:spPr>
          <a:xfrm>
            <a:off x="609600" y="5867400"/>
            <a:ext cx="10972800" cy="9525"/>
          </a:xfrm>
          <a:prstGeom prst="rect">
            <a:avLst/>
          </a:prstGeom>
          <a:solidFill>
            <a:srgbClr val="CCCCCC"/>
          </a:solidFill>
          <a:ln w="0">
            <a:noFill/>
          </a:ln>
        </p:spPr>
      </p:sp>
    </p:spTree>
    <p:extLst>
      <p:ext uri="{BB962C8B-B14F-4D97-AF65-F5344CB8AC3E}">
        <p14:creationId xmlns:p14="http://schemas.microsoft.com/office/powerpoint/2010/main" val="3084335516"/>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section">
            <a:extLst>
              <a:ext uri="{FF2B5EF4-FFF2-40B4-BE49-F238E27FC236}">
                <a16:creationId xmlns:a16="http://schemas.microsoft.com/office/drawing/2014/main" id="{602DC412-D84E-4017-B557-488F9FA086CD}"/>
              </a:ext>
            </a:extLst>
          </p:cNvPr>
          <p:cNvSpPr>
            <a:spLocks noGrp="1"/>
          </p:cNvSpPr>
          <p:nvPr/>
        </p:nvSpPr>
        <p:spPr>
          <a:xfrm>
            <a:off x="609600" y="266700"/>
            <a:ext cx="8096250" cy="266700"/>
          </a:xfrm>
          <a:prstGeom prst="rect">
            <a:avLst/>
          </a:prstGeom>
          <a:noFill/>
          <a:ln w="0">
            <a:noFill/>
          </a:ln>
        </p:spPr>
        <p:txBody>
          <a:bodyPr wrap="none" lIns="0" tIns="0" rIns="0" bIns="0" anchor="t">
            <a:noAutofit/>
          </a:bodyPr>
          <a:lstStyle>
            <a:defPPr algn="l">
              <a:defRPr sz="1050" b="0">
                <a:solidFill>
                  <a:srgbClr val="555555"/>
                </a:solidFill>
                <a:latin typeface="Malgun Gothic"/>
                <a:ea typeface="Malgun Gothic"/>
                <a:cs typeface="Malgun Gothic"/>
              </a:defRPr>
            </a:defPPr>
          </a:lstStyle>
          <a:p>
            <a:pPr algn="l">
              <a:lnSpc>
                <a:spcPct val="110000"/>
              </a:lnSpc>
              <a:buNone/>
              <a:defRPr sz="1050" b="0">
                <a:solidFill>
                  <a:srgbClr val="555555"/>
                </a:solidFill>
                <a:latin typeface="Malgun Gothic"/>
                <a:ea typeface="Malgun Gothic"/>
                <a:cs typeface="Malgun Gothic"/>
              </a:defRPr>
            </a:pPr>
            <a:r>
              <a:rPr sz="1050" b="0">
                <a:solidFill>
                  <a:srgbClr val="555555"/>
                </a:solidFill>
                <a:latin typeface="Malgun Gothic"/>
                <a:ea typeface="Malgun Gothic"/>
                <a:cs typeface="Malgun Gothic"/>
              </a:rPr>
              <a:t>4장 분할 정복  /  계산·추적</a:t>
            </a:r>
          </a:p>
        </p:txBody>
      </p:sp>
      <p:sp>
        <p:nvSpPr>
          <p:cNvPr id="2" name="brand">
            <a:extLst>
              <a:ext uri="{FF2B5EF4-FFF2-40B4-BE49-F238E27FC236}">
                <a16:creationId xmlns:a16="http://schemas.microsoft.com/office/drawing/2014/main" id="{FC4FC62E-FF19-443A-9807-C703AABAAF64}"/>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555555"/>
                </a:solidFill>
                <a:latin typeface="Malgun Gothic"/>
                <a:ea typeface="Malgun Gothic"/>
                <a:cs typeface="Malgun Gothic"/>
              </a:defRPr>
            </a:defPPr>
          </a:lstStyle>
          <a:p>
            <a:pPr algn="l">
              <a:lnSpc>
                <a:spcPct val="110000"/>
              </a:lnSpc>
              <a:buNone/>
              <a:defRPr sz="900" b="0">
                <a:solidFill>
                  <a:srgbClr val="555555"/>
                </a:solidFill>
                <a:latin typeface="Malgun Gothic"/>
                <a:ea typeface="Malgun Gothic"/>
                <a:cs typeface="Malgun Gothic"/>
              </a:defRPr>
            </a:pPr>
            <a:r>
              <a:rPr sz="900" b="0">
                <a:solidFill>
                  <a:srgbClr val="55555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DA9C2AF9-B9F0-48F7-8FB3-A7CECA4B1BC7}"/>
              </a:ext>
            </a:extLst>
          </p:cNvPr>
          <p:cNvSpPr>
            <a:spLocks noGrp="1"/>
          </p:cNvSpPr>
          <p:nvPr/>
        </p:nvSpPr>
        <p:spPr>
          <a:xfrm>
            <a:off x="609600" y="685800"/>
            <a:ext cx="10972800" cy="685800"/>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0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문제 66  정답과 해설</a:t>
            </a:r>
          </a:p>
        </p:txBody>
      </p:sp>
      <p:sp>
        <p:nvSpPr>
          <p:cNvPr id="4" name="footer">
            <a:extLst>
              <a:ext uri="{FF2B5EF4-FFF2-40B4-BE49-F238E27FC236}">
                <a16:creationId xmlns:a16="http://schemas.microsoft.com/office/drawing/2014/main" id="{511C3BDA-8EB4-4392-AC69-7B7D801A2D4E}"/>
              </a:ext>
            </a:extLst>
          </p:cNvPr>
          <p:cNvSpPr>
            <a:spLocks noGrp="1"/>
          </p:cNvSpPr>
          <p:nvPr/>
        </p:nvSpPr>
        <p:spPr>
          <a:xfrm>
            <a:off x="609600" y="6591300"/>
            <a:ext cx="9715500" cy="190500"/>
          </a:xfrm>
          <a:prstGeom prst="rect">
            <a:avLst/>
          </a:prstGeom>
          <a:noFill/>
          <a:ln w="0">
            <a:noFill/>
          </a:ln>
        </p:spPr>
        <p:txBody>
          <a:bodyPr wrap="none" lIns="0" tIns="0" rIns="0" bIns="0" anchor="t">
            <a:noAutofit/>
          </a:bodyPr>
          <a:lstStyle>
            <a:defPPr algn="l">
              <a:defRPr sz="900" b="0">
                <a:solidFill>
                  <a:srgbClr val="555555"/>
                </a:solidFill>
                <a:latin typeface="Consolas"/>
                <a:ea typeface="Consolas"/>
                <a:cs typeface="Consolas"/>
              </a:defRPr>
            </a:defPPr>
          </a:lstStyle>
          <a:p>
            <a:pPr algn="l">
              <a:lnSpc>
                <a:spcPct val="110000"/>
              </a:lnSpc>
              <a:buNone/>
              <a:defRPr sz="900" b="0">
                <a:solidFill>
                  <a:srgbClr val="555555"/>
                </a:solidFill>
                <a:latin typeface="Consolas"/>
                <a:ea typeface="Consolas"/>
                <a:cs typeface="Consolas"/>
              </a:defRPr>
            </a:pPr>
            <a:r>
              <a:rPr sz="900" b="0">
                <a:solidFill>
                  <a:srgbClr val="555555"/>
                </a:solidFill>
                <a:latin typeface="Consolas"/>
                <a:ea typeface="Consolas"/>
                <a:cs typeface="Consolas"/>
              </a:rPr>
              <a:t>04 / DIVIDE AND CONQUER · EXERCISES</a:t>
            </a:r>
          </a:p>
        </p:txBody>
      </p:sp>
      <p:sp>
        <p:nvSpPr>
          <p:cNvPr id="5" name="page">
            <a:extLst>
              <a:ext uri="{FF2B5EF4-FFF2-40B4-BE49-F238E27FC236}">
                <a16:creationId xmlns:a16="http://schemas.microsoft.com/office/drawing/2014/main" id="{89DFB866-2D77-4B82-BA3A-6A94289E134D}"/>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0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132</a:t>
            </a:r>
            <a:endParaRPr sz="1050" b="0">
              <a:solidFill>
                <a:srgbClr val="151515"/>
              </a:solidFill>
              <a:latin typeface="Consolas"/>
              <a:ea typeface="Consolas"/>
              <a:cs typeface="Consolas"/>
            </a:endParaRPr>
          </a:p>
        </p:txBody>
      </p:sp>
      <p:sp>
        <p:nvSpPr>
          <p:cNvPr id="6" name="직사각형 5">
            <a:extLst>
              <a:ext uri="{FF2B5EF4-FFF2-40B4-BE49-F238E27FC236}">
                <a16:creationId xmlns:a16="http://schemas.microsoft.com/office/drawing/2014/main" id="{799EE187-9E8A-4AFE-9BFA-8C3C828AC071}"/>
              </a:ext>
            </a:extLst>
          </p:cNvPr>
          <p:cNvSpPr>
            <a:spLocks noGrp="1"/>
          </p:cNvSpPr>
          <p:nvPr/>
        </p:nvSpPr>
        <p:spPr>
          <a:xfrm>
            <a:off x="609600" y="6438900"/>
            <a:ext cx="10972800" cy="9525"/>
          </a:xfrm>
          <a:prstGeom prst="rect">
            <a:avLst/>
          </a:prstGeom>
          <a:solidFill>
            <a:srgbClr val="CCCCCC"/>
          </a:solidFill>
          <a:ln w="0">
            <a:noFill/>
          </a:ln>
        </p:spPr>
      </p:sp>
      <p:sp>
        <p:nvSpPr>
          <p:cNvPr id="7" name="직사각형 6">
            <a:extLst>
              <a:ext uri="{FF2B5EF4-FFF2-40B4-BE49-F238E27FC236}">
                <a16:creationId xmlns:a16="http://schemas.microsoft.com/office/drawing/2014/main" id="{CB876B5A-8C44-4438-BAF2-4EC37D850399}"/>
              </a:ext>
            </a:extLst>
          </p:cNvPr>
          <p:cNvSpPr>
            <a:spLocks noGrp="1"/>
          </p:cNvSpPr>
          <p:nvPr/>
        </p:nvSpPr>
        <p:spPr>
          <a:xfrm>
            <a:off x="609600" y="1381125"/>
            <a:ext cx="10972800" cy="19050"/>
          </a:xfrm>
          <a:prstGeom prst="rect">
            <a:avLst/>
          </a:prstGeom>
          <a:solidFill>
            <a:srgbClr val="151515"/>
          </a:solidFill>
          <a:ln w="0">
            <a:noFill/>
          </a:ln>
        </p:spPr>
      </p:sp>
      <p:sp>
        <p:nvSpPr>
          <p:cNvPr id="8" name="prompt">
            <a:extLst>
              <a:ext uri="{FF2B5EF4-FFF2-40B4-BE49-F238E27FC236}">
                <a16:creationId xmlns:a16="http://schemas.microsoft.com/office/drawing/2014/main" id="{75EC80D4-EC43-403B-9167-9A6B2F43837C}"/>
              </a:ext>
            </a:extLst>
          </p:cNvPr>
          <p:cNvSpPr>
            <a:spLocks noGrp="1"/>
          </p:cNvSpPr>
          <p:nvPr/>
        </p:nvSpPr>
        <p:spPr>
          <a:xfrm>
            <a:off x="609600" y="1714500"/>
            <a:ext cx="10972800" cy="1095375"/>
          </a:xfrm>
          <a:prstGeom prst="rect">
            <a:avLst/>
          </a:prstGeom>
          <a:noFill/>
          <a:ln w="0">
            <a:noFill/>
          </a:ln>
        </p:spPr>
        <p:txBody>
          <a:bodyPr wrap="none" lIns="0" tIns="0" rIns="0" bIns="0" anchor="t">
            <a:noAutofit/>
          </a:bodyPr>
          <a:lstStyle>
            <a:defPPr algn="l">
              <a:defRPr sz="1800" b="0">
                <a:solidFill>
                  <a:srgbClr val="555555"/>
                </a:solidFill>
                <a:latin typeface="Malgun Gothic"/>
                <a:ea typeface="Malgun Gothic"/>
                <a:cs typeface="Malgun Gothic"/>
              </a:defRPr>
            </a:defPPr>
          </a:lstStyle>
          <a:p>
            <a:pPr algn="l">
              <a:lnSpc>
                <a:spcPct val="110000"/>
              </a:lnSpc>
              <a:buNone/>
              <a:defRPr sz="1800" b="0">
                <a:solidFill>
                  <a:srgbClr val="555555"/>
                </a:solidFill>
                <a:latin typeface="Malgun Gothic"/>
                <a:ea typeface="Malgun Gothic"/>
                <a:cs typeface="Malgun Gothic"/>
              </a:defRPr>
            </a:pPr>
            <a:r>
              <a:rPr sz="1800" b="0">
                <a:solidFill>
                  <a:srgbClr val="555555"/>
                </a:solidFill>
                <a:latin typeface="Malgun Gothic"/>
                <a:ea typeface="Malgun Gothic"/>
                <a:cs typeface="Malgun Gothic"/>
              </a:rPr>
              <a:t>병합 정렬에서 한 원소씩 나눈 [6], [2]를 병합하고,</a:t>
            </a:r>
          </a:p>
          <a:p>
            <a:pPr algn="l">
              <a:lnSpc>
                <a:spcPct val="110000"/>
              </a:lnSpc>
              <a:buNone/>
              <a:defRPr sz="1800" b="0">
                <a:solidFill>
                  <a:srgbClr val="555555"/>
                </a:solidFill>
                <a:latin typeface="Malgun Gothic"/>
                <a:ea typeface="Malgun Gothic"/>
                <a:cs typeface="Malgun Gothic"/>
              </a:defRPr>
            </a:pPr>
            <a:r>
              <a:rPr sz="1800" b="0">
                <a:solidFill>
                  <a:srgbClr val="555555"/>
                </a:solidFill>
                <a:latin typeface="Malgun Gothic"/>
                <a:ea typeface="Malgun Gothic"/>
                <a:cs typeface="Malgun Gothic"/>
              </a:rPr>
              <a:t>[5], [1]도 병합한다. 두 병합 결과를 순서대로 쓰시오.</a:t>
            </a:r>
          </a:p>
        </p:txBody>
      </p:sp>
      <p:sp>
        <p:nvSpPr>
          <p:cNvPr id="9" name="answer-band">
            <a:extLst>
              <a:ext uri="{FF2B5EF4-FFF2-40B4-BE49-F238E27FC236}">
                <a16:creationId xmlns:a16="http://schemas.microsoft.com/office/drawing/2014/main" id="{B12AFA9E-3A46-4606-B71F-24CA343F9521}"/>
              </a:ext>
            </a:extLst>
          </p:cNvPr>
          <p:cNvSpPr>
            <a:spLocks noGrp="1"/>
          </p:cNvSpPr>
          <p:nvPr/>
        </p:nvSpPr>
        <p:spPr>
          <a:xfrm>
            <a:off x="609600" y="2952750"/>
            <a:ext cx="10972800" cy="723900"/>
          </a:xfrm>
          <a:prstGeom prst="rect">
            <a:avLst/>
          </a:prstGeom>
          <a:solidFill>
            <a:srgbClr val="151515"/>
          </a:solidFill>
          <a:ln w="0">
            <a:noFill/>
          </a:ln>
        </p:spPr>
      </p:sp>
      <p:sp>
        <p:nvSpPr>
          <p:cNvPr id="10" name="answer">
            <a:extLst>
              <a:ext uri="{FF2B5EF4-FFF2-40B4-BE49-F238E27FC236}">
                <a16:creationId xmlns:a16="http://schemas.microsoft.com/office/drawing/2014/main" id="{51CDF4EF-BA49-4EE8-8898-012F3B71F73F}"/>
              </a:ext>
            </a:extLst>
          </p:cNvPr>
          <p:cNvSpPr>
            <a:spLocks noGrp="1"/>
          </p:cNvSpPr>
          <p:nvPr/>
        </p:nvSpPr>
        <p:spPr>
          <a:xfrm>
            <a:off x="876300" y="3162300"/>
            <a:ext cx="10439400" cy="457200"/>
          </a:xfrm>
          <a:prstGeom prst="rect">
            <a:avLst/>
          </a:prstGeom>
          <a:noFill/>
          <a:ln w="0">
            <a:noFill/>
          </a:ln>
        </p:spPr>
        <p:txBody>
          <a:bodyPr wrap="none" lIns="0" tIns="0" rIns="0" bIns="0" anchor="t">
            <a:noAutofit/>
          </a:bodyPr>
          <a:lstStyle>
            <a:defPPr algn="l">
              <a:defRPr sz="1950" b="1">
                <a:solidFill>
                  <a:srgbClr val="FFFFFF"/>
                </a:solidFill>
                <a:latin typeface="Malgun Gothic"/>
                <a:ea typeface="Malgun Gothic"/>
                <a:cs typeface="Malgun Gothic"/>
              </a:defRPr>
            </a:defPPr>
          </a:lstStyle>
          <a:p>
            <a:pPr algn="l">
              <a:lnSpc>
                <a:spcPct val="110000"/>
              </a:lnSpc>
              <a:buNone/>
              <a:defRPr sz="1950" b="1">
                <a:solidFill>
                  <a:srgbClr val="FFFFFF"/>
                </a:solidFill>
                <a:latin typeface="Malgun Gothic"/>
                <a:ea typeface="Malgun Gothic"/>
                <a:cs typeface="Malgun Gothic"/>
              </a:defRPr>
            </a:pPr>
            <a:r>
              <a:rPr sz="1950" b="1">
                <a:solidFill>
                  <a:srgbClr val="FFFFFF"/>
                </a:solidFill>
                <a:latin typeface="Malgun Gothic"/>
                <a:ea typeface="Malgun Gothic"/>
                <a:cs typeface="Malgun Gothic"/>
              </a:rPr>
              <a:t>[2,6], [1,5]</a:t>
            </a:r>
          </a:p>
        </p:txBody>
      </p:sp>
      <p:sp>
        <p:nvSpPr>
          <p:cNvPr id="11" name="explanation-label">
            <a:extLst>
              <a:ext uri="{FF2B5EF4-FFF2-40B4-BE49-F238E27FC236}">
                <a16:creationId xmlns:a16="http://schemas.microsoft.com/office/drawing/2014/main" id="{5C44B432-FBD2-4DD9-99FE-804BA01491DE}"/>
              </a:ext>
            </a:extLst>
          </p:cNvPr>
          <p:cNvSpPr>
            <a:spLocks noGrp="1"/>
          </p:cNvSpPr>
          <p:nvPr/>
        </p:nvSpPr>
        <p:spPr>
          <a:xfrm>
            <a:off x="609600" y="4019550"/>
            <a:ext cx="1143000" cy="304800"/>
          </a:xfrm>
          <a:prstGeom prst="rect">
            <a:avLst/>
          </a:prstGeom>
          <a:noFill/>
          <a:ln w="0">
            <a:noFill/>
          </a:ln>
        </p:spPr>
        <p:txBody>
          <a:bodyPr wrap="none" lIns="0" tIns="0" rIns="0" bIns="0" anchor="t">
            <a:noAutofit/>
          </a:bodyPr>
          <a:lstStyle>
            <a:defPPr algn="l">
              <a:defRPr sz="1800" b="1">
                <a:solidFill>
                  <a:srgbClr val="151515"/>
                </a:solidFill>
                <a:latin typeface="Malgun Gothic"/>
                <a:ea typeface="Malgun Gothic"/>
                <a:cs typeface="Malgun Gothic"/>
              </a:defRPr>
            </a:defPPr>
          </a:lstStyle>
          <a:p>
            <a:pPr algn="l">
              <a:lnSpc>
                <a:spcPct val="110000"/>
              </a:lnSpc>
              <a:buNone/>
              <a:defRPr sz="1800" b="1">
                <a:solidFill>
                  <a:srgbClr val="151515"/>
                </a:solidFill>
                <a:latin typeface="Malgun Gothic"/>
                <a:ea typeface="Malgun Gothic"/>
                <a:cs typeface="Malgun Gothic"/>
              </a:defRPr>
            </a:pPr>
            <a:r>
              <a:rPr sz="1800" b="1">
                <a:solidFill>
                  <a:srgbClr val="151515"/>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9C55B0F1-26CA-4978-A5A5-2E21E428FABC}"/>
              </a:ext>
            </a:extLst>
          </p:cNvPr>
          <p:cNvSpPr>
            <a:spLocks noGrp="1"/>
          </p:cNvSpPr>
          <p:nvPr/>
        </p:nvSpPr>
        <p:spPr>
          <a:xfrm>
            <a:off x="1752600" y="4210050"/>
            <a:ext cx="9829800" cy="9525"/>
          </a:xfrm>
          <a:prstGeom prst="rect">
            <a:avLst/>
          </a:prstGeom>
          <a:solidFill>
            <a:srgbClr val="CCCCCC"/>
          </a:solidFill>
          <a:ln w="0">
            <a:noFill/>
          </a:ln>
        </p:spPr>
      </p:sp>
      <p:sp>
        <p:nvSpPr>
          <p:cNvPr id="13" name="explanation">
            <a:extLst>
              <a:ext uri="{FF2B5EF4-FFF2-40B4-BE49-F238E27FC236}">
                <a16:creationId xmlns:a16="http://schemas.microsoft.com/office/drawing/2014/main" id="{B5601C04-FE86-4045-B1B6-DCB7EFAC5BF4}"/>
              </a:ext>
            </a:extLst>
          </p:cNvPr>
          <p:cNvSpPr>
            <a:spLocks noGrp="1"/>
          </p:cNvSpPr>
          <p:nvPr/>
        </p:nvSpPr>
        <p:spPr>
          <a:xfrm>
            <a:off x="609600" y="4495800"/>
            <a:ext cx="10972800" cy="1314450"/>
          </a:xfrm>
          <a:prstGeom prst="rect">
            <a:avLst/>
          </a:prstGeom>
          <a:noFill/>
          <a:ln w="0">
            <a:noFill/>
          </a:ln>
        </p:spPr>
        <p:txBody>
          <a:bodyPr wrap="none" lIns="0" tIns="0" rIns="0" bIns="0" anchor="t">
            <a:noAutofit/>
          </a:bodyPr>
          <a:lstStyle>
            <a:defPPr algn="l">
              <a:defRPr sz="1875" b="0">
                <a:solidFill>
                  <a:srgbClr val="555555"/>
                </a:solidFill>
                <a:latin typeface="Malgun Gothic"/>
                <a:ea typeface="Malgun Gothic"/>
                <a:cs typeface="Malgun Gothic"/>
              </a:defRPr>
            </a:defPPr>
          </a:lstStyle>
          <a:p>
            <a:pPr algn="l">
              <a:lnSpc>
                <a:spcPct val="110000"/>
              </a:lnSpc>
              <a:buNone/>
              <a:defRPr sz="1875" b="0">
                <a:solidFill>
                  <a:srgbClr val="555555"/>
                </a:solidFill>
                <a:latin typeface="Malgun Gothic"/>
                <a:ea typeface="Malgun Gothic"/>
                <a:cs typeface="Malgun Gothic"/>
              </a:defRPr>
            </a:pPr>
            <a:r>
              <a:rPr sz="1875" b="0">
                <a:solidFill>
                  <a:srgbClr val="555555"/>
                </a:solidFill>
                <a:latin typeface="Malgun Gothic"/>
                <a:ea typeface="Malgun Gothic"/>
                <a:cs typeface="Malgun Gothic"/>
              </a:rPr>
              <a:t>6과 2 중 작은 값 2를 먼저 넣으면 [2,6]이 된다.</a:t>
            </a:r>
          </a:p>
          <a:p>
            <a:pPr algn="l">
              <a:lnSpc>
                <a:spcPct val="110000"/>
              </a:lnSpc>
              <a:buNone/>
              <a:defRPr sz="1875" b="0">
                <a:solidFill>
                  <a:srgbClr val="555555"/>
                </a:solidFill>
                <a:latin typeface="Malgun Gothic"/>
                <a:ea typeface="Malgun Gothic"/>
                <a:cs typeface="Malgun Gothic"/>
              </a:defRPr>
            </a:pPr>
            <a:r>
              <a:rPr sz="1875" b="0">
                <a:solidFill>
                  <a:srgbClr val="555555"/>
                </a:solidFill>
                <a:latin typeface="Malgun Gothic"/>
                <a:ea typeface="Malgun Gothic"/>
                <a:cs typeface="Malgun Gothic"/>
              </a:rPr>
              <a:t>5와 1 중 작은 값 1을 먼저 넣으면 [1,5]가 된다.</a:t>
            </a:r>
          </a:p>
        </p:txBody>
      </p:sp>
    </p:spTree>
    <p:extLst>
      <p:ext uri="{BB962C8B-B14F-4D97-AF65-F5344CB8AC3E}">
        <p14:creationId xmlns:p14="http://schemas.microsoft.com/office/powerpoint/2010/main" val="1544420254"/>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section">
            <a:extLst>
              <a:ext uri="{FF2B5EF4-FFF2-40B4-BE49-F238E27FC236}">
                <a16:creationId xmlns:a16="http://schemas.microsoft.com/office/drawing/2014/main" id="{943CB0AA-DF19-4348-8D46-20AC0CFA12F7}"/>
              </a:ext>
            </a:extLst>
          </p:cNvPr>
          <p:cNvSpPr>
            <a:spLocks noGrp="1"/>
          </p:cNvSpPr>
          <p:nvPr/>
        </p:nvSpPr>
        <p:spPr>
          <a:xfrm>
            <a:off x="609600" y="266700"/>
            <a:ext cx="8096250" cy="266700"/>
          </a:xfrm>
          <a:prstGeom prst="rect">
            <a:avLst/>
          </a:prstGeom>
          <a:noFill/>
          <a:ln w="0">
            <a:noFill/>
          </a:ln>
        </p:spPr>
        <p:txBody>
          <a:bodyPr wrap="none" lIns="0" tIns="0" rIns="0" bIns="0" anchor="t">
            <a:noAutofit/>
          </a:bodyPr>
          <a:lstStyle>
            <a:defPPr algn="l">
              <a:defRPr sz="1050" b="0">
                <a:solidFill>
                  <a:srgbClr val="555555"/>
                </a:solidFill>
                <a:latin typeface="Malgun Gothic"/>
                <a:ea typeface="Malgun Gothic"/>
                <a:cs typeface="Malgun Gothic"/>
              </a:defRPr>
            </a:defPPr>
          </a:lstStyle>
          <a:p>
            <a:pPr algn="l">
              <a:lnSpc>
                <a:spcPct val="110000"/>
              </a:lnSpc>
              <a:buNone/>
              <a:defRPr sz="1050" b="0">
                <a:solidFill>
                  <a:srgbClr val="555555"/>
                </a:solidFill>
                <a:latin typeface="Malgun Gothic"/>
                <a:ea typeface="Malgun Gothic"/>
                <a:cs typeface="Malgun Gothic"/>
              </a:defRPr>
            </a:pPr>
            <a:r>
              <a:rPr sz="1050" b="0">
                <a:solidFill>
                  <a:srgbClr val="555555"/>
                </a:solidFill>
                <a:latin typeface="Malgun Gothic"/>
                <a:ea typeface="Malgun Gothic"/>
                <a:cs typeface="Malgun Gothic"/>
              </a:rPr>
              <a:t>4장 분할 정복  /  계산·추적</a:t>
            </a:r>
          </a:p>
        </p:txBody>
      </p:sp>
      <p:sp>
        <p:nvSpPr>
          <p:cNvPr id="2" name="brand">
            <a:extLst>
              <a:ext uri="{FF2B5EF4-FFF2-40B4-BE49-F238E27FC236}">
                <a16:creationId xmlns:a16="http://schemas.microsoft.com/office/drawing/2014/main" id="{61251BA1-A2AF-4E59-A5B3-8F430E03E1A8}"/>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555555"/>
                </a:solidFill>
                <a:latin typeface="Malgun Gothic"/>
                <a:ea typeface="Malgun Gothic"/>
                <a:cs typeface="Malgun Gothic"/>
              </a:defRPr>
            </a:defPPr>
          </a:lstStyle>
          <a:p>
            <a:pPr algn="l">
              <a:lnSpc>
                <a:spcPct val="110000"/>
              </a:lnSpc>
              <a:buNone/>
              <a:defRPr sz="900" b="0">
                <a:solidFill>
                  <a:srgbClr val="555555"/>
                </a:solidFill>
                <a:latin typeface="Malgun Gothic"/>
                <a:ea typeface="Malgun Gothic"/>
                <a:cs typeface="Malgun Gothic"/>
              </a:defRPr>
            </a:pPr>
            <a:r>
              <a:rPr sz="900" b="0">
                <a:solidFill>
                  <a:srgbClr val="55555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F98079CD-F5B4-46E1-A7AD-530F93EF4DEE}"/>
              </a:ext>
            </a:extLst>
          </p:cNvPr>
          <p:cNvSpPr>
            <a:spLocks noGrp="1"/>
          </p:cNvSpPr>
          <p:nvPr/>
        </p:nvSpPr>
        <p:spPr>
          <a:xfrm>
            <a:off x="609600" y="685800"/>
            <a:ext cx="10972800" cy="685800"/>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0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문제 67</a:t>
            </a:r>
          </a:p>
        </p:txBody>
      </p:sp>
      <p:sp>
        <p:nvSpPr>
          <p:cNvPr id="4" name="footer">
            <a:extLst>
              <a:ext uri="{FF2B5EF4-FFF2-40B4-BE49-F238E27FC236}">
                <a16:creationId xmlns:a16="http://schemas.microsoft.com/office/drawing/2014/main" id="{446F7285-E502-4C3D-B327-56D61BE129D6}"/>
              </a:ext>
            </a:extLst>
          </p:cNvPr>
          <p:cNvSpPr>
            <a:spLocks noGrp="1"/>
          </p:cNvSpPr>
          <p:nvPr/>
        </p:nvSpPr>
        <p:spPr>
          <a:xfrm>
            <a:off x="609600" y="6591300"/>
            <a:ext cx="9715500" cy="190500"/>
          </a:xfrm>
          <a:prstGeom prst="rect">
            <a:avLst/>
          </a:prstGeom>
          <a:noFill/>
          <a:ln w="0">
            <a:noFill/>
          </a:ln>
        </p:spPr>
        <p:txBody>
          <a:bodyPr wrap="none" lIns="0" tIns="0" rIns="0" bIns="0" anchor="t">
            <a:noAutofit/>
          </a:bodyPr>
          <a:lstStyle>
            <a:defPPr algn="l">
              <a:defRPr sz="900" b="0">
                <a:solidFill>
                  <a:srgbClr val="555555"/>
                </a:solidFill>
                <a:latin typeface="Consolas"/>
                <a:ea typeface="Consolas"/>
                <a:cs typeface="Consolas"/>
              </a:defRPr>
            </a:defPPr>
          </a:lstStyle>
          <a:p>
            <a:pPr algn="l">
              <a:lnSpc>
                <a:spcPct val="110000"/>
              </a:lnSpc>
              <a:buNone/>
              <a:defRPr sz="900" b="0">
                <a:solidFill>
                  <a:srgbClr val="555555"/>
                </a:solidFill>
                <a:latin typeface="Consolas"/>
                <a:ea typeface="Consolas"/>
                <a:cs typeface="Consolas"/>
              </a:defRPr>
            </a:pPr>
            <a:r>
              <a:rPr sz="900" b="0">
                <a:solidFill>
                  <a:srgbClr val="555555"/>
                </a:solidFill>
                <a:latin typeface="Consolas"/>
                <a:ea typeface="Consolas"/>
                <a:cs typeface="Consolas"/>
              </a:rPr>
              <a:t>04 / DIVIDE AND CONQUER · EXERCISES</a:t>
            </a:r>
          </a:p>
        </p:txBody>
      </p:sp>
      <p:sp>
        <p:nvSpPr>
          <p:cNvPr id="5" name="page">
            <a:extLst>
              <a:ext uri="{FF2B5EF4-FFF2-40B4-BE49-F238E27FC236}">
                <a16:creationId xmlns:a16="http://schemas.microsoft.com/office/drawing/2014/main" id="{58F22A29-21BC-4E0E-9C21-5A9609CE1B73}"/>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0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133</a:t>
            </a:r>
            <a:endParaRPr sz="1050" b="0">
              <a:solidFill>
                <a:srgbClr val="151515"/>
              </a:solidFill>
              <a:latin typeface="Consolas"/>
              <a:ea typeface="Consolas"/>
              <a:cs typeface="Consolas"/>
            </a:endParaRPr>
          </a:p>
        </p:txBody>
      </p:sp>
      <p:sp>
        <p:nvSpPr>
          <p:cNvPr id="6" name="직사각형 5">
            <a:extLst>
              <a:ext uri="{FF2B5EF4-FFF2-40B4-BE49-F238E27FC236}">
                <a16:creationId xmlns:a16="http://schemas.microsoft.com/office/drawing/2014/main" id="{D9E609C3-B72B-4755-B703-CB4D652BA7D3}"/>
              </a:ext>
            </a:extLst>
          </p:cNvPr>
          <p:cNvSpPr>
            <a:spLocks noGrp="1"/>
          </p:cNvSpPr>
          <p:nvPr/>
        </p:nvSpPr>
        <p:spPr>
          <a:xfrm>
            <a:off x="609600" y="6438900"/>
            <a:ext cx="10972800" cy="9525"/>
          </a:xfrm>
          <a:prstGeom prst="rect">
            <a:avLst/>
          </a:prstGeom>
          <a:solidFill>
            <a:srgbClr val="CCCCCC"/>
          </a:solidFill>
          <a:ln w="0">
            <a:noFill/>
          </a:ln>
        </p:spPr>
      </p:sp>
      <p:sp>
        <p:nvSpPr>
          <p:cNvPr id="7" name="prompt">
            <a:extLst>
              <a:ext uri="{FF2B5EF4-FFF2-40B4-BE49-F238E27FC236}">
                <a16:creationId xmlns:a16="http://schemas.microsoft.com/office/drawing/2014/main" id="{094D0298-1A61-43AE-BA5B-434EDC6141BD}"/>
              </a:ext>
            </a:extLst>
          </p:cNvPr>
          <p:cNvSpPr>
            <a:spLocks noGrp="1"/>
          </p:cNvSpPr>
          <p:nvPr/>
        </p:nvSpPr>
        <p:spPr>
          <a:xfrm>
            <a:off x="609600" y="1714500"/>
            <a:ext cx="10972800" cy="1381125"/>
          </a:xfrm>
          <a:prstGeom prst="rect">
            <a:avLst/>
          </a:prstGeom>
          <a:noFill/>
          <a:ln w="0">
            <a:noFill/>
          </a:ln>
        </p:spPr>
        <p:txBody>
          <a:bodyPr wrap="none" lIns="0" tIns="0" rIns="0" bIns="0" anchor="t">
            <a:noAutofit/>
          </a:bodyPr>
          <a:lstStyle>
            <a:defPPr algn="l">
              <a:defRPr sz="2100" b="0">
                <a:solidFill>
                  <a:srgbClr val="151515"/>
                </a:solidFill>
                <a:latin typeface="Malgun Gothic"/>
                <a:ea typeface="Malgun Gothic"/>
                <a:cs typeface="Malgun Gothic"/>
              </a:defRPr>
            </a:defPPr>
          </a:lstStyle>
          <a:p>
            <a:pPr algn="l">
              <a:lnSpc>
                <a:spcPct val="110000"/>
              </a:lnSpc>
              <a:buNone/>
              <a:defRPr sz="2100" b="0">
                <a:solidFill>
                  <a:srgbClr val="151515"/>
                </a:solidFill>
                <a:latin typeface="Malgun Gothic"/>
                <a:ea typeface="Malgun Gothic"/>
                <a:cs typeface="Malgun Gothic"/>
              </a:defRPr>
            </a:pPr>
            <a:r>
              <a:rPr sz="2100" b="0">
                <a:solidFill>
                  <a:srgbClr val="151515"/>
                </a:solidFill>
                <a:latin typeface="Malgun Gothic"/>
                <a:ea typeface="Malgun Gothic"/>
                <a:cs typeface="Malgun Gothic"/>
              </a:rPr>
              <a:t>정렬된 [2,6]과 [1,5]를 오름차순으로 병합한다.</a:t>
            </a:r>
          </a:p>
          <a:p>
            <a:pPr algn="l">
              <a:lnSpc>
                <a:spcPct val="110000"/>
              </a:lnSpc>
              <a:buNone/>
              <a:defRPr sz="2100" b="0">
                <a:solidFill>
                  <a:srgbClr val="151515"/>
                </a:solidFill>
                <a:latin typeface="Malgun Gothic"/>
                <a:ea typeface="Malgun Gothic"/>
                <a:cs typeface="Malgun Gothic"/>
              </a:defRPr>
            </a:pPr>
            <a:r>
              <a:rPr sz="2100" b="0">
                <a:solidFill>
                  <a:srgbClr val="151515"/>
                </a:solidFill>
                <a:latin typeface="Malgun Gothic"/>
                <a:ea typeface="Malgun Gothic"/>
                <a:cs typeface="Malgun Gothic"/>
              </a:rPr>
              <a:t>작은 값을 차례로 넣어 완성된 배열을 쓰시오.</a:t>
            </a:r>
          </a:p>
        </p:txBody>
      </p:sp>
      <p:sp>
        <p:nvSpPr>
          <p:cNvPr id="8" name="instructions">
            <a:extLst>
              <a:ext uri="{FF2B5EF4-FFF2-40B4-BE49-F238E27FC236}">
                <a16:creationId xmlns:a16="http://schemas.microsoft.com/office/drawing/2014/main" id="{ECCC3DD8-390D-4FC6-9E99-AC7AD31088B4}"/>
              </a:ext>
            </a:extLst>
          </p:cNvPr>
          <p:cNvSpPr>
            <a:spLocks noGrp="1"/>
          </p:cNvSpPr>
          <p:nvPr/>
        </p:nvSpPr>
        <p:spPr>
          <a:xfrm>
            <a:off x="609600" y="3876675"/>
            <a:ext cx="10972800" cy="323850"/>
          </a:xfrm>
          <a:prstGeom prst="rect">
            <a:avLst/>
          </a:prstGeom>
          <a:noFill/>
          <a:ln w="0">
            <a:noFill/>
          </a:ln>
        </p:spPr>
        <p:txBody>
          <a:bodyPr wrap="none" lIns="0" tIns="0" rIns="0" bIns="0" anchor="t">
            <a:noAutofit/>
          </a:bodyPr>
          <a:lstStyle>
            <a:defPPr algn="l">
              <a:defRPr sz="1725" b="0">
                <a:solidFill>
                  <a:srgbClr val="666666"/>
                </a:solidFill>
                <a:latin typeface="Malgun Gothic"/>
                <a:ea typeface="Malgun Gothic"/>
                <a:cs typeface="Malgun Gothic"/>
              </a:defRPr>
            </a:defPPr>
          </a:lstStyle>
          <a:p>
            <a:pPr algn="l">
              <a:lnSpc>
                <a:spcPct val="110000"/>
              </a:lnSpc>
              <a:buNone/>
              <a:defRPr sz="1725" b="0">
                <a:solidFill>
                  <a:srgbClr val="666666"/>
                </a:solidFill>
                <a:latin typeface="Malgun Gothic"/>
                <a:ea typeface="Malgun Gothic"/>
                <a:cs typeface="Malgun Gothic"/>
              </a:defRPr>
            </a:pPr>
            <a:r>
              <a:rPr sz="1725" b="0">
                <a:solidFill>
                  <a:srgbClr val="666666"/>
                </a:solidFill>
                <a:latin typeface="Malgun Gothic"/>
                <a:ea typeface="Malgun Gothic"/>
                <a:cs typeface="Malgun Gothic"/>
              </a:rPr>
              <a:t>풀이 과정과 판단 근거를 함께 쓰시오.</a:t>
            </a:r>
          </a:p>
        </p:txBody>
      </p:sp>
      <p:sp>
        <p:nvSpPr>
          <p:cNvPr id="9" name="직사각형 8">
            <a:extLst>
              <a:ext uri="{FF2B5EF4-FFF2-40B4-BE49-F238E27FC236}">
                <a16:creationId xmlns:a16="http://schemas.microsoft.com/office/drawing/2014/main" id="{03DDB16E-5C73-4A01-A16F-D2781AB93947}"/>
              </a:ext>
            </a:extLst>
          </p:cNvPr>
          <p:cNvSpPr>
            <a:spLocks noGrp="1"/>
          </p:cNvSpPr>
          <p:nvPr/>
        </p:nvSpPr>
        <p:spPr>
          <a:xfrm>
            <a:off x="609600" y="4495800"/>
            <a:ext cx="10972800" cy="9525"/>
          </a:xfrm>
          <a:prstGeom prst="rect">
            <a:avLst/>
          </a:prstGeom>
          <a:solidFill>
            <a:srgbClr val="CCCCCC"/>
          </a:solidFill>
          <a:ln w="0">
            <a:noFill/>
          </a:ln>
        </p:spPr>
      </p:sp>
      <p:sp>
        <p:nvSpPr>
          <p:cNvPr id="10" name="직사각형 9">
            <a:extLst>
              <a:ext uri="{FF2B5EF4-FFF2-40B4-BE49-F238E27FC236}">
                <a16:creationId xmlns:a16="http://schemas.microsoft.com/office/drawing/2014/main" id="{AA9028AB-A6A0-444C-970D-B7F484216533}"/>
              </a:ext>
            </a:extLst>
          </p:cNvPr>
          <p:cNvSpPr>
            <a:spLocks noGrp="1"/>
          </p:cNvSpPr>
          <p:nvPr/>
        </p:nvSpPr>
        <p:spPr>
          <a:xfrm>
            <a:off x="609600" y="4953000"/>
            <a:ext cx="10972800" cy="9525"/>
          </a:xfrm>
          <a:prstGeom prst="rect">
            <a:avLst/>
          </a:prstGeom>
          <a:solidFill>
            <a:srgbClr val="CCCCCC"/>
          </a:solidFill>
          <a:ln w="0">
            <a:noFill/>
          </a:ln>
        </p:spPr>
      </p:sp>
      <p:sp>
        <p:nvSpPr>
          <p:cNvPr id="11" name="직사각형 10">
            <a:extLst>
              <a:ext uri="{FF2B5EF4-FFF2-40B4-BE49-F238E27FC236}">
                <a16:creationId xmlns:a16="http://schemas.microsoft.com/office/drawing/2014/main" id="{BC3BCD4C-3C84-4169-9960-A50C526CC50E}"/>
              </a:ext>
            </a:extLst>
          </p:cNvPr>
          <p:cNvSpPr>
            <a:spLocks noGrp="1"/>
          </p:cNvSpPr>
          <p:nvPr/>
        </p:nvSpPr>
        <p:spPr>
          <a:xfrm>
            <a:off x="609600" y="5410200"/>
            <a:ext cx="10972800" cy="9525"/>
          </a:xfrm>
          <a:prstGeom prst="rect">
            <a:avLst/>
          </a:prstGeom>
          <a:solidFill>
            <a:srgbClr val="CCCCCC"/>
          </a:solidFill>
          <a:ln w="0">
            <a:noFill/>
          </a:ln>
        </p:spPr>
      </p:sp>
      <p:sp>
        <p:nvSpPr>
          <p:cNvPr id="12" name="직사각형 11">
            <a:extLst>
              <a:ext uri="{FF2B5EF4-FFF2-40B4-BE49-F238E27FC236}">
                <a16:creationId xmlns:a16="http://schemas.microsoft.com/office/drawing/2014/main" id="{821BDA1F-4A98-4643-93F9-E3B6387ABBEC}"/>
              </a:ext>
            </a:extLst>
          </p:cNvPr>
          <p:cNvSpPr>
            <a:spLocks noGrp="1"/>
          </p:cNvSpPr>
          <p:nvPr/>
        </p:nvSpPr>
        <p:spPr>
          <a:xfrm>
            <a:off x="609600" y="5867400"/>
            <a:ext cx="10972800" cy="9525"/>
          </a:xfrm>
          <a:prstGeom prst="rect">
            <a:avLst/>
          </a:prstGeom>
          <a:solidFill>
            <a:srgbClr val="CCCCCC"/>
          </a:solidFill>
          <a:ln w="0">
            <a:noFill/>
          </a:ln>
        </p:spPr>
      </p:sp>
    </p:spTree>
    <p:extLst>
      <p:ext uri="{BB962C8B-B14F-4D97-AF65-F5344CB8AC3E}">
        <p14:creationId xmlns:p14="http://schemas.microsoft.com/office/powerpoint/2010/main" val="3282539632"/>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section">
            <a:extLst>
              <a:ext uri="{FF2B5EF4-FFF2-40B4-BE49-F238E27FC236}">
                <a16:creationId xmlns:a16="http://schemas.microsoft.com/office/drawing/2014/main" id="{0FAC45F8-4655-4252-B0E5-A66E471E53CD}"/>
              </a:ext>
            </a:extLst>
          </p:cNvPr>
          <p:cNvSpPr>
            <a:spLocks noGrp="1"/>
          </p:cNvSpPr>
          <p:nvPr/>
        </p:nvSpPr>
        <p:spPr>
          <a:xfrm>
            <a:off x="609600" y="266700"/>
            <a:ext cx="8096250" cy="266700"/>
          </a:xfrm>
          <a:prstGeom prst="rect">
            <a:avLst/>
          </a:prstGeom>
          <a:noFill/>
          <a:ln w="0">
            <a:noFill/>
          </a:ln>
        </p:spPr>
        <p:txBody>
          <a:bodyPr wrap="none" lIns="0" tIns="0" rIns="0" bIns="0" anchor="t">
            <a:noAutofit/>
          </a:bodyPr>
          <a:lstStyle>
            <a:defPPr algn="l">
              <a:defRPr sz="1050" b="0">
                <a:solidFill>
                  <a:srgbClr val="555555"/>
                </a:solidFill>
                <a:latin typeface="Malgun Gothic"/>
                <a:ea typeface="Malgun Gothic"/>
                <a:cs typeface="Malgun Gothic"/>
              </a:defRPr>
            </a:defPPr>
          </a:lstStyle>
          <a:p>
            <a:pPr algn="l">
              <a:lnSpc>
                <a:spcPct val="110000"/>
              </a:lnSpc>
              <a:buNone/>
              <a:defRPr sz="1050" b="0">
                <a:solidFill>
                  <a:srgbClr val="555555"/>
                </a:solidFill>
                <a:latin typeface="Malgun Gothic"/>
                <a:ea typeface="Malgun Gothic"/>
                <a:cs typeface="Malgun Gothic"/>
              </a:defRPr>
            </a:pPr>
            <a:r>
              <a:rPr sz="1050" b="0">
                <a:solidFill>
                  <a:srgbClr val="555555"/>
                </a:solidFill>
                <a:latin typeface="Malgun Gothic"/>
                <a:ea typeface="Malgun Gothic"/>
                <a:cs typeface="Malgun Gothic"/>
              </a:rPr>
              <a:t>4장 분할 정복  /  계산·추적</a:t>
            </a:r>
          </a:p>
        </p:txBody>
      </p:sp>
      <p:sp>
        <p:nvSpPr>
          <p:cNvPr id="2" name="brand">
            <a:extLst>
              <a:ext uri="{FF2B5EF4-FFF2-40B4-BE49-F238E27FC236}">
                <a16:creationId xmlns:a16="http://schemas.microsoft.com/office/drawing/2014/main" id="{01F3CFCA-D724-4629-9494-A1D5C751EA49}"/>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555555"/>
                </a:solidFill>
                <a:latin typeface="Malgun Gothic"/>
                <a:ea typeface="Malgun Gothic"/>
                <a:cs typeface="Malgun Gothic"/>
              </a:defRPr>
            </a:defPPr>
          </a:lstStyle>
          <a:p>
            <a:pPr algn="l">
              <a:lnSpc>
                <a:spcPct val="110000"/>
              </a:lnSpc>
              <a:buNone/>
              <a:defRPr sz="900" b="0">
                <a:solidFill>
                  <a:srgbClr val="555555"/>
                </a:solidFill>
                <a:latin typeface="Malgun Gothic"/>
                <a:ea typeface="Malgun Gothic"/>
                <a:cs typeface="Malgun Gothic"/>
              </a:defRPr>
            </a:pPr>
            <a:r>
              <a:rPr sz="900" b="0">
                <a:solidFill>
                  <a:srgbClr val="55555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D6F8E31F-875F-4FCC-95EF-F03BCF45B5BF}"/>
              </a:ext>
            </a:extLst>
          </p:cNvPr>
          <p:cNvSpPr>
            <a:spLocks noGrp="1"/>
          </p:cNvSpPr>
          <p:nvPr/>
        </p:nvSpPr>
        <p:spPr>
          <a:xfrm>
            <a:off x="609600" y="685800"/>
            <a:ext cx="10972800" cy="685800"/>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0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문제 67  정답과 해설</a:t>
            </a:r>
          </a:p>
        </p:txBody>
      </p:sp>
      <p:sp>
        <p:nvSpPr>
          <p:cNvPr id="4" name="footer">
            <a:extLst>
              <a:ext uri="{FF2B5EF4-FFF2-40B4-BE49-F238E27FC236}">
                <a16:creationId xmlns:a16="http://schemas.microsoft.com/office/drawing/2014/main" id="{69CC6A46-708B-45EA-A1F2-2CC521427AC0}"/>
              </a:ext>
            </a:extLst>
          </p:cNvPr>
          <p:cNvSpPr>
            <a:spLocks noGrp="1"/>
          </p:cNvSpPr>
          <p:nvPr/>
        </p:nvSpPr>
        <p:spPr>
          <a:xfrm>
            <a:off x="609600" y="6591300"/>
            <a:ext cx="9715500" cy="190500"/>
          </a:xfrm>
          <a:prstGeom prst="rect">
            <a:avLst/>
          </a:prstGeom>
          <a:noFill/>
          <a:ln w="0">
            <a:noFill/>
          </a:ln>
        </p:spPr>
        <p:txBody>
          <a:bodyPr wrap="none" lIns="0" tIns="0" rIns="0" bIns="0" anchor="t">
            <a:noAutofit/>
          </a:bodyPr>
          <a:lstStyle>
            <a:defPPr algn="l">
              <a:defRPr sz="900" b="0">
                <a:solidFill>
                  <a:srgbClr val="555555"/>
                </a:solidFill>
                <a:latin typeface="Consolas"/>
                <a:ea typeface="Consolas"/>
                <a:cs typeface="Consolas"/>
              </a:defRPr>
            </a:defPPr>
          </a:lstStyle>
          <a:p>
            <a:pPr algn="l">
              <a:lnSpc>
                <a:spcPct val="110000"/>
              </a:lnSpc>
              <a:buNone/>
              <a:defRPr sz="900" b="0">
                <a:solidFill>
                  <a:srgbClr val="555555"/>
                </a:solidFill>
                <a:latin typeface="Consolas"/>
                <a:ea typeface="Consolas"/>
                <a:cs typeface="Consolas"/>
              </a:defRPr>
            </a:pPr>
            <a:r>
              <a:rPr sz="900" b="0">
                <a:solidFill>
                  <a:srgbClr val="555555"/>
                </a:solidFill>
                <a:latin typeface="Consolas"/>
                <a:ea typeface="Consolas"/>
                <a:cs typeface="Consolas"/>
              </a:rPr>
              <a:t>04 / DIVIDE AND CONQUER · EXERCISES</a:t>
            </a:r>
          </a:p>
        </p:txBody>
      </p:sp>
      <p:sp>
        <p:nvSpPr>
          <p:cNvPr id="5" name="page">
            <a:extLst>
              <a:ext uri="{FF2B5EF4-FFF2-40B4-BE49-F238E27FC236}">
                <a16:creationId xmlns:a16="http://schemas.microsoft.com/office/drawing/2014/main" id="{AB9865A4-C227-4B98-B8A1-3FDE98773981}"/>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0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134</a:t>
            </a:r>
            <a:endParaRPr sz="1050" b="0">
              <a:solidFill>
                <a:srgbClr val="151515"/>
              </a:solidFill>
              <a:latin typeface="Consolas"/>
              <a:ea typeface="Consolas"/>
              <a:cs typeface="Consolas"/>
            </a:endParaRPr>
          </a:p>
        </p:txBody>
      </p:sp>
      <p:sp>
        <p:nvSpPr>
          <p:cNvPr id="6" name="직사각형 5">
            <a:extLst>
              <a:ext uri="{FF2B5EF4-FFF2-40B4-BE49-F238E27FC236}">
                <a16:creationId xmlns:a16="http://schemas.microsoft.com/office/drawing/2014/main" id="{80F30CBD-1A3A-4BE5-886B-1590ECBB79C3}"/>
              </a:ext>
            </a:extLst>
          </p:cNvPr>
          <p:cNvSpPr>
            <a:spLocks noGrp="1"/>
          </p:cNvSpPr>
          <p:nvPr/>
        </p:nvSpPr>
        <p:spPr>
          <a:xfrm>
            <a:off x="609600" y="6438900"/>
            <a:ext cx="10972800" cy="9525"/>
          </a:xfrm>
          <a:prstGeom prst="rect">
            <a:avLst/>
          </a:prstGeom>
          <a:solidFill>
            <a:srgbClr val="CCCCCC"/>
          </a:solidFill>
          <a:ln w="0">
            <a:noFill/>
          </a:ln>
        </p:spPr>
      </p:sp>
      <p:sp>
        <p:nvSpPr>
          <p:cNvPr id="7" name="직사각형 6">
            <a:extLst>
              <a:ext uri="{FF2B5EF4-FFF2-40B4-BE49-F238E27FC236}">
                <a16:creationId xmlns:a16="http://schemas.microsoft.com/office/drawing/2014/main" id="{7AC0DF48-C809-48AF-9856-2170956A0FB5}"/>
              </a:ext>
            </a:extLst>
          </p:cNvPr>
          <p:cNvSpPr>
            <a:spLocks noGrp="1"/>
          </p:cNvSpPr>
          <p:nvPr/>
        </p:nvSpPr>
        <p:spPr>
          <a:xfrm>
            <a:off x="609600" y="1381125"/>
            <a:ext cx="10972800" cy="19050"/>
          </a:xfrm>
          <a:prstGeom prst="rect">
            <a:avLst/>
          </a:prstGeom>
          <a:solidFill>
            <a:srgbClr val="151515"/>
          </a:solidFill>
          <a:ln w="0">
            <a:noFill/>
          </a:ln>
        </p:spPr>
      </p:sp>
      <p:sp>
        <p:nvSpPr>
          <p:cNvPr id="8" name="prompt">
            <a:extLst>
              <a:ext uri="{FF2B5EF4-FFF2-40B4-BE49-F238E27FC236}">
                <a16:creationId xmlns:a16="http://schemas.microsoft.com/office/drawing/2014/main" id="{576C2072-9234-411B-9137-2481DC1F4547}"/>
              </a:ext>
            </a:extLst>
          </p:cNvPr>
          <p:cNvSpPr>
            <a:spLocks noGrp="1"/>
          </p:cNvSpPr>
          <p:nvPr/>
        </p:nvSpPr>
        <p:spPr>
          <a:xfrm>
            <a:off x="609600" y="1714500"/>
            <a:ext cx="10972800" cy="1095375"/>
          </a:xfrm>
          <a:prstGeom prst="rect">
            <a:avLst/>
          </a:prstGeom>
          <a:noFill/>
          <a:ln w="0">
            <a:noFill/>
          </a:ln>
        </p:spPr>
        <p:txBody>
          <a:bodyPr wrap="none" lIns="0" tIns="0" rIns="0" bIns="0" anchor="t">
            <a:noAutofit/>
          </a:bodyPr>
          <a:lstStyle>
            <a:defPPr algn="l">
              <a:defRPr sz="1800" b="0">
                <a:solidFill>
                  <a:srgbClr val="555555"/>
                </a:solidFill>
                <a:latin typeface="Malgun Gothic"/>
                <a:ea typeface="Malgun Gothic"/>
                <a:cs typeface="Malgun Gothic"/>
              </a:defRPr>
            </a:defPPr>
          </a:lstStyle>
          <a:p>
            <a:pPr algn="l">
              <a:lnSpc>
                <a:spcPct val="110000"/>
              </a:lnSpc>
              <a:buNone/>
              <a:defRPr sz="1800" b="0">
                <a:solidFill>
                  <a:srgbClr val="555555"/>
                </a:solidFill>
                <a:latin typeface="Malgun Gothic"/>
                <a:ea typeface="Malgun Gothic"/>
                <a:cs typeface="Malgun Gothic"/>
              </a:defRPr>
            </a:pPr>
            <a:r>
              <a:rPr sz="1800" b="0">
                <a:solidFill>
                  <a:srgbClr val="555555"/>
                </a:solidFill>
                <a:latin typeface="Malgun Gothic"/>
                <a:ea typeface="Malgun Gothic"/>
                <a:cs typeface="Malgun Gothic"/>
              </a:rPr>
              <a:t>정렬된 [2,6]과 [1,5]를 오름차순으로 병합한다.</a:t>
            </a:r>
          </a:p>
          <a:p>
            <a:pPr algn="l">
              <a:lnSpc>
                <a:spcPct val="110000"/>
              </a:lnSpc>
              <a:buNone/>
              <a:defRPr sz="1800" b="0">
                <a:solidFill>
                  <a:srgbClr val="555555"/>
                </a:solidFill>
                <a:latin typeface="Malgun Gothic"/>
                <a:ea typeface="Malgun Gothic"/>
                <a:cs typeface="Malgun Gothic"/>
              </a:defRPr>
            </a:pPr>
            <a:r>
              <a:rPr sz="1800" b="0">
                <a:solidFill>
                  <a:srgbClr val="555555"/>
                </a:solidFill>
                <a:latin typeface="Malgun Gothic"/>
                <a:ea typeface="Malgun Gothic"/>
                <a:cs typeface="Malgun Gothic"/>
              </a:rPr>
              <a:t>작은 값을 차례로 넣어 완성된 배열을 쓰시오.</a:t>
            </a:r>
          </a:p>
        </p:txBody>
      </p:sp>
      <p:sp>
        <p:nvSpPr>
          <p:cNvPr id="9" name="answer-band">
            <a:extLst>
              <a:ext uri="{FF2B5EF4-FFF2-40B4-BE49-F238E27FC236}">
                <a16:creationId xmlns:a16="http://schemas.microsoft.com/office/drawing/2014/main" id="{FB850198-DEA0-4C04-B161-BD7F511ACB4C}"/>
              </a:ext>
            </a:extLst>
          </p:cNvPr>
          <p:cNvSpPr>
            <a:spLocks noGrp="1"/>
          </p:cNvSpPr>
          <p:nvPr/>
        </p:nvSpPr>
        <p:spPr>
          <a:xfrm>
            <a:off x="609600" y="2952750"/>
            <a:ext cx="10972800" cy="723900"/>
          </a:xfrm>
          <a:prstGeom prst="rect">
            <a:avLst/>
          </a:prstGeom>
          <a:solidFill>
            <a:srgbClr val="151515"/>
          </a:solidFill>
          <a:ln w="0">
            <a:noFill/>
          </a:ln>
        </p:spPr>
      </p:sp>
      <p:sp>
        <p:nvSpPr>
          <p:cNvPr id="10" name="answer">
            <a:extLst>
              <a:ext uri="{FF2B5EF4-FFF2-40B4-BE49-F238E27FC236}">
                <a16:creationId xmlns:a16="http://schemas.microsoft.com/office/drawing/2014/main" id="{0A56EC11-E157-47A4-A20F-70C5AB48DF9C}"/>
              </a:ext>
            </a:extLst>
          </p:cNvPr>
          <p:cNvSpPr>
            <a:spLocks noGrp="1"/>
          </p:cNvSpPr>
          <p:nvPr/>
        </p:nvSpPr>
        <p:spPr>
          <a:xfrm>
            <a:off x="876300" y="3162300"/>
            <a:ext cx="10439400" cy="457200"/>
          </a:xfrm>
          <a:prstGeom prst="rect">
            <a:avLst/>
          </a:prstGeom>
          <a:noFill/>
          <a:ln w="0">
            <a:noFill/>
          </a:ln>
        </p:spPr>
        <p:txBody>
          <a:bodyPr wrap="none" lIns="0" tIns="0" rIns="0" bIns="0" anchor="t">
            <a:noAutofit/>
          </a:bodyPr>
          <a:lstStyle>
            <a:defPPr algn="l">
              <a:defRPr sz="1950" b="1">
                <a:solidFill>
                  <a:srgbClr val="FFFFFF"/>
                </a:solidFill>
                <a:latin typeface="Malgun Gothic"/>
                <a:ea typeface="Malgun Gothic"/>
                <a:cs typeface="Malgun Gothic"/>
              </a:defRPr>
            </a:defPPr>
          </a:lstStyle>
          <a:p>
            <a:pPr algn="l">
              <a:lnSpc>
                <a:spcPct val="110000"/>
              </a:lnSpc>
              <a:buNone/>
              <a:defRPr sz="1950" b="1">
                <a:solidFill>
                  <a:srgbClr val="FFFFFF"/>
                </a:solidFill>
                <a:latin typeface="Malgun Gothic"/>
                <a:ea typeface="Malgun Gothic"/>
                <a:cs typeface="Malgun Gothic"/>
              </a:defRPr>
            </a:pPr>
            <a:r>
              <a:rPr sz="1950" b="1">
                <a:solidFill>
                  <a:srgbClr val="FFFFFF"/>
                </a:solidFill>
                <a:latin typeface="Malgun Gothic"/>
                <a:ea typeface="Malgun Gothic"/>
                <a:cs typeface="Malgun Gothic"/>
              </a:rPr>
              <a:t>[1,2,5,6]</a:t>
            </a:r>
          </a:p>
        </p:txBody>
      </p:sp>
      <p:sp>
        <p:nvSpPr>
          <p:cNvPr id="11" name="explanation-label">
            <a:extLst>
              <a:ext uri="{FF2B5EF4-FFF2-40B4-BE49-F238E27FC236}">
                <a16:creationId xmlns:a16="http://schemas.microsoft.com/office/drawing/2014/main" id="{5776C486-10A7-4FF4-8CEB-50DC35E0AEF3}"/>
              </a:ext>
            </a:extLst>
          </p:cNvPr>
          <p:cNvSpPr>
            <a:spLocks noGrp="1"/>
          </p:cNvSpPr>
          <p:nvPr/>
        </p:nvSpPr>
        <p:spPr>
          <a:xfrm>
            <a:off x="609600" y="4019550"/>
            <a:ext cx="1143000" cy="304800"/>
          </a:xfrm>
          <a:prstGeom prst="rect">
            <a:avLst/>
          </a:prstGeom>
          <a:noFill/>
          <a:ln w="0">
            <a:noFill/>
          </a:ln>
        </p:spPr>
        <p:txBody>
          <a:bodyPr wrap="none" lIns="0" tIns="0" rIns="0" bIns="0" anchor="t">
            <a:noAutofit/>
          </a:bodyPr>
          <a:lstStyle>
            <a:defPPr algn="l">
              <a:defRPr sz="1800" b="1">
                <a:solidFill>
                  <a:srgbClr val="151515"/>
                </a:solidFill>
                <a:latin typeface="Malgun Gothic"/>
                <a:ea typeface="Malgun Gothic"/>
                <a:cs typeface="Malgun Gothic"/>
              </a:defRPr>
            </a:defPPr>
          </a:lstStyle>
          <a:p>
            <a:pPr algn="l">
              <a:lnSpc>
                <a:spcPct val="110000"/>
              </a:lnSpc>
              <a:buNone/>
              <a:defRPr sz="1800" b="1">
                <a:solidFill>
                  <a:srgbClr val="151515"/>
                </a:solidFill>
                <a:latin typeface="Malgun Gothic"/>
                <a:ea typeface="Malgun Gothic"/>
                <a:cs typeface="Malgun Gothic"/>
              </a:defRPr>
            </a:pPr>
            <a:r>
              <a:rPr sz="1800" b="1">
                <a:solidFill>
                  <a:srgbClr val="151515"/>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6F125A8F-B591-4579-B343-29B2F6190B71}"/>
              </a:ext>
            </a:extLst>
          </p:cNvPr>
          <p:cNvSpPr>
            <a:spLocks noGrp="1"/>
          </p:cNvSpPr>
          <p:nvPr/>
        </p:nvSpPr>
        <p:spPr>
          <a:xfrm>
            <a:off x="1752600" y="4210050"/>
            <a:ext cx="9829800" cy="9525"/>
          </a:xfrm>
          <a:prstGeom prst="rect">
            <a:avLst/>
          </a:prstGeom>
          <a:solidFill>
            <a:srgbClr val="CCCCCC"/>
          </a:solidFill>
          <a:ln w="0">
            <a:noFill/>
          </a:ln>
        </p:spPr>
      </p:sp>
      <p:sp>
        <p:nvSpPr>
          <p:cNvPr id="13" name="explanation">
            <a:extLst>
              <a:ext uri="{FF2B5EF4-FFF2-40B4-BE49-F238E27FC236}">
                <a16:creationId xmlns:a16="http://schemas.microsoft.com/office/drawing/2014/main" id="{73AFC98B-80AE-4192-AC56-6283051239F0}"/>
              </a:ext>
            </a:extLst>
          </p:cNvPr>
          <p:cNvSpPr>
            <a:spLocks noGrp="1"/>
          </p:cNvSpPr>
          <p:nvPr/>
        </p:nvSpPr>
        <p:spPr>
          <a:xfrm>
            <a:off x="609600" y="4495800"/>
            <a:ext cx="10972800" cy="1314450"/>
          </a:xfrm>
          <a:prstGeom prst="rect">
            <a:avLst/>
          </a:prstGeom>
          <a:noFill/>
          <a:ln w="0">
            <a:noFill/>
          </a:ln>
        </p:spPr>
        <p:txBody>
          <a:bodyPr wrap="none" lIns="0" tIns="0" rIns="0" bIns="0" anchor="t">
            <a:noAutofit/>
          </a:bodyPr>
          <a:lstStyle>
            <a:defPPr algn="l">
              <a:defRPr sz="1875" b="0">
                <a:solidFill>
                  <a:srgbClr val="555555"/>
                </a:solidFill>
                <a:latin typeface="Malgun Gothic"/>
                <a:ea typeface="Malgun Gothic"/>
                <a:cs typeface="Malgun Gothic"/>
              </a:defRPr>
            </a:defPPr>
          </a:lstStyle>
          <a:p>
            <a:pPr algn="l">
              <a:lnSpc>
                <a:spcPct val="110000"/>
              </a:lnSpc>
              <a:buNone/>
              <a:defRPr sz="1875" b="0">
                <a:solidFill>
                  <a:srgbClr val="555555"/>
                </a:solidFill>
                <a:latin typeface="Malgun Gothic"/>
                <a:ea typeface="Malgun Gothic"/>
                <a:cs typeface="Malgun Gothic"/>
              </a:defRPr>
            </a:pPr>
            <a:r>
              <a:rPr sz="1875" b="0">
                <a:solidFill>
                  <a:srgbClr val="555555"/>
                </a:solidFill>
                <a:latin typeface="Malgun Gothic"/>
                <a:ea typeface="Malgun Gothic"/>
                <a:cs typeface="Malgun Gothic"/>
              </a:rPr>
              <a:t>2와 1 중 1, 2와 5 중 2, 6과 5 중 5를 고른다.</a:t>
            </a:r>
          </a:p>
          <a:p>
            <a:pPr algn="l">
              <a:lnSpc>
                <a:spcPct val="110000"/>
              </a:lnSpc>
              <a:buNone/>
              <a:defRPr sz="1875" b="0">
                <a:solidFill>
                  <a:srgbClr val="555555"/>
                </a:solidFill>
                <a:latin typeface="Malgun Gothic"/>
                <a:ea typeface="Malgun Gothic"/>
                <a:cs typeface="Malgun Gothic"/>
              </a:defRPr>
            </a:pPr>
            <a:r>
              <a:rPr sz="1875" b="0">
                <a:solidFill>
                  <a:srgbClr val="555555"/>
                </a:solidFill>
                <a:latin typeface="Malgun Gothic"/>
                <a:ea typeface="Malgun Gothic"/>
                <a:cs typeface="Malgun Gothic"/>
              </a:rPr>
              <a:t>오른쪽이 비면 왼쪽에 남은 6을 마지막에 붙인다.</a:t>
            </a:r>
          </a:p>
        </p:txBody>
      </p:sp>
    </p:spTree>
    <p:extLst>
      <p:ext uri="{BB962C8B-B14F-4D97-AF65-F5344CB8AC3E}">
        <p14:creationId xmlns:p14="http://schemas.microsoft.com/office/powerpoint/2010/main" val="3434517247"/>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section">
            <a:extLst>
              <a:ext uri="{FF2B5EF4-FFF2-40B4-BE49-F238E27FC236}">
                <a16:creationId xmlns:a16="http://schemas.microsoft.com/office/drawing/2014/main" id="{2D1E797D-D23C-42E6-9B6D-76902A108AFB}"/>
              </a:ext>
            </a:extLst>
          </p:cNvPr>
          <p:cNvSpPr>
            <a:spLocks noGrp="1"/>
          </p:cNvSpPr>
          <p:nvPr/>
        </p:nvSpPr>
        <p:spPr>
          <a:xfrm>
            <a:off x="609600" y="266700"/>
            <a:ext cx="8096250" cy="266700"/>
          </a:xfrm>
          <a:prstGeom prst="rect">
            <a:avLst/>
          </a:prstGeom>
          <a:noFill/>
          <a:ln w="0">
            <a:noFill/>
          </a:ln>
        </p:spPr>
        <p:txBody>
          <a:bodyPr wrap="none" lIns="0" tIns="0" rIns="0" bIns="0" anchor="t">
            <a:noAutofit/>
          </a:bodyPr>
          <a:lstStyle>
            <a:defPPr algn="l">
              <a:defRPr sz="1050" b="0">
                <a:solidFill>
                  <a:srgbClr val="555555"/>
                </a:solidFill>
                <a:latin typeface="Malgun Gothic"/>
                <a:ea typeface="Malgun Gothic"/>
                <a:cs typeface="Malgun Gothic"/>
              </a:defRPr>
            </a:defPPr>
          </a:lstStyle>
          <a:p>
            <a:pPr algn="l">
              <a:lnSpc>
                <a:spcPct val="110000"/>
              </a:lnSpc>
              <a:buNone/>
              <a:defRPr sz="1050" b="0">
                <a:solidFill>
                  <a:srgbClr val="555555"/>
                </a:solidFill>
                <a:latin typeface="Malgun Gothic"/>
                <a:ea typeface="Malgun Gothic"/>
                <a:cs typeface="Malgun Gothic"/>
              </a:defRPr>
            </a:pPr>
            <a:r>
              <a:rPr sz="1050" b="0">
                <a:solidFill>
                  <a:srgbClr val="555555"/>
                </a:solidFill>
                <a:latin typeface="Malgun Gothic"/>
                <a:ea typeface="Malgun Gothic"/>
                <a:cs typeface="Malgun Gothic"/>
              </a:rPr>
              <a:t>4장 분할 정복  /  계산·추적</a:t>
            </a:r>
          </a:p>
        </p:txBody>
      </p:sp>
      <p:sp>
        <p:nvSpPr>
          <p:cNvPr id="2" name="brand">
            <a:extLst>
              <a:ext uri="{FF2B5EF4-FFF2-40B4-BE49-F238E27FC236}">
                <a16:creationId xmlns:a16="http://schemas.microsoft.com/office/drawing/2014/main" id="{63F9DD96-37A1-49CE-A78A-0F6306146BDF}"/>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555555"/>
                </a:solidFill>
                <a:latin typeface="Malgun Gothic"/>
                <a:ea typeface="Malgun Gothic"/>
                <a:cs typeface="Malgun Gothic"/>
              </a:defRPr>
            </a:defPPr>
          </a:lstStyle>
          <a:p>
            <a:pPr algn="l">
              <a:lnSpc>
                <a:spcPct val="110000"/>
              </a:lnSpc>
              <a:buNone/>
              <a:defRPr sz="900" b="0">
                <a:solidFill>
                  <a:srgbClr val="555555"/>
                </a:solidFill>
                <a:latin typeface="Malgun Gothic"/>
                <a:ea typeface="Malgun Gothic"/>
                <a:cs typeface="Malgun Gothic"/>
              </a:defRPr>
            </a:pPr>
            <a:r>
              <a:rPr sz="900" b="0">
                <a:solidFill>
                  <a:srgbClr val="55555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B7D2F042-5F4C-47DE-BA2E-454906BD8566}"/>
              </a:ext>
            </a:extLst>
          </p:cNvPr>
          <p:cNvSpPr>
            <a:spLocks noGrp="1"/>
          </p:cNvSpPr>
          <p:nvPr/>
        </p:nvSpPr>
        <p:spPr>
          <a:xfrm>
            <a:off x="609600" y="685800"/>
            <a:ext cx="10972800" cy="685800"/>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0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문제 68</a:t>
            </a:r>
          </a:p>
        </p:txBody>
      </p:sp>
      <p:sp>
        <p:nvSpPr>
          <p:cNvPr id="4" name="footer">
            <a:extLst>
              <a:ext uri="{FF2B5EF4-FFF2-40B4-BE49-F238E27FC236}">
                <a16:creationId xmlns:a16="http://schemas.microsoft.com/office/drawing/2014/main" id="{EA03F5A2-94D4-48AF-AA50-DFDD3159FAAD}"/>
              </a:ext>
            </a:extLst>
          </p:cNvPr>
          <p:cNvSpPr>
            <a:spLocks noGrp="1"/>
          </p:cNvSpPr>
          <p:nvPr/>
        </p:nvSpPr>
        <p:spPr>
          <a:xfrm>
            <a:off x="609600" y="6591300"/>
            <a:ext cx="9715500" cy="190500"/>
          </a:xfrm>
          <a:prstGeom prst="rect">
            <a:avLst/>
          </a:prstGeom>
          <a:noFill/>
          <a:ln w="0">
            <a:noFill/>
          </a:ln>
        </p:spPr>
        <p:txBody>
          <a:bodyPr wrap="none" lIns="0" tIns="0" rIns="0" bIns="0" anchor="t">
            <a:noAutofit/>
          </a:bodyPr>
          <a:lstStyle>
            <a:defPPr algn="l">
              <a:defRPr sz="900" b="0">
                <a:solidFill>
                  <a:srgbClr val="555555"/>
                </a:solidFill>
                <a:latin typeface="Consolas"/>
                <a:ea typeface="Consolas"/>
                <a:cs typeface="Consolas"/>
              </a:defRPr>
            </a:defPPr>
          </a:lstStyle>
          <a:p>
            <a:pPr algn="l">
              <a:lnSpc>
                <a:spcPct val="110000"/>
              </a:lnSpc>
              <a:buNone/>
              <a:defRPr sz="900" b="0">
                <a:solidFill>
                  <a:srgbClr val="555555"/>
                </a:solidFill>
                <a:latin typeface="Consolas"/>
                <a:ea typeface="Consolas"/>
                <a:cs typeface="Consolas"/>
              </a:defRPr>
            </a:pPr>
            <a:r>
              <a:rPr sz="900" b="0">
                <a:solidFill>
                  <a:srgbClr val="555555"/>
                </a:solidFill>
                <a:latin typeface="Consolas"/>
                <a:ea typeface="Consolas"/>
                <a:cs typeface="Consolas"/>
              </a:rPr>
              <a:t>04 / DIVIDE AND CONQUER · EXERCISES</a:t>
            </a:r>
          </a:p>
        </p:txBody>
      </p:sp>
      <p:sp>
        <p:nvSpPr>
          <p:cNvPr id="5" name="page">
            <a:extLst>
              <a:ext uri="{FF2B5EF4-FFF2-40B4-BE49-F238E27FC236}">
                <a16:creationId xmlns:a16="http://schemas.microsoft.com/office/drawing/2014/main" id="{5AB2F043-F546-42B1-A2FF-11A8714DF4B6}"/>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0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135</a:t>
            </a:r>
            <a:endParaRPr sz="1050" b="0">
              <a:solidFill>
                <a:srgbClr val="151515"/>
              </a:solidFill>
              <a:latin typeface="Consolas"/>
              <a:ea typeface="Consolas"/>
              <a:cs typeface="Consolas"/>
            </a:endParaRPr>
          </a:p>
        </p:txBody>
      </p:sp>
      <p:sp>
        <p:nvSpPr>
          <p:cNvPr id="6" name="직사각형 5">
            <a:extLst>
              <a:ext uri="{FF2B5EF4-FFF2-40B4-BE49-F238E27FC236}">
                <a16:creationId xmlns:a16="http://schemas.microsoft.com/office/drawing/2014/main" id="{E97D4EA6-8A4A-4280-9E60-8DD66E435A0C}"/>
              </a:ext>
            </a:extLst>
          </p:cNvPr>
          <p:cNvSpPr>
            <a:spLocks noGrp="1"/>
          </p:cNvSpPr>
          <p:nvPr/>
        </p:nvSpPr>
        <p:spPr>
          <a:xfrm>
            <a:off x="609600" y="6438900"/>
            <a:ext cx="10972800" cy="9525"/>
          </a:xfrm>
          <a:prstGeom prst="rect">
            <a:avLst/>
          </a:prstGeom>
          <a:solidFill>
            <a:srgbClr val="CCCCCC"/>
          </a:solidFill>
          <a:ln w="0">
            <a:noFill/>
          </a:ln>
        </p:spPr>
      </p:sp>
      <p:sp>
        <p:nvSpPr>
          <p:cNvPr id="7" name="prompt">
            <a:extLst>
              <a:ext uri="{FF2B5EF4-FFF2-40B4-BE49-F238E27FC236}">
                <a16:creationId xmlns:a16="http://schemas.microsoft.com/office/drawing/2014/main" id="{B6BE5E6C-13A8-48A8-98F2-64C68067A197}"/>
              </a:ext>
            </a:extLst>
          </p:cNvPr>
          <p:cNvSpPr>
            <a:spLocks noGrp="1"/>
          </p:cNvSpPr>
          <p:nvPr/>
        </p:nvSpPr>
        <p:spPr>
          <a:xfrm>
            <a:off x="609600" y="1714500"/>
            <a:ext cx="10972800" cy="1381125"/>
          </a:xfrm>
          <a:prstGeom prst="rect">
            <a:avLst/>
          </a:prstGeom>
          <a:noFill/>
          <a:ln w="0">
            <a:noFill/>
          </a:ln>
        </p:spPr>
        <p:txBody>
          <a:bodyPr wrap="none" lIns="0" tIns="0" rIns="0" bIns="0" anchor="t">
            <a:noAutofit/>
          </a:bodyPr>
          <a:lstStyle>
            <a:defPPr algn="l">
              <a:defRPr sz="2100" b="0">
                <a:solidFill>
                  <a:srgbClr val="151515"/>
                </a:solidFill>
                <a:latin typeface="Malgun Gothic"/>
                <a:ea typeface="Malgun Gothic"/>
                <a:cs typeface="Malgun Gothic"/>
              </a:defRPr>
            </a:defPPr>
          </a:lstStyle>
          <a:p>
            <a:pPr algn="l">
              <a:lnSpc>
                <a:spcPct val="110000"/>
              </a:lnSpc>
              <a:buNone/>
              <a:defRPr sz="2100" b="0">
                <a:solidFill>
                  <a:srgbClr val="151515"/>
                </a:solidFill>
                <a:latin typeface="Malgun Gothic"/>
                <a:ea typeface="Malgun Gothic"/>
                <a:cs typeface="Malgun Gothic"/>
              </a:defRPr>
            </a:pPr>
            <a:r>
              <a:rPr sz="2100" b="0">
                <a:solidFill>
                  <a:srgbClr val="151515"/>
                </a:solidFill>
                <a:latin typeface="Malgun Gothic"/>
                <a:ea typeface="Malgun Gothic"/>
                <a:cs typeface="Malgun Gothic"/>
              </a:rPr>
              <a:t>퀵 정렬의 분할이 끝나 a=[3,4,1,8,7,6], L=3, hi=5이다.</a:t>
            </a:r>
          </a:p>
          <a:p>
            <a:pPr algn="l">
              <a:lnSpc>
                <a:spcPct val="110000"/>
              </a:lnSpc>
              <a:buNone/>
              <a:defRPr sz="2100" b="0">
                <a:solidFill>
                  <a:srgbClr val="151515"/>
                </a:solidFill>
                <a:latin typeface="Malgun Gothic"/>
                <a:ea typeface="Malgun Gothic"/>
                <a:cs typeface="Malgun Gothic"/>
              </a:defRPr>
            </a:pPr>
            <a:r>
              <a:rPr sz="2100" b="0">
                <a:solidFill>
                  <a:srgbClr val="151515"/>
                </a:solidFill>
                <a:latin typeface="Malgun Gothic"/>
                <a:ea typeface="Malgun Gothic"/>
                <a:cs typeface="Malgun Gothic"/>
              </a:rPr>
              <a:t>피벗 6을 제자리에 놓으려고 a[L]과 a[hi]를 교환한다.</a:t>
            </a:r>
          </a:p>
          <a:p>
            <a:pPr algn="l">
              <a:lnSpc>
                <a:spcPct val="110000"/>
              </a:lnSpc>
              <a:buNone/>
              <a:defRPr sz="2100" b="0">
                <a:solidFill>
                  <a:srgbClr val="151515"/>
                </a:solidFill>
                <a:latin typeface="Malgun Gothic"/>
                <a:ea typeface="Malgun Gothic"/>
                <a:cs typeface="Malgun Gothic"/>
              </a:defRPr>
            </a:pPr>
            <a:r>
              <a:rPr sz="2100" b="0">
                <a:solidFill>
                  <a:srgbClr val="151515"/>
                </a:solidFill>
                <a:latin typeface="Malgun Gothic"/>
                <a:ea typeface="Malgun Gothic"/>
                <a:cs typeface="Malgun Gothic"/>
              </a:rPr>
              <a:t>교환 후 배열과 피벗 인덱스를 쓰시오.</a:t>
            </a:r>
          </a:p>
        </p:txBody>
      </p:sp>
      <p:sp>
        <p:nvSpPr>
          <p:cNvPr id="8" name="instructions">
            <a:extLst>
              <a:ext uri="{FF2B5EF4-FFF2-40B4-BE49-F238E27FC236}">
                <a16:creationId xmlns:a16="http://schemas.microsoft.com/office/drawing/2014/main" id="{8ADA8424-F193-4AE5-9400-6875214CD983}"/>
              </a:ext>
            </a:extLst>
          </p:cNvPr>
          <p:cNvSpPr>
            <a:spLocks noGrp="1"/>
          </p:cNvSpPr>
          <p:nvPr/>
        </p:nvSpPr>
        <p:spPr>
          <a:xfrm>
            <a:off x="609600" y="3876675"/>
            <a:ext cx="10972800" cy="323850"/>
          </a:xfrm>
          <a:prstGeom prst="rect">
            <a:avLst/>
          </a:prstGeom>
          <a:noFill/>
          <a:ln w="0">
            <a:noFill/>
          </a:ln>
        </p:spPr>
        <p:txBody>
          <a:bodyPr wrap="none" lIns="0" tIns="0" rIns="0" bIns="0" anchor="t">
            <a:noAutofit/>
          </a:bodyPr>
          <a:lstStyle>
            <a:defPPr algn="l">
              <a:defRPr sz="1725" b="0">
                <a:solidFill>
                  <a:srgbClr val="666666"/>
                </a:solidFill>
                <a:latin typeface="Malgun Gothic"/>
                <a:ea typeface="Malgun Gothic"/>
                <a:cs typeface="Malgun Gothic"/>
              </a:defRPr>
            </a:defPPr>
          </a:lstStyle>
          <a:p>
            <a:pPr algn="l">
              <a:lnSpc>
                <a:spcPct val="110000"/>
              </a:lnSpc>
              <a:buNone/>
              <a:defRPr sz="1725" b="0">
                <a:solidFill>
                  <a:srgbClr val="666666"/>
                </a:solidFill>
                <a:latin typeface="Malgun Gothic"/>
                <a:ea typeface="Malgun Gothic"/>
                <a:cs typeface="Malgun Gothic"/>
              </a:defRPr>
            </a:pPr>
            <a:r>
              <a:rPr sz="1725" b="0">
                <a:solidFill>
                  <a:srgbClr val="666666"/>
                </a:solidFill>
                <a:latin typeface="Malgun Gothic"/>
                <a:ea typeface="Malgun Gothic"/>
                <a:cs typeface="Malgun Gothic"/>
              </a:rPr>
              <a:t>풀이 과정과 판단 근거를 함께 쓰시오.</a:t>
            </a:r>
          </a:p>
        </p:txBody>
      </p:sp>
      <p:sp>
        <p:nvSpPr>
          <p:cNvPr id="9" name="직사각형 8">
            <a:extLst>
              <a:ext uri="{FF2B5EF4-FFF2-40B4-BE49-F238E27FC236}">
                <a16:creationId xmlns:a16="http://schemas.microsoft.com/office/drawing/2014/main" id="{35459B5C-8E8F-4224-8D02-D8AA72C939F7}"/>
              </a:ext>
            </a:extLst>
          </p:cNvPr>
          <p:cNvSpPr>
            <a:spLocks noGrp="1"/>
          </p:cNvSpPr>
          <p:nvPr/>
        </p:nvSpPr>
        <p:spPr>
          <a:xfrm>
            <a:off x="609600" y="4495800"/>
            <a:ext cx="10972800" cy="9525"/>
          </a:xfrm>
          <a:prstGeom prst="rect">
            <a:avLst/>
          </a:prstGeom>
          <a:solidFill>
            <a:srgbClr val="CCCCCC"/>
          </a:solidFill>
          <a:ln w="0">
            <a:noFill/>
          </a:ln>
        </p:spPr>
      </p:sp>
      <p:sp>
        <p:nvSpPr>
          <p:cNvPr id="10" name="직사각형 9">
            <a:extLst>
              <a:ext uri="{FF2B5EF4-FFF2-40B4-BE49-F238E27FC236}">
                <a16:creationId xmlns:a16="http://schemas.microsoft.com/office/drawing/2014/main" id="{B0F91ADD-56EB-41B5-8153-14EB2DA63E92}"/>
              </a:ext>
            </a:extLst>
          </p:cNvPr>
          <p:cNvSpPr>
            <a:spLocks noGrp="1"/>
          </p:cNvSpPr>
          <p:nvPr/>
        </p:nvSpPr>
        <p:spPr>
          <a:xfrm>
            <a:off x="609600" y="4953000"/>
            <a:ext cx="10972800" cy="9525"/>
          </a:xfrm>
          <a:prstGeom prst="rect">
            <a:avLst/>
          </a:prstGeom>
          <a:solidFill>
            <a:srgbClr val="CCCCCC"/>
          </a:solidFill>
          <a:ln w="0">
            <a:noFill/>
          </a:ln>
        </p:spPr>
      </p:sp>
      <p:sp>
        <p:nvSpPr>
          <p:cNvPr id="11" name="직사각형 10">
            <a:extLst>
              <a:ext uri="{FF2B5EF4-FFF2-40B4-BE49-F238E27FC236}">
                <a16:creationId xmlns:a16="http://schemas.microsoft.com/office/drawing/2014/main" id="{CD1B3D35-898C-49C8-953C-1D05CB354B2D}"/>
              </a:ext>
            </a:extLst>
          </p:cNvPr>
          <p:cNvSpPr>
            <a:spLocks noGrp="1"/>
          </p:cNvSpPr>
          <p:nvPr/>
        </p:nvSpPr>
        <p:spPr>
          <a:xfrm>
            <a:off x="609600" y="5410200"/>
            <a:ext cx="10972800" cy="9525"/>
          </a:xfrm>
          <a:prstGeom prst="rect">
            <a:avLst/>
          </a:prstGeom>
          <a:solidFill>
            <a:srgbClr val="CCCCCC"/>
          </a:solidFill>
          <a:ln w="0">
            <a:noFill/>
          </a:ln>
        </p:spPr>
      </p:sp>
      <p:sp>
        <p:nvSpPr>
          <p:cNvPr id="12" name="직사각형 11">
            <a:extLst>
              <a:ext uri="{FF2B5EF4-FFF2-40B4-BE49-F238E27FC236}">
                <a16:creationId xmlns:a16="http://schemas.microsoft.com/office/drawing/2014/main" id="{16409393-D3BE-4457-9833-D9CFF2396ADE}"/>
              </a:ext>
            </a:extLst>
          </p:cNvPr>
          <p:cNvSpPr>
            <a:spLocks noGrp="1"/>
          </p:cNvSpPr>
          <p:nvPr/>
        </p:nvSpPr>
        <p:spPr>
          <a:xfrm>
            <a:off x="609600" y="5867400"/>
            <a:ext cx="10972800" cy="9525"/>
          </a:xfrm>
          <a:prstGeom prst="rect">
            <a:avLst/>
          </a:prstGeom>
          <a:solidFill>
            <a:srgbClr val="CCCCCC"/>
          </a:solidFill>
          <a:ln w="0">
            <a:noFill/>
          </a:ln>
        </p:spPr>
      </p:sp>
    </p:spTree>
    <p:extLst>
      <p:ext uri="{BB962C8B-B14F-4D97-AF65-F5344CB8AC3E}">
        <p14:creationId xmlns:p14="http://schemas.microsoft.com/office/powerpoint/2010/main" val="4129366500"/>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section">
            <a:extLst>
              <a:ext uri="{FF2B5EF4-FFF2-40B4-BE49-F238E27FC236}">
                <a16:creationId xmlns:a16="http://schemas.microsoft.com/office/drawing/2014/main" id="{18259A4E-4166-4D55-A609-D278E7ACF395}"/>
              </a:ext>
            </a:extLst>
          </p:cNvPr>
          <p:cNvSpPr>
            <a:spLocks noGrp="1"/>
          </p:cNvSpPr>
          <p:nvPr/>
        </p:nvSpPr>
        <p:spPr>
          <a:xfrm>
            <a:off x="609600" y="266700"/>
            <a:ext cx="8096250" cy="266700"/>
          </a:xfrm>
          <a:prstGeom prst="rect">
            <a:avLst/>
          </a:prstGeom>
          <a:noFill/>
          <a:ln w="0">
            <a:noFill/>
          </a:ln>
        </p:spPr>
        <p:txBody>
          <a:bodyPr wrap="none" lIns="0" tIns="0" rIns="0" bIns="0" anchor="t">
            <a:noAutofit/>
          </a:bodyPr>
          <a:lstStyle>
            <a:defPPr algn="l">
              <a:defRPr sz="1050" b="0">
                <a:solidFill>
                  <a:srgbClr val="555555"/>
                </a:solidFill>
                <a:latin typeface="Malgun Gothic"/>
                <a:ea typeface="Malgun Gothic"/>
                <a:cs typeface="Malgun Gothic"/>
              </a:defRPr>
            </a:defPPr>
          </a:lstStyle>
          <a:p>
            <a:pPr algn="l">
              <a:lnSpc>
                <a:spcPct val="110000"/>
              </a:lnSpc>
              <a:buNone/>
              <a:defRPr sz="1050" b="0">
                <a:solidFill>
                  <a:srgbClr val="555555"/>
                </a:solidFill>
                <a:latin typeface="Malgun Gothic"/>
                <a:ea typeface="Malgun Gothic"/>
                <a:cs typeface="Malgun Gothic"/>
              </a:defRPr>
            </a:pPr>
            <a:r>
              <a:rPr sz="1050" b="0">
                <a:solidFill>
                  <a:srgbClr val="555555"/>
                </a:solidFill>
                <a:latin typeface="Malgun Gothic"/>
                <a:ea typeface="Malgun Gothic"/>
                <a:cs typeface="Malgun Gothic"/>
              </a:rPr>
              <a:t>4장 분할 정복  /  계산·추적</a:t>
            </a:r>
          </a:p>
        </p:txBody>
      </p:sp>
      <p:sp>
        <p:nvSpPr>
          <p:cNvPr id="2" name="brand">
            <a:extLst>
              <a:ext uri="{FF2B5EF4-FFF2-40B4-BE49-F238E27FC236}">
                <a16:creationId xmlns:a16="http://schemas.microsoft.com/office/drawing/2014/main" id="{954FDB23-D87D-45F6-8E11-556999525D04}"/>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555555"/>
                </a:solidFill>
                <a:latin typeface="Malgun Gothic"/>
                <a:ea typeface="Malgun Gothic"/>
                <a:cs typeface="Malgun Gothic"/>
              </a:defRPr>
            </a:defPPr>
          </a:lstStyle>
          <a:p>
            <a:pPr algn="l">
              <a:lnSpc>
                <a:spcPct val="110000"/>
              </a:lnSpc>
              <a:buNone/>
              <a:defRPr sz="900" b="0">
                <a:solidFill>
                  <a:srgbClr val="555555"/>
                </a:solidFill>
                <a:latin typeface="Malgun Gothic"/>
                <a:ea typeface="Malgun Gothic"/>
                <a:cs typeface="Malgun Gothic"/>
              </a:defRPr>
            </a:pPr>
            <a:r>
              <a:rPr sz="900" b="0">
                <a:solidFill>
                  <a:srgbClr val="55555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EE829FCF-C8D5-4DD2-8E68-062E12A97D10}"/>
              </a:ext>
            </a:extLst>
          </p:cNvPr>
          <p:cNvSpPr>
            <a:spLocks noGrp="1"/>
          </p:cNvSpPr>
          <p:nvPr/>
        </p:nvSpPr>
        <p:spPr>
          <a:xfrm>
            <a:off x="609600" y="685800"/>
            <a:ext cx="10972800" cy="685800"/>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0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문제 68  정답과 해설</a:t>
            </a:r>
          </a:p>
        </p:txBody>
      </p:sp>
      <p:sp>
        <p:nvSpPr>
          <p:cNvPr id="4" name="footer">
            <a:extLst>
              <a:ext uri="{FF2B5EF4-FFF2-40B4-BE49-F238E27FC236}">
                <a16:creationId xmlns:a16="http://schemas.microsoft.com/office/drawing/2014/main" id="{D86B6FEE-57D8-4C9C-8C2B-99F59D310EDA}"/>
              </a:ext>
            </a:extLst>
          </p:cNvPr>
          <p:cNvSpPr>
            <a:spLocks noGrp="1"/>
          </p:cNvSpPr>
          <p:nvPr/>
        </p:nvSpPr>
        <p:spPr>
          <a:xfrm>
            <a:off x="609600" y="6591300"/>
            <a:ext cx="9715500" cy="190500"/>
          </a:xfrm>
          <a:prstGeom prst="rect">
            <a:avLst/>
          </a:prstGeom>
          <a:noFill/>
          <a:ln w="0">
            <a:noFill/>
          </a:ln>
        </p:spPr>
        <p:txBody>
          <a:bodyPr wrap="none" lIns="0" tIns="0" rIns="0" bIns="0" anchor="t">
            <a:noAutofit/>
          </a:bodyPr>
          <a:lstStyle>
            <a:defPPr algn="l">
              <a:defRPr sz="900" b="0">
                <a:solidFill>
                  <a:srgbClr val="555555"/>
                </a:solidFill>
                <a:latin typeface="Consolas"/>
                <a:ea typeface="Consolas"/>
                <a:cs typeface="Consolas"/>
              </a:defRPr>
            </a:defPPr>
          </a:lstStyle>
          <a:p>
            <a:pPr algn="l">
              <a:lnSpc>
                <a:spcPct val="110000"/>
              </a:lnSpc>
              <a:buNone/>
              <a:defRPr sz="900" b="0">
                <a:solidFill>
                  <a:srgbClr val="555555"/>
                </a:solidFill>
                <a:latin typeface="Consolas"/>
                <a:ea typeface="Consolas"/>
                <a:cs typeface="Consolas"/>
              </a:defRPr>
            </a:pPr>
            <a:r>
              <a:rPr sz="900" b="0">
                <a:solidFill>
                  <a:srgbClr val="555555"/>
                </a:solidFill>
                <a:latin typeface="Consolas"/>
                <a:ea typeface="Consolas"/>
                <a:cs typeface="Consolas"/>
              </a:rPr>
              <a:t>04 / DIVIDE AND CONQUER · EXERCISES</a:t>
            </a:r>
          </a:p>
        </p:txBody>
      </p:sp>
      <p:sp>
        <p:nvSpPr>
          <p:cNvPr id="5" name="page">
            <a:extLst>
              <a:ext uri="{FF2B5EF4-FFF2-40B4-BE49-F238E27FC236}">
                <a16:creationId xmlns:a16="http://schemas.microsoft.com/office/drawing/2014/main" id="{3B655258-AF0B-469E-88C7-B75EFE309883}"/>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0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136</a:t>
            </a:r>
            <a:endParaRPr sz="1050" b="0">
              <a:solidFill>
                <a:srgbClr val="151515"/>
              </a:solidFill>
              <a:latin typeface="Consolas"/>
              <a:ea typeface="Consolas"/>
              <a:cs typeface="Consolas"/>
            </a:endParaRPr>
          </a:p>
        </p:txBody>
      </p:sp>
      <p:sp>
        <p:nvSpPr>
          <p:cNvPr id="6" name="직사각형 5">
            <a:extLst>
              <a:ext uri="{FF2B5EF4-FFF2-40B4-BE49-F238E27FC236}">
                <a16:creationId xmlns:a16="http://schemas.microsoft.com/office/drawing/2014/main" id="{B656CA1A-8280-4900-8F7C-F6B3BB3DCDA3}"/>
              </a:ext>
            </a:extLst>
          </p:cNvPr>
          <p:cNvSpPr>
            <a:spLocks noGrp="1"/>
          </p:cNvSpPr>
          <p:nvPr/>
        </p:nvSpPr>
        <p:spPr>
          <a:xfrm>
            <a:off x="609600" y="6438900"/>
            <a:ext cx="10972800" cy="9525"/>
          </a:xfrm>
          <a:prstGeom prst="rect">
            <a:avLst/>
          </a:prstGeom>
          <a:solidFill>
            <a:srgbClr val="CCCCCC"/>
          </a:solidFill>
          <a:ln w="0">
            <a:noFill/>
          </a:ln>
        </p:spPr>
      </p:sp>
      <p:sp>
        <p:nvSpPr>
          <p:cNvPr id="7" name="직사각형 6">
            <a:extLst>
              <a:ext uri="{FF2B5EF4-FFF2-40B4-BE49-F238E27FC236}">
                <a16:creationId xmlns:a16="http://schemas.microsoft.com/office/drawing/2014/main" id="{39205EE3-12A3-457F-9E51-D708B803BFEA}"/>
              </a:ext>
            </a:extLst>
          </p:cNvPr>
          <p:cNvSpPr>
            <a:spLocks noGrp="1"/>
          </p:cNvSpPr>
          <p:nvPr/>
        </p:nvSpPr>
        <p:spPr>
          <a:xfrm>
            <a:off x="609600" y="1381125"/>
            <a:ext cx="10972800" cy="19050"/>
          </a:xfrm>
          <a:prstGeom prst="rect">
            <a:avLst/>
          </a:prstGeom>
          <a:solidFill>
            <a:srgbClr val="151515"/>
          </a:solidFill>
          <a:ln w="0">
            <a:noFill/>
          </a:ln>
        </p:spPr>
      </p:sp>
      <p:sp>
        <p:nvSpPr>
          <p:cNvPr id="8" name="prompt">
            <a:extLst>
              <a:ext uri="{FF2B5EF4-FFF2-40B4-BE49-F238E27FC236}">
                <a16:creationId xmlns:a16="http://schemas.microsoft.com/office/drawing/2014/main" id="{D4B23DF2-EE33-4162-8C33-51753E6B4F1B}"/>
              </a:ext>
            </a:extLst>
          </p:cNvPr>
          <p:cNvSpPr>
            <a:spLocks noGrp="1"/>
          </p:cNvSpPr>
          <p:nvPr/>
        </p:nvSpPr>
        <p:spPr>
          <a:xfrm>
            <a:off x="609600" y="1714500"/>
            <a:ext cx="10972800" cy="1095375"/>
          </a:xfrm>
          <a:prstGeom prst="rect">
            <a:avLst/>
          </a:prstGeom>
          <a:noFill/>
          <a:ln w="0">
            <a:noFill/>
          </a:ln>
        </p:spPr>
        <p:txBody>
          <a:bodyPr wrap="none" lIns="0" tIns="0" rIns="0" bIns="0" anchor="t">
            <a:noAutofit/>
          </a:bodyPr>
          <a:lstStyle>
            <a:defPPr algn="l">
              <a:defRPr sz="1800" b="0">
                <a:solidFill>
                  <a:srgbClr val="555555"/>
                </a:solidFill>
                <a:latin typeface="Malgun Gothic"/>
                <a:ea typeface="Malgun Gothic"/>
                <a:cs typeface="Malgun Gothic"/>
              </a:defRPr>
            </a:defPPr>
          </a:lstStyle>
          <a:p>
            <a:pPr algn="l">
              <a:lnSpc>
                <a:spcPct val="110000"/>
              </a:lnSpc>
              <a:buNone/>
              <a:defRPr sz="1800" b="0">
                <a:solidFill>
                  <a:srgbClr val="555555"/>
                </a:solidFill>
                <a:latin typeface="Malgun Gothic"/>
                <a:ea typeface="Malgun Gothic"/>
                <a:cs typeface="Malgun Gothic"/>
              </a:defRPr>
            </a:pPr>
            <a:r>
              <a:rPr sz="1800" b="0">
                <a:solidFill>
                  <a:srgbClr val="555555"/>
                </a:solidFill>
                <a:latin typeface="Malgun Gothic"/>
                <a:ea typeface="Malgun Gothic"/>
                <a:cs typeface="Malgun Gothic"/>
              </a:rPr>
              <a:t>퀵 정렬의 분할이 끝나 a=[3,4,1,8,7,6], L=3, hi=5이다.</a:t>
            </a:r>
          </a:p>
          <a:p>
            <a:pPr algn="l">
              <a:lnSpc>
                <a:spcPct val="110000"/>
              </a:lnSpc>
              <a:buNone/>
              <a:defRPr sz="1800" b="0">
                <a:solidFill>
                  <a:srgbClr val="555555"/>
                </a:solidFill>
                <a:latin typeface="Malgun Gothic"/>
                <a:ea typeface="Malgun Gothic"/>
                <a:cs typeface="Malgun Gothic"/>
              </a:defRPr>
            </a:pPr>
            <a:r>
              <a:rPr sz="1800" b="0">
                <a:solidFill>
                  <a:srgbClr val="555555"/>
                </a:solidFill>
                <a:latin typeface="Malgun Gothic"/>
                <a:ea typeface="Malgun Gothic"/>
                <a:cs typeface="Malgun Gothic"/>
              </a:rPr>
              <a:t>피벗 6을 제자리에 놓으려고 a[L]과 a[hi]를 교환한다.</a:t>
            </a:r>
          </a:p>
          <a:p>
            <a:pPr algn="l">
              <a:lnSpc>
                <a:spcPct val="110000"/>
              </a:lnSpc>
              <a:buNone/>
              <a:defRPr sz="1800" b="0">
                <a:solidFill>
                  <a:srgbClr val="555555"/>
                </a:solidFill>
                <a:latin typeface="Malgun Gothic"/>
                <a:ea typeface="Malgun Gothic"/>
                <a:cs typeface="Malgun Gothic"/>
              </a:defRPr>
            </a:pPr>
            <a:r>
              <a:rPr sz="1800" b="0">
                <a:solidFill>
                  <a:srgbClr val="555555"/>
                </a:solidFill>
                <a:latin typeface="Malgun Gothic"/>
                <a:ea typeface="Malgun Gothic"/>
                <a:cs typeface="Malgun Gothic"/>
              </a:rPr>
              <a:t>교환 후 배열과 피벗 인덱스를 쓰시오.</a:t>
            </a:r>
          </a:p>
        </p:txBody>
      </p:sp>
      <p:sp>
        <p:nvSpPr>
          <p:cNvPr id="9" name="answer-band">
            <a:extLst>
              <a:ext uri="{FF2B5EF4-FFF2-40B4-BE49-F238E27FC236}">
                <a16:creationId xmlns:a16="http://schemas.microsoft.com/office/drawing/2014/main" id="{BD4FE794-E0E2-4D27-AD31-EC21AF77CD59}"/>
              </a:ext>
            </a:extLst>
          </p:cNvPr>
          <p:cNvSpPr>
            <a:spLocks noGrp="1"/>
          </p:cNvSpPr>
          <p:nvPr/>
        </p:nvSpPr>
        <p:spPr>
          <a:xfrm>
            <a:off x="609600" y="2952750"/>
            <a:ext cx="10972800" cy="723900"/>
          </a:xfrm>
          <a:prstGeom prst="rect">
            <a:avLst/>
          </a:prstGeom>
          <a:solidFill>
            <a:srgbClr val="151515"/>
          </a:solidFill>
          <a:ln w="0">
            <a:noFill/>
          </a:ln>
        </p:spPr>
      </p:sp>
      <p:sp>
        <p:nvSpPr>
          <p:cNvPr id="10" name="answer">
            <a:extLst>
              <a:ext uri="{FF2B5EF4-FFF2-40B4-BE49-F238E27FC236}">
                <a16:creationId xmlns:a16="http://schemas.microsoft.com/office/drawing/2014/main" id="{038F4BFD-FFBA-4E42-A7C4-98AC4A9E2134}"/>
              </a:ext>
            </a:extLst>
          </p:cNvPr>
          <p:cNvSpPr>
            <a:spLocks noGrp="1"/>
          </p:cNvSpPr>
          <p:nvPr/>
        </p:nvSpPr>
        <p:spPr>
          <a:xfrm>
            <a:off x="876300" y="3162300"/>
            <a:ext cx="10439400" cy="457200"/>
          </a:xfrm>
          <a:prstGeom prst="rect">
            <a:avLst/>
          </a:prstGeom>
          <a:noFill/>
          <a:ln w="0">
            <a:noFill/>
          </a:ln>
        </p:spPr>
        <p:txBody>
          <a:bodyPr wrap="none" lIns="0" tIns="0" rIns="0" bIns="0" anchor="t">
            <a:noAutofit/>
          </a:bodyPr>
          <a:lstStyle>
            <a:defPPr algn="l">
              <a:defRPr sz="1950" b="1">
                <a:solidFill>
                  <a:srgbClr val="FFFFFF"/>
                </a:solidFill>
                <a:latin typeface="Malgun Gothic"/>
                <a:ea typeface="Malgun Gothic"/>
                <a:cs typeface="Malgun Gothic"/>
              </a:defRPr>
            </a:defPPr>
          </a:lstStyle>
          <a:p>
            <a:pPr algn="l">
              <a:lnSpc>
                <a:spcPct val="110000"/>
              </a:lnSpc>
              <a:buNone/>
              <a:defRPr sz="1950" b="1">
                <a:solidFill>
                  <a:srgbClr val="FFFFFF"/>
                </a:solidFill>
                <a:latin typeface="Malgun Gothic"/>
                <a:ea typeface="Malgun Gothic"/>
                <a:cs typeface="Malgun Gothic"/>
              </a:defRPr>
            </a:pPr>
            <a:r>
              <a:rPr sz="1950" b="1">
                <a:solidFill>
                  <a:srgbClr val="FFFFFF"/>
                </a:solidFill>
                <a:latin typeface="Malgun Gothic"/>
                <a:ea typeface="Malgun Gothic"/>
                <a:cs typeface="Malgun Gothic"/>
              </a:rPr>
              <a:t>배열 [3,4,1,6,7,8], 피벗 인덱스 3</a:t>
            </a:r>
          </a:p>
        </p:txBody>
      </p:sp>
      <p:sp>
        <p:nvSpPr>
          <p:cNvPr id="11" name="explanation-label">
            <a:extLst>
              <a:ext uri="{FF2B5EF4-FFF2-40B4-BE49-F238E27FC236}">
                <a16:creationId xmlns:a16="http://schemas.microsoft.com/office/drawing/2014/main" id="{7AA790A5-98EE-44E7-A995-1ACDFD204418}"/>
              </a:ext>
            </a:extLst>
          </p:cNvPr>
          <p:cNvSpPr>
            <a:spLocks noGrp="1"/>
          </p:cNvSpPr>
          <p:nvPr/>
        </p:nvSpPr>
        <p:spPr>
          <a:xfrm>
            <a:off x="609600" y="4019550"/>
            <a:ext cx="1143000" cy="304800"/>
          </a:xfrm>
          <a:prstGeom prst="rect">
            <a:avLst/>
          </a:prstGeom>
          <a:noFill/>
          <a:ln w="0">
            <a:noFill/>
          </a:ln>
        </p:spPr>
        <p:txBody>
          <a:bodyPr wrap="none" lIns="0" tIns="0" rIns="0" bIns="0" anchor="t">
            <a:noAutofit/>
          </a:bodyPr>
          <a:lstStyle>
            <a:defPPr algn="l">
              <a:defRPr sz="1800" b="1">
                <a:solidFill>
                  <a:srgbClr val="151515"/>
                </a:solidFill>
                <a:latin typeface="Malgun Gothic"/>
                <a:ea typeface="Malgun Gothic"/>
                <a:cs typeface="Malgun Gothic"/>
              </a:defRPr>
            </a:defPPr>
          </a:lstStyle>
          <a:p>
            <a:pPr algn="l">
              <a:lnSpc>
                <a:spcPct val="110000"/>
              </a:lnSpc>
              <a:buNone/>
              <a:defRPr sz="1800" b="1">
                <a:solidFill>
                  <a:srgbClr val="151515"/>
                </a:solidFill>
                <a:latin typeface="Malgun Gothic"/>
                <a:ea typeface="Malgun Gothic"/>
                <a:cs typeface="Malgun Gothic"/>
              </a:defRPr>
            </a:pPr>
            <a:r>
              <a:rPr sz="1800" b="1">
                <a:solidFill>
                  <a:srgbClr val="151515"/>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5C6A6FC7-AD43-4738-AB7B-F08743E8A374}"/>
              </a:ext>
            </a:extLst>
          </p:cNvPr>
          <p:cNvSpPr>
            <a:spLocks noGrp="1"/>
          </p:cNvSpPr>
          <p:nvPr/>
        </p:nvSpPr>
        <p:spPr>
          <a:xfrm>
            <a:off x="1752600" y="4210050"/>
            <a:ext cx="9829800" cy="9525"/>
          </a:xfrm>
          <a:prstGeom prst="rect">
            <a:avLst/>
          </a:prstGeom>
          <a:solidFill>
            <a:srgbClr val="CCCCCC"/>
          </a:solidFill>
          <a:ln w="0">
            <a:noFill/>
          </a:ln>
        </p:spPr>
      </p:sp>
      <p:sp>
        <p:nvSpPr>
          <p:cNvPr id="13" name="explanation">
            <a:extLst>
              <a:ext uri="{FF2B5EF4-FFF2-40B4-BE49-F238E27FC236}">
                <a16:creationId xmlns:a16="http://schemas.microsoft.com/office/drawing/2014/main" id="{953ABD1B-5084-4184-A377-668FF8265119}"/>
              </a:ext>
            </a:extLst>
          </p:cNvPr>
          <p:cNvSpPr>
            <a:spLocks noGrp="1"/>
          </p:cNvSpPr>
          <p:nvPr/>
        </p:nvSpPr>
        <p:spPr>
          <a:xfrm>
            <a:off x="609600" y="4495800"/>
            <a:ext cx="10972800" cy="1314450"/>
          </a:xfrm>
          <a:prstGeom prst="rect">
            <a:avLst/>
          </a:prstGeom>
          <a:noFill/>
          <a:ln w="0">
            <a:noFill/>
          </a:ln>
        </p:spPr>
        <p:txBody>
          <a:bodyPr wrap="none" lIns="0" tIns="0" rIns="0" bIns="0" anchor="t">
            <a:noAutofit/>
          </a:bodyPr>
          <a:lstStyle>
            <a:defPPr algn="l">
              <a:defRPr sz="1875" b="0">
                <a:solidFill>
                  <a:srgbClr val="555555"/>
                </a:solidFill>
                <a:latin typeface="Malgun Gothic"/>
                <a:ea typeface="Malgun Gothic"/>
                <a:cs typeface="Malgun Gothic"/>
              </a:defRPr>
            </a:defPPr>
          </a:lstStyle>
          <a:p>
            <a:pPr algn="l">
              <a:lnSpc>
                <a:spcPct val="110000"/>
              </a:lnSpc>
              <a:buNone/>
              <a:defRPr sz="1875" b="0">
                <a:solidFill>
                  <a:srgbClr val="555555"/>
                </a:solidFill>
                <a:latin typeface="Malgun Gothic"/>
                <a:ea typeface="Malgun Gothic"/>
                <a:cs typeface="Malgun Gothic"/>
              </a:defRPr>
            </a:pPr>
            <a:r>
              <a:rPr sz="1875" b="0">
                <a:solidFill>
                  <a:srgbClr val="555555"/>
                </a:solidFill>
                <a:latin typeface="Malgun Gothic"/>
                <a:ea typeface="Malgun Gothic"/>
                <a:cs typeface="Malgun Gothic"/>
              </a:rPr>
              <a:t>인덱스 3의 값 8과 인덱스 5의 피벗 6을 교환한다.</a:t>
            </a:r>
          </a:p>
          <a:p>
            <a:pPr algn="l">
              <a:lnSpc>
                <a:spcPct val="110000"/>
              </a:lnSpc>
              <a:buNone/>
              <a:defRPr sz="1875" b="0">
                <a:solidFill>
                  <a:srgbClr val="555555"/>
                </a:solidFill>
                <a:latin typeface="Malgun Gothic"/>
                <a:ea typeface="Malgun Gothic"/>
                <a:cs typeface="Malgun Gothic"/>
              </a:defRPr>
            </a:pPr>
            <a:r>
              <a:rPr sz="1875" b="0">
                <a:solidFill>
                  <a:srgbClr val="555555"/>
                </a:solidFill>
                <a:latin typeface="Malgun Gothic"/>
                <a:ea typeface="Malgun Gothic"/>
                <a:cs typeface="Malgun Gothic"/>
              </a:rPr>
              <a:t>피벗의 왼쪽 값은 6 이하이고 오른쪽 값은 6보다 크다.</a:t>
            </a:r>
          </a:p>
        </p:txBody>
      </p:sp>
    </p:spTree>
    <p:extLst>
      <p:ext uri="{BB962C8B-B14F-4D97-AF65-F5344CB8AC3E}">
        <p14:creationId xmlns:p14="http://schemas.microsoft.com/office/powerpoint/2010/main" val="799450112"/>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section">
            <a:extLst>
              <a:ext uri="{FF2B5EF4-FFF2-40B4-BE49-F238E27FC236}">
                <a16:creationId xmlns:a16="http://schemas.microsoft.com/office/drawing/2014/main" id="{6CDF2427-40E8-4196-8959-CC473FEAB0D7}"/>
              </a:ext>
            </a:extLst>
          </p:cNvPr>
          <p:cNvSpPr>
            <a:spLocks noGrp="1"/>
          </p:cNvSpPr>
          <p:nvPr/>
        </p:nvSpPr>
        <p:spPr>
          <a:xfrm>
            <a:off x="609600" y="266700"/>
            <a:ext cx="8096250" cy="266700"/>
          </a:xfrm>
          <a:prstGeom prst="rect">
            <a:avLst/>
          </a:prstGeom>
          <a:noFill/>
          <a:ln w="0">
            <a:noFill/>
          </a:ln>
        </p:spPr>
        <p:txBody>
          <a:bodyPr wrap="none" lIns="0" tIns="0" rIns="0" bIns="0" anchor="t">
            <a:noAutofit/>
          </a:bodyPr>
          <a:lstStyle>
            <a:defPPr algn="l">
              <a:defRPr sz="1050" b="0">
                <a:solidFill>
                  <a:srgbClr val="555555"/>
                </a:solidFill>
                <a:latin typeface="Malgun Gothic"/>
                <a:ea typeface="Malgun Gothic"/>
                <a:cs typeface="Malgun Gothic"/>
              </a:defRPr>
            </a:defPPr>
          </a:lstStyle>
          <a:p>
            <a:pPr algn="l">
              <a:lnSpc>
                <a:spcPct val="110000"/>
              </a:lnSpc>
              <a:buNone/>
              <a:defRPr sz="1050" b="0">
                <a:solidFill>
                  <a:srgbClr val="555555"/>
                </a:solidFill>
                <a:latin typeface="Malgun Gothic"/>
                <a:ea typeface="Malgun Gothic"/>
                <a:cs typeface="Malgun Gothic"/>
              </a:defRPr>
            </a:pPr>
            <a:r>
              <a:rPr sz="1050" b="0">
                <a:solidFill>
                  <a:srgbClr val="555555"/>
                </a:solidFill>
                <a:latin typeface="Malgun Gothic"/>
                <a:ea typeface="Malgun Gothic"/>
                <a:cs typeface="Malgun Gothic"/>
              </a:rPr>
              <a:t>4장 분할 정복  /  계산·추적</a:t>
            </a:r>
          </a:p>
        </p:txBody>
      </p:sp>
      <p:sp>
        <p:nvSpPr>
          <p:cNvPr id="2" name="brand">
            <a:extLst>
              <a:ext uri="{FF2B5EF4-FFF2-40B4-BE49-F238E27FC236}">
                <a16:creationId xmlns:a16="http://schemas.microsoft.com/office/drawing/2014/main" id="{3968BEDA-1FF6-46C8-89DB-E9A3D71E2ED2}"/>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555555"/>
                </a:solidFill>
                <a:latin typeface="Malgun Gothic"/>
                <a:ea typeface="Malgun Gothic"/>
                <a:cs typeface="Malgun Gothic"/>
              </a:defRPr>
            </a:defPPr>
          </a:lstStyle>
          <a:p>
            <a:pPr algn="l">
              <a:lnSpc>
                <a:spcPct val="110000"/>
              </a:lnSpc>
              <a:buNone/>
              <a:defRPr sz="900" b="0">
                <a:solidFill>
                  <a:srgbClr val="555555"/>
                </a:solidFill>
                <a:latin typeface="Malgun Gothic"/>
                <a:ea typeface="Malgun Gothic"/>
                <a:cs typeface="Malgun Gothic"/>
              </a:defRPr>
            </a:pPr>
            <a:r>
              <a:rPr sz="900" b="0">
                <a:solidFill>
                  <a:srgbClr val="55555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39618738-4BFC-4765-B192-F3C3FF7D6AE9}"/>
              </a:ext>
            </a:extLst>
          </p:cNvPr>
          <p:cNvSpPr>
            <a:spLocks noGrp="1"/>
          </p:cNvSpPr>
          <p:nvPr/>
        </p:nvSpPr>
        <p:spPr>
          <a:xfrm>
            <a:off x="609600" y="685800"/>
            <a:ext cx="10972800" cy="685800"/>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0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문제 69</a:t>
            </a:r>
          </a:p>
        </p:txBody>
      </p:sp>
      <p:sp>
        <p:nvSpPr>
          <p:cNvPr id="4" name="footer">
            <a:extLst>
              <a:ext uri="{FF2B5EF4-FFF2-40B4-BE49-F238E27FC236}">
                <a16:creationId xmlns:a16="http://schemas.microsoft.com/office/drawing/2014/main" id="{251A189C-46B5-4B0A-ADC2-97DD6B730660}"/>
              </a:ext>
            </a:extLst>
          </p:cNvPr>
          <p:cNvSpPr>
            <a:spLocks noGrp="1"/>
          </p:cNvSpPr>
          <p:nvPr/>
        </p:nvSpPr>
        <p:spPr>
          <a:xfrm>
            <a:off x="609600" y="6591300"/>
            <a:ext cx="9715500" cy="190500"/>
          </a:xfrm>
          <a:prstGeom prst="rect">
            <a:avLst/>
          </a:prstGeom>
          <a:noFill/>
          <a:ln w="0">
            <a:noFill/>
          </a:ln>
        </p:spPr>
        <p:txBody>
          <a:bodyPr wrap="none" lIns="0" tIns="0" rIns="0" bIns="0" anchor="t">
            <a:noAutofit/>
          </a:bodyPr>
          <a:lstStyle>
            <a:defPPr algn="l">
              <a:defRPr sz="900" b="0">
                <a:solidFill>
                  <a:srgbClr val="555555"/>
                </a:solidFill>
                <a:latin typeface="Consolas"/>
                <a:ea typeface="Consolas"/>
                <a:cs typeface="Consolas"/>
              </a:defRPr>
            </a:defPPr>
          </a:lstStyle>
          <a:p>
            <a:pPr algn="l">
              <a:lnSpc>
                <a:spcPct val="110000"/>
              </a:lnSpc>
              <a:buNone/>
              <a:defRPr sz="900" b="0">
                <a:solidFill>
                  <a:srgbClr val="555555"/>
                </a:solidFill>
                <a:latin typeface="Consolas"/>
                <a:ea typeface="Consolas"/>
                <a:cs typeface="Consolas"/>
              </a:defRPr>
            </a:pPr>
            <a:r>
              <a:rPr sz="900" b="0">
                <a:solidFill>
                  <a:srgbClr val="555555"/>
                </a:solidFill>
                <a:latin typeface="Consolas"/>
                <a:ea typeface="Consolas"/>
                <a:cs typeface="Consolas"/>
              </a:rPr>
              <a:t>04 / DIVIDE AND CONQUER · EXERCISES</a:t>
            </a:r>
          </a:p>
        </p:txBody>
      </p:sp>
      <p:sp>
        <p:nvSpPr>
          <p:cNvPr id="5" name="page">
            <a:extLst>
              <a:ext uri="{FF2B5EF4-FFF2-40B4-BE49-F238E27FC236}">
                <a16:creationId xmlns:a16="http://schemas.microsoft.com/office/drawing/2014/main" id="{BFBFB318-0B94-46E4-BC8C-B0EAB9D5AA84}"/>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0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137</a:t>
            </a:r>
            <a:endParaRPr sz="1050" b="0">
              <a:solidFill>
                <a:srgbClr val="151515"/>
              </a:solidFill>
              <a:latin typeface="Consolas"/>
              <a:ea typeface="Consolas"/>
              <a:cs typeface="Consolas"/>
            </a:endParaRPr>
          </a:p>
        </p:txBody>
      </p:sp>
      <p:sp>
        <p:nvSpPr>
          <p:cNvPr id="6" name="직사각형 5">
            <a:extLst>
              <a:ext uri="{FF2B5EF4-FFF2-40B4-BE49-F238E27FC236}">
                <a16:creationId xmlns:a16="http://schemas.microsoft.com/office/drawing/2014/main" id="{1DDD294C-C093-4BAD-A314-94B9520D0CF0}"/>
              </a:ext>
            </a:extLst>
          </p:cNvPr>
          <p:cNvSpPr>
            <a:spLocks noGrp="1"/>
          </p:cNvSpPr>
          <p:nvPr/>
        </p:nvSpPr>
        <p:spPr>
          <a:xfrm>
            <a:off x="609600" y="6438900"/>
            <a:ext cx="10972800" cy="9525"/>
          </a:xfrm>
          <a:prstGeom prst="rect">
            <a:avLst/>
          </a:prstGeom>
          <a:solidFill>
            <a:srgbClr val="CCCCCC"/>
          </a:solidFill>
          <a:ln w="0">
            <a:noFill/>
          </a:ln>
        </p:spPr>
      </p:sp>
      <p:sp>
        <p:nvSpPr>
          <p:cNvPr id="7" name="prompt">
            <a:extLst>
              <a:ext uri="{FF2B5EF4-FFF2-40B4-BE49-F238E27FC236}">
                <a16:creationId xmlns:a16="http://schemas.microsoft.com/office/drawing/2014/main" id="{86C5C71A-85BF-4B9F-ADFE-CCE436EED1FA}"/>
              </a:ext>
            </a:extLst>
          </p:cNvPr>
          <p:cNvSpPr>
            <a:spLocks noGrp="1"/>
          </p:cNvSpPr>
          <p:nvPr/>
        </p:nvSpPr>
        <p:spPr>
          <a:xfrm>
            <a:off x="609600" y="1714500"/>
            <a:ext cx="10972800" cy="1381125"/>
          </a:xfrm>
          <a:prstGeom prst="rect">
            <a:avLst/>
          </a:prstGeom>
          <a:noFill/>
          <a:ln w="0">
            <a:noFill/>
          </a:ln>
        </p:spPr>
        <p:txBody>
          <a:bodyPr wrap="none" lIns="0" tIns="0" rIns="0" bIns="0" anchor="t">
            <a:noAutofit/>
          </a:bodyPr>
          <a:lstStyle>
            <a:defPPr algn="l">
              <a:defRPr sz="2100" b="0">
                <a:solidFill>
                  <a:srgbClr val="151515"/>
                </a:solidFill>
                <a:latin typeface="Malgun Gothic"/>
                <a:ea typeface="Malgun Gothic"/>
                <a:cs typeface="Malgun Gothic"/>
              </a:defRPr>
            </a:defPPr>
          </a:lstStyle>
          <a:p>
            <a:pPr algn="l">
              <a:lnSpc>
                <a:spcPct val="110000"/>
              </a:lnSpc>
              <a:buNone/>
              <a:defRPr sz="2100" b="0">
                <a:solidFill>
                  <a:srgbClr val="151515"/>
                </a:solidFill>
                <a:latin typeface="Malgun Gothic"/>
                <a:ea typeface="Malgun Gothic"/>
                <a:cs typeface="Malgun Gothic"/>
              </a:defRPr>
            </a:pPr>
            <a:r>
              <a:rPr sz="2100" b="0">
                <a:solidFill>
                  <a:srgbClr val="151515"/>
                </a:solidFill>
                <a:latin typeface="Malgun Gothic"/>
                <a:ea typeface="Malgun Gothic"/>
                <a:cs typeface="Malgun Gothic"/>
              </a:rPr>
              <a:t>a=[8,4,1,3,7,6]에서 피벗은 a[5]=6, L=0, R=4이다.</a:t>
            </a:r>
          </a:p>
          <a:p>
            <a:pPr algn="l">
              <a:lnSpc>
                <a:spcPct val="110000"/>
              </a:lnSpc>
              <a:buNone/>
              <a:defRPr sz="2100" b="0">
                <a:solidFill>
                  <a:srgbClr val="151515"/>
                </a:solidFill>
                <a:latin typeface="Malgun Gothic"/>
                <a:ea typeface="Malgun Gothic"/>
                <a:cs typeface="Malgun Gothic"/>
              </a:defRPr>
            </a:pPr>
            <a:r>
              <a:rPr sz="2100" b="0">
                <a:solidFill>
                  <a:srgbClr val="151515"/>
                </a:solidFill>
                <a:latin typeface="Malgun Gothic"/>
                <a:ea typeface="Malgun Gothic"/>
                <a:cs typeface="Malgun Gothic"/>
              </a:rPr>
              <a:t>L≤R이고 a[L]≤6인 동안 L을 늘린 뒤,</a:t>
            </a:r>
          </a:p>
          <a:p>
            <a:pPr algn="l">
              <a:lnSpc>
                <a:spcPct val="110000"/>
              </a:lnSpc>
              <a:buNone/>
              <a:defRPr sz="2100" b="0">
                <a:solidFill>
                  <a:srgbClr val="151515"/>
                </a:solidFill>
                <a:latin typeface="Malgun Gothic"/>
                <a:ea typeface="Malgun Gothic"/>
                <a:cs typeface="Malgun Gothic"/>
              </a:defRPr>
            </a:pPr>
            <a:r>
              <a:rPr sz="2100" b="0">
                <a:solidFill>
                  <a:srgbClr val="151515"/>
                </a:solidFill>
                <a:latin typeface="Malgun Gothic"/>
                <a:ea typeface="Malgun Gothic"/>
                <a:cs typeface="Malgun Gothic"/>
              </a:rPr>
              <a:t>L≤R이고 a[R]&gt;6인 동안 R을 줄인다. 멈춘 L, R은?</a:t>
            </a:r>
          </a:p>
        </p:txBody>
      </p:sp>
      <p:sp>
        <p:nvSpPr>
          <p:cNvPr id="8" name="instructions">
            <a:extLst>
              <a:ext uri="{FF2B5EF4-FFF2-40B4-BE49-F238E27FC236}">
                <a16:creationId xmlns:a16="http://schemas.microsoft.com/office/drawing/2014/main" id="{937AE5D9-3B2E-47ED-8170-2159F56EBB1F}"/>
              </a:ext>
            </a:extLst>
          </p:cNvPr>
          <p:cNvSpPr>
            <a:spLocks noGrp="1"/>
          </p:cNvSpPr>
          <p:nvPr/>
        </p:nvSpPr>
        <p:spPr>
          <a:xfrm>
            <a:off x="609600" y="3876675"/>
            <a:ext cx="10972800" cy="323850"/>
          </a:xfrm>
          <a:prstGeom prst="rect">
            <a:avLst/>
          </a:prstGeom>
          <a:noFill/>
          <a:ln w="0">
            <a:noFill/>
          </a:ln>
        </p:spPr>
        <p:txBody>
          <a:bodyPr wrap="none" lIns="0" tIns="0" rIns="0" bIns="0" anchor="t">
            <a:noAutofit/>
          </a:bodyPr>
          <a:lstStyle>
            <a:defPPr algn="l">
              <a:defRPr sz="1725" b="0">
                <a:solidFill>
                  <a:srgbClr val="666666"/>
                </a:solidFill>
                <a:latin typeface="Malgun Gothic"/>
                <a:ea typeface="Malgun Gothic"/>
                <a:cs typeface="Malgun Gothic"/>
              </a:defRPr>
            </a:defPPr>
          </a:lstStyle>
          <a:p>
            <a:pPr algn="l">
              <a:lnSpc>
                <a:spcPct val="110000"/>
              </a:lnSpc>
              <a:buNone/>
              <a:defRPr sz="1725" b="0">
                <a:solidFill>
                  <a:srgbClr val="666666"/>
                </a:solidFill>
                <a:latin typeface="Malgun Gothic"/>
                <a:ea typeface="Malgun Gothic"/>
                <a:cs typeface="Malgun Gothic"/>
              </a:defRPr>
            </a:pPr>
            <a:r>
              <a:rPr sz="1725" b="0">
                <a:solidFill>
                  <a:srgbClr val="666666"/>
                </a:solidFill>
                <a:latin typeface="Malgun Gothic"/>
                <a:ea typeface="Malgun Gothic"/>
                <a:cs typeface="Malgun Gothic"/>
              </a:rPr>
              <a:t>풀이 과정과 판단 근거를 함께 쓰시오.</a:t>
            </a:r>
          </a:p>
        </p:txBody>
      </p:sp>
      <p:sp>
        <p:nvSpPr>
          <p:cNvPr id="9" name="직사각형 8">
            <a:extLst>
              <a:ext uri="{FF2B5EF4-FFF2-40B4-BE49-F238E27FC236}">
                <a16:creationId xmlns:a16="http://schemas.microsoft.com/office/drawing/2014/main" id="{52DC4BB4-3CFA-43D6-B9CA-3F82C11921DF}"/>
              </a:ext>
            </a:extLst>
          </p:cNvPr>
          <p:cNvSpPr>
            <a:spLocks noGrp="1"/>
          </p:cNvSpPr>
          <p:nvPr/>
        </p:nvSpPr>
        <p:spPr>
          <a:xfrm>
            <a:off x="609600" y="4495800"/>
            <a:ext cx="10972800" cy="9525"/>
          </a:xfrm>
          <a:prstGeom prst="rect">
            <a:avLst/>
          </a:prstGeom>
          <a:solidFill>
            <a:srgbClr val="CCCCCC"/>
          </a:solidFill>
          <a:ln w="0">
            <a:noFill/>
          </a:ln>
        </p:spPr>
      </p:sp>
      <p:sp>
        <p:nvSpPr>
          <p:cNvPr id="10" name="직사각형 9">
            <a:extLst>
              <a:ext uri="{FF2B5EF4-FFF2-40B4-BE49-F238E27FC236}">
                <a16:creationId xmlns:a16="http://schemas.microsoft.com/office/drawing/2014/main" id="{29D82B79-835B-4F77-892B-EE0451B8E786}"/>
              </a:ext>
            </a:extLst>
          </p:cNvPr>
          <p:cNvSpPr>
            <a:spLocks noGrp="1"/>
          </p:cNvSpPr>
          <p:nvPr/>
        </p:nvSpPr>
        <p:spPr>
          <a:xfrm>
            <a:off x="609600" y="4953000"/>
            <a:ext cx="10972800" cy="9525"/>
          </a:xfrm>
          <a:prstGeom prst="rect">
            <a:avLst/>
          </a:prstGeom>
          <a:solidFill>
            <a:srgbClr val="CCCCCC"/>
          </a:solidFill>
          <a:ln w="0">
            <a:noFill/>
          </a:ln>
        </p:spPr>
      </p:sp>
      <p:sp>
        <p:nvSpPr>
          <p:cNvPr id="11" name="직사각형 10">
            <a:extLst>
              <a:ext uri="{FF2B5EF4-FFF2-40B4-BE49-F238E27FC236}">
                <a16:creationId xmlns:a16="http://schemas.microsoft.com/office/drawing/2014/main" id="{5E927328-AAD4-41FB-BAAF-CF39BC1E4CFA}"/>
              </a:ext>
            </a:extLst>
          </p:cNvPr>
          <p:cNvSpPr>
            <a:spLocks noGrp="1"/>
          </p:cNvSpPr>
          <p:nvPr/>
        </p:nvSpPr>
        <p:spPr>
          <a:xfrm>
            <a:off x="609600" y="5410200"/>
            <a:ext cx="10972800" cy="9525"/>
          </a:xfrm>
          <a:prstGeom prst="rect">
            <a:avLst/>
          </a:prstGeom>
          <a:solidFill>
            <a:srgbClr val="CCCCCC"/>
          </a:solidFill>
          <a:ln w="0">
            <a:noFill/>
          </a:ln>
        </p:spPr>
      </p:sp>
      <p:sp>
        <p:nvSpPr>
          <p:cNvPr id="12" name="직사각형 11">
            <a:extLst>
              <a:ext uri="{FF2B5EF4-FFF2-40B4-BE49-F238E27FC236}">
                <a16:creationId xmlns:a16="http://schemas.microsoft.com/office/drawing/2014/main" id="{F3C73427-0E6D-4BFD-95FE-ACAA891B390A}"/>
              </a:ext>
            </a:extLst>
          </p:cNvPr>
          <p:cNvSpPr>
            <a:spLocks noGrp="1"/>
          </p:cNvSpPr>
          <p:nvPr/>
        </p:nvSpPr>
        <p:spPr>
          <a:xfrm>
            <a:off x="609600" y="5867400"/>
            <a:ext cx="10972800" cy="9525"/>
          </a:xfrm>
          <a:prstGeom prst="rect">
            <a:avLst/>
          </a:prstGeom>
          <a:solidFill>
            <a:srgbClr val="CCCCCC"/>
          </a:solidFill>
          <a:ln w="0">
            <a:noFill/>
          </a:ln>
        </p:spPr>
      </p:sp>
    </p:spTree>
    <p:extLst>
      <p:ext uri="{BB962C8B-B14F-4D97-AF65-F5344CB8AC3E}">
        <p14:creationId xmlns:p14="http://schemas.microsoft.com/office/powerpoint/2010/main" val="3001448523"/>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section">
            <a:extLst>
              <a:ext uri="{FF2B5EF4-FFF2-40B4-BE49-F238E27FC236}">
                <a16:creationId xmlns:a16="http://schemas.microsoft.com/office/drawing/2014/main" id="{6FF86552-0C26-41C1-AC73-76787C422277}"/>
              </a:ext>
            </a:extLst>
          </p:cNvPr>
          <p:cNvSpPr>
            <a:spLocks noGrp="1"/>
          </p:cNvSpPr>
          <p:nvPr/>
        </p:nvSpPr>
        <p:spPr>
          <a:xfrm>
            <a:off x="609600" y="266700"/>
            <a:ext cx="8096250" cy="266700"/>
          </a:xfrm>
          <a:prstGeom prst="rect">
            <a:avLst/>
          </a:prstGeom>
          <a:noFill/>
          <a:ln w="0">
            <a:noFill/>
          </a:ln>
        </p:spPr>
        <p:txBody>
          <a:bodyPr wrap="none" lIns="0" tIns="0" rIns="0" bIns="0" anchor="t">
            <a:noAutofit/>
          </a:bodyPr>
          <a:lstStyle>
            <a:defPPr algn="l">
              <a:defRPr sz="1050" b="0">
                <a:solidFill>
                  <a:srgbClr val="555555"/>
                </a:solidFill>
                <a:latin typeface="Malgun Gothic"/>
                <a:ea typeface="Malgun Gothic"/>
                <a:cs typeface="Malgun Gothic"/>
              </a:defRPr>
            </a:defPPr>
          </a:lstStyle>
          <a:p>
            <a:pPr algn="l">
              <a:lnSpc>
                <a:spcPct val="110000"/>
              </a:lnSpc>
              <a:buNone/>
              <a:defRPr sz="1050" b="0">
                <a:solidFill>
                  <a:srgbClr val="555555"/>
                </a:solidFill>
                <a:latin typeface="Malgun Gothic"/>
                <a:ea typeface="Malgun Gothic"/>
                <a:cs typeface="Malgun Gothic"/>
              </a:defRPr>
            </a:pPr>
            <a:r>
              <a:rPr sz="1050" b="0">
                <a:solidFill>
                  <a:srgbClr val="555555"/>
                </a:solidFill>
                <a:latin typeface="Malgun Gothic"/>
                <a:ea typeface="Malgun Gothic"/>
                <a:cs typeface="Malgun Gothic"/>
              </a:rPr>
              <a:t>4장 분할 정복  /  계산·추적</a:t>
            </a:r>
          </a:p>
        </p:txBody>
      </p:sp>
      <p:sp>
        <p:nvSpPr>
          <p:cNvPr id="2" name="brand">
            <a:extLst>
              <a:ext uri="{FF2B5EF4-FFF2-40B4-BE49-F238E27FC236}">
                <a16:creationId xmlns:a16="http://schemas.microsoft.com/office/drawing/2014/main" id="{8286411C-A7A0-4C23-811F-F2F535720AFB}"/>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555555"/>
                </a:solidFill>
                <a:latin typeface="Malgun Gothic"/>
                <a:ea typeface="Malgun Gothic"/>
                <a:cs typeface="Malgun Gothic"/>
              </a:defRPr>
            </a:defPPr>
          </a:lstStyle>
          <a:p>
            <a:pPr algn="l">
              <a:lnSpc>
                <a:spcPct val="110000"/>
              </a:lnSpc>
              <a:buNone/>
              <a:defRPr sz="900" b="0">
                <a:solidFill>
                  <a:srgbClr val="555555"/>
                </a:solidFill>
                <a:latin typeface="Malgun Gothic"/>
                <a:ea typeface="Malgun Gothic"/>
                <a:cs typeface="Malgun Gothic"/>
              </a:defRPr>
            </a:pPr>
            <a:r>
              <a:rPr sz="900" b="0">
                <a:solidFill>
                  <a:srgbClr val="55555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6788B3F9-AE55-4FA3-A832-C8B240C45810}"/>
              </a:ext>
            </a:extLst>
          </p:cNvPr>
          <p:cNvSpPr>
            <a:spLocks noGrp="1"/>
          </p:cNvSpPr>
          <p:nvPr/>
        </p:nvSpPr>
        <p:spPr>
          <a:xfrm>
            <a:off x="609600" y="685800"/>
            <a:ext cx="10972800" cy="685800"/>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0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문제 69  정답과 해설</a:t>
            </a:r>
          </a:p>
        </p:txBody>
      </p:sp>
      <p:sp>
        <p:nvSpPr>
          <p:cNvPr id="4" name="footer">
            <a:extLst>
              <a:ext uri="{FF2B5EF4-FFF2-40B4-BE49-F238E27FC236}">
                <a16:creationId xmlns:a16="http://schemas.microsoft.com/office/drawing/2014/main" id="{90E54508-1357-4921-817E-F03AE229D6D5}"/>
              </a:ext>
            </a:extLst>
          </p:cNvPr>
          <p:cNvSpPr>
            <a:spLocks noGrp="1"/>
          </p:cNvSpPr>
          <p:nvPr/>
        </p:nvSpPr>
        <p:spPr>
          <a:xfrm>
            <a:off x="609600" y="6591300"/>
            <a:ext cx="9715500" cy="190500"/>
          </a:xfrm>
          <a:prstGeom prst="rect">
            <a:avLst/>
          </a:prstGeom>
          <a:noFill/>
          <a:ln w="0">
            <a:noFill/>
          </a:ln>
        </p:spPr>
        <p:txBody>
          <a:bodyPr wrap="none" lIns="0" tIns="0" rIns="0" bIns="0" anchor="t">
            <a:noAutofit/>
          </a:bodyPr>
          <a:lstStyle>
            <a:defPPr algn="l">
              <a:defRPr sz="900" b="0">
                <a:solidFill>
                  <a:srgbClr val="555555"/>
                </a:solidFill>
                <a:latin typeface="Consolas"/>
                <a:ea typeface="Consolas"/>
                <a:cs typeface="Consolas"/>
              </a:defRPr>
            </a:defPPr>
          </a:lstStyle>
          <a:p>
            <a:pPr algn="l">
              <a:lnSpc>
                <a:spcPct val="110000"/>
              </a:lnSpc>
              <a:buNone/>
              <a:defRPr sz="900" b="0">
                <a:solidFill>
                  <a:srgbClr val="555555"/>
                </a:solidFill>
                <a:latin typeface="Consolas"/>
                <a:ea typeface="Consolas"/>
                <a:cs typeface="Consolas"/>
              </a:defRPr>
            </a:pPr>
            <a:r>
              <a:rPr sz="900" b="0">
                <a:solidFill>
                  <a:srgbClr val="555555"/>
                </a:solidFill>
                <a:latin typeface="Consolas"/>
                <a:ea typeface="Consolas"/>
                <a:cs typeface="Consolas"/>
              </a:rPr>
              <a:t>04 / DIVIDE AND CONQUER · EXERCISES</a:t>
            </a:r>
          </a:p>
        </p:txBody>
      </p:sp>
      <p:sp>
        <p:nvSpPr>
          <p:cNvPr id="5" name="page">
            <a:extLst>
              <a:ext uri="{FF2B5EF4-FFF2-40B4-BE49-F238E27FC236}">
                <a16:creationId xmlns:a16="http://schemas.microsoft.com/office/drawing/2014/main" id="{237DB1D6-F5AF-456B-890F-EA6978221506}"/>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0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138</a:t>
            </a:r>
            <a:endParaRPr sz="1050" b="0">
              <a:solidFill>
                <a:srgbClr val="151515"/>
              </a:solidFill>
              <a:latin typeface="Consolas"/>
              <a:ea typeface="Consolas"/>
              <a:cs typeface="Consolas"/>
            </a:endParaRPr>
          </a:p>
        </p:txBody>
      </p:sp>
      <p:sp>
        <p:nvSpPr>
          <p:cNvPr id="6" name="직사각형 5">
            <a:extLst>
              <a:ext uri="{FF2B5EF4-FFF2-40B4-BE49-F238E27FC236}">
                <a16:creationId xmlns:a16="http://schemas.microsoft.com/office/drawing/2014/main" id="{D16FAA1D-5153-4793-BA24-42BCEFBBCBFA}"/>
              </a:ext>
            </a:extLst>
          </p:cNvPr>
          <p:cNvSpPr>
            <a:spLocks noGrp="1"/>
          </p:cNvSpPr>
          <p:nvPr/>
        </p:nvSpPr>
        <p:spPr>
          <a:xfrm>
            <a:off x="609600" y="6438900"/>
            <a:ext cx="10972800" cy="9525"/>
          </a:xfrm>
          <a:prstGeom prst="rect">
            <a:avLst/>
          </a:prstGeom>
          <a:solidFill>
            <a:srgbClr val="CCCCCC"/>
          </a:solidFill>
          <a:ln w="0">
            <a:noFill/>
          </a:ln>
        </p:spPr>
      </p:sp>
      <p:sp>
        <p:nvSpPr>
          <p:cNvPr id="7" name="직사각형 6">
            <a:extLst>
              <a:ext uri="{FF2B5EF4-FFF2-40B4-BE49-F238E27FC236}">
                <a16:creationId xmlns:a16="http://schemas.microsoft.com/office/drawing/2014/main" id="{3303F580-6AAE-42A3-BFAF-5EE42D6E6733}"/>
              </a:ext>
            </a:extLst>
          </p:cNvPr>
          <p:cNvSpPr>
            <a:spLocks noGrp="1"/>
          </p:cNvSpPr>
          <p:nvPr/>
        </p:nvSpPr>
        <p:spPr>
          <a:xfrm>
            <a:off x="609600" y="1381125"/>
            <a:ext cx="10972800" cy="19050"/>
          </a:xfrm>
          <a:prstGeom prst="rect">
            <a:avLst/>
          </a:prstGeom>
          <a:solidFill>
            <a:srgbClr val="151515"/>
          </a:solidFill>
          <a:ln w="0">
            <a:noFill/>
          </a:ln>
        </p:spPr>
      </p:sp>
      <p:sp>
        <p:nvSpPr>
          <p:cNvPr id="8" name="prompt">
            <a:extLst>
              <a:ext uri="{FF2B5EF4-FFF2-40B4-BE49-F238E27FC236}">
                <a16:creationId xmlns:a16="http://schemas.microsoft.com/office/drawing/2014/main" id="{C6289D10-6B6C-4113-B9C3-F83474F33D1B}"/>
              </a:ext>
            </a:extLst>
          </p:cNvPr>
          <p:cNvSpPr>
            <a:spLocks noGrp="1"/>
          </p:cNvSpPr>
          <p:nvPr/>
        </p:nvSpPr>
        <p:spPr>
          <a:xfrm>
            <a:off x="609600" y="1714500"/>
            <a:ext cx="10972800" cy="1095375"/>
          </a:xfrm>
          <a:prstGeom prst="rect">
            <a:avLst/>
          </a:prstGeom>
          <a:noFill/>
          <a:ln w="0">
            <a:noFill/>
          </a:ln>
        </p:spPr>
        <p:txBody>
          <a:bodyPr wrap="none" lIns="0" tIns="0" rIns="0" bIns="0" anchor="t">
            <a:noAutofit/>
          </a:bodyPr>
          <a:lstStyle>
            <a:defPPr algn="l">
              <a:defRPr sz="1800" b="0">
                <a:solidFill>
                  <a:srgbClr val="555555"/>
                </a:solidFill>
                <a:latin typeface="Malgun Gothic"/>
                <a:ea typeface="Malgun Gothic"/>
                <a:cs typeface="Malgun Gothic"/>
              </a:defRPr>
            </a:defPPr>
          </a:lstStyle>
          <a:p>
            <a:pPr algn="l">
              <a:lnSpc>
                <a:spcPct val="110000"/>
              </a:lnSpc>
              <a:buNone/>
              <a:defRPr sz="1800" b="0">
                <a:solidFill>
                  <a:srgbClr val="555555"/>
                </a:solidFill>
                <a:latin typeface="Malgun Gothic"/>
                <a:ea typeface="Malgun Gothic"/>
                <a:cs typeface="Malgun Gothic"/>
              </a:defRPr>
            </a:pPr>
            <a:r>
              <a:rPr sz="1800" b="0">
                <a:solidFill>
                  <a:srgbClr val="555555"/>
                </a:solidFill>
                <a:latin typeface="Malgun Gothic"/>
                <a:ea typeface="Malgun Gothic"/>
                <a:cs typeface="Malgun Gothic"/>
              </a:rPr>
              <a:t>a=[8,4,1,3,7,6]에서 피벗은 a[5]=6, L=0, R=4이다.</a:t>
            </a:r>
          </a:p>
          <a:p>
            <a:pPr algn="l">
              <a:lnSpc>
                <a:spcPct val="110000"/>
              </a:lnSpc>
              <a:buNone/>
              <a:defRPr sz="1800" b="0">
                <a:solidFill>
                  <a:srgbClr val="555555"/>
                </a:solidFill>
                <a:latin typeface="Malgun Gothic"/>
                <a:ea typeface="Malgun Gothic"/>
                <a:cs typeface="Malgun Gothic"/>
              </a:defRPr>
            </a:pPr>
            <a:r>
              <a:rPr sz="1800" b="0">
                <a:solidFill>
                  <a:srgbClr val="555555"/>
                </a:solidFill>
                <a:latin typeface="Malgun Gothic"/>
                <a:ea typeface="Malgun Gothic"/>
                <a:cs typeface="Malgun Gothic"/>
              </a:rPr>
              <a:t>L≤R이고 a[L]≤6인 동안 L을 늘린 뒤,</a:t>
            </a:r>
          </a:p>
          <a:p>
            <a:pPr algn="l">
              <a:lnSpc>
                <a:spcPct val="110000"/>
              </a:lnSpc>
              <a:buNone/>
              <a:defRPr sz="1800" b="0">
                <a:solidFill>
                  <a:srgbClr val="555555"/>
                </a:solidFill>
                <a:latin typeface="Malgun Gothic"/>
                <a:ea typeface="Malgun Gothic"/>
                <a:cs typeface="Malgun Gothic"/>
              </a:defRPr>
            </a:pPr>
            <a:r>
              <a:rPr sz="1800" b="0">
                <a:solidFill>
                  <a:srgbClr val="555555"/>
                </a:solidFill>
                <a:latin typeface="Malgun Gothic"/>
                <a:ea typeface="Malgun Gothic"/>
                <a:cs typeface="Malgun Gothic"/>
              </a:rPr>
              <a:t>L≤R이고 a[R]&gt;6인 동안 R을 줄인다. 멈춘 L, R은?</a:t>
            </a:r>
          </a:p>
        </p:txBody>
      </p:sp>
      <p:sp>
        <p:nvSpPr>
          <p:cNvPr id="9" name="answer-band">
            <a:extLst>
              <a:ext uri="{FF2B5EF4-FFF2-40B4-BE49-F238E27FC236}">
                <a16:creationId xmlns:a16="http://schemas.microsoft.com/office/drawing/2014/main" id="{FC14B974-FBE4-4B6F-9632-B8FAA957D403}"/>
              </a:ext>
            </a:extLst>
          </p:cNvPr>
          <p:cNvSpPr>
            <a:spLocks noGrp="1"/>
          </p:cNvSpPr>
          <p:nvPr/>
        </p:nvSpPr>
        <p:spPr>
          <a:xfrm>
            <a:off x="609600" y="2952750"/>
            <a:ext cx="10972800" cy="723900"/>
          </a:xfrm>
          <a:prstGeom prst="rect">
            <a:avLst/>
          </a:prstGeom>
          <a:solidFill>
            <a:srgbClr val="151515"/>
          </a:solidFill>
          <a:ln w="0">
            <a:noFill/>
          </a:ln>
        </p:spPr>
      </p:sp>
      <p:sp>
        <p:nvSpPr>
          <p:cNvPr id="10" name="answer">
            <a:extLst>
              <a:ext uri="{FF2B5EF4-FFF2-40B4-BE49-F238E27FC236}">
                <a16:creationId xmlns:a16="http://schemas.microsoft.com/office/drawing/2014/main" id="{C12CD0DC-629B-4350-869D-6046A8C096BB}"/>
              </a:ext>
            </a:extLst>
          </p:cNvPr>
          <p:cNvSpPr>
            <a:spLocks noGrp="1"/>
          </p:cNvSpPr>
          <p:nvPr/>
        </p:nvSpPr>
        <p:spPr>
          <a:xfrm>
            <a:off x="876300" y="3162300"/>
            <a:ext cx="10439400" cy="457200"/>
          </a:xfrm>
          <a:prstGeom prst="rect">
            <a:avLst/>
          </a:prstGeom>
          <a:noFill/>
          <a:ln w="0">
            <a:noFill/>
          </a:ln>
        </p:spPr>
        <p:txBody>
          <a:bodyPr wrap="none" lIns="0" tIns="0" rIns="0" bIns="0" anchor="t">
            <a:noAutofit/>
          </a:bodyPr>
          <a:lstStyle>
            <a:defPPr algn="l">
              <a:defRPr sz="1950" b="1">
                <a:solidFill>
                  <a:srgbClr val="FFFFFF"/>
                </a:solidFill>
                <a:latin typeface="Malgun Gothic"/>
                <a:ea typeface="Malgun Gothic"/>
                <a:cs typeface="Malgun Gothic"/>
              </a:defRPr>
            </a:defPPr>
          </a:lstStyle>
          <a:p>
            <a:pPr algn="l">
              <a:lnSpc>
                <a:spcPct val="110000"/>
              </a:lnSpc>
              <a:buNone/>
              <a:defRPr sz="1950" b="1">
                <a:solidFill>
                  <a:srgbClr val="FFFFFF"/>
                </a:solidFill>
                <a:latin typeface="Malgun Gothic"/>
                <a:ea typeface="Malgun Gothic"/>
                <a:cs typeface="Malgun Gothic"/>
              </a:defRPr>
            </a:pPr>
            <a:r>
              <a:rPr sz="1950" b="1">
                <a:solidFill>
                  <a:srgbClr val="FFFFFF"/>
                </a:solidFill>
                <a:latin typeface="Malgun Gothic"/>
                <a:ea typeface="Malgun Gothic"/>
                <a:cs typeface="Malgun Gothic"/>
              </a:rPr>
              <a:t>L=0, R=3</a:t>
            </a:r>
          </a:p>
        </p:txBody>
      </p:sp>
      <p:sp>
        <p:nvSpPr>
          <p:cNvPr id="11" name="explanation-label">
            <a:extLst>
              <a:ext uri="{FF2B5EF4-FFF2-40B4-BE49-F238E27FC236}">
                <a16:creationId xmlns:a16="http://schemas.microsoft.com/office/drawing/2014/main" id="{E6DF38D0-AF7D-4BD5-8619-D1739EB5A08D}"/>
              </a:ext>
            </a:extLst>
          </p:cNvPr>
          <p:cNvSpPr>
            <a:spLocks noGrp="1"/>
          </p:cNvSpPr>
          <p:nvPr/>
        </p:nvSpPr>
        <p:spPr>
          <a:xfrm>
            <a:off x="609600" y="4019550"/>
            <a:ext cx="1143000" cy="304800"/>
          </a:xfrm>
          <a:prstGeom prst="rect">
            <a:avLst/>
          </a:prstGeom>
          <a:noFill/>
          <a:ln w="0">
            <a:noFill/>
          </a:ln>
        </p:spPr>
        <p:txBody>
          <a:bodyPr wrap="none" lIns="0" tIns="0" rIns="0" bIns="0" anchor="t">
            <a:noAutofit/>
          </a:bodyPr>
          <a:lstStyle>
            <a:defPPr algn="l">
              <a:defRPr sz="1800" b="1">
                <a:solidFill>
                  <a:srgbClr val="151515"/>
                </a:solidFill>
                <a:latin typeface="Malgun Gothic"/>
                <a:ea typeface="Malgun Gothic"/>
                <a:cs typeface="Malgun Gothic"/>
              </a:defRPr>
            </a:defPPr>
          </a:lstStyle>
          <a:p>
            <a:pPr algn="l">
              <a:lnSpc>
                <a:spcPct val="110000"/>
              </a:lnSpc>
              <a:buNone/>
              <a:defRPr sz="1800" b="1">
                <a:solidFill>
                  <a:srgbClr val="151515"/>
                </a:solidFill>
                <a:latin typeface="Malgun Gothic"/>
                <a:ea typeface="Malgun Gothic"/>
                <a:cs typeface="Malgun Gothic"/>
              </a:defRPr>
            </a:pPr>
            <a:r>
              <a:rPr sz="1800" b="1">
                <a:solidFill>
                  <a:srgbClr val="151515"/>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56817B18-2EE8-4E14-B8CC-BF2F32307310}"/>
              </a:ext>
            </a:extLst>
          </p:cNvPr>
          <p:cNvSpPr>
            <a:spLocks noGrp="1"/>
          </p:cNvSpPr>
          <p:nvPr/>
        </p:nvSpPr>
        <p:spPr>
          <a:xfrm>
            <a:off x="1752600" y="4210050"/>
            <a:ext cx="9829800" cy="9525"/>
          </a:xfrm>
          <a:prstGeom prst="rect">
            <a:avLst/>
          </a:prstGeom>
          <a:solidFill>
            <a:srgbClr val="CCCCCC"/>
          </a:solidFill>
          <a:ln w="0">
            <a:noFill/>
          </a:ln>
        </p:spPr>
      </p:sp>
      <p:sp>
        <p:nvSpPr>
          <p:cNvPr id="13" name="explanation">
            <a:extLst>
              <a:ext uri="{FF2B5EF4-FFF2-40B4-BE49-F238E27FC236}">
                <a16:creationId xmlns:a16="http://schemas.microsoft.com/office/drawing/2014/main" id="{A39A3F45-54D7-448F-862A-6044A4C399FA}"/>
              </a:ext>
            </a:extLst>
          </p:cNvPr>
          <p:cNvSpPr>
            <a:spLocks noGrp="1"/>
          </p:cNvSpPr>
          <p:nvPr/>
        </p:nvSpPr>
        <p:spPr>
          <a:xfrm>
            <a:off x="609600" y="4495800"/>
            <a:ext cx="10972800" cy="1314450"/>
          </a:xfrm>
          <a:prstGeom prst="rect">
            <a:avLst/>
          </a:prstGeom>
          <a:noFill/>
          <a:ln w="0">
            <a:noFill/>
          </a:ln>
        </p:spPr>
        <p:txBody>
          <a:bodyPr wrap="none" lIns="0" tIns="0" rIns="0" bIns="0" anchor="t">
            <a:noAutofit/>
          </a:bodyPr>
          <a:lstStyle>
            <a:defPPr algn="l">
              <a:defRPr sz="1875" b="0">
                <a:solidFill>
                  <a:srgbClr val="555555"/>
                </a:solidFill>
                <a:latin typeface="Malgun Gothic"/>
                <a:ea typeface="Malgun Gothic"/>
                <a:cs typeface="Malgun Gothic"/>
              </a:defRPr>
            </a:defPPr>
          </a:lstStyle>
          <a:p>
            <a:pPr algn="l">
              <a:lnSpc>
                <a:spcPct val="110000"/>
              </a:lnSpc>
              <a:buNone/>
              <a:defRPr sz="1875" b="0">
                <a:solidFill>
                  <a:srgbClr val="555555"/>
                </a:solidFill>
                <a:latin typeface="Malgun Gothic"/>
                <a:ea typeface="Malgun Gothic"/>
                <a:cs typeface="Malgun Gothic"/>
              </a:defRPr>
            </a:pPr>
            <a:r>
              <a:rPr sz="1875" b="0">
                <a:solidFill>
                  <a:srgbClr val="555555"/>
                </a:solidFill>
                <a:latin typeface="Malgun Gothic"/>
                <a:ea typeface="Malgun Gothic"/>
                <a:cs typeface="Malgun Gothic"/>
              </a:rPr>
              <a:t>a[0]=8은 6보다 크므로 L은 0에서 멈춘다.</a:t>
            </a:r>
          </a:p>
          <a:p>
            <a:pPr algn="l">
              <a:lnSpc>
                <a:spcPct val="110000"/>
              </a:lnSpc>
              <a:buNone/>
              <a:defRPr sz="1875" b="0">
                <a:solidFill>
                  <a:srgbClr val="555555"/>
                </a:solidFill>
                <a:latin typeface="Malgun Gothic"/>
                <a:ea typeface="Malgun Gothic"/>
                <a:cs typeface="Malgun Gothic"/>
              </a:defRPr>
            </a:pPr>
            <a:r>
              <a:rPr sz="1875" b="0">
                <a:solidFill>
                  <a:srgbClr val="555555"/>
                </a:solidFill>
                <a:latin typeface="Malgun Gothic"/>
                <a:ea typeface="Malgun Gothic"/>
                <a:cs typeface="Malgun Gothic"/>
              </a:rPr>
              <a:t>a[4]=7은 6보다 커서 R을 3으로 줄인다. a[3]=3에서 멈춘다.</a:t>
            </a:r>
          </a:p>
        </p:txBody>
      </p:sp>
    </p:spTree>
    <p:extLst>
      <p:ext uri="{BB962C8B-B14F-4D97-AF65-F5344CB8AC3E}">
        <p14:creationId xmlns:p14="http://schemas.microsoft.com/office/powerpoint/2010/main" val="3241935704"/>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section">
            <a:extLst>
              <a:ext uri="{FF2B5EF4-FFF2-40B4-BE49-F238E27FC236}">
                <a16:creationId xmlns:a16="http://schemas.microsoft.com/office/drawing/2014/main" id="{7C1EE893-EB10-4524-843F-C1D71514B8B7}"/>
              </a:ext>
            </a:extLst>
          </p:cNvPr>
          <p:cNvSpPr>
            <a:spLocks noGrp="1"/>
          </p:cNvSpPr>
          <p:nvPr/>
        </p:nvSpPr>
        <p:spPr>
          <a:xfrm>
            <a:off x="609600" y="266700"/>
            <a:ext cx="8096250" cy="266700"/>
          </a:xfrm>
          <a:prstGeom prst="rect">
            <a:avLst/>
          </a:prstGeom>
          <a:noFill/>
          <a:ln w="0">
            <a:noFill/>
          </a:ln>
        </p:spPr>
        <p:txBody>
          <a:bodyPr wrap="none" lIns="0" tIns="0" rIns="0" bIns="0" anchor="t">
            <a:noAutofit/>
          </a:bodyPr>
          <a:lstStyle>
            <a:defPPr algn="l">
              <a:defRPr sz="1050" b="0">
                <a:solidFill>
                  <a:srgbClr val="555555"/>
                </a:solidFill>
                <a:latin typeface="Malgun Gothic"/>
                <a:ea typeface="Malgun Gothic"/>
                <a:cs typeface="Malgun Gothic"/>
              </a:defRPr>
            </a:defPPr>
          </a:lstStyle>
          <a:p>
            <a:pPr algn="l">
              <a:lnSpc>
                <a:spcPct val="110000"/>
              </a:lnSpc>
              <a:buNone/>
              <a:defRPr sz="1050" b="0">
                <a:solidFill>
                  <a:srgbClr val="555555"/>
                </a:solidFill>
                <a:latin typeface="Malgun Gothic"/>
                <a:ea typeface="Malgun Gothic"/>
                <a:cs typeface="Malgun Gothic"/>
              </a:defRPr>
            </a:pPr>
            <a:r>
              <a:rPr sz="1050" b="0">
                <a:solidFill>
                  <a:srgbClr val="555555"/>
                </a:solidFill>
                <a:latin typeface="Malgun Gothic"/>
                <a:ea typeface="Malgun Gothic"/>
                <a:cs typeface="Malgun Gothic"/>
              </a:rPr>
              <a:t>4장 분할 정복  /  계산·추적</a:t>
            </a:r>
          </a:p>
        </p:txBody>
      </p:sp>
      <p:sp>
        <p:nvSpPr>
          <p:cNvPr id="2" name="brand">
            <a:extLst>
              <a:ext uri="{FF2B5EF4-FFF2-40B4-BE49-F238E27FC236}">
                <a16:creationId xmlns:a16="http://schemas.microsoft.com/office/drawing/2014/main" id="{EE9A046C-5B82-4508-92A3-E4767EEA0E27}"/>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555555"/>
                </a:solidFill>
                <a:latin typeface="Malgun Gothic"/>
                <a:ea typeface="Malgun Gothic"/>
                <a:cs typeface="Malgun Gothic"/>
              </a:defRPr>
            </a:defPPr>
          </a:lstStyle>
          <a:p>
            <a:pPr algn="l">
              <a:lnSpc>
                <a:spcPct val="110000"/>
              </a:lnSpc>
              <a:buNone/>
              <a:defRPr sz="900" b="0">
                <a:solidFill>
                  <a:srgbClr val="555555"/>
                </a:solidFill>
                <a:latin typeface="Malgun Gothic"/>
                <a:ea typeface="Malgun Gothic"/>
                <a:cs typeface="Malgun Gothic"/>
              </a:defRPr>
            </a:pPr>
            <a:r>
              <a:rPr sz="900" b="0">
                <a:solidFill>
                  <a:srgbClr val="55555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D9E31B2A-9CFC-4BB5-BA98-B2BF56865A71}"/>
              </a:ext>
            </a:extLst>
          </p:cNvPr>
          <p:cNvSpPr>
            <a:spLocks noGrp="1"/>
          </p:cNvSpPr>
          <p:nvPr/>
        </p:nvSpPr>
        <p:spPr>
          <a:xfrm>
            <a:off x="609600" y="685800"/>
            <a:ext cx="10972800" cy="685800"/>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0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문제 70</a:t>
            </a:r>
          </a:p>
        </p:txBody>
      </p:sp>
      <p:sp>
        <p:nvSpPr>
          <p:cNvPr id="4" name="footer">
            <a:extLst>
              <a:ext uri="{FF2B5EF4-FFF2-40B4-BE49-F238E27FC236}">
                <a16:creationId xmlns:a16="http://schemas.microsoft.com/office/drawing/2014/main" id="{324FB15D-8A57-437B-981B-695BC0753A97}"/>
              </a:ext>
            </a:extLst>
          </p:cNvPr>
          <p:cNvSpPr>
            <a:spLocks noGrp="1"/>
          </p:cNvSpPr>
          <p:nvPr/>
        </p:nvSpPr>
        <p:spPr>
          <a:xfrm>
            <a:off x="609600" y="6591300"/>
            <a:ext cx="9715500" cy="190500"/>
          </a:xfrm>
          <a:prstGeom prst="rect">
            <a:avLst/>
          </a:prstGeom>
          <a:noFill/>
          <a:ln w="0">
            <a:noFill/>
          </a:ln>
        </p:spPr>
        <p:txBody>
          <a:bodyPr wrap="none" lIns="0" tIns="0" rIns="0" bIns="0" anchor="t">
            <a:noAutofit/>
          </a:bodyPr>
          <a:lstStyle>
            <a:defPPr algn="l">
              <a:defRPr sz="900" b="0">
                <a:solidFill>
                  <a:srgbClr val="555555"/>
                </a:solidFill>
                <a:latin typeface="Consolas"/>
                <a:ea typeface="Consolas"/>
                <a:cs typeface="Consolas"/>
              </a:defRPr>
            </a:defPPr>
          </a:lstStyle>
          <a:p>
            <a:pPr algn="l">
              <a:lnSpc>
                <a:spcPct val="110000"/>
              </a:lnSpc>
              <a:buNone/>
              <a:defRPr sz="900" b="0">
                <a:solidFill>
                  <a:srgbClr val="555555"/>
                </a:solidFill>
                <a:latin typeface="Consolas"/>
                <a:ea typeface="Consolas"/>
                <a:cs typeface="Consolas"/>
              </a:defRPr>
            </a:pPr>
            <a:r>
              <a:rPr sz="900" b="0">
                <a:solidFill>
                  <a:srgbClr val="555555"/>
                </a:solidFill>
                <a:latin typeface="Consolas"/>
                <a:ea typeface="Consolas"/>
                <a:cs typeface="Consolas"/>
              </a:rPr>
              <a:t>04 / DIVIDE AND CONQUER · EXERCISES</a:t>
            </a:r>
          </a:p>
        </p:txBody>
      </p:sp>
      <p:sp>
        <p:nvSpPr>
          <p:cNvPr id="5" name="page">
            <a:extLst>
              <a:ext uri="{FF2B5EF4-FFF2-40B4-BE49-F238E27FC236}">
                <a16:creationId xmlns:a16="http://schemas.microsoft.com/office/drawing/2014/main" id="{1FEC01C6-6835-4FEE-82A7-0B9A1BA92A1D}"/>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0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139</a:t>
            </a:r>
            <a:endParaRPr sz="1050" b="0">
              <a:solidFill>
                <a:srgbClr val="151515"/>
              </a:solidFill>
              <a:latin typeface="Consolas"/>
              <a:ea typeface="Consolas"/>
              <a:cs typeface="Consolas"/>
            </a:endParaRPr>
          </a:p>
        </p:txBody>
      </p:sp>
      <p:sp>
        <p:nvSpPr>
          <p:cNvPr id="6" name="직사각형 5">
            <a:extLst>
              <a:ext uri="{FF2B5EF4-FFF2-40B4-BE49-F238E27FC236}">
                <a16:creationId xmlns:a16="http://schemas.microsoft.com/office/drawing/2014/main" id="{5873B0A7-1478-444E-B5F9-699D34B958EB}"/>
              </a:ext>
            </a:extLst>
          </p:cNvPr>
          <p:cNvSpPr>
            <a:spLocks noGrp="1"/>
          </p:cNvSpPr>
          <p:nvPr/>
        </p:nvSpPr>
        <p:spPr>
          <a:xfrm>
            <a:off x="609600" y="6438900"/>
            <a:ext cx="10972800" cy="9525"/>
          </a:xfrm>
          <a:prstGeom prst="rect">
            <a:avLst/>
          </a:prstGeom>
          <a:solidFill>
            <a:srgbClr val="CCCCCC"/>
          </a:solidFill>
          <a:ln w="0">
            <a:noFill/>
          </a:ln>
        </p:spPr>
      </p:sp>
      <p:sp>
        <p:nvSpPr>
          <p:cNvPr id="7" name="prompt">
            <a:extLst>
              <a:ext uri="{FF2B5EF4-FFF2-40B4-BE49-F238E27FC236}">
                <a16:creationId xmlns:a16="http://schemas.microsoft.com/office/drawing/2014/main" id="{7E11308F-A4B7-4554-A546-A440DBC400AC}"/>
              </a:ext>
            </a:extLst>
          </p:cNvPr>
          <p:cNvSpPr>
            <a:spLocks noGrp="1"/>
          </p:cNvSpPr>
          <p:nvPr/>
        </p:nvSpPr>
        <p:spPr>
          <a:xfrm>
            <a:off x="609600" y="1714500"/>
            <a:ext cx="10972800" cy="1381125"/>
          </a:xfrm>
          <a:prstGeom prst="rect">
            <a:avLst/>
          </a:prstGeom>
          <a:noFill/>
          <a:ln w="0">
            <a:noFill/>
          </a:ln>
        </p:spPr>
        <p:txBody>
          <a:bodyPr wrap="none" lIns="0" tIns="0" rIns="0" bIns="0" anchor="t">
            <a:noAutofit/>
          </a:bodyPr>
          <a:lstStyle>
            <a:defPPr algn="l">
              <a:defRPr sz="2100" b="0">
                <a:solidFill>
                  <a:srgbClr val="151515"/>
                </a:solidFill>
                <a:latin typeface="Malgun Gothic"/>
                <a:ea typeface="Malgun Gothic"/>
                <a:cs typeface="Malgun Gothic"/>
              </a:defRPr>
            </a:defPPr>
          </a:lstStyle>
          <a:p>
            <a:pPr algn="l">
              <a:lnSpc>
                <a:spcPct val="110000"/>
              </a:lnSpc>
              <a:buNone/>
              <a:defRPr sz="2100" b="0">
                <a:solidFill>
                  <a:srgbClr val="151515"/>
                </a:solidFill>
                <a:latin typeface="Malgun Gothic"/>
                <a:ea typeface="Malgun Gothic"/>
                <a:cs typeface="Malgun Gothic"/>
              </a:defRPr>
            </a:pPr>
            <a:r>
              <a:rPr sz="2100" b="0">
                <a:solidFill>
                  <a:srgbClr val="151515"/>
                </a:solidFill>
                <a:latin typeface="Malgun Gothic"/>
                <a:ea typeface="Malgun Gothic"/>
                <a:cs typeface="Malgun Gothic"/>
              </a:rPr>
              <a:t>퀵 정렬의 [0,5] 구간에서 피벗 인덱스 p=3이 확정되었다.</a:t>
            </a:r>
          </a:p>
          <a:p>
            <a:pPr algn="l">
              <a:lnSpc>
                <a:spcPct val="110000"/>
              </a:lnSpc>
              <a:buNone/>
              <a:defRPr sz="2100" b="0">
                <a:solidFill>
                  <a:srgbClr val="151515"/>
                </a:solidFill>
                <a:latin typeface="Malgun Gothic"/>
                <a:ea typeface="Malgun Gothic"/>
                <a:cs typeface="Malgun Gothic"/>
              </a:defRPr>
            </a:pPr>
            <a:r>
              <a:rPr sz="2100" b="0">
                <a:solidFill>
                  <a:srgbClr val="151515"/>
                </a:solidFill>
                <a:latin typeface="Malgun Gothic"/>
                <a:ea typeface="Malgun Gothic"/>
                <a:cs typeface="Malgun Gothic"/>
              </a:rPr>
              <a:t>피벗을 제외하고 재귀 정렬할 왼쪽·오른쪽 구간을 쓰시오.</a:t>
            </a:r>
          </a:p>
          <a:p>
            <a:pPr algn="l">
              <a:lnSpc>
                <a:spcPct val="110000"/>
              </a:lnSpc>
              <a:buNone/>
              <a:defRPr sz="2100" b="0">
                <a:solidFill>
                  <a:srgbClr val="151515"/>
                </a:solidFill>
                <a:latin typeface="Malgun Gothic"/>
                <a:ea typeface="Malgun Gothic"/>
                <a:cs typeface="Malgun Gothic"/>
              </a:defRPr>
            </a:pPr>
            <a:r>
              <a:rPr sz="2100" b="0">
                <a:solidFill>
                  <a:srgbClr val="151515"/>
                </a:solidFill>
                <a:latin typeface="Malgun Gothic"/>
                <a:ea typeface="Malgun Gothic"/>
                <a:cs typeface="Malgun Gothic"/>
              </a:rPr>
              <a:t>구간은 양 끝 인덱스를 포함한다.</a:t>
            </a:r>
          </a:p>
        </p:txBody>
      </p:sp>
      <p:sp>
        <p:nvSpPr>
          <p:cNvPr id="8" name="instructions">
            <a:extLst>
              <a:ext uri="{FF2B5EF4-FFF2-40B4-BE49-F238E27FC236}">
                <a16:creationId xmlns:a16="http://schemas.microsoft.com/office/drawing/2014/main" id="{2953641C-3690-4FBA-A8CA-B8D970C5D55F}"/>
              </a:ext>
            </a:extLst>
          </p:cNvPr>
          <p:cNvSpPr>
            <a:spLocks noGrp="1"/>
          </p:cNvSpPr>
          <p:nvPr/>
        </p:nvSpPr>
        <p:spPr>
          <a:xfrm>
            <a:off x="609600" y="3876675"/>
            <a:ext cx="10972800" cy="323850"/>
          </a:xfrm>
          <a:prstGeom prst="rect">
            <a:avLst/>
          </a:prstGeom>
          <a:noFill/>
          <a:ln w="0">
            <a:noFill/>
          </a:ln>
        </p:spPr>
        <p:txBody>
          <a:bodyPr wrap="none" lIns="0" tIns="0" rIns="0" bIns="0" anchor="t">
            <a:noAutofit/>
          </a:bodyPr>
          <a:lstStyle>
            <a:defPPr algn="l">
              <a:defRPr sz="1725" b="0">
                <a:solidFill>
                  <a:srgbClr val="666666"/>
                </a:solidFill>
                <a:latin typeface="Malgun Gothic"/>
                <a:ea typeface="Malgun Gothic"/>
                <a:cs typeface="Malgun Gothic"/>
              </a:defRPr>
            </a:defPPr>
          </a:lstStyle>
          <a:p>
            <a:pPr algn="l">
              <a:lnSpc>
                <a:spcPct val="110000"/>
              </a:lnSpc>
              <a:buNone/>
              <a:defRPr sz="1725" b="0">
                <a:solidFill>
                  <a:srgbClr val="666666"/>
                </a:solidFill>
                <a:latin typeface="Malgun Gothic"/>
                <a:ea typeface="Malgun Gothic"/>
                <a:cs typeface="Malgun Gothic"/>
              </a:defRPr>
            </a:pPr>
            <a:r>
              <a:rPr sz="1725" b="0">
                <a:solidFill>
                  <a:srgbClr val="666666"/>
                </a:solidFill>
                <a:latin typeface="Malgun Gothic"/>
                <a:ea typeface="Malgun Gothic"/>
                <a:cs typeface="Malgun Gothic"/>
              </a:rPr>
              <a:t>풀이 과정과 판단 근거를 함께 쓰시오.</a:t>
            </a:r>
          </a:p>
        </p:txBody>
      </p:sp>
      <p:sp>
        <p:nvSpPr>
          <p:cNvPr id="9" name="직사각형 8">
            <a:extLst>
              <a:ext uri="{FF2B5EF4-FFF2-40B4-BE49-F238E27FC236}">
                <a16:creationId xmlns:a16="http://schemas.microsoft.com/office/drawing/2014/main" id="{CE510EC8-408C-4F76-861E-3BA8B1AD3718}"/>
              </a:ext>
            </a:extLst>
          </p:cNvPr>
          <p:cNvSpPr>
            <a:spLocks noGrp="1"/>
          </p:cNvSpPr>
          <p:nvPr/>
        </p:nvSpPr>
        <p:spPr>
          <a:xfrm>
            <a:off x="609600" y="4495800"/>
            <a:ext cx="10972800" cy="9525"/>
          </a:xfrm>
          <a:prstGeom prst="rect">
            <a:avLst/>
          </a:prstGeom>
          <a:solidFill>
            <a:srgbClr val="CCCCCC"/>
          </a:solidFill>
          <a:ln w="0">
            <a:noFill/>
          </a:ln>
        </p:spPr>
      </p:sp>
      <p:sp>
        <p:nvSpPr>
          <p:cNvPr id="10" name="직사각형 9">
            <a:extLst>
              <a:ext uri="{FF2B5EF4-FFF2-40B4-BE49-F238E27FC236}">
                <a16:creationId xmlns:a16="http://schemas.microsoft.com/office/drawing/2014/main" id="{D4338350-3D0E-403F-9F87-F929F750EED4}"/>
              </a:ext>
            </a:extLst>
          </p:cNvPr>
          <p:cNvSpPr>
            <a:spLocks noGrp="1"/>
          </p:cNvSpPr>
          <p:nvPr/>
        </p:nvSpPr>
        <p:spPr>
          <a:xfrm>
            <a:off x="609600" y="4953000"/>
            <a:ext cx="10972800" cy="9525"/>
          </a:xfrm>
          <a:prstGeom prst="rect">
            <a:avLst/>
          </a:prstGeom>
          <a:solidFill>
            <a:srgbClr val="CCCCCC"/>
          </a:solidFill>
          <a:ln w="0">
            <a:noFill/>
          </a:ln>
        </p:spPr>
      </p:sp>
      <p:sp>
        <p:nvSpPr>
          <p:cNvPr id="11" name="직사각형 10">
            <a:extLst>
              <a:ext uri="{FF2B5EF4-FFF2-40B4-BE49-F238E27FC236}">
                <a16:creationId xmlns:a16="http://schemas.microsoft.com/office/drawing/2014/main" id="{1417E704-7929-414F-BD66-55983238C20F}"/>
              </a:ext>
            </a:extLst>
          </p:cNvPr>
          <p:cNvSpPr>
            <a:spLocks noGrp="1"/>
          </p:cNvSpPr>
          <p:nvPr/>
        </p:nvSpPr>
        <p:spPr>
          <a:xfrm>
            <a:off x="609600" y="5410200"/>
            <a:ext cx="10972800" cy="9525"/>
          </a:xfrm>
          <a:prstGeom prst="rect">
            <a:avLst/>
          </a:prstGeom>
          <a:solidFill>
            <a:srgbClr val="CCCCCC"/>
          </a:solidFill>
          <a:ln w="0">
            <a:noFill/>
          </a:ln>
        </p:spPr>
      </p:sp>
      <p:sp>
        <p:nvSpPr>
          <p:cNvPr id="12" name="직사각형 11">
            <a:extLst>
              <a:ext uri="{FF2B5EF4-FFF2-40B4-BE49-F238E27FC236}">
                <a16:creationId xmlns:a16="http://schemas.microsoft.com/office/drawing/2014/main" id="{70A21E91-4C66-4EAF-BE95-3556CB7FC17E}"/>
              </a:ext>
            </a:extLst>
          </p:cNvPr>
          <p:cNvSpPr>
            <a:spLocks noGrp="1"/>
          </p:cNvSpPr>
          <p:nvPr/>
        </p:nvSpPr>
        <p:spPr>
          <a:xfrm>
            <a:off x="609600" y="5867400"/>
            <a:ext cx="10972800" cy="9525"/>
          </a:xfrm>
          <a:prstGeom prst="rect">
            <a:avLst/>
          </a:prstGeom>
          <a:solidFill>
            <a:srgbClr val="CCCCCC"/>
          </a:solidFill>
          <a:ln w="0">
            <a:noFill/>
          </a:ln>
        </p:spPr>
      </p:sp>
    </p:spTree>
    <p:extLst>
      <p:ext uri="{BB962C8B-B14F-4D97-AF65-F5344CB8AC3E}">
        <p14:creationId xmlns:p14="http://schemas.microsoft.com/office/powerpoint/2010/main" val="967581935"/>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section">
            <a:extLst>
              <a:ext uri="{FF2B5EF4-FFF2-40B4-BE49-F238E27FC236}">
                <a16:creationId xmlns:a16="http://schemas.microsoft.com/office/drawing/2014/main" id="{C5A768A5-3CCE-4071-813E-F6D84B989E57}"/>
              </a:ext>
            </a:extLst>
          </p:cNvPr>
          <p:cNvSpPr>
            <a:spLocks noGrp="1"/>
          </p:cNvSpPr>
          <p:nvPr/>
        </p:nvSpPr>
        <p:spPr>
          <a:xfrm>
            <a:off x="609600" y="266700"/>
            <a:ext cx="8096250" cy="266700"/>
          </a:xfrm>
          <a:prstGeom prst="rect">
            <a:avLst/>
          </a:prstGeom>
          <a:noFill/>
          <a:ln w="0">
            <a:noFill/>
          </a:ln>
        </p:spPr>
        <p:txBody>
          <a:bodyPr wrap="none" lIns="0" tIns="0" rIns="0" bIns="0" anchor="t">
            <a:noAutofit/>
          </a:bodyPr>
          <a:lstStyle>
            <a:defPPr algn="l">
              <a:defRPr sz="1050" b="0">
                <a:solidFill>
                  <a:srgbClr val="555555"/>
                </a:solidFill>
                <a:latin typeface="Malgun Gothic"/>
                <a:ea typeface="Malgun Gothic"/>
                <a:cs typeface="Malgun Gothic"/>
              </a:defRPr>
            </a:defPPr>
          </a:lstStyle>
          <a:p>
            <a:pPr algn="l">
              <a:lnSpc>
                <a:spcPct val="110000"/>
              </a:lnSpc>
              <a:buNone/>
              <a:defRPr sz="1050" b="0">
                <a:solidFill>
                  <a:srgbClr val="555555"/>
                </a:solidFill>
                <a:latin typeface="Malgun Gothic"/>
                <a:ea typeface="Malgun Gothic"/>
                <a:cs typeface="Malgun Gothic"/>
              </a:defRPr>
            </a:pPr>
            <a:r>
              <a:rPr sz="1050" b="0">
                <a:solidFill>
                  <a:srgbClr val="555555"/>
                </a:solidFill>
                <a:latin typeface="Malgun Gothic"/>
                <a:ea typeface="Malgun Gothic"/>
                <a:cs typeface="Malgun Gothic"/>
              </a:rPr>
              <a:t>4장 분할 정복  /  계산·추적</a:t>
            </a:r>
          </a:p>
        </p:txBody>
      </p:sp>
      <p:sp>
        <p:nvSpPr>
          <p:cNvPr id="2" name="brand">
            <a:extLst>
              <a:ext uri="{FF2B5EF4-FFF2-40B4-BE49-F238E27FC236}">
                <a16:creationId xmlns:a16="http://schemas.microsoft.com/office/drawing/2014/main" id="{7B0658B2-4E98-4D72-8982-C0D04F03FAB8}"/>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555555"/>
                </a:solidFill>
                <a:latin typeface="Malgun Gothic"/>
                <a:ea typeface="Malgun Gothic"/>
                <a:cs typeface="Malgun Gothic"/>
              </a:defRPr>
            </a:defPPr>
          </a:lstStyle>
          <a:p>
            <a:pPr algn="l">
              <a:lnSpc>
                <a:spcPct val="110000"/>
              </a:lnSpc>
              <a:buNone/>
              <a:defRPr sz="900" b="0">
                <a:solidFill>
                  <a:srgbClr val="555555"/>
                </a:solidFill>
                <a:latin typeface="Malgun Gothic"/>
                <a:ea typeface="Malgun Gothic"/>
                <a:cs typeface="Malgun Gothic"/>
              </a:defRPr>
            </a:pPr>
            <a:r>
              <a:rPr sz="900" b="0">
                <a:solidFill>
                  <a:srgbClr val="55555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355F8165-9BAF-4AE5-A10D-F4769EA1B92A}"/>
              </a:ext>
            </a:extLst>
          </p:cNvPr>
          <p:cNvSpPr>
            <a:spLocks noGrp="1"/>
          </p:cNvSpPr>
          <p:nvPr/>
        </p:nvSpPr>
        <p:spPr>
          <a:xfrm>
            <a:off x="609600" y="685800"/>
            <a:ext cx="10972800" cy="685800"/>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0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문제 70  정답과 해설</a:t>
            </a:r>
          </a:p>
        </p:txBody>
      </p:sp>
      <p:sp>
        <p:nvSpPr>
          <p:cNvPr id="4" name="footer">
            <a:extLst>
              <a:ext uri="{FF2B5EF4-FFF2-40B4-BE49-F238E27FC236}">
                <a16:creationId xmlns:a16="http://schemas.microsoft.com/office/drawing/2014/main" id="{684227DC-3F5A-4F6A-87D3-4E52C3EBB847}"/>
              </a:ext>
            </a:extLst>
          </p:cNvPr>
          <p:cNvSpPr>
            <a:spLocks noGrp="1"/>
          </p:cNvSpPr>
          <p:nvPr/>
        </p:nvSpPr>
        <p:spPr>
          <a:xfrm>
            <a:off x="609600" y="6591300"/>
            <a:ext cx="9715500" cy="190500"/>
          </a:xfrm>
          <a:prstGeom prst="rect">
            <a:avLst/>
          </a:prstGeom>
          <a:noFill/>
          <a:ln w="0">
            <a:noFill/>
          </a:ln>
        </p:spPr>
        <p:txBody>
          <a:bodyPr wrap="none" lIns="0" tIns="0" rIns="0" bIns="0" anchor="t">
            <a:noAutofit/>
          </a:bodyPr>
          <a:lstStyle>
            <a:defPPr algn="l">
              <a:defRPr sz="900" b="0">
                <a:solidFill>
                  <a:srgbClr val="555555"/>
                </a:solidFill>
                <a:latin typeface="Consolas"/>
                <a:ea typeface="Consolas"/>
                <a:cs typeface="Consolas"/>
              </a:defRPr>
            </a:defPPr>
          </a:lstStyle>
          <a:p>
            <a:pPr algn="l">
              <a:lnSpc>
                <a:spcPct val="110000"/>
              </a:lnSpc>
              <a:buNone/>
              <a:defRPr sz="900" b="0">
                <a:solidFill>
                  <a:srgbClr val="555555"/>
                </a:solidFill>
                <a:latin typeface="Consolas"/>
                <a:ea typeface="Consolas"/>
                <a:cs typeface="Consolas"/>
              </a:defRPr>
            </a:pPr>
            <a:r>
              <a:rPr sz="900" b="0">
                <a:solidFill>
                  <a:srgbClr val="555555"/>
                </a:solidFill>
                <a:latin typeface="Consolas"/>
                <a:ea typeface="Consolas"/>
                <a:cs typeface="Consolas"/>
              </a:rPr>
              <a:t>04 / DIVIDE AND CONQUER · EXERCISES</a:t>
            </a:r>
          </a:p>
        </p:txBody>
      </p:sp>
      <p:sp>
        <p:nvSpPr>
          <p:cNvPr id="5" name="page">
            <a:extLst>
              <a:ext uri="{FF2B5EF4-FFF2-40B4-BE49-F238E27FC236}">
                <a16:creationId xmlns:a16="http://schemas.microsoft.com/office/drawing/2014/main" id="{19B2B1BE-07C7-4D19-8F24-C659ED8AC838}"/>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0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140</a:t>
            </a:r>
            <a:endParaRPr sz="1050" b="0">
              <a:solidFill>
                <a:srgbClr val="151515"/>
              </a:solidFill>
              <a:latin typeface="Consolas"/>
              <a:ea typeface="Consolas"/>
              <a:cs typeface="Consolas"/>
            </a:endParaRPr>
          </a:p>
        </p:txBody>
      </p:sp>
      <p:sp>
        <p:nvSpPr>
          <p:cNvPr id="6" name="직사각형 5">
            <a:extLst>
              <a:ext uri="{FF2B5EF4-FFF2-40B4-BE49-F238E27FC236}">
                <a16:creationId xmlns:a16="http://schemas.microsoft.com/office/drawing/2014/main" id="{97BD2B04-822A-45BE-8B49-5EBA8F27D4FC}"/>
              </a:ext>
            </a:extLst>
          </p:cNvPr>
          <p:cNvSpPr>
            <a:spLocks noGrp="1"/>
          </p:cNvSpPr>
          <p:nvPr/>
        </p:nvSpPr>
        <p:spPr>
          <a:xfrm>
            <a:off x="609600" y="6438900"/>
            <a:ext cx="10972800" cy="9525"/>
          </a:xfrm>
          <a:prstGeom prst="rect">
            <a:avLst/>
          </a:prstGeom>
          <a:solidFill>
            <a:srgbClr val="CCCCCC"/>
          </a:solidFill>
          <a:ln w="0">
            <a:noFill/>
          </a:ln>
        </p:spPr>
      </p:sp>
      <p:sp>
        <p:nvSpPr>
          <p:cNvPr id="7" name="직사각형 6">
            <a:extLst>
              <a:ext uri="{FF2B5EF4-FFF2-40B4-BE49-F238E27FC236}">
                <a16:creationId xmlns:a16="http://schemas.microsoft.com/office/drawing/2014/main" id="{4DF54541-9F25-44E9-AD58-A70539D4ADDE}"/>
              </a:ext>
            </a:extLst>
          </p:cNvPr>
          <p:cNvSpPr>
            <a:spLocks noGrp="1"/>
          </p:cNvSpPr>
          <p:nvPr/>
        </p:nvSpPr>
        <p:spPr>
          <a:xfrm>
            <a:off x="609600" y="1381125"/>
            <a:ext cx="10972800" cy="19050"/>
          </a:xfrm>
          <a:prstGeom prst="rect">
            <a:avLst/>
          </a:prstGeom>
          <a:solidFill>
            <a:srgbClr val="151515"/>
          </a:solidFill>
          <a:ln w="0">
            <a:noFill/>
          </a:ln>
        </p:spPr>
      </p:sp>
      <p:sp>
        <p:nvSpPr>
          <p:cNvPr id="8" name="prompt">
            <a:extLst>
              <a:ext uri="{FF2B5EF4-FFF2-40B4-BE49-F238E27FC236}">
                <a16:creationId xmlns:a16="http://schemas.microsoft.com/office/drawing/2014/main" id="{AC8308EE-7828-4DFD-BDA0-FC46A5B0E58B}"/>
              </a:ext>
            </a:extLst>
          </p:cNvPr>
          <p:cNvSpPr>
            <a:spLocks noGrp="1"/>
          </p:cNvSpPr>
          <p:nvPr/>
        </p:nvSpPr>
        <p:spPr>
          <a:xfrm>
            <a:off x="609600" y="1714500"/>
            <a:ext cx="10972800" cy="1095375"/>
          </a:xfrm>
          <a:prstGeom prst="rect">
            <a:avLst/>
          </a:prstGeom>
          <a:noFill/>
          <a:ln w="0">
            <a:noFill/>
          </a:ln>
        </p:spPr>
        <p:txBody>
          <a:bodyPr wrap="none" lIns="0" tIns="0" rIns="0" bIns="0" anchor="t">
            <a:noAutofit/>
          </a:bodyPr>
          <a:lstStyle>
            <a:defPPr algn="l">
              <a:defRPr sz="1800" b="0">
                <a:solidFill>
                  <a:srgbClr val="555555"/>
                </a:solidFill>
                <a:latin typeface="Malgun Gothic"/>
                <a:ea typeface="Malgun Gothic"/>
                <a:cs typeface="Malgun Gothic"/>
              </a:defRPr>
            </a:defPPr>
          </a:lstStyle>
          <a:p>
            <a:pPr algn="l">
              <a:lnSpc>
                <a:spcPct val="110000"/>
              </a:lnSpc>
              <a:buNone/>
              <a:defRPr sz="1800" b="0">
                <a:solidFill>
                  <a:srgbClr val="555555"/>
                </a:solidFill>
                <a:latin typeface="Malgun Gothic"/>
                <a:ea typeface="Malgun Gothic"/>
                <a:cs typeface="Malgun Gothic"/>
              </a:defRPr>
            </a:pPr>
            <a:r>
              <a:rPr sz="1800" b="0">
                <a:solidFill>
                  <a:srgbClr val="555555"/>
                </a:solidFill>
                <a:latin typeface="Malgun Gothic"/>
                <a:ea typeface="Malgun Gothic"/>
                <a:cs typeface="Malgun Gothic"/>
              </a:rPr>
              <a:t>퀵 정렬의 [0,5] 구간에서 피벗 인덱스 p=3이 확정되었다.</a:t>
            </a:r>
          </a:p>
          <a:p>
            <a:pPr algn="l">
              <a:lnSpc>
                <a:spcPct val="110000"/>
              </a:lnSpc>
              <a:buNone/>
              <a:defRPr sz="1800" b="0">
                <a:solidFill>
                  <a:srgbClr val="555555"/>
                </a:solidFill>
                <a:latin typeface="Malgun Gothic"/>
                <a:ea typeface="Malgun Gothic"/>
                <a:cs typeface="Malgun Gothic"/>
              </a:defRPr>
            </a:pPr>
            <a:r>
              <a:rPr sz="1800" b="0">
                <a:solidFill>
                  <a:srgbClr val="555555"/>
                </a:solidFill>
                <a:latin typeface="Malgun Gothic"/>
                <a:ea typeface="Malgun Gothic"/>
                <a:cs typeface="Malgun Gothic"/>
              </a:rPr>
              <a:t>피벗을 제외하고 재귀 정렬할 왼쪽·오른쪽 구간을 쓰시오.</a:t>
            </a:r>
          </a:p>
          <a:p>
            <a:pPr algn="l">
              <a:lnSpc>
                <a:spcPct val="110000"/>
              </a:lnSpc>
              <a:buNone/>
              <a:defRPr sz="1800" b="0">
                <a:solidFill>
                  <a:srgbClr val="555555"/>
                </a:solidFill>
                <a:latin typeface="Malgun Gothic"/>
                <a:ea typeface="Malgun Gothic"/>
                <a:cs typeface="Malgun Gothic"/>
              </a:defRPr>
            </a:pPr>
            <a:r>
              <a:rPr sz="1800" b="0">
                <a:solidFill>
                  <a:srgbClr val="555555"/>
                </a:solidFill>
                <a:latin typeface="Malgun Gothic"/>
                <a:ea typeface="Malgun Gothic"/>
                <a:cs typeface="Malgun Gothic"/>
              </a:rPr>
              <a:t>구간은 양 끝 인덱스를 포함한다.</a:t>
            </a:r>
          </a:p>
        </p:txBody>
      </p:sp>
      <p:sp>
        <p:nvSpPr>
          <p:cNvPr id="9" name="answer-band">
            <a:extLst>
              <a:ext uri="{FF2B5EF4-FFF2-40B4-BE49-F238E27FC236}">
                <a16:creationId xmlns:a16="http://schemas.microsoft.com/office/drawing/2014/main" id="{42C88C22-5674-4341-8FE7-4151D1AC0958}"/>
              </a:ext>
            </a:extLst>
          </p:cNvPr>
          <p:cNvSpPr>
            <a:spLocks noGrp="1"/>
          </p:cNvSpPr>
          <p:nvPr/>
        </p:nvSpPr>
        <p:spPr>
          <a:xfrm>
            <a:off x="609600" y="2952750"/>
            <a:ext cx="10972800" cy="723900"/>
          </a:xfrm>
          <a:prstGeom prst="rect">
            <a:avLst/>
          </a:prstGeom>
          <a:solidFill>
            <a:srgbClr val="151515"/>
          </a:solidFill>
          <a:ln w="0">
            <a:noFill/>
          </a:ln>
        </p:spPr>
      </p:sp>
      <p:sp>
        <p:nvSpPr>
          <p:cNvPr id="10" name="answer">
            <a:extLst>
              <a:ext uri="{FF2B5EF4-FFF2-40B4-BE49-F238E27FC236}">
                <a16:creationId xmlns:a16="http://schemas.microsoft.com/office/drawing/2014/main" id="{478A83DB-7C56-4EC1-AD58-84A0EA169C3E}"/>
              </a:ext>
            </a:extLst>
          </p:cNvPr>
          <p:cNvSpPr>
            <a:spLocks noGrp="1"/>
          </p:cNvSpPr>
          <p:nvPr/>
        </p:nvSpPr>
        <p:spPr>
          <a:xfrm>
            <a:off x="876300" y="3162300"/>
            <a:ext cx="10439400" cy="457200"/>
          </a:xfrm>
          <a:prstGeom prst="rect">
            <a:avLst/>
          </a:prstGeom>
          <a:noFill/>
          <a:ln w="0">
            <a:noFill/>
          </a:ln>
        </p:spPr>
        <p:txBody>
          <a:bodyPr wrap="none" lIns="0" tIns="0" rIns="0" bIns="0" anchor="t">
            <a:noAutofit/>
          </a:bodyPr>
          <a:lstStyle>
            <a:defPPr algn="l">
              <a:defRPr sz="1950" b="1">
                <a:solidFill>
                  <a:srgbClr val="FFFFFF"/>
                </a:solidFill>
                <a:latin typeface="Malgun Gothic"/>
                <a:ea typeface="Malgun Gothic"/>
                <a:cs typeface="Malgun Gothic"/>
              </a:defRPr>
            </a:defPPr>
          </a:lstStyle>
          <a:p>
            <a:pPr algn="l">
              <a:lnSpc>
                <a:spcPct val="110000"/>
              </a:lnSpc>
              <a:buNone/>
              <a:defRPr sz="1950" b="1">
                <a:solidFill>
                  <a:srgbClr val="FFFFFF"/>
                </a:solidFill>
                <a:latin typeface="Malgun Gothic"/>
                <a:ea typeface="Malgun Gothic"/>
                <a:cs typeface="Malgun Gothic"/>
              </a:defRPr>
            </a:pPr>
            <a:r>
              <a:rPr sz="1950" b="1">
                <a:solidFill>
                  <a:srgbClr val="FFFFFF"/>
                </a:solidFill>
                <a:latin typeface="Malgun Gothic"/>
                <a:ea typeface="Malgun Gothic"/>
                <a:cs typeface="Malgun Gothic"/>
              </a:rPr>
              <a:t>왼쪽 [0,2], 오른쪽 [4,5]</a:t>
            </a:r>
          </a:p>
        </p:txBody>
      </p:sp>
      <p:sp>
        <p:nvSpPr>
          <p:cNvPr id="11" name="explanation-label">
            <a:extLst>
              <a:ext uri="{FF2B5EF4-FFF2-40B4-BE49-F238E27FC236}">
                <a16:creationId xmlns:a16="http://schemas.microsoft.com/office/drawing/2014/main" id="{73B0AD1F-5E40-47D0-88AC-646FF6F62D08}"/>
              </a:ext>
            </a:extLst>
          </p:cNvPr>
          <p:cNvSpPr>
            <a:spLocks noGrp="1"/>
          </p:cNvSpPr>
          <p:nvPr/>
        </p:nvSpPr>
        <p:spPr>
          <a:xfrm>
            <a:off x="609600" y="4019550"/>
            <a:ext cx="1143000" cy="304800"/>
          </a:xfrm>
          <a:prstGeom prst="rect">
            <a:avLst/>
          </a:prstGeom>
          <a:noFill/>
          <a:ln w="0">
            <a:noFill/>
          </a:ln>
        </p:spPr>
        <p:txBody>
          <a:bodyPr wrap="none" lIns="0" tIns="0" rIns="0" bIns="0" anchor="t">
            <a:noAutofit/>
          </a:bodyPr>
          <a:lstStyle>
            <a:defPPr algn="l">
              <a:defRPr sz="1800" b="1">
                <a:solidFill>
                  <a:srgbClr val="151515"/>
                </a:solidFill>
                <a:latin typeface="Malgun Gothic"/>
                <a:ea typeface="Malgun Gothic"/>
                <a:cs typeface="Malgun Gothic"/>
              </a:defRPr>
            </a:defPPr>
          </a:lstStyle>
          <a:p>
            <a:pPr algn="l">
              <a:lnSpc>
                <a:spcPct val="110000"/>
              </a:lnSpc>
              <a:buNone/>
              <a:defRPr sz="1800" b="1">
                <a:solidFill>
                  <a:srgbClr val="151515"/>
                </a:solidFill>
                <a:latin typeface="Malgun Gothic"/>
                <a:ea typeface="Malgun Gothic"/>
                <a:cs typeface="Malgun Gothic"/>
              </a:defRPr>
            </a:pPr>
            <a:r>
              <a:rPr sz="1800" b="1">
                <a:solidFill>
                  <a:srgbClr val="151515"/>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1EA7D5E4-9AE7-4B72-A7CD-893F52C5078C}"/>
              </a:ext>
            </a:extLst>
          </p:cNvPr>
          <p:cNvSpPr>
            <a:spLocks noGrp="1"/>
          </p:cNvSpPr>
          <p:nvPr/>
        </p:nvSpPr>
        <p:spPr>
          <a:xfrm>
            <a:off x="1752600" y="4210050"/>
            <a:ext cx="9829800" cy="9525"/>
          </a:xfrm>
          <a:prstGeom prst="rect">
            <a:avLst/>
          </a:prstGeom>
          <a:solidFill>
            <a:srgbClr val="CCCCCC"/>
          </a:solidFill>
          <a:ln w="0">
            <a:noFill/>
          </a:ln>
        </p:spPr>
      </p:sp>
      <p:sp>
        <p:nvSpPr>
          <p:cNvPr id="13" name="explanation">
            <a:extLst>
              <a:ext uri="{FF2B5EF4-FFF2-40B4-BE49-F238E27FC236}">
                <a16:creationId xmlns:a16="http://schemas.microsoft.com/office/drawing/2014/main" id="{26610BE9-5C37-4A1D-B9BE-85E3ED58132F}"/>
              </a:ext>
            </a:extLst>
          </p:cNvPr>
          <p:cNvSpPr>
            <a:spLocks noGrp="1"/>
          </p:cNvSpPr>
          <p:nvPr/>
        </p:nvSpPr>
        <p:spPr>
          <a:xfrm>
            <a:off x="609600" y="4495800"/>
            <a:ext cx="10972800" cy="1314450"/>
          </a:xfrm>
          <a:prstGeom prst="rect">
            <a:avLst/>
          </a:prstGeom>
          <a:noFill/>
          <a:ln w="0">
            <a:noFill/>
          </a:ln>
        </p:spPr>
        <p:txBody>
          <a:bodyPr wrap="none" lIns="0" tIns="0" rIns="0" bIns="0" anchor="t">
            <a:noAutofit/>
          </a:bodyPr>
          <a:lstStyle>
            <a:defPPr algn="l">
              <a:defRPr sz="1875" b="0">
                <a:solidFill>
                  <a:srgbClr val="555555"/>
                </a:solidFill>
                <a:latin typeface="Malgun Gothic"/>
                <a:ea typeface="Malgun Gothic"/>
                <a:cs typeface="Malgun Gothic"/>
              </a:defRPr>
            </a:defPPr>
          </a:lstStyle>
          <a:p>
            <a:pPr algn="l">
              <a:lnSpc>
                <a:spcPct val="110000"/>
              </a:lnSpc>
              <a:buNone/>
              <a:defRPr sz="1875" b="0">
                <a:solidFill>
                  <a:srgbClr val="555555"/>
                </a:solidFill>
                <a:latin typeface="Malgun Gothic"/>
                <a:ea typeface="Malgun Gothic"/>
                <a:cs typeface="Malgun Gothic"/>
              </a:defRPr>
            </a:pPr>
            <a:r>
              <a:rPr sz="1875" b="0">
                <a:solidFill>
                  <a:srgbClr val="555555"/>
                </a:solidFill>
                <a:latin typeface="Malgun Gothic"/>
                <a:ea typeface="Malgun Gothic"/>
                <a:cs typeface="Malgun Gothic"/>
              </a:rPr>
              <a:t>피벗 인덱스 3은 다시 정렬하지 않는다.</a:t>
            </a:r>
          </a:p>
          <a:p>
            <a:pPr algn="l">
              <a:lnSpc>
                <a:spcPct val="110000"/>
              </a:lnSpc>
              <a:buNone/>
              <a:defRPr sz="1875" b="0">
                <a:solidFill>
                  <a:srgbClr val="555555"/>
                </a:solidFill>
                <a:latin typeface="Malgun Gothic"/>
                <a:ea typeface="Malgun Gothic"/>
                <a:cs typeface="Malgun Gothic"/>
              </a:defRPr>
            </a:pPr>
            <a:r>
              <a:rPr sz="1875" b="0">
                <a:solidFill>
                  <a:srgbClr val="555555"/>
                </a:solidFill>
                <a:latin typeface="Malgun Gothic"/>
                <a:ea typeface="Malgun Gothic"/>
                <a:cs typeface="Malgun Gothic"/>
              </a:rPr>
              <a:t>왼쪽은 [lo,p-1]=[0,2], 오른쪽은 [p+1,hi]=[4,5]이다.</a:t>
            </a:r>
          </a:p>
        </p:txBody>
      </p:sp>
    </p:spTree>
    <p:extLst>
      <p:ext uri="{BB962C8B-B14F-4D97-AF65-F5344CB8AC3E}">
        <p14:creationId xmlns:p14="http://schemas.microsoft.com/office/powerpoint/2010/main" val="1776294168"/>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ext-28-64">
            <a:extLst>
              <a:ext uri="{FF2B5EF4-FFF2-40B4-BE49-F238E27FC236}">
                <a16:creationId xmlns:a16="http://schemas.microsoft.com/office/drawing/2014/main" id="{1B028569-5FF9-4664-B1F0-E1C44D1AEEF8}"/>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서술·설계</a:t>
            </a:r>
          </a:p>
        </p:txBody>
      </p:sp>
      <p:sp>
        <p:nvSpPr>
          <p:cNvPr id="2" name="text-28-1080">
            <a:extLst>
              <a:ext uri="{FF2B5EF4-FFF2-40B4-BE49-F238E27FC236}">
                <a16:creationId xmlns:a16="http://schemas.microsoft.com/office/drawing/2014/main" id="{A0829432-6756-4196-A7F0-0A8239BB9179}"/>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7932D058-221E-4BD5-8075-5A455B0D8196}"/>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71  </a:t>
            </a:r>
          </a:p>
        </p:txBody>
      </p:sp>
      <p:sp>
        <p:nvSpPr>
          <p:cNvPr id="4" name="직사각형 3">
            <a:extLst>
              <a:ext uri="{FF2B5EF4-FFF2-40B4-BE49-F238E27FC236}">
                <a16:creationId xmlns:a16="http://schemas.microsoft.com/office/drawing/2014/main" id="{7F844444-090E-4621-9D57-69770A3DEB79}"/>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1C37CEE4-167D-4179-BF95-33ED98D7280B}"/>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FF119B5A-C3E9-4E3F-8A56-7F80D6E59B97}"/>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A5793F8F-489D-4A60-B9F1-1222930A1D57}"/>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141</a:t>
            </a:r>
            <a:endParaRPr sz="1050" b="1" i="0">
              <a:solidFill>
                <a:srgbClr val="171717"/>
              </a:solidFill>
              <a:latin typeface="Consolas"/>
              <a:ea typeface="Consolas"/>
              <a:cs typeface="Consolas"/>
            </a:endParaRPr>
          </a:p>
        </p:txBody>
      </p:sp>
      <p:sp>
        <p:nvSpPr>
          <p:cNvPr id="8" name="text-178-64">
            <a:extLst>
              <a:ext uri="{FF2B5EF4-FFF2-40B4-BE49-F238E27FC236}">
                <a16:creationId xmlns:a16="http://schemas.microsoft.com/office/drawing/2014/main" id="{639A160F-C9D4-4C70-898D-B1C9FE3F23B9}"/>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표준 병합에서 두 현재 원소 중 작은 것을 먼저 출력해도 되는 이유를 설명하시오.</a:t>
            </a:r>
          </a:p>
        </p:txBody>
      </p:sp>
      <p:sp>
        <p:nvSpPr>
          <p:cNvPr id="9" name="text-405-64">
            <a:extLst>
              <a:ext uri="{FF2B5EF4-FFF2-40B4-BE49-F238E27FC236}">
                <a16:creationId xmlns:a16="http://schemas.microsoft.com/office/drawing/2014/main" id="{C8EADFEF-59BC-42A1-84A3-9FB748687C3C}"/>
              </a:ext>
            </a:extLst>
          </p:cNvPr>
          <p:cNvSpPr>
            <a:spLocks noGrp="1"/>
          </p:cNvSpPr>
          <p:nvPr/>
        </p:nvSpPr>
        <p:spPr>
          <a:xfrm>
            <a:off x="609600" y="3857625"/>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직사각형 9">
            <a:extLst>
              <a:ext uri="{FF2B5EF4-FFF2-40B4-BE49-F238E27FC236}">
                <a16:creationId xmlns:a16="http://schemas.microsoft.com/office/drawing/2014/main" id="{90731074-BCDC-4371-8824-ED3E141A6461}"/>
              </a:ext>
            </a:extLst>
          </p:cNvPr>
          <p:cNvSpPr>
            <a:spLocks noGrp="1"/>
          </p:cNvSpPr>
          <p:nvPr/>
        </p:nvSpPr>
        <p:spPr>
          <a:xfrm>
            <a:off x="609600" y="4495800"/>
            <a:ext cx="10972800" cy="9525"/>
          </a:xfrm>
          <a:prstGeom prst="rect">
            <a:avLst/>
          </a:prstGeom>
          <a:solidFill>
            <a:srgbClr val="D4D4D4"/>
          </a:solidFill>
          <a:ln w="0">
            <a:noFill/>
          </a:ln>
        </p:spPr>
      </p:sp>
      <p:sp>
        <p:nvSpPr>
          <p:cNvPr id="11" name="직사각형 10">
            <a:extLst>
              <a:ext uri="{FF2B5EF4-FFF2-40B4-BE49-F238E27FC236}">
                <a16:creationId xmlns:a16="http://schemas.microsoft.com/office/drawing/2014/main" id="{E0F2FF81-ABB1-4714-B7A8-36E1DDCA1450}"/>
              </a:ext>
            </a:extLst>
          </p:cNvPr>
          <p:cNvSpPr>
            <a:spLocks noGrp="1"/>
          </p:cNvSpPr>
          <p:nvPr/>
        </p:nvSpPr>
        <p:spPr>
          <a:xfrm>
            <a:off x="609600" y="5181600"/>
            <a:ext cx="10972800" cy="9525"/>
          </a:xfrm>
          <a:prstGeom prst="rect">
            <a:avLst/>
          </a:prstGeom>
          <a:solidFill>
            <a:srgbClr val="D4D4D4"/>
          </a:solidFill>
          <a:ln w="0">
            <a:noFill/>
          </a:ln>
        </p:spPr>
      </p:sp>
      <p:sp>
        <p:nvSpPr>
          <p:cNvPr id="12" name="직사각형 11">
            <a:extLst>
              <a:ext uri="{FF2B5EF4-FFF2-40B4-BE49-F238E27FC236}">
                <a16:creationId xmlns:a16="http://schemas.microsoft.com/office/drawing/2014/main" id="{FA1044A3-1541-40F8-98A4-B65DC5DD8632}"/>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p14:creationId xmlns:p14="http://schemas.microsoft.com/office/powerpoint/2010/main" val="462685519"/>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335B8D5E-0FD6-4DB4-A456-BC27844E40FB}"/>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서술·설계</a:t>
            </a:r>
          </a:p>
        </p:txBody>
      </p:sp>
      <p:sp>
        <p:nvSpPr>
          <p:cNvPr id="2" name="text-28-1080">
            <a:extLst>
              <a:ext uri="{FF2B5EF4-FFF2-40B4-BE49-F238E27FC236}">
                <a16:creationId xmlns:a16="http://schemas.microsoft.com/office/drawing/2014/main" id="{7D572C52-F089-4F9D-80D9-17C4EE46E357}"/>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5FF36315-9176-408D-AA1C-F39F21DE736B}"/>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71  정답과 해설</a:t>
            </a:r>
          </a:p>
        </p:txBody>
      </p:sp>
      <p:sp>
        <p:nvSpPr>
          <p:cNvPr id="4" name="직사각형 3">
            <a:extLst>
              <a:ext uri="{FF2B5EF4-FFF2-40B4-BE49-F238E27FC236}">
                <a16:creationId xmlns:a16="http://schemas.microsoft.com/office/drawing/2014/main" id="{AC85AD57-0478-49C9-80CD-2E30CC651083}"/>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09C288C4-2AD7-4BBA-8118-028919310B9B}"/>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7278BB1A-78AF-40CF-8234-ACE1F5988733}"/>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0F3692A9-5B7C-4861-97F0-7407A89FF9A3}"/>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142</a:t>
            </a:r>
            <a:endParaRPr sz="1050" b="1" i="0">
              <a:solidFill>
                <a:srgbClr val="171717"/>
              </a:solidFill>
              <a:latin typeface="Consolas"/>
              <a:ea typeface="Consolas"/>
              <a:cs typeface="Consolas"/>
            </a:endParaRPr>
          </a:p>
        </p:txBody>
      </p:sp>
      <p:sp>
        <p:nvSpPr>
          <p:cNvPr id="8" name="text-178-64">
            <a:extLst>
              <a:ext uri="{FF2B5EF4-FFF2-40B4-BE49-F238E27FC236}">
                <a16:creationId xmlns:a16="http://schemas.microsoft.com/office/drawing/2014/main" id="{3B787F4E-FE7B-40C8-A45E-99F7AC26BA59}"/>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표준 병합에서 두 현재 원소 중 작은 것을 먼저 출력해도 되는 이유를 설명하시오.</a:t>
            </a:r>
          </a:p>
        </p:txBody>
      </p:sp>
      <p:sp>
        <p:nvSpPr>
          <p:cNvPr id="9" name="직사각형 8">
            <a:extLst>
              <a:ext uri="{FF2B5EF4-FFF2-40B4-BE49-F238E27FC236}">
                <a16:creationId xmlns:a16="http://schemas.microsoft.com/office/drawing/2014/main" id="{0772E13B-8A84-4F3C-8C21-E08D76421C65}"/>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82316B56-487C-479F-874E-E38C2EEA1FC1}"/>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각 입력이 정렬되어 있어 현재 원소가 그 입력의 남은 최솟값이다.</a:t>
            </a:r>
          </a:p>
        </p:txBody>
      </p:sp>
      <p:sp>
        <p:nvSpPr>
          <p:cNvPr id="11" name="text-324.4-64">
            <a:extLst>
              <a:ext uri="{FF2B5EF4-FFF2-40B4-BE49-F238E27FC236}">
                <a16:creationId xmlns:a16="http://schemas.microsoft.com/office/drawing/2014/main" id="{18E618EB-DBC1-455A-8E30-A15295406238}"/>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3E4D85F9-E3CA-4C35-A626-3A356EDAB918}"/>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DC6FFD06-2265-4AC4-A293-918876119F18}"/>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두 최솟값 중 작은 값은 전체 남은 원소의 최솟값이다. 이를 반복하면 정렬 결과가 된다.</a:t>
            </a:r>
          </a:p>
        </p:txBody>
      </p:sp>
    </p:spTree>
    <p:extLst>
      <p:ext uri="{BB962C8B-B14F-4D97-AF65-F5344CB8AC3E}">
        <p14:creationId xmlns:p14="http://schemas.microsoft.com/office/powerpoint/2010/main" val="462685519"/>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ext-28-64">
            <a:extLst>
              <a:ext uri="{FF2B5EF4-FFF2-40B4-BE49-F238E27FC236}">
                <a16:creationId xmlns:a16="http://schemas.microsoft.com/office/drawing/2014/main" id="{A93D6CBB-C19D-4E4F-8D16-7375BE54CA0F}"/>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서술·설계</a:t>
            </a:r>
          </a:p>
        </p:txBody>
      </p:sp>
      <p:sp>
        <p:nvSpPr>
          <p:cNvPr id="2" name="text-28-1080">
            <a:extLst>
              <a:ext uri="{FF2B5EF4-FFF2-40B4-BE49-F238E27FC236}">
                <a16:creationId xmlns:a16="http://schemas.microsoft.com/office/drawing/2014/main" id="{4D13B400-E342-45B2-81A3-1BCCD3B1F406}"/>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0DFC0C8E-6FD4-4DD6-8C34-F65DFAF5A126}"/>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72  </a:t>
            </a:r>
          </a:p>
        </p:txBody>
      </p:sp>
      <p:sp>
        <p:nvSpPr>
          <p:cNvPr id="4" name="직사각형 3">
            <a:extLst>
              <a:ext uri="{FF2B5EF4-FFF2-40B4-BE49-F238E27FC236}">
                <a16:creationId xmlns:a16="http://schemas.microsoft.com/office/drawing/2014/main" id="{E3CCB6FA-35A4-4E2C-AF4B-8D4170BE30B3}"/>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E83A8FFE-5E00-4C1A-8C19-CF071972F7F8}"/>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7E4024B7-E39A-4214-B238-880694DB886B}"/>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8E89F2F1-56D5-4A1A-8FD9-8A040D207DEC}"/>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143</a:t>
            </a:r>
            <a:endParaRPr sz="1050" b="1" i="0">
              <a:solidFill>
                <a:srgbClr val="171717"/>
              </a:solidFill>
              <a:latin typeface="Consolas"/>
              <a:ea typeface="Consolas"/>
              <a:cs typeface="Consolas"/>
            </a:endParaRPr>
          </a:p>
        </p:txBody>
      </p:sp>
      <p:sp>
        <p:nvSpPr>
          <p:cNvPr id="8" name="text-178-64">
            <a:extLst>
              <a:ext uri="{FF2B5EF4-FFF2-40B4-BE49-F238E27FC236}">
                <a16:creationId xmlns:a16="http://schemas.microsoft.com/office/drawing/2014/main" id="{5AF92B4B-1E29-4B90-8C6C-12CFA5F48A69}"/>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병합의 동등 키에서 오른쪽을 우선하면 안정성이 깨지는 최소 반례를 제시하시오.</a:t>
            </a:r>
          </a:p>
        </p:txBody>
      </p:sp>
      <p:sp>
        <p:nvSpPr>
          <p:cNvPr id="9" name="text-405-64">
            <a:extLst>
              <a:ext uri="{FF2B5EF4-FFF2-40B4-BE49-F238E27FC236}">
                <a16:creationId xmlns:a16="http://schemas.microsoft.com/office/drawing/2014/main" id="{4B15EB33-107E-4021-B517-9FFD72791EC7}"/>
              </a:ext>
            </a:extLst>
          </p:cNvPr>
          <p:cNvSpPr>
            <a:spLocks noGrp="1"/>
          </p:cNvSpPr>
          <p:nvPr/>
        </p:nvSpPr>
        <p:spPr>
          <a:xfrm>
            <a:off x="609600" y="3857625"/>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직사각형 9">
            <a:extLst>
              <a:ext uri="{FF2B5EF4-FFF2-40B4-BE49-F238E27FC236}">
                <a16:creationId xmlns:a16="http://schemas.microsoft.com/office/drawing/2014/main" id="{BD5461BF-DF85-4598-8BB3-5FEC083E4879}"/>
              </a:ext>
            </a:extLst>
          </p:cNvPr>
          <p:cNvSpPr>
            <a:spLocks noGrp="1"/>
          </p:cNvSpPr>
          <p:nvPr/>
        </p:nvSpPr>
        <p:spPr>
          <a:xfrm>
            <a:off x="609600" y="4495800"/>
            <a:ext cx="10972800" cy="9525"/>
          </a:xfrm>
          <a:prstGeom prst="rect">
            <a:avLst/>
          </a:prstGeom>
          <a:solidFill>
            <a:srgbClr val="D4D4D4"/>
          </a:solidFill>
          <a:ln w="0">
            <a:noFill/>
          </a:ln>
        </p:spPr>
      </p:sp>
      <p:sp>
        <p:nvSpPr>
          <p:cNvPr id="11" name="직사각형 10">
            <a:extLst>
              <a:ext uri="{FF2B5EF4-FFF2-40B4-BE49-F238E27FC236}">
                <a16:creationId xmlns:a16="http://schemas.microsoft.com/office/drawing/2014/main" id="{ED24D521-618F-4B95-96E8-E38D0C2A5F75}"/>
              </a:ext>
            </a:extLst>
          </p:cNvPr>
          <p:cNvSpPr>
            <a:spLocks noGrp="1"/>
          </p:cNvSpPr>
          <p:nvPr/>
        </p:nvSpPr>
        <p:spPr>
          <a:xfrm>
            <a:off x="609600" y="5181600"/>
            <a:ext cx="10972800" cy="9525"/>
          </a:xfrm>
          <a:prstGeom prst="rect">
            <a:avLst/>
          </a:prstGeom>
          <a:solidFill>
            <a:srgbClr val="D4D4D4"/>
          </a:solidFill>
          <a:ln w="0">
            <a:noFill/>
          </a:ln>
        </p:spPr>
      </p:sp>
      <p:sp>
        <p:nvSpPr>
          <p:cNvPr id="12" name="직사각형 11">
            <a:extLst>
              <a:ext uri="{FF2B5EF4-FFF2-40B4-BE49-F238E27FC236}">
                <a16:creationId xmlns:a16="http://schemas.microsoft.com/office/drawing/2014/main" id="{5470C89B-EC8B-4F80-9BF1-CEC40AA737FD}"/>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p14:creationId xmlns:p14="http://schemas.microsoft.com/office/powerpoint/2010/main" val="462685519"/>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1D7FA371-4793-4BED-9045-78665B8ABD95}"/>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서술·설계</a:t>
            </a:r>
          </a:p>
        </p:txBody>
      </p:sp>
      <p:sp>
        <p:nvSpPr>
          <p:cNvPr id="2" name="text-28-1080">
            <a:extLst>
              <a:ext uri="{FF2B5EF4-FFF2-40B4-BE49-F238E27FC236}">
                <a16:creationId xmlns:a16="http://schemas.microsoft.com/office/drawing/2014/main" id="{263D0629-0BDC-4A9B-BA41-9774E9F94198}"/>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479E3A0F-EE83-45C9-89DD-4E57551C5A9C}"/>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72  정답과 해설</a:t>
            </a:r>
          </a:p>
        </p:txBody>
      </p:sp>
      <p:sp>
        <p:nvSpPr>
          <p:cNvPr id="4" name="직사각형 3">
            <a:extLst>
              <a:ext uri="{FF2B5EF4-FFF2-40B4-BE49-F238E27FC236}">
                <a16:creationId xmlns:a16="http://schemas.microsoft.com/office/drawing/2014/main" id="{66DE09D4-66AD-4328-849D-5EA2D02BF032}"/>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4F235AD2-6D00-4F88-AD84-51E3EAB1829E}"/>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5667D946-5BEB-4338-B648-24D47DDBC491}"/>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2CFB469C-5C08-4E6B-90DB-177E09A46EF0}"/>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144</a:t>
            </a:r>
            <a:endParaRPr sz="1050" b="1" i="0">
              <a:solidFill>
                <a:srgbClr val="171717"/>
              </a:solidFill>
              <a:latin typeface="Consolas"/>
              <a:ea typeface="Consolas"/>
              <a:cs typeface="Consolas"/>
            </a:endParaRPr>
          </a:p>
        </p:txBody>
      </p:sp>
      <p:sp>
        <p:nvSpPr>
          <p:cNvPr id="8" name="text-178-64">
            <a:extLst>
              <a:ext uri="{FF2B5EF4-FFF2-40B4-BE49-F238E27FC236}">
                <a16:creationId xmlns:a16="http://schemas.microsoft.com/office/drawing/2014/main" id="{93175CF3-F580-4640-AF42-E60AFF93EDDB}"/>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병합의 동등 키에서 오른쪽을 우선하면 안정성이 깨지는 최소 반례를 제시하시오.</a:t>
            </a:r>
          </a:p>
        </p:txBody>
      </p:sp>
      <p:sp>
        <p:nvSpPr>
          <p:cNvPr id="9" name="직사각형 8">
            <a:extLst>
              <a:ext uri="{FF2B5EF4-FFF2-40B4-BE49-F238E27FC236}">
                <a16:creationId xmlns:a16="http://schemas.microsoft.com/office/drawing/2014/main" id="{FE79C3E3-28C8-4EEF-A173-FD4C7876B7A9}"/>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C0805A99-B882-4F71-A02F-EB4C52906473}"/>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왼쪽 [2A], 오른쪽 [2B]이면 결과가 [2B,2A]가 된다.</a:t>
            </a:r>
          </a:p>
        </p:txBody>
      </p:sp>
      <p:sp>
        <p:nvSpPr>
          <p:cNvPr id="11" name="text-324.4-64">
            <a:extLst>
              <a:ext uri="{FF2B5EF4-FFF2-40B4-BE49-F238E27FC236}">
                <a16:creationId xmlns:a16="http://schemas.microsoft.com/office/drawing/2014/main" id="{77258399-7A15-49E5-B55B-5E6862E38B07}"/>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595E5F7E-61E0-4A5B-8E11-17851E3443F1}"/>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41D5C746-BD13-44FB-9DB5-37B1EACE4D45}"/>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원래 앞에 있던 A가 뒤로 이동했다. 왼쪽을 우선하면 같은 키의 상대 순서가 유지된다.</a:t>
            </a:r>
          </a:p>
        </p:txBody>
      </p:sp>
    </p:spTree>
    <p:extLst>
      <p:ext uri="{BB962C8B-B14F-4D97-AF65-F5344CB8AC3E}">
        <p14:creationId xmlns:p14="http://schemas.microsoft.com/office/powerpoint/2010/main" val="462685519"/>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ext-28-64">
            <a:extLst>
              <a:ext uri="{FF2B5EF4-FFF2-40B4-BE49-F238E27FC236}">
                <a16:creationId xmlns:a16="http://schemas.microsoft.com/office/drawing/2014/main" id="{F7CFC4CE-3935-4FC8-94E3-AD4C7D1268F3}"/>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서술·설계</a:t>
            </a:r>
          </a:p>
        </p:txBody>
      </p:sp>
      <p:sp>
        <p:nvSpPr>
          <p:cNvPr id="2" name="text-28-1080">
            <a:extLst>
              <a:ext uri="{FF2B5EF4-FFF2-40B4-BE49-F238E27FC236}">
                <a16:creationId xmlns:a16="http://schemas.microsoft.com/office/drawing/2014/main" id="{34A6EA7F-BAD2-46BF-9922-A0975DED16D1}"/>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0E3FD62E-4E30-4FB7-A87D-48D6CBF2683D}"/>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73  </a:t>
            </a:r>
          </a:p>
        </p:txBody>
      </p:sp>
      <p:sp>
        <p:nvSpPr>
          <p:cNvPr id="4" name="직사각형 3">
            <a:extLst>
              <a:ext uri="{FF2B5EF4-FFF2-40B4-BE49-F238E27FC236}">
                <a16:creationId xmlns:a16="http://schemas.microsoft.com/office/drawing/2014/main" id="{8E8A3777-87F1-4B03-977E-BF183A7D39AA}"/>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79D47123-FE8A-428C-A24A-8385A2CF73D6}"/>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3E1BB89B-ADAD-4309-907C-65190700C3DF}"/>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AE5CF0FD-A77B-487B-ABDE-7B57765731E5}"/>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145</a:t>
            </a:r>
            <a:endParaRPr sz="1050" b="1" i="0">
              <a:solidFill>
                <a:srgbClr val="171717"/>
              </a:solidFill>
              <a:latin typeface="Consolas"/>
              <a:ea typeface="Consolas"/>
              <a:cs typeface="Consolas"/>
            </a:endParaRPr>
          </a:p>
        </p:txBody>
      </p:sp>
      <p:sp>
        <p:nvSpPr>
          <p:cNvPr id="8" name="text-178-64">
            <a:extLst>
              <a:ext uri="{FF2B5EF4-FFF2-40B4-BE49-F238E27FC236}">
                <a16:creationId xmlns:a16="http://schemas.microsoft.com/office/drawing/2014/main" id="{7469984E-9855-494A-9E6B-40A99AB966A1}"/>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합병 정렬에서 반열린 구간 [lo,hi)를 쓰는 장점과 기저 조건을 설명하시오.</a:t>
            </a:r>
          </a:p>
        </p:txBody>
      </p:sp>
      <p:sp>
        <p:nvSpPr>
          <p:cNvPr id="9" name="text-405-64">
            <a:extLst>
              <a:ext uri="{FF2B5EF4-FFF2-40B4-BE49-F238E27FC236}">
                <a16:creationId xmlns:a16="http://schemas.microsoft.com/office/drawing/2014/main" id="{DDCC6347-3BCD-4C7D-8693-F4F340B28A76}"/>
              </a:ext>
            </a:extLst>
          </p:cNvPr>
          <p:cNvSpPr>
            <a:spLocks noGrp="1"/>
          </p:cNvSpPr>
          <p:nvPr/>
        </p:nvSpPr>
        <p:spPr>
          <a:xfrm>
            <a:off x="609600" y="3857625"/>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직사각형 9">
            <a:extLst>
              <a:ext uri="{FF2B5EF4-FFF2-40B4-BE49-F238E27FC236}">
                <a16:creationId xmlns:a16="http://schemas.microsoft.com/office/drawing/2014/main" id="{5C9E08CC-A5A8-4532-9E16-9E957D9824BA}"/>
              </a:ext>
            </a:extLst>
          </p:cNvPr>
          <p:cNvSpPr>
            <a:spLocks noGrp="1"/>
          </p:cNvSpPr>
          <p:nvPr/>
        </p:nvSpPr>
        <p:spPr>
          <a:xfrm>
            <a:off x="609600" y="4495800"/>
            <a:ext cx="10972800" cy="9525"/>
          </a:xfrm>
          <a:prstGeom prst="rect">
            <a:avLst/>
          </a:prstGeom>
          <a:solidFill>
            <a:srgbClr val="D4D4D4"/>
          </a:solidFill>
          <a:ln w="0">
            <a:noFill/>
          </a:ln>
        </p:spPr>
      </p:sp>
      <p:sp>
        <p:nvSpPr>
          <p:cNvPr id="11" name="직사각형 10">
            <a:extLst>
              <a:ext uri="{FF2B5EF4-FFF2-40B4-BE49-F238E27FC236}">
                <a16:creationId xmlns:a16="http://schemas.microsoft.com/office/drawing/2014/main" id="{5FE2FE2D-100F-41B6-841E-D23BDEC3AC57}"/>
              </a:ext>
            </a:extLst>
          </p:cNvPr>
          <p:cNvSpPr>
            <a:spLocks noGrp="1"/>
          </p:cNvSpPr>
          <p:nvPr/>
        </p:nvSpPr>
        <p:spPr>
          <a:xfrm>
            <a:off x="609600" y="5181600"/>
            <a:ext cx="10972800" cy="9525"/>
          </a:xfrm>
          <a:prstGeom prst="rect">
            <a:avLst/>
          </a:prstGeom>
          <a:solidFill>
            <a:srgbClr val="D4D4D4"/>
          </a:solidFill>
          <a:ln w="0">
            <a:noFill/>
          </a:ln>
        </p:spPr>
      </p:sp>
      <p:sp>
        <p:nvSpPr>
          <p:cNvPr id="12" name="직사각형 11">
            <a:extLst>
              <a:ext uri="{FF2B5EF4-FFF2-40B4-BE49-F238E27FC236}">
                <a16:creationId xmlns:a16="http://schemas.microsoft.com/office/drawing/2014/main" id="{AD67722B-1C52-47F3-83BE-54DEA1BE0A37}"/>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p14:creationId xmlns:p14="http://schemas.microsoft.com/office/powerpoint/2010/main" val="462685519"/>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11A271A5-226C-4014-B273-5FA0D4A2EC8D}"/>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서술·설계</a:t>
            </a:r>
          </a:p>
        </p:txBody>
      </p:sp>
      <p:sp>
        <p:nvSpPr>
          <p:cNvPr id="2" name="text-28-1080">
            <a:extLst>
              <a:ext uri="{FF2B5EF4-FFF2-40B4-BE49-F238E27FC236}">
                <a16:creationId xmlns:a16="http://schemas.microsoft.com/office/drawing/2014/main" id="{B861810C-B323-41DD-840F-A09744FC1EA9}"/>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7BBEC944-7871-4FA1-B113-E9832E4C7775}"/>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73  정답과 해설</a:t>
            </a:r>
          </a:p>
        </p:txBody>
      </p:sp>
      <p:sp>
        <p:nvSpPr>
          <p:cNvPr id="4" name="직사각형 3">
            <a:extLst>
              <a:ext uri="{FF2B5EF4-FFF2-40B4-BE49-F238E27FC236}">
                <a16:creationId xmlns:a16="http://schemas.microsoft.com/office/drawing/2014/main" id="{3BC44D6E-199D-4AE9-A479-45F27C6EF1E6}"/>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994513F8-6653-4BC3-8D35-223BC1352122}"/>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1C5D8AE9-474A-4DC3-8DA3-0CD754092AB7}"/>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69CE3239-7E2B-4743-B612-94B1AB881DD8}"/>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146</a:t>
            </a:r>
            <a:endParaRPr sz="1050" b="1" i="0">
              <a:solidFill>
                <a:srgbClr val="171717"/>
              </a:solidFill>
              <a:latin typeface="Consolas"/>
              <a:ea typeface="Consolas"/>
              <a:cs typeface="Consolas"/>
            </a:endParaRPr>
          </a:p>
        </p:txBody>
      </p:sp>
      <p:sp>
        <p:nvSpPr>
          <p:cNvPr id="8" name="text-178-64">
            <a:extLst>
              <a:ext uri="{FF2B5EF4-FFF2-40B4-BE49-F238E27FC236}">
                <a16:creationId xmlns:a16="http://schemas.microsoft.com/office/drawing/2014/main" id="{AA240DB2-1263-4408-8AC4-EB96E93E7BD3}"/>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합병 정렬에서 반열린 구간 [lo,hi)를 쓰는 장점과 기저 조건을 설명하시오.</a:t>
            </a:r>
          </a:p>
        </p:txBody>
      </p:sp>
      <p:sp>
        <p:nvSpPr>
          <p:cNvPr id="9" name="직사각형 8">
            <a:extLst>
              <a:ext uri="{FF2B5EF4-FFF2-40B4-BE49-F238E27FC236}">
                <a16:creationId xmlns:a16="http://schemas.microsoft.com/office/drawing/2014/main" id="{FD8E54EB-E664-44FC-8381-96B0DA9490BF}"/>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FFDB1A55-BD8A-4788-BA5F-3E4C649A8D78}"/>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길이가 hi−lo이고 hi−lo≤1이면 종료한다. 분할은 [lo,mid),[mid,hi)이다.</a:t>
            </a:r>
          </a:p>
        </p:txBody>
      </p:sp>
      <p:sp>
        <p:nvSpPr>
          <p:cNvPr id="11" name="text-324.4-64">
            <a:extLst>
              <a:ext uri="{FF2B5EF4-FFF2-40B4-BE49-F238E27FC236}">
                <a16:creationId xmlns:a16="http://schemas.microsoft.com/office/drawing/2014/main" id="{1B794292-26D7-4934-B573-FE610752FD2E}"/>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904BBFFB-0D61-4574-8C48-27B849254B06}"/>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254E2B75-E948-4467-B8F2-3AB054AC5F28}"/>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원소가 중복되거나 빠지지 않고 빈 구간도 길이 0으로 표현된다.</a:t>
            </a:r>
          </a:p>
        </p:txBody>
      </p:sp>
    </p:spTree>
    <p:extLst>
      <p:ext uri="{BB962C8B-B14F-4D97-AF65-F5344CB8AC3E}">
        <p14:creationId xmlns:p14="http://schemas.microsoft.com/office/powerpoint/2010/main" val="462685519"/>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ext-28-64">
            <a:extLst>
              <a:ext uri="{FF2B5EF4-FFF2-40B4-BE49-F238E27FC236}">
                <a16:creationId xmlns:a16="http://schemas.microsoft.com/office/drawing/2014/main" id="{9949024E-B6DC-4B14-B2C5-2F14502976B5}"/>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서술·설계</a:t>
            </a:r>
          </a:p>
        </p:txBody>
      </p:sp>
      <p:sp>
        <p:nvSpPr>
          <p:cNvPr id="2" name="text-28-1080">
            <a:extLst>
              <a:ext uri="{FF2B5EF4-FFF2-40B4-BE49-F238E27FC236}">
                <a16:creationId xmlns:a16="http://schemas.microsoft.com/office/drawing/2014/main" id="{79123544-3636-48AE-8954-88A4CA89E696}"/>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0F2BCECC-B4D7-4634-8360-3C4B899E038E}"/>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74  </a:t>
            </a:r>
          </a:p>
        </p:txBody>
      </p:sp>
      <p:sp>
        <p:nvSpPr>
          <p:cNvPr id="4" name="직사각형 3">
            <a:extLst>
              <a:ext uri="{FF2B5EF4-FFF2-40B4-BE49-F238E27FC236}">
                <a16:creationId xmlns:a16="http://schemas.microsoft.com/office/drawing/2014/main" id="{90706630-BB2C-4DD6-BA8D-B795CF5F751A}"/>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B6529681-DC42-4A52-878E-74F3768B7850}"/>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D01E9B60-819F-4E0C-8BFA-FF17B9042A56}"/>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558386F7-2086-473C-9007-618C712B8091}"/>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147</a:t>
            </a:r>
            <a:endParaRPr sz="1050" b="1" i="0">
              <a:solidFill>
                <a:srgbClr val="171717"/>
              </a:solidFill>
              <a:latin typeface="Consolas"/>
              <a:ea typeface="Consolas"/>
              <a:cs typeface="Consolas"/>
            </a:endParaRPr>
          </a:p>
        </p:txBody>
      </p:sp>
      <p:sp>
        <p:nvSpPr>
          <p:cNvPr id="8" name="text-178-64">
            <a:extLst>
              <a:ext uri="{FF2B5EF4-FFF2-40B4-BE49-F238E27FC236}">
                <a16:creationId xmlns:a16="http://schemas.microsoft.com/office/drawing/2014/main" id="{A231C73A-4383-4AE6-9B87-DB36E143F1B9}"/>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최대 연속합을 왼쪽 정답과 오른쪽 정답만 비교하면 틀리는 반례를 제시하시오.</a:t>
            </a:r>
          </a:p>
        </p:txBody>
      </p:sp>
      <p:sp>
        <p:nvSpPr>
          <p:cNvPr id="9" name="text-405-64">
            <a:extLst>
              <a:ext uri="{FF2B5EF4-FFF2-40B4-BE49-F238E27FC236}">
                <a16:creationId xmlns:a16="http://schemas.microsoft.com/office/drawing/2014/main" id="{5B13BA3E-EEE8-4E9E-981B-8FAC8AC9AC57}"/>
              </a:ext>
            </a:extLst>
          </p:cNvPr>
          <p:cNvSpPr>
            <a:spLocks noGrp="1"/>
          </p:cNvSpPr>
          <p:nvPr/>
        </p:nvSpPr>
        <p:spPr>
          <a:xfrm>
            <a:off x="609600" y="3857625"/>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직사각형 9">
            <a:extLst>
              <a:ext uri="{FF2B5EF4-FFF2-40B4-BE49-F238E27FC236}">
                <a16:creationId xmlns:a16="http://schemas.microsoft.com/office/drawing/2014/main" id="{03260BBE-DACE-4FDD-86D8-C25F782ADF3E}"/>
              </a:ext>
            </a:extLst>
          </p:cNvPr>
          <p:cNvSpPr>
            <a:spLocks noGrp="1"/>
          </p:cNvSpPr>
          <p:nvPr/>
        </p:nvSpPr>
        <p:spPr>
          <a:xfrm>
            <a:off x="609600" y="4495800"/>
            <a:ext cx="10972800" cy="9525"/>
          </a:xfrm>
          <a:prstGeom prst="rect">
            <a:avLst/>
          </a:prstGeom>
          <a:solidFill>
            <a:srgbClr val="D4D4D4"/>
          </a:solidFill>
          <a:ln w="0">
            <a:noFill/>
          </a:ln>
        </p:spPr>
      </p:sp>
      <p:sp>
        <p:nvSpPr>
          <p:cNvPr id="11" name="직사각형 10">
            <a:extLst>
              <a:ext uri="{FF2B5EF4-FFF2-40B4-BE49-F238E27FC236}">
                <a16:creationId xmlns:a16="http://schemas.microsoft.com/office/drawing/2014/main" id="{1B32B1D8-9BE8-49A9-9D6B-6F6FBA5AD4AB}"/>
              </a:ext>
            </a:extLst>
          </p:cNvPr>
          <p:cNvSpPr>
            <a:spLocks noGrp="1"/>
          </p:cNvSpPr>
          <p:nvPr/>
        </p:nvSpPr>
        <p:spPr>
          <a:xfrm>
            <a:off x="609600" y="5181600"/>
            <a:ext cx="10972800" cy="9525"/>
          </a:xfrm>
          <a:prstGeom prst="rect">
            <a:avLst/>
          </a:prstGeom>
          <a:solidFill>
            <a:srgbClr val="D4D4D4"/>
          </a:solidFill>
          <a:ln w="0">
            <a:noFill/>
          </a:ln>
        </p:spPr>
      </p:sp>
      <p:sp>
        <p:nvSpPr>
          <p:cNvPr id="12" name="직사각형 11">
            <a:extLst>
              <a:ext uri="{FF2B5EF4-FFF2-40B4-BE49-F238E27FC236}">
                <a16:creationId xmlns:a16="http://schemas.microsoft.com/office/drawing/2014/main" id="{7CA8CE42-7FC2-4DD4-A409-6912E17C5A1D}"/>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p14:creationId xmlns:p14="http://schemas.microsoft.com/office/powerpoint/2010/main" val="462685519"/>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9CE7D5C4-57D1-4503-8E65-EF6689AA63E7}"/>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서술·설계</a:t>
            </a:r>
          </a:p>
        </p:txBody>
      </p:sp>
      <p:sp>
        <p:nvSpPr>
          <p:cNvPr id="2" name="text-28-1080">
            <a:extLst>
              <a:ext uri="{FF2B5EF4-FFF2-40B4-BE49-F238E27FC236}">
                <a16:creationId xmlns:a16="http://schemas.microsoft.com/office/drawing/2014/main" id="{C09265B3-377E-47B7-87B0-680C8E9809C7}"/>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4F0892BA-BC4A-42FF-8591-72F2FA0965F4}"/>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74  정답과 해설</a:t>
            </a:r>
          </a:p>
        </p:txBody>
      </p:sp>
      <p:sp>
        <p:nvSpPr>
          <p:cNvPr id="4" name="직사각형 3">
            <a:extLst>
              <a:ext uri="{FF2B5EF4-FFF2-40B4-BE49-F238E27FC236}">
                <a16:creationId xmlns:a16="http://schemas.microsoft.com/office/drawing/2014/main" id="{123FC224-E110-40BD-B012-D07913B793ED}"/>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17778C49-4AF4-41D3-AD82-25AE15623150}"/>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4E56B4CD-E236-483E-9804-46CC1F196B36}"/>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34006310-653A-4771-96D6-AC90BAC20594}"/>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148</a:t>
            </a:r>
            <a:endParaRPr sz="1050" b="1" i="0">
              <a:solidFill>
                <a:srgbClr val="171717"/>
              </a:solidFill>
              <a:latin typeface="Consolas"/>
              <a:ea typeface="Consolas"/>
              <a:cs typeface="Consolas"/>
            </a:endParaRPr>
          </a:p>
        </p:txBody>
      </p:sp>
      <p:sp>
        <p:nvSpPr>
          <p:cNvPr id="8" name="text-178-64">
            <a:extLst>
              <a:ext uri="{FF2B5EF4-FFF2-40B4-BE49-F238E27FC236}">
                <a16:creationId xmlns:a16="http://schemas.microsoft.com/office/drawing/2014/main" id="{E57A84F5-D130-452A-87A6-8B736B3BF83C}"/>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최대 연속합을 왼쪽 정답과 오른쪽 정답만 비교하면 틀리는 반례를 제시하시오.</a:t>
            </a:r>
          </a:p>
        </p:txBody>
      </p:sp>
      <p:sp>
        <p:nvSpPr>
          <p:cNvPr id="9" name="직사각형 8">
            <a:extLst>
              <a:ext uri="{FF2B5EF4-FFF2-40B4-BE49-F238E27FC236}">
                <a16:creationId xmlns:a16="http://schemas.microsoft.com/office/drawing/2014/main" id="{665015B0-3B0B-4C2D-8D6F-0DB1DF9C3FBB}"/>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002CFF26-DC7A-4487-B859-5005463F9AEA}"/>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[2,3]을 둘로 나누면 각 답은 2,3이나 전체 답은 5이다.</a:t>
            </a:r>
          </a:p>
        </p:txBody>
      </p:sp>
      <p:sp>
        <p:nvSpPr>
          <p:cNvPr id="11" name="text-324.4-64">
            <a:extLst>
              <a:ext uri="{FF2B5EF4-FFF2-40B4-BE49-F238E27FC236}">
                <a16:creationId xmlns:a16="http://schemas.microsoft.com/office/drawing/2014/main" id="{4EFA8A7E-4587-4279-A27D-F697E3D7D808}"/>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708EB65D-8C09-41A3-ADC5-69D1FAB90832}"/>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26A139B2-1761-409B-839A-CE0EC5399738}"/>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경계를 가로지르는 구간을 빼먹었다. 왼쪽 최대 접미와 오른쪽 최대 접두를 더한 후보가 필요하다.</a:t>
            </a:r>
          </a:p>
        </p:txBody>
      </p:sp>
    </p:spTree>
    <p:extLst>
      <p:ext uri="{BB962C8B-B14F-4D97-AF65-F5344CB8AC3E}">
        <p14:creationId xmlns:p14="http://schemas.microsoft.com/office/powerpoint/2010/main" val="462685519"/>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ext-28-64">
            <a:extLst>
              <a:ext uri="{FF2B5EF4-FFF2-40B4-BE49-F238E27FC236}">
                <a16:creationId xmlns:a16="http://schemas.microsoft.com/office/drawing/2014/main" id="{C2F93254-39FE-417B-8684-D3586C582AFF}"/>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서술·설계</a:t>
            </a:r>
          </a:p>
        </p:txBody>
      </p:sp>
      <p:sp>
        <p:nvSpPr>
          <p:cNvPr id="2" name="text-28-1080">
            <a:extLst>
              <a:ext uri="{FF2B5EF4-FFF2-40B4-BE49-F238E27FC236}">
                <a16:creationId xmlns:a16="http://schemas.microsoft.com/office/drawing/2014/main" id="{A382D8CD-A243-4677-98AA-E6AD92CC55F4}"/>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3A6C903A-F5B3-4FB9-8F88-0B17A35FF184}"/>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75  </a:t>
            </a:r>
          </a:p>
        </p:txBody>
      </p:sp>
      <p:sp>
        <p:nvSpPr>
          <p:cNvPr id="4" name="직사각형 3">
            <a:extLst>
              <a:ext uri="{FF2B5EF4-FFF2-40B4-BE49-F238E27FC236}">
                <a16:creationId xmlns:a16="http://schemas.microsoft.com/office/drawing/2014/main" id="{4FBF54C6-E66E-4B84-8A9F-8A3FAD996ECD}"/>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D0DC9536-E12E-49DC-9E97-40530DFC912B}"/>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BAC943A5-8407-4B17-96B1-02829A3CE5AC}"/>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CB56EAA8-A342-4093-B0EB-5F57D3B0F6AA}"/>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149</a:t>
            </a:r>
            <a:endParaRPr sz="1050" b="1" i="0">
              <a:solidFill>
                <a:srgbClr val="171717"/>
              </a:solidFill>
              <a:latin typeface="Consolas"/>
              <a:ea typeface="Consolas"/>
              <a:cs typeface="Consolas"/>
            </a:endParaRPr>
          </a:p>
        </p:txBody>
      </p:sp>
      <p:sp>
        <p:nvSpPr>
          <p:cNvPr id="8" name="text-178-64">
            <a:extLst>
              <a:ext uri="{FF2B5EF4-FFF2-40B4-BE49-F238E27FC236}">
                <a16:creationId xmlns:a16="http://schemas.microsoft.com/office/drawing/2014/main" id="{49B3D67C-E2FB-4EA4-8C52-E26833C2BCAF}"/>
              </a:ext>
            </a:extLst>
          </p:cNvPr>
          <p:cNvSpPr>
            <a:spLocks noGrp="1"/>
          </p:cNvSpPr>
          <p:nvPr/>
        </p:nvSpPr>
        <p:spPr>
          <a:xfrm>
            <a:off x="609600" y="1695450"/>
            <a:ext cx="10972800" cy="74676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비어 있지 않은 최대 연속합에서 최댓값을 0으로 초기화하는 코드의 반례와 수정</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원칙을 쓰시오.</a:t>
            </a:r>
          </a:p>
        </p:txBody>
      </p:sp>
      <p:sp>
        <p:nvSpPr>
          <p:cNvPr id="9" name="text-405-64">
            <a:extLst>
              <a:ext uri="{FF2B5EF4-FFF2-40B4-BE49-F238E27FC236}">
                <a16:creationId xmlns:a16="http://schemas.microsoft.com/office/drawing/2014/main" id="{981228BA-F89F-444F-B620-CD6B69BCC2C8}"/>
              </a:ext>
            </a:extLst>
          </p:cNvPr>
          <p:cNvSpPr>
            <a:spLocks noGrp="1"/>
          </p:cNvSpPr>
          <p:nvPr/>
        </p:nvSpPr>
        <p:spPr>
          <a:xfrm>
            <a:off x="609600" y="3857625"/>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직사각형 9">
            <a:extLst>
              <a:ext uri="{FF2B5EF4-FFF2-40B4-BE49-F238E27FC236}">
                <a16:creationId xmlns:a16="http://schemas.microsoft.com/office/drawing/2014/main" id="{D55F5B9E-2E33-4C2A-897E-454B2C2218B0}"/>
              </a:ext>
            </a:extLst>
          </p:cNvPr>
          <p:cNvSpPr>
            <a:spLocks noGrp="1"/>
          </p:cNvSpPr>
          <p:nvPr/>
        </p:nvSpPr>
        <p:spPr>
          <a:xfrm>
            <a:off x="609600" y="4495800"/>
            <a:ext cx="10972800" cy="9525"/>
          </a:xfrm>
          <a:prstGeom prst="rect">
            <a:avLst/>
          </a:prstGeom>
          <a:solidFill>
            <a:srgbClr val="D4D4D4"/>
          </a:solidFill>
          <a:ln w="0">
            <a:noFill/>
          </a:ln>
        </p:spPr>
      </p:sp>
      <p:sp>
        <p:nvSpPr>
          <p:cNvPr id="11" name="직사각형 10">
            <a:extLst>
              <a:ext uri="{FF2B5EF4-FFF2-40B4-BE49-F238E27FC236}">
                <a16:creationId xmlns:a16="http://schemas.microsoft.com/office/drawing/2014/main" id="{A2A52225-8BE8-4ED7-A0EF-99D829A2FEF2}"/>
              </a:ext>
            </a:extLst>
          </p:cNvPr>
          <p:cNvSpPr>
            <a:spLocks noGrp="1"/>
          </p:cNvSpPr>
          <p:nvPr/>
        </p:nvSpPr>
        <p:spPr>
          <a:xfrm>
            <a:off x="609600" y="5181600"/>
            <a:ext cx="10972800" cy="9525"/>
          </a:xfrm>
          <a:prstGeom prst="rect">
            <a:avLst/>
          </a:prstGeom>
          <a:solidFill>
            <a:srgbClr val="D4D4D4"/>
          </a:solidFill>
          <a:ln w="0">
            <a:noFill/>
          </a:ln>
        </p:spPr>
      </p:sp>
      <p:sp>
        <p:nvSpPr>
          <p:cNvPr id="12" name="직사각형 11">
            <a:extLst>
              <a:ext uri="{FF2B5EF4-FFF2-40B4-BE49-F238E27FC236}">
                <a16:creationId xmlns:a16="http://schemas.microsoft.com/office/drawing/2014/main" id="{4269BFC2-6053-4A53-B212-8CEE7F4400CD}"/>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p14:creationId xmlns:p14="http://schemas.microsoft.com/office/powerpoint/2010/main" val="462685519"/>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0578DEC3-8D4E-4582-BE84-02FB6689A001}"/>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서술·설계</a:t>
            </a:r>
          </a:p>
        </p:txBody>
      </p:sp>
      <p:sp>
        <p:nvSpPr>
          <p:cNvPr id="2" name="text-28-1080">
            <a:extLst>
              <a:ext uri="{FF2B5EF4-FFF2-40B4-BE49-F238E27FC236}">
                <a16:creationId xmlns:a16="http://schemas.microsoft.com/office/drawing/2014/main" id="{CA6E2446-4605-4578-905E-5F6CF73346BC}"/>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7A0EDB8F-B2B4-47C5-9706-27F19D4E376B}"/>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75  정답과 해설</a:t>
            </a:r>
          </a:p>
        </p:txBody>
      </p:sp>
      <p:sp>
        <p:nvSpPr>
          <p:cNvPr id="4" name="직사각형 3">
            <a:extLst>
              <a:ext uri="{FF2B5EF4-FFF2-40B4-BE49-F238E27FC236}">
                <a16:creationId xmlns:a16="http://schemas.microsoft.com/office/drawing/2014/main" id="{30FF08B7-7446-4B59-949E-44C538B20877}"/>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857DF1DB-E86A-4516-AED5-F0DE46D7A93C}"/>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B6A7C932-7D82-404B-B250-D42EAB07EFB5}"/>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11235BC5-3D4C-4CD0-8D61-FB4C2CCF6D54}"/>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150</a:t>
            </a:r>
            <a:endParaRPr sz="1050" b="1" i="0">
              <a:solidFill>
                <a:srgbClr val="171717"/>
              </a:solidFill>
              <a:latin typeface="Consolas"/>
              <a:ea typeface="Consolas"/>
              <a:cs typeface="Consolas"/>
            </a:endParaRPr>
          </a:p>
        </p:txBody>
      </p:sp>
      <p:sp>
        <p:nvSpPr>
          <p:cNvPr id="8" name="text-178-64">
            <a:extLst>
              <a:ext uri="{FF2B5EF4-FFF2-40B4-BE49-F238E27FC236}">
                <a16:creationId xmlns:a16="http://schemas.microsoft.com/office/drawing/2014/main" id="{86D85C47-D9AE-4415-B54C-B3214066A575}"/>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비어 있지 않은 최대 연속합에서 최댓값을 0으로 초기화하는 코드의 반례와 수정 원칙을 쓰시오.</a:t>
            </a:r>
          </a:p>
        </p:txBody>
      </p:sp>
      <p:sp>
        <p:nvSpPr>
          <p:cNvPr id="9" name="직사각형 8">
            <a:extLst>
              <a:ext uri="{FF2B5EF4-FFF2-40B4-BE49-F238E27FC236}">
                <a16:creationId xmlns:a16="http://schemas.microsoft.com/office/drawing/2014/main" id="{08D98B81-47EC-4354-A90F-A059A36BAF47}"/>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AD0FA8BB-8956-460F-BD4F-137F9E74BAD0}"/>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[−5,−2]에서 잘못된 0이 남는다. 첫 유효 합이나 음의 무한대로 초기화한다.</a:t>
            </a:r>
          </a:p>
        </p:txBody>
      </p:sp>
      <p:sp>
        <p:nvSpPr>
          <p:cNvPr id="11" name="text-324.4-64">
            <a:extLst>
              <a:ext uri="{FF2B5EF4-FFF2-40B4-BE49-F238E27FC236}">
                <a16:creationId xmlns:a16="http://schemas.microsoft.com/office/drawing/2014/main" id="{3DD1841D-6B99-48E2-9113-5EF47AA0D21D}"/>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F8E4F4F6-1BCE-4773-8749-BF614EA1F79B}"/>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5BD0FAAF-C300-418E-B606-4FD7FABD0D2F}"/>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빈 구간을 허용하지 않는 계약을 초기값과 기저 사례에도 반영해야 한다.</a:t>
            </a:r>
          </a:p>
        </p:txBody>
      </p:sp>
    </p:spTree>
    <p:extLst>
      <p:ext uri="{BB962C8B-B14F-4D97-AF65-F5344CB8AC3E}">
        <p14:creationId xmlns:p14="http://schemas.microsoft.com/office/powerpoint/2010/main" val="462685519"/>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ext-28-64">
            <a:extLst>
              <a:ext uri="{FF2B5EF4-FFF2-40B4-BE49-F238E27FC236}">
                <a16:creationId xmlns:a16="http://schemas.microsoft.com/office/drawing/2014/main" id="{71A02D00-8102-4FDE-8949-B6A82EE63C5A}"/>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서술·설계</a:t>
            </a:r>
          </a:p>
        </p:txBody>
      </p:sp>
      <p:sp>
        <p:nvSpPr>
          <p:cNvPr id="2" name="text-28-1080">
            <a:extLst>
              <a:ext uri="{FF2B5EF4-FFF2-40B4-BE49-F238E27FC236}">
                <a16:creationId xmlns:a16="http://schemas.microsoft.com/office/drawing/2014/main" id="{FD2856F7-72BA-4BD1-9DA7-83946093EB69}"/>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CCC22117-4BF7-415F-92DB-62D46F87432E}"/>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76  </a:t>
            </a:r>
          </a:p>
        </p:txBody>
      </p:sp>
      <p:sp>
        <p:nvSpPr>
          <p:cNvPr id="4" name="직사각형 3">
            <a:extLst>
              <a:ext uri="{FF2B5EF4-FFF2-40B4-BE49-F238E27FC236}">
                <a16:creationId xmlns:a16="http://schemas.microsoft.com/office/drawing/2014/main" id="{2FB7EB4A-C34E-4451-8E51-98A86D538E28}"/>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AAB94375-540F-4F15-A381-C879908F8EB5}"/>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9CB9A977-0044-4AFE-BC29-5EAF6C9324F2}"/>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FD331331-ED1C-4DA3-9199-D63BE0D98B75}"/>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151</a:t>
            </a:r>
            <a:endParaRPr sz="1050" b="1" i="0">
              <a:solidFill>
                <a:srgbClr val="171717"/>
              </a:solidFill>
              <a:latin typeface="Consolas"/>
              <a:ea typeface="Consolas"/>
              <a:cs typeface="Consolas"/>
            </a:endParaRPr>
          </a:p>
        </p:txBody>
      </p:sp>
      <p:sp>
        <p:nvSpPr>
          <p:cNvPr id="8" name="text-178-64">
            <a:extLst>
              <a:ext uri="{FF2B5EF4-FFF2-40B4-BE49-F238E27FC236}">
                <a16:creationId xmlns:a16="http://schemas.microsoft.com/office/drawing/2014/main" id="{2C06A21F-5357-4E8E-9051-EA758CF3B3AF}"/>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최대 교차합이 왼쪽 접미와 오른쪽 접두의 합인 이유를 연속성으로 설명하시오.</a:t>
            </a:r>
          </a:p>
        </p:txBody>
      </p:sp>
      <p:sp>
        <p:nvSpPr>
          <p:cNvPr id="9" name="text-405-64">
            <a:extLst>
              <a:ext uri="{FF2B5EF4-FFF2-40B4-BE49-F238E27FC236}">
                <a16:creationId xmlns:a16="http://schemas.microsoft.com/office/drawing/2014/main" id="{B8BAFE40-AB92-4F2A-860C-DBDD29D06ACF}"/>
              </a:ext>
            </a:extLst>
          </p:cNvPr>
          <p:cNvSpPr>
            <a:spLocks noGrp="1"/>
          </p:cNvSpPr>
          <p:nvPr/>
        </p:nvSpPr>
        <p:spPr>
          <a:xfrm>
            <a:off x="609600" y="3857625"/>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직사각형 9">
            <a:extLst>
              <a:ext uri="{FF2B5EF4-FFF2-40B4-BE49-F238E27FC236}">
                <a16:creationId xmlns:a16="http://schemas.microsoft.com/office/drawing/2014/main" id="{F7E0CB4A-4E99-40BB-BAA5-F5CB8D915D21}"/>
              </a:ext>
            </a:extLst>
          </p:cNvPr>
          <p:cNvSpPr>
            <a:spLocks noGrp="1"/>
          </p:cNvSpPr>
          <p:nvPr/>
        </p:nvSpPr>
        <p:spPr>
          <a:xfrm>
            <a:off x="609600" y="4495800"/>
            <a:ext cx="10972800" cy="9525"/>
          </a:xfrm>
          <a:prstGeom prst="rect">
            <a:avLst/>
          </a:prstGeom>
          <a:solidFill>
            <a:srgbClr val="D4D4D4"/>
          </a:solidFill>
          <a:ln w="0">
            <a:noFill/>
          </a:ln>
        </p:spPr>
      </p:sp>
      <p:sp>
        <p:nvSpPr>
          <p:cNvPr id="11" name="직사각형 10">
            <a:extLst>
              <a:ext uri="{FF2B5EF4-FFF2-40B4-BE49-F238E27FC236}">
                <a16:creationId xmlns:a16="http://schemas.microsoft.com/office/drawing/2014/main" id="{A7CB0CB4-2CA3-4B29-A1E4-D45F2E8406CF}"/>
              </a:ext>
            </a:extLst>
          </p:cNvPr>
          <p:cNvSpPr>
            <a:spLocks noGrp="1"/>
          </p:cNvSpPr>
          <p:nvPr/>
        </p:nvSpPr>
        <p:spPr>
          <a:xfrm>
            <a:off x="609600" y="5181600"/>
            <a:ext cx="10972800" cy="9525"/>
          </a:xfrm>
          <a:prstGeom prst="rect">
            <a:avLst/>
          </a:prstGeom>
          <a:solidFill>
            <a:srgbClr val="D4D4D4"/>
          </a:solidFill>
          <a:ln w="0">
            <a:noFill/>
          </a:ln>
        </p:spPr>
      </p:sp>
      <p:sp>
        <p:nvSpPr>
          <p:cNvPr id="12" name="직사각형 11">
            <a:extLst>
              <a:ext uri="{FF2B5EF4-FFF2-40B4-BE49-F238E27FC236}">
                <a16:creationId xmlns:a16="http://schemas.microsoft.com/office/drawing/2014/main" id="{48EB60A5-758D-4434-8B88-8DD9A87C0CF4}"/>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p14:creationId xmlns:p14="http://schemas.microsoft.com/office/powerpoint/2010/main" val="462685519"/>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07D4465D-6C20-4879-A888-3DE8D2054D61}"/>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서술·설계</a:t>
            </a:r>
          </a:p>
        </p:txBody>
      </p:sp>
      <p:sp>
        <p:nvSpPr>
          <p:cNvPr id="2" name="text-28-1080">
            <a:extLst>
              <a:ext uri="{FF2B5EF4-FFF2-40B4-BE49-F238E27FC236}">
                <a16:creationId xmlns:a16="http://schemas.microsoft.com/office/drawing/2014/main" id="{34B8DDB7-31BA-440C-9932-0FFA5A7A1CDC}"/>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C73226DC-359E-4AFC-B547-72AACB8135D8}"/>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76  정답과 해설</a:t>
            </a:r>
          </a:p>
        </p:txBody>
      </p:sp>
      <p:sp>
        <p:nvSpPr>
          <p:cNvPr id="4" name="직사각형 3">
            <a:extLst>
              <a:ext uri="{FF2B5EF4-FFF2-40B4-BE49-F238E27FC236}">
                <a16:creationId xmlns:a16="http://schemas.microsoft.com/office/drawing/2014/main" id="{60E90E5C-ACF9-4F23-B66B-818E90A25957}"/>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EEEC1696-C3E7-43DE-B8C7-53680C67783A}"/>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BEC54ABE-35B7-45DC-9885-C0FCF6995456}"/>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F258AF27-D244-4E75-8E0A-5D7354748BC1}"/>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152</a:t>
            </a:r>
            <a:endParaRPr sz="1050" b="1" i="0">
              <a:solidFill>
                <a:srgbClr val="171717"/>
              </a:solidFill>
              <a:latin typeface="Consolas"/>
              <a:ea typeface="Consolas"/>
              <a:cs typeface="Consolas"/>
            </a:endParaRPr>
          </a:p>
        </p:txBody>
      </p:sp>
      <p:sp>
        <p:nvSpPr>
          <p:cNvPr id="8" name="text-178-64">
            <a:extLst>
              <a:ext uri="{FF2B5EF4-FFF2-40B4-BE49-F238E27FC236}">
                <a16:creationId xmlns:a16="http://schemas.microsoft.com/office/drawing/2014/main" id="{F88DDB4F-595A-460F-BD3F-A12B2C96259B}"/>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최대 교차합이 왼쪽 접미와 오른쪽 접두의 합인 이유를 연속성으로 설명하시오.</a:t>
            </a:r>
          </a:p>
        </p:txBody>
      </p:sp>
      <p:sp>
        <p:nvSpPr>
          <p:cNvPr id="9" name="직사각형 8">
            <a:extLst>
              <a:ext uri="{FF2B5EF4-FFF2-40B4-BE49-F238E27FC236}">
                <a16:creationId xmlns:a16="http://schemas.microsoft.com/office/drawing/2014/main" id="{8D2BA2CF-E7DC-4670-85D7-A0B3DA1DA2F4}"/>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68E7DAC8-1515-4234-92A5-065955E3CCF0}"/>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경계를 지나는 연속 구간은 반드시 mid와 mid+1을 포함한다.</a:t>
            </a:r>
          </a:p>
        </p:txBody>
      </p:sp>
      <p:sp>
        <p:nvSpPr>
          <p:cNvPr id="11" name="text-324.4-64">
            <a:extLst>
              <a:ext uri="{FF2B5EF4-FFF2-40B4-BE49-F238E27FC236}">
                <a16:creationId xmlns:a16="http://schemas.microsoft.com/office/drawing/2014/main" id="{F6B5622E-EF4C-4987-A7C2-2FEAF0EDE0BD}"/>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070D2322-3EDA-4EFF-873E-5966A475B3CF}"/>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C4B35AE6-F05C-49D0-9DA6-1051D1F246B4}"/>
              </a:ext>
            </a:extLst>
          </p:cNvPr>
          <p:cNvSpPr>
            <a:spLocks noGrp="1"/>
          </p:cNvSpPr>
          <p:nvPr/>
        </p:nvSpPr>
        <p:spPr>
          <a:xfrm>
            <a:off x="609600" y="3547110"/>
            <a:ext cx="10972800" cy="64008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따라서 왼쪽 선택은 mid에서 끝나고 오른쪽 선택은 mid+1에서 시작한다. 두 쪽을 각각 최대화해</a:t>
            </a:r>
          </a:p>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합한다.</a:t>
            </a:r>
          </a:p>
        </p:txBody>
      </p:sp>
    </p:spTree>
    <p:extLst>
      <p:ext uri="{BB962C8B-B14F-4D97-AF65-F5344CB8AC3E}">
        <p14:creationId xmlns:p14="http://schemas.microsoft.com/office/powerpoint/2010/main" val="462685519"/>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ext-28-64">
            <a:extLst>
              <a:ext uri="{FF2B5EF4-FFF2-40B4-BE49-F238E27FC236}">
                <a16:creationId xmlns:a16="http://schemas.microsoft.com/office/drawing/2014/main" id="{416C3767-311C-4915-86A5-8BFF78EF40D9}"/>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서술·설계</a:t>
            </a:r>
          </a:p>
        </p:txBody>
      </p:sp>
      <p:sp>
        <p:nvSpPr>
          <p:cNvPr id="2" name="text-28-1080">
            <a:extLst>
              <a:ext uri="{FF2B5EF4-FFF2-40B4-BE49-F238E27FC236}">
                <a16:creationId xmlns:a16="http://schemas.microsoft.com/office/drawing/2014/main" id="{4CCD9C00-37DA-4B75-B95F-A94B45E049A0}"/>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D9DB2310-E23B-401B-B6B9-5DB773DCDE38}"/>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77  </a:t>
            </a:r>
          </a:p>
        </p:txBody>
      </p:sp>
      <p:sp>
        <p:nvSpPr>
          <p:cNvPr id="4" name="직사각형 3">
            <a:extLst>
              <a:ext uri="{FF2B5EF4-FFF2-40B4-BE49-F238E27FC236}">
                <a16:creationId xmlns:a16="http://schemas.microsoft.com/office/drawing/2014/main" id="{3E8A0EE9-550A-4DDE-BA2B-6F1FEC0098AE}"/>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66E8ABD1-47A4-43B7-ADC2-FED165F7CA48}"/>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06E9B463-FCDD-4045-B78C-8AA35A007106}"/>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9151950E-7753-4217-8207-AAAA7E515D96}"/>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153</a:t>
            </a:r>
            <a:endParaRPr sz="1050" b="1" i="0">
              <a:solidFill>
                <a:srgbClr val="171717"/>
              </a:solidFill>
              <a:latin typeface="Consolas"/>
              <a:ea typeface="Consolas"/>
              <a:cs typeface="Consolas"/>
            </a:endParaRPr>
          </a:p>
        </p:txBody>
      </p:sp>
      <p:sp>
        <p:nvSpPr>
          <p:cNvPr id="8" name="text-178-64">
            <a:extLst>
              <a:ext uri="{FF2B5EF4-FFF2-40B4-BE49-F238E27FC236}">
                <a16:creationId xmlns:a16="http://schemas.microsoft.com/office/drawing/2014/main" id="{F8B44906-EF31-4B68-AABB-943BD687753E}"/>
              </a:ext>
            </a:extLst>
          </p:cNvPr>
          <p:cNvSpPr>
            <a:spLocks noGrp="1"/>
          </p:cNvSpPr>
          <p:nvPr/>
        </p:nvSpPr>
        <p:spPr>
          <a:xfrm>
            <a:off x="609600" y="1695450"/>
            <a:ext cx="10972800" cy="74676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최근접 쌍에서 교차 후보 띠의 전체 점 수가 상수라는 주장이 틀리는 이유를</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설명하시오.</a:t>
            </a:r>
          </a:p>
        </p:txBody>
      </p:sp>
      <p:sp>
        <p:nvSpPr>
          <p:cNvPr id="9" name="text-405-64">
            <a:extLst>
              <a:ext uri="{FF2B5EF4-FFF2-40B4-BE49-F238E27FC236}">
                <a16:creationId xmlns:a16="http://schemas.microsoft.com/office/drawing/2014/main" id="{8B3C4DA5-8EE0-4638-8D05-8C30B2A03506}"/>
              </a:ext>
            </a:extLst>
          </p:cNvPr>
          <p:cNvSpPr>
            <a:spLocks noGrp="1"/>
          </p:cNvSpPr>
          <p:nvPr/>
        </p:nvSpPr>
        <p:spPr>
          <a:xfrm>
            <a:off x="609600" y="3857625"/>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직사각형 9">
            <a:extLst>
              <a:ext uri="{FF2B5EF4-FFF2-40B4-BE49-F238E27FC236}">
                <a16:creationId xmlns:a16="http://schemas.microsoft.com/office/drawing/2014/main" id="{A406F6BE-E54C-42E8-8E55-3F7EBA397467}"/>
              </a:ext>
            </a:extLst>
          </p:cNvPr>
          <p:cNvSpPr>
            <a:spLocks noGrp="1"/>
          </p:cNvSpPr>
          <p:nvPr/>
        </p:nvSpPr>
        <p:spPr>
          <a:xfrm>
            <a:off x="609600" y="4495800"/>
            <a:ext cx="10972800" cy="9525"/>
          </a:xfrm>
          <a:prstGeom prst="rect">
            <a:avLst/>
          </a:prstGeom>
          <a:solidFill>
            <a:srgbClr val="D4D4D4"/>
          </a:solidFill>
          <a:ln w="0">
            <a:noFill/>
          </a:ln>
        </p:spPr>
      </p:sp>
      <p:sp>
        <p:nvSpPr>
          <p:cNvPr id="11" name="직사각형 10">
            <a:extLst>
              <a:ext uri="{FF2B5EF4-FFF2-40B4-BE49-F238E27FC236}">
                <a16:creationId xmlns:a16="http://schemas.microsoft.com/office/drawing/2014/main" id="{28C8E06C-FB87-4AC3-A51B-0440A83DA9B5}"/>
              </a:ext>
            </a:extLst>
          </p:cNvPr>
          <p:cNvSpPr>
            <a:spLocks noGrp="1"/>
          </p:cNvSpPr>
          <p:nvPr/>
        </p:nvSpPr>
        <p:spPr>
          <a:xfrm>
            <a:off x="609600" y="5181600"/>
            <a:ext cx="10972800" cy="9525"/>
          </a:xfrm>
          <a:prstGeom prst="rect">
            <a:avLst/>
          </a:prstGeom>
          <a:solidFill>
            <a:srgbClr val="D4D4D4"/>
          </a:solidFill>
          <a:ln w="0">
            <a:noFill/>
          </a:ln>
        </p:spPr>
      </p:sp>
      <p:sp>
        <p:nvSpPr>
          <p:cNvPr id="12" name="직사각형 11">
            <a:extLst>
              <a:ext uri="{FF2B5EF4-FFF2-40B4-BE49-F238E27FC236}">
                <a16:creationId xmlns:a16="http://schemas.microsoft.com/office/drawing/2014/main" id="{59BFCEE8-6C37-401D-9EA3-07380F6FEBA9}"/>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p14:creationId xmlns:p14="http://schemas.microsoft.com/office/powerpoint/2010/main" val="462685519"/>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DE99DE69-9FED-47E3-AA5C-E347D3D8063C}"/>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서술·설계</a:t>
            </a:r>
          </a:p>
        </p:txBody>
      </p:sp>
      <p:sp>
        <p:nvSpPr>
          <p:cNvPr id="2" name="text-28-1080">
            <a:extLst>
              <a:ext uri="{FF2B5EF4-FFF2-40B4-BE49-F238E27FC236}">
                <a16:creationId xmlns:a16="http://schemas.microsoft.com/office/drawing/2014/main" id="{E7293409-3A6A-4733-90A4-FAC27DA8DCE2}"/>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0795FE39-5423-406A-BAA7-6CB69D70C05D}"/>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77  정답과 해설</a:t>
            </a:r>
          </a:p>
        </p:txBody>
      </p:sp>
      <p:sp>
        <p:nvSpPr>
          <p:cNvPr id="4" name="직사각형 3">
            <a:extLst>
              <a:ext uri="{FF2B5EF4-FFF2-40B4-BE49-F238E27FC236}">
                <a16:creationId xmlns:a16="http://schemas.microsoft.com/office/drawing/2014/main" id="{E765E606-1C57-4871-A038-F1439F6DE0DF}"/>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D0881273-5835-4D17-9D60-F159DFF22F74}"/>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5E68BCC9-00FE-494D-A5C3-992D80769E2B}"/>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CAE7CF75-81A3-45C1-8B9F-DCD3964951F6}"/>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154</a:t>
            </a:r>
            <a:endParaRPr sz="1050" b="1" i="0">
              <a:solidFill>
                <a:srgbClr val="171717"/>
              </a:solidFill>
              <a:latin typeface="Consolas"/>
              <a:ea typeface="Consolas"/>
              <a:cs typeface="Consolas"/>
            </a:endParaRPr>
          </a:p>
        </p:txBody>
      </p:sp>
      <p:sp>
        <p:nvSpPr>
          <p:cNvPr id="8" name="text-178-64">
            <a:extLst>
              <a:ext uri="{FF2B5EF4-FFF2-40B4-BE49-F238E27FC236}">
                <a16:creationId xmlns:a16="http://schemas.microsoft.com/office/drawing/2014/main" id="{636D508D-07C3-4093-8E3F-DADA962B24AD}"/>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최근접 쌍에서 교차 후보 띠의 전체 점 수가 상수라는 주장이 틀리는 이유를 설명하시오.</a:t>
            </a:r>
          </a:p>
        </p:txBody>
      </p:sp>
      <p:sp>
        <p:nvSpPr>
          <p:cNvPr id="9" name="직사각형 8">
            <a:extLst>
              <a:ext uri="{FF2B5EF4-FFF2-40B4-BE49-F238E27FC236}">
                <a16:creationId xmlns:a16="http://schemas.microsoft.com/office/drawing/2014/main" id="{2D7AAD1C-EE14-41C4-86D3-14C5E39373A8}"/>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AA13F05D-8767-4FEE-B26A-DBA086711ED3}"/>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분할선 주변에 세로로 길게 많은 점이 있을 수 있어 띠에는 Θ(n)개가 들어갈 수 있다.</a:t>
            </a:r>
          </a:p>
        </p:txBody>
      </p:sp>
      <p:sp>
        <p:nvSpPr>
          <p:cNvPr id="11" name="text-324.4-64">
            <a:extLst>
              <a:ext uri="{FF2B5EF4-FFF2-40B4-BE49-F238E27FC236}">
                <a16:creationId xmlns:a16="http://schemas.microsoft.com/office/drawing/2014/main" id="{6FBF34BB-6C42-4550-BF40-C38FA62B3E54}"/>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689F3A19-DEFF-4384-B88E-A95728A338DA}"/>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2E818E57-85F8-42F0-97A2-DC6A88F3F569}"/>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상수는 각 점에 대해 검사해야 하는 인접 후보 수이다. 띠 전체가 7개 이하라는 뜻이 아니다.</a:t>
            </a:r>
          </a:p>
        </p:txBody>
      </p:sp>
    </p:spTree>
    <p:extLst>
      <p:ext uri="{BB962C8B-B14F-4D97-AF65-F5344CB8AC3E}">
        <p14:creationId xmlns:p14="http://schemas.microsoft.com/office/powerpoint/2010/main" val="462685519"/>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ext-28-64">
            <a:extLst>
              <a:ext uri="{FF2B5EF4-FFF2-40B4-BE49-F238E27FC236}">
                <a16:creationId xmlns:a16="http://schemas.microsoft.com/office/drawing/2014/main" id="{13DC8A14-FEC9-45F1-97C2-C83AA75D4C45}"/>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서술·설계</a:t>
            </a:r>
          </a:p>
        </p:txBody>
      </p:sp>
      <p:sp>
        <p:nvSpPr>
          <p:cNvPr id="2" name="text-28-1080">
            <a:extLst>
              <a:ext uri="{FF2B5EF4-FFF2-40B4-BE49-F238E27FC236}">
                <a16:creationId xmlns:a16="http://schemas.microsoft.com/office/drawing/2014/main" id="{DE12E8DB-A07B-41D4-B509-A1319CEF7A1B}"/>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15675E88-2DD7-4DC8-9065-CCECC7E6D022}"/>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78  </a:t>
            </a:r>
          </a:p>
        </p:txBody>
      </p:sp>
      <p:sp>
        <p:nvSpPr>
          <p:cNvPr id="4" name="직사각형 3">
            <a:extLst>
              <a:ext uri="{FF2B5EF4-FFF2-40B4-BE49-F238E27FC236}">
                <a16:creationId xmlns:a16="http://schemas.microsoft.com/office/drawing/2014/main" id="{61133A92-1E6E-4C97-8B3F-2F2ECBCD862B}"/>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9E316759-FD07-44C9-9494-BF2561BF2193}"/>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6E278718-64C8-4866-A6A9-EEF6C6313C13}"/>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231A0C16-FD51-4DD1-8B8A-FFB66FCBB34C}"/>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155</a:t>
            </a:r>
            <a:endParaRPr sz="1050" b="1" i="0">
              <a:solidFill>
                <a:srgbClr val="171717"/>
              </a:solidFill>
              <a:latin typeface="Consolas"/>
              <a:ea typeface="Consolas"/>
              <a:cs typeface="Consolas"/>
            </a:endParaRPr>
          </a:p>
        </p:txBody>
      </p:sp>
      <p:sp>
        <p:nvSpPr>
          <p:cNvPr id="8" name="text-178-64">
            <a:extLst>
              <a:ext uri="{FF2B5EF4-FFF2-40B4-BE49-F238E27FC236}">
                <a16:creationId xmlns:a16="http://schemas.microsoft.com/office/drawing/2014/main" id="{0A6D9BC7-5A10-4988-ADB8-9EAEB1770B86}"/>
              </a:ext>
            </a:extLst>
          </p:cNvPr>
          <p:cNvSpPr>
            <a:spLocks noGrp="1"/>
          </p:cNvSpPr>
          <p:nvPr/>
        </p:nvSpPr>
        <p:spPr>
          <a:xfrm>
            <a:off x="609600" y="1695450"/>
            <a:ext cx="10972800" cy="74676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최근접 쌍에서 모든 재귀 호출마다 y 정렬을 다시 하면 O(n log n) 분석이 깨지는</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이유를 설명하시오.</a:t>
            </a:r>
          </a:p>
        </p:txBody>
      </p:sp>
      <p:sp>
        <p:nvSpPr>
          <p:cNvPr id="9" name="text-405-64">
            <a:extLst>
              <a:ext uri="{FF2B5EF4-FFF2-40B4-BE49-F238E27FC236}">
                <a16:creationId xmlns:a16="http://schemas.microsoft.com/office/drawing/2014/main" id="{0EC51B40-5871-4AD6-AC93-32065B1052B1}"/>
              </a:ext>
            </a:extLst>
          </p:cNvPr>
          <p:cNvSpPr>
            <a:spLocks noGrp="1"/>
          </p:cNvSpPr>
          <p:nvPr/>
        </p:nvSpPr>
        <p:spPr>
          <a:xfrm>
            <a:off x="609600" y="3857625"/>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직사각형 9">
            <a:extLst>
              <a:ext uri="{FF2B5EF4-FFF2-40B4-BE49-F238E27FC236}">
                <a16:creationId xmlns:a16="http://schemas.microsoft.com/office/drawing/2014/main" id="{E1604C8A-3A54-4847-B22E-B1157A3F5DE3}"/>
              </a:ext>
            </a:extLst>
          </p:cNvPr>
          <p:cNvSpPr>
            <a:spLocks noGrp="1"/>
          </p:cNvSpPr>
          <p:nvPr/>
        </p:nvSpPr>
        <p:spPr>
          <a:xfrm>
            <a:off x="609600" y="4495800"/>
            <a:ext cx="10972800" cy="9525"/>
          </a:xfrm>
          <a:prstGeom prst="rect">
            <a:avLst/>
          </a:prstGeom>
          <a:solidFill>
            <a:srgbClr val="D4D4D4"/>
          </a:solidFill>
          <a:ln w="0">
            <a:noFill/>
          </a:ln>
        </p:spPr>
      </p:sp>
      <p:sp>
        <p:nvSpPr>
          <p:cNvPr id="11" name="직사각형 10">
            <a:extLst>
              <a:ext uri="{FF2B5EF4-FFF2-40B4-BE49-F238E27FC236}">
                <a16:creationId xmlns:a16="http://schemas.microsoft.com/office/drawing/2014/main" id="{C9768ED0-78AD-41F3-9816-5C2DBA61A3D5}"/>
              </a:ext>
            </a:extLst>
          </p:cNvPr>
          <p:cNvSpPr>
            <a:spLocks noGrp="1"/>
          </p:cNvSpPr>
          <p:nvPr/>
        </p:nvSpPr>
        <p:spPr>
          <a:xfrm>
            <a:off x="609600" y="5181600"/>
            <a:ext cx="10972800" cy="9525"/>
          </a:xfrm>
          <a:prstGeom prst="rect">
            <a:avLst/>
          </a:prstGeom>
          <a:solidFill>
            <a:srgbClr val="D4D4D4"/>
          </a:solidFill>
          <a:ln w="0">
            <a:noFill/>
          </a:ln>
        </p:spPr>
      </p:sp>
      <p:sp>
        <p:nvSpPr>
          <p:cNvPr id="12" name="직사각형 11">
            <a:extLst>
              <a:ext uri="{FF2B5EF4-FFF2-40B4-BE49-F238E27FC236}">
                <a16:creationId xmlns:a16="http://schemas.microsoft.com/office/drawing/2014/main" id="{C7523BE7-D745-40F1-BF7B-A6915E06B75A}"/>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p14:creationId xmlns:p14="http://schemas.microsoft.com/office/powerpoint/2010/main" val="462685519"/>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38B6178C-8609-4F35-B150-AC8B76493D05}"/>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서술·설계</a:t>
            </a:r>
          </a:p>
        </p:txBody>
      </p:sp>
      <p:sp>
        <p:nvSpPr>
          <p:cNvPr id="2" name="text-28-1080">
            <a:extLst>
              <a:ext uri="{FF2B5EF4-FFF2-40B4-BE49-F238E27FC236}">
                <a16:creationId xmlns:a16="http://schemas.microsoft.com/office/drawing/2014/main" id="{7FB5BA0F-6551-4864-B8FA-8370F3A9559B}"/>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44A4A81F-ABB8-4C12-9720-F15077E4C811}"/>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78  정답과 해설</a:t>
            </a:r>
          </a:p>
        </p:txBody>
      </p:sp>
      <p:sp>
        <p:nvSpPr>
          <p:cNvPr id="4" name="직사각형 3">
            <a:extLst>
              <a:ext uri="{FF2B5EF4-FFF2-40B4-BE49-F238E27FC236}">
                <a16:creationId xmlns:a16="http://schemas.microsoft.com/office/drawing/2014/main" id="{A5A243F5-1E41-4730-8D64-59B3CC36AD23}"/>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E694F2DA-2491-47F9-B3B9-A386F91D4561}"/>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CD6D3D72-5B29-4FBB-800D-BF6506F27FD1}"/>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CE82B920-A471-49B8-A28B-303367CD8583}"/>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156</a:t>
            </a:r>
            <a:endParaRPr sz="1050" b="1" i="0">
              <a:solidFill>
                <a:srgbClr val="171717"/>
              </a:solidFill>
              <a:latin typeface="Consolas"/>
              <a:ea typeface="Consolas"/>
              <a:cs typeface="Consolas"/>
            </a:endParaRPr>
          </a:p>
        </p:txBody>
      </p:sp>
      <p:sp>
        <p:nvSpPr>
          <p:cNvPr id="8" name="text-178-64">
            <a:extLst>
              <a:ext uri="{FF2B5EF4-FFF2-40B4-BE49-F238E27FC236}">
                <a16:creationId xmlns:a16="http://schemas.microsoft.com/office/drawing/2014/main" id="{2D1B5C02-1A41-46A0-88F8-7E7FBA8737B7}"/>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최근접 쌍에서 모든 재귀 호출마다 y 정렬을 다시 하면 O(n log n) 분석이 깨지는 이유를 설명하시오.</a:t>
            </a:r>
          </a:p>
        </p:txBody>
      </p:sp>
      <p:sp>
        <p:nvSpPr>
          <p:cNvPr id="9" name="직사각형 8">
            <a:extLst>
              <a:ext uri="{FF2B5EF4-FFF2-40B4-BE49-F238E27FC236}">
                <a16:creationId xmlns:a16="http://schemas.microsoft.com/office/drawing/2014/main" id="{A1F105B4-DB1D-4DB0-900F-1588E37A2756}"/>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3D214567-A2B3-4366-9FD5-98B39CC09DE3}"/>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결합 비용이 O(n)이 아니라 O(n log n)이 되어 전체 O(n log² n)이 된다.</a:t>
            </a:r>
          </a:p>
        </p:txBody>
      </p:sp>
      <p:sp>
        <p:nvSpPr>
          <p:cNvPr id="11" name="text-324.4-64">
            <a:extLst>
              <a:ext uri="{FF2B5EF4-FFF2-40B4-BE49-F238E27FC236}">
                <a16:creationId xmlns:a16="http://schemas.microsoft.com/office/drawing/2014/main" id="{3B0C5C36-7CB9-43AD-9077-7BCCDE03154E}"/>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10F720A4-7CB2-40E4-86A0-208124D48D1D}"/>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1B6953EB-0193-4028-AD38-FE23427CF1FD}"/>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정렬된 y 순서를 분할·병합으로 재사용해야 층별 선형 비용을 얻는다.</a:t>
            </a:r>
          </a:p>
        </p:txBody>
      </p:sp>
    </p:spTree>
    <p:extLst>
      <p:ext uri="{BB962C8B-B14F-4D97-AF65-F5344CB8AC3E}">
        <p14:creationId xmlns:p14="http://schemas.microsoft.com/office/powerpoint/2010/main" val="462685519"/>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ext-28-64">
            <a:extLst>
              <a:ext uri="{FF2B5EF4-FFF2-40B4-BE49-F238E27FC236}">
                <a16:creationId xmlns:a16="http://schemas.microsoft.com/office/drawing/2014/main" id="{1B72E95E-A8AA-4AA5-8477-570751A31272}"/>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서술·설계</a:t>
            </a:r>
          </a:p>
        </p:txBody>
      </p:sp>
      <p:sp>
        <p:nvSpPr>
          <p:cNvPr id="2" name="text-28-1080">
            <a:extLst>
              <a:ext uri="{FF2B5EF4-FFF2-40B4-BE49-F238E27FC236}">
                <a16:creationId xmlns:a16="http://schemas.microsoft.com/office/drawing/2014/main" id="{F578A42C-DA76-4C2F-AA28-E42ADDB30091}"/>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50D2BCF6-1ED9-4FE3-A016-EFE95A96887D}"/>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79  </a:t>
            </a:r>
          </a:p>
        </p:txBody>
      </p:sp>
      <p:sp>
        <p:nvSpPr>
          <p:cNvPr id="4" name="직사각형 3">
            <a:extLst>
              <a:ext uri="{FF2B5EF4-FFF2-40B4-BE49-F238E27FC236}">
                <a16:creationId xmlns:a16="http://schemas.microsoft.com/office/drawing/2014/main" id="{9ADA12B7-FB6E-4034-9493-B63F3EA5563F}"/>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B538623F-D576-4ACE-BD1C-8E3423B13655}"/>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488CF47F-A6D1-4BD3-8479-B9F46169F8AC}"/>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B7811D17-4A12-4F72-A011-9E2739D08640}"/>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157</a:t>
            </a:r>
            <a:endParaRPr sz="1050" b="1" i="0">
              <a:solidFill>
                <a:srgbClr val="171717"/>
              </a:solidFill>
              <a:latin typeface="Consolas"/>
              <a:ea typeface="Consolas"/>
              <a:cs typeface="Consolas"/>
            </a:endParaRPr>
          </a:p>
        </p:txBody>
      </p:sp>
      <p:sp>
        <p:nvSpPr>
          <p:cNvPr id="8" name="text-178-64">
            <a:extLst>
              <a:ext uri="{FF2B5EF4-FFF2-40B4-BE49-F238E27FC236}">
                <a16:creationId xmlns:a16="http://schemas.microsoft.com/office/drawing/2014/main" id="{51921E71-2A28-45DB-9B00-8C53E6A7B318}"/>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최근접 쌍에서 좌표가 같은 두 입력 점을 집합으로 중복 제거하면 생길 수 있는 문제는?</a:t>
            </a:r>
          </a:p>
        </p:txBody>
      </p:sp>
      <p:sp>
        <p:nvSpPr>
          <p:cNvPr id="9" name="text-405-64">
            <a:extLst>
              <a:ext uri="{FF2B5EF4-FFF2-40B4-BE49-F238E27FC236}">
                <a16:creationId xmlns:a16="http://schemas.microsoft.com/office/drawing/2014/main" id="{A599F5CE-65F6-4D3E-940E-2B96DDC1C1D9}"/>
              </a:ext>
            </a:extLst>
          </p:cNvPr>
          <p:cNvSpPr>
            <a:spLocks noGrp="1"/>
          </p:cNvSpPr>
          <p:nvPr/>
        </p:nvSpPr>
        <p:spPr>
          <a:xfrm>
            <a:off x="609600" y="3857625"/>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직사각형 9">
            <a:extLst>
              <a:ext uri="{FF2B5EF4-FFF2-40B4-BE49-F238E27FC236}">
                <a16:creationId xmlns:a16="http://schemas.microsoft.com/office/drawing/2014/main" id="{FA33966F-44C6-4A78-9742-E0CBF8B50CB4}"/>
              </a:ext>
            </a:extLst>
          </p:cNvPr>
          <p:cNvSpPr>
            <a:spLocks noGrp="1"/>
          </p:cNvSpPr>
          <p:nvPr/>
        </p:nvSpPr>
        <p:spPr>
          <a:xfrm>
            <a:off x="609600" y="4495800"/>
            <a:ext cx="10972800" cy="9525"/>
          </a:xfrm>
          <a:prstGeom prst="rect">
            <a:avLst/>
          </a:prstGeom>
          <a:solidFill>
            <a:srgbClr val="D4D4D4"/>
          </a:solidFill>
          <a:ln w="0">
            <a:noFill/>
          </a:ln>
        </p:spPr>
      </p:sp>
      <p:sp>
        <p:nvSpPr>
          <p:cNvPr id="11" name="직사각형 10">
            <a:extLst>
              <a:ext uri="{FF2B5EF4-FFF2-40B4-BE49-F238E27FC236}">
                <a16:creationId xmlns:a16="http://schemas.microsoft.com/office/drawing/2014/main" id="{3CFD513C-4C17-40A4-894B-76BE88E025F0}"/>
              </a:ext>
            </a:extLst>
          </p:cNvPr>
          <p:cNvSpPr>
            <a:spLocks noGrp="1"/>
          </p:cNvSpPr>
          <p:nvPr/>
        </p:nvSpPr>
        <p:spPr>
          <a:xfrm>
            <a:off x="609600" y="5181600"/>
            <a:ext cx="10972800" cy="9525"/>
          </a:xfrm>
          <a:prstGeom prst="rect">
            <a:avLst/>
          </a:prstGeom>
          <a:solidFill>
            <a:srgbClr val="D4D4D4"/>
          </a:solidFill>
          <a:ln w="0">
            <a:noFill/>
          </a:ln>
        </p:spPr>
      </p:sp>
      <p:sp>
        <p:nvSpPr>
          <p:cNvPr id="12" name="직사각형 11">
            <a:extLst>
              <a:ext uri="{FF2B5EF4-FFF2-40B4-BE49-F238E27FC236}">
                <a16:creationId xmlns:a16="http://schemas.microsoft.com/office/drawing/2014/main" id="{EEA1DDD8-A021-4C7A-A8C4-0F8CE8C5DE3F}"/>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p14:creationId xmlns:p14="http://schemas.microsoft.com/office/powerpoint/2010/main" val="462685519"/>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41A5836F-E183-4A97-8AA9-C708603A7DF0}"/>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서술·설계</a:t>
            </a:r>
          </a:p>
        </p:txBody>
      </p:sp>
      <p:sp>
        <p:nvSpPr>
          <p:cNvPr id="2" name="text-28-1080">
            <a:extLst>
              <a:ext uri="{FF2B5EF4-FFF2-40B4-BE49-F238E27FC236}">
                <a16:creationId xmlns:a16="http://schemas.microsoft.com/office/drawing/2014/main" id="{2DE10D80-3409-4993-8530-F6A22B3DFBAC}"/>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251BB1D6-5297-4788-B5DD-82677534D866}"/>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79  정답과 해설</a:t>
            </a:r>
          </a:p>
        </p:txBody>
      </p:sp>
      <p:sp>
        <p:nvSpPr>
          <p:cNvPr id="4" name="직사각형 3">
            <a:extLst>
              <a:ext uri="{FF2B5EF4-FFF2-40B4-BE49-F238E27FC236}">
                <a16:creationId xmlns:a16="http://schemas.microsoft.com/office/drawing/2014/main" id="{D31CC06B-09D2-4805-9527-C175A0655591}"/>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5831F9AA-AAD2-455D-B4A2-E8C47823C9B9}"/>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E2A3B1F5-C442-4303-A79B-BB3FD12986DF}"/>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B7442952-DAD1-4947-841F-2801D4355F3E}"/>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158</a:t>
            </a:r>
            <a:endParaRPr sz="1050" b="1" i="0">
              <a:solidFill>
                <a:srgbClr val="171717"/>
              </a:solidFill>
              <a:latin typeface="Consolas"/>
              <a:ea typeface="Consolas"/>
              <a:cs typeface="Consolas"/>
            </a:endParaRPr>
          </a:p>
        </p:txBody>
      </p:sp>
      <p:sp>
        <p:nvSpPr>
          <p:cNvPr id="8" name="text-178-64">
            <a:extLst>
              <a:ext uri="{FF2B5EF4-FFF2-40B4-BE49-F238E27FC236}">
                <a16:creationId xmlns:a16="http://schemas.microsoft.com/office/drawing/2014/main" id="{A3D6BA1B-6DCE-40F4-ADC0-1AE88388290C}"/>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최근접 쌍에서 좌표가 같은 두 입력 점을 집합으로 중복 제거하면 생길 수 있는 문제는?</a:t>
            </a:r>
          </a:p>
        </p:txBody>
      </p:sp>
      <p:sp>
        <p:nvSpPr>
          <p:cNvPr id="9" name="직사각형 8">
            <a:extLst>
              <a:ext uri="{FF2B5EF4-FFF2-40B4-BE49-F238E27FC236}">
                <a16:creationId xmlns:a16="http://schemas.microsoft.com/office/drawing/2014/main" id="{8B1FF68E-133D-4457-ADC6-795D6AAAD192}"/>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3E18EE91-CAB2-49F0-AC1B-329602035847}"/>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서로 다른 항목의 거리 0인 최적 쌍을 삭제할 수 있다.</a:t>
            </a:r>
          </a:p>
        </p:txBody>
      </p:sp>
      <p:sp>
        <p:nvSpPr>
          <p:cNvPr id="11" name="text-324.4-64">
            <a:extLst>
              <a:ext uri="{FF2B5EF4-FFF2-40B4-BE49-F238E27FC236}">
                <a16:creationId xmlns:a16="http://schemas.microsoft.com/office/drawing/2014/main" id="{104E3872-E621-4823-92D4-85417014EC32}"/>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A26E7039-0EDF-4FB5-B5CE-CA1C404AC73F}"/>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8D20A969-6413-401C-B7C9-234F4174D9A2}"/>
              </a:ext>
            </a:extLst>
          </p:cNvPr>
          <p:cNvSpPr>
            <a:spLocks noGrp="1"/>
          </p:cNvSpPr>
          <p:nvPr/>
        </p:nvSpPr>
        <p:spPr>
          <a:xfrm>
            <a:off x="609600" y="3547110"/>
            <a:ext cx="10972800" cy="64008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문제의 점은 입력 인덱스로 구분한다. 중복 좌표를 허용하는 계약이면 그대로 처리하거나 즉시 0을</a:t>
            </a:r>
          </a:p>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반환한다.</a:t>
            </a:r>
          </a:p>
        </p:txBody>
      </p:sp>
    </p:spTree>
    <p:extLst>
      <p:ext uri="{BB962C8B-B14F-4D97-AF65-F5344CB8AC3E}">
        <p14:creationId xmlns:p14="http://schemas.microsoft.com/office/powerpoint/2010/main" val="462685519"/>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ext-28-64">
            <a:extLst>
              <a:ext uri="{FF2B5EF4-FFF2-40B4-BE49-F238E27FC236}">
                <a16:creationId xmlns:a16="http://schemas.microsoft.com/office/drawing/2014/main" id="{562FC858-9628-4EE7-8E6F-33EF257AEC01}"/>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서술·설계</a:t>
            </a:r>
          </a:p>
        </p:txBody>
      </p:sp>
      <p:sp>
        <p:nvSpPr>
          <p:cNvPr id="2" name="text-28-1080">
            <a:extLst>
              <a:ext uri="{FF2B5EF4-FFF2-40B4-BE49-F238E27FC236}">
                <a16:creationId xmlns:a16="http://schemas.microsoft.com/office/drawing/2014/main" id="{A8AF96C7-D8A2-4360-9086-C01933A3DE67}"/>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D44C473E-C19C-49BB-BB86-C7703E450EA9}"/>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80  </a:t>
            </a:r>
          </a:p>
        </p:txBody>
      </p:sp>
      <p:sp>
        <p:nvSpPr>
          <p:cNvPr id="4" name="직사각형 3">
            <a:extLst>
              <a:ext uri="{FF2B5EF4-FFF2-40B4-BE49-F238E27FC236}">
                <a16:creationId xmlns:a16="http://schemas.microsoft.com/office/drawing/2014/main" id="{B8E54141-2D8B-400F-9AD4-06F09AB2C786}"/>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4AFE5392-5160-4A70-9030-02166FBBD7B2}"/>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AE5ED546-047F-4ACA-A058-F07491C9D2EF}"/>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C1D70E27-2A0F-4D04-8795-0C6422F52B8E}"/>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159</a:t>
            </a:r>
            <a:endParaRPr sz="1050" b="1" i="0">
              <a:solidFill>
                <a:srgbClr val="171717"/>
              </a:solidFill>
              <a:latin typeface="Consolas"/>
              <a:ea typeface="Consolas"/>
              <a:cs typeface="Consolas"/>
            </a:endParaRPr>
          </a:p>
        </p:txBody>
      </p:sp>
      <p:sp>
        <p:nvSpPr>
          <p:cNvPr id="8" name="text-178-64">
            <a:extLst>
              <a:ext uri="{FF2B5EF4-FFF2-40B4-BE49-F238E27FC236}">
                <a16:creationId xmlns:a16="http://schemas.microsoft.com/office/drawing/2014/main" id="{66B596FC-2D52-45FB-BC9F-84A8068AB492}"/>
              </a:ext>
            </a:extLst>
          </p:cNvPr>
          <p:cNvSpPr>
            <a:spLocks noGrp="1"/>
          </p:cNvSpPr>
          <p:nvPr/>
        </p:nvSpPr>
        <p:spPr>
          <a:xfrm>
            <a:off x="609600" y="1695450"/>
            <a:ext cx="10972800" cy="74676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쿼드트리 부호화에서 균일 영역의 자식을 더 만들지 않아도 원본을 복원할 수 있는</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이유는?</a:t>
            </a:r>
          </a:p>
        </p:txBody>
      </p:sp>
      <p:sp>
        <p:nvSpPr>
          <p:cNvPr id="9" name="text-405-64">
            <a:extLst>
              <a:ext uri="{FF2B5EF4-FFF2-40B4-BE49-F238E27FC236}">
                <a16:creationId xmlns:a16="http://schemas.microsoft.com/office/drawing/2014/main" id="{BDD8AA15-7633-4FD8-9E5F-06292284401D}"/>
              </a:ext>
            </a:extLst>
          </p:cNvPr>
          <p:cNvSpPr>
            <a:spLocks noGrp="1"/>
          </p:cNvSpPr>
          <p:nvPr/>
        </p:nvSpPr>
        <p:spPr>
          <a:xfrm>
            <a:off x="609600" y="3857625"/>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직사각형 9">
            <a:extLst>
              <a:ext uri="{FF2B5EF4-FFF2-40B4-BE49-F238E27FC236}">
                <a16:creationId xmlns:a16="http://schemas.microsoft.com/office/drawing/2014/main" id="{429AC48E-7DE2-4100-BB7A-CCEC697F563B}"/>
              </a:ext>
            </a:extLst>
          </p:cNvPr>
          <p:cNvSpPr>
            <a:spLocks noGrp="1"/>
          </p:cNvSpPr>
          <p:nvPr/>
        </p:nvSpPr>
        <p:spPr>
          <a:xfrm>
            <a:off x="609600" y="4495800"/>
            <a:ext cx="10972800" cy="9525"/>
          </a:xfrm>
          <a:prstGeom prst="rect">
            <a:avLst/>
          </a:prstGeom>
          <a:solidFill>
            <a:srgbClr val="D4D4D4"/>
          </a:solidFill>
          <a:ln w="0">
            <a:noFill/>
          </a:ln>
        </p:spPr>
      </p:sp>
      <p:sp>
        <p:nvSpPr>
          <p:cNvPr id="11" name="직사각형 10">
            <a:extLst>
              <a:ext uri="{FF2B5EF4-FFF2-40B4-BE49-F238E27FC236}">
                <a16:creationId xmlns:a16="http://schemas.microsoft.com/office/drawing/2014/main" id="{2238565C-3068-4EA3-AE93-C0335918C28F}"/>
              </a:ext>
            </a:extLst>
          </p:cNvPr>
          <p:cNvSpPr>
            <a:spLocks noGrp="1"/>
          </p:cNvSpPr>
          <p:nvPr/>
        </p:nvSpPr>
        <p:spPr>
          <a:xfrm>
            <a:off x="609600" y="5181600"/>
            <a:ext cx="10972800" cy="9525"/>
          </a:xfrm>
          <a:prstGeom prst="rect">
            <a:avLst/>
          </a:prstGeom>
          <a:solidFill>
            <a:srgbClr val="D4D4D4"/>
          </a:solidFill>
          <a:ln w="0">
            <a:noFill/>
          </a:ln>
        </p:spPr>
      </p:sp>
      <p:sp>
        <p:nvSpPr>
          <p:cNvPr id="12" name="직사각형 11">
            <a:extLst>
              <a:ext uri="{FF2B5EF4-FFF2-40B4-BE49-F238E27FC236}">
                <a16:creationId xmlns:a16="http://schemas.microsoft.com/office/drawing/2014/main" id="{C2461B37-BE30-4D33-AFF0-DC554A11629B}"/>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p14:creationId xmlns:p14="http://schemas.microsoft.com/office/powerpoint/2010/main" val="462685519"/>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91523862-D381-472C-AC0B-1291D9A1AED7}"/>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서술·설계</a:t>
            </a:r>
          </a:p>
        </p:txBody>
      </p:sp>
      <p:sp>
        <p:nvSpPr>
          <p:cNvPr id="2" name="text-28-1080">
            <a:extLst>
              <a:ext uri="{FF2B5EF4-FFF2-40B4-BE49-F238E27FC236}">
                <a16:creationId xmlns:a16="http://schemas.microsoft.com/office/drawing/2014/main" id="{AEAD6C1A-3E57-417D-BBF9-0BAE84D25BD7}"/>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CC1DDBA9-1E46-4617-B9B4-6F479C4FC7F6}"/>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80  정답과 해설</a:t>
            </a:r>
          </a:p>
        </p:txBody>
      </p:sp>
      <p:sp>
        <p:nvSpPr>
          <p:cNvPr id="4" name="직사각형 3">
            <a:extLst>
              <a:ext uri="{FF2B5EF4-FFF2-40B4-BE49-F238E27FC236}">
                <a16:creationId xmlns:a16="http://schemas.microsoft.com/office/drawing/2014/main" id="{58CD3FA8-E30D-4216-B734-D124D41108C7}"/>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0B354D2A-2103-4E0F-96B1-690B6E51F838}"/>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FDBE804C-5C90-4696-8B7C-F7F108FE58F3}"/>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327A9778-7626-43A4-AC7B-3354846178B0}"/>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160</a:t>
            </a:r>
            <a:endParaRPr sz="1050" b="1" i="0">
              <a:solidFill>
                <a:srgbClr val="171717"/>
              </a:solidFill>
              <a:latin typeface="Consolas"/>
              <a:ea typeface="Consolas"/>
              <a:cs typeface="Consolas"/>
            </a:endParaRPr>
          </a:p>
        </p:txBody>
      </p:sp>
      <p:sp>
        <p:nvSpPr>
          <p:cNvPr id="8" name="text-178-64">
            <a:extLst>
              <a:ext uri="{FF2B5EF4-FFF2-40B4-BE49-F238E27FC236}">
                <a16:creationId xmlns:a16="http://schemas.microsoft.com/office/drawing/2014/main" id="{7EB2A89C-2FC8-4541-AAD3-AFC055498187}"/>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쿼드트리 부호화에서 균일 영역의 자식을 더 만들지 않아도 원본을 복원할 수 있는 이유는?</a:t>
            </a:r>
          </a:p>
        </p:txBody>
      </p:sp>
      <p:sp>
        <p:nvSpPr>
          <p:cNvPr id="9" name="직사각형 8">
            <a:extLst>
              <a:ext uri="{FF2B5EF4-FFF2-40B4-BE49-F238E27FC236}">
                <a16:creationId xmlns:a16="http://schemas.microsoft.com/office/drawing/2014/main" id="{E40F1312-2BA3-4C0F-8846-D47D584AA663}"/>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159C1F67-432B-48FA-8357-BEEC1D44CAA0}"/>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영역의 위치와 크기를 알고 있으므로 색 하나로 모든 칸을 채울 수 있다.</a:t>
            </a:r>
          </a:p>
        </p:txBody>
      </p:sp>
      <p:sp>
        <p:nvSpPr>
          <p:cNvPr id="11" name="text-324.4-64">
            <a:extLst>
              <a:ext uri="{FF2B5EF4-FFF2-40B4-BE49-F238E27FC236}">
                <a16:creationId xmlns:a16="http://schemas.microsoft.com/office/drawing/2014/main" id="{98F677F3-157E-4B91-8EC8-6429742542A6}"/>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AC68DD5B-E61C-4672-A57E-BE72919AEB41}"/>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0EB7E8BC-C7F6-4C38-9814-29821FA36E08}"/>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혼합 영역만 정해진 순서의 네 자식을 읽는다. 리프의 색과 재귀 위치가 함께 정보를 보존한다.</a:t>
            </a:r>
          </a:p>
        </p:txBody>
      </p:sp>
    </p:spTree>
    <p:extLst>
      <p:ext uri="{BB962C8B-B14F-4D97-AF65-F5344CB8AC3E}">
        <p14:creationId xmlns:p14="http://schemas.microsoft.com/office/powerpoint/2010/main" val="462685519"/>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ext-28-64">
            <a:extLst>
              <a:ext uri="{FF2B5EF4-FFF2-40B4-BE49-F238E27FC236}">
                <a16:creationId xmlns:a16="http://schemas.microsoft.com/office/drawing/2014/main" id="{72CF18B8-95D5-4399-8BD9-AB754869110E}"/>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서술·설계</a:t>
            </a:r>
          </a:p>
        </p:txBody>
      </p:sp>
      <p:sp>
        <p:nvSpPr>
          <p:cNvPr id="2" name="text-28-1080">
            <a:extLst>
              <a:ext uri="{FF2B5EF4-FFF2-40B4-BE49-F238E27FC236}">
                <a16:creationId xmlns:a16="http://schemas.microsoft.com/office/drawing/2014/main" id="{FA965AED-225F-4120-9F5E-D9763E340DE6}"/>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0995D5D7-75FB-456A-BC0F-3A8F86A44332}"/>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81  </a:t>
            </a:r>
          </a:p>
        </p:txBody>
      </p:sp>
      <p:sp>
        <p:nvSpPr>
          <p:cNvPr id="4" name="직사각형 3">
            <a:extLst>
              <a:ext uri="{FF2B5EF4-FFF2-40B4-BE49-F238E27FC236}">
                <a16:creationId xmlns:a16="http://schemas.microsoft.com/office/drawing/2014/main" id="{C9BE548E-3257-4445-BC37-CCF1406454A2}"/>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42E59143-4239-4BE9-9C23-574C6F1D85FE}"/>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2E427342-4B82-45F2-995B-B90D7F295947}"/>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A5A3D1B7-87FD-448A-8128-7ED8D3FDDD6A}"/>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161</a:t>
            </a:r>
            <a:endParaRPr sz="1050" b="1" i="0">
              <a:solidFill>
                <a:srgbClr val="171717"/>
              </a:solidFill>
              <a:latin typeface="Consolas"/>
              <a:ea typeface="Consolas"/>
              <a:cs typeface="Consolas"/>
            </a:endParaRPr>
          </a:p>
        </p:txBody>
      </p:sp>
      <p:sp>
        <p:nvSpPr>
          <p:cNvPr id="8" name="text-178-64">
            <a:extLst>
              <a:ext uri="{FF2B5EF4-FFF2-40B4-BE49-F238E27FC236}">
                <a16:creationId xmlns:a16="http://schemas.microsoft.com/office/drawing/2014/main" id="{15DE5DB2-7AB1-4E1B-B1C6-AB67F26B90D7}"/>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체커보드 영상에서 쿼드트리가 압축 효과를 거의 내지 못하는 이유를 설명하시오.</a:t>
            </a:r>
          </a:p>
        </p:txBody>
      </p:sp>
      <p:sp>
        <p:nvSpPr>
          <p:cNvPr id="9" name="text-405-64">
            <a:extLst>
              <a:ext uri="{FF2B5EF4-FFF2-40B4-BE49-F238E27FC236}">
                <a16:creationId xmlns:a16="http://schemas.microsoft.com/office/drawing/2014/main" id="{B012774E-250F-47B8-81D5-57B1831E4269}"/>
              </a:ext>
            </a:extLst>
          </p:cNvPr>
          <p:cNvSpPr>
            <a:spLocks noGrp="1"/>
          </p:cNvSpPr>
          <p:nvPr/>
        </p:nvSpPr>
        <p:spPr>
          <a:xfrm>
            <a:off x="609600" y="3857625"/>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직사각형 9">
            <a:extLst>
              <a:ext uri="{FF2B5EF4-FFF2-40B4-BE49-F238E27FC236}">
                <a16:creationId xmlns:a16="http://schemas.microsoft.com/office/drawing/2014/main" id="{1C9F78FB-3DFB-43DF-A827-E4372E39ADA9}"/>
              </a:ext>
            </a:extLst>
          </p:cNvPr>
          <p:cNvSpPr>
            <a:spLocks noGrp="1"/>
          </p:cNvSpPr>
          <p:nvPr/>
        </p:nvSpPr>
        <p:spPr>
          <a:xfrm>
            <a:off x="609600" y="4495800"/>
            <a:ext cx="10972800" cy="9525"/>
          </a:xfrm>
          <a:prstGeom prst="rect">
            <a:avLst/>
          </a:prstGeom>
          <a:solidFill>
            <a:srgbClr val="D4D4D4"/>
          </a:solidFill>
          <a:ln w="0">
            <a:noFill/>
          </a:ln>
        </p:spPr>
      </p:sp>
      <p:sp>
        <p:nvSpPr>
          <p:cNvPr id="11" name="직사각형 10">
            <a:extLst>
              <a:ext uri="{FF2B5EF4-FFF2-40B4-BE49-F238E27FC236}">
                <a16:creationId xmlns:a16="http://schemas.microsoft.com/office/drawing/2014/main" id="{1C1A4EDF-E73D-418F-80EF-97811A9B9279}"/>
              </a:ext>
            </a:extLst>
          </p:cNvPr>
          <p:cNvSpPr>
            <a:spLocks noGrp="1"/>
          </p:cNvSpPr>
          <p:nvPr/>
        </p:nvSpPr>
        <p:spPr>
          <a:xfrm>
            <a:off x="609600" y="5181600"/>
            <a:ext cx="10972800" cy="9525"/>
          </a:xfrm>
          <a:prstGeom prst="rect">
            <a:avLst/>
          </a:prstGeom>
          <a:solidFill>
            <a:srgbClr val="D4D4D4"/>
          </a:solidFill>
          <a:ln w="0">
            <a:noFill/>
          </a:ln>
        </p:spPr>
      </p:sp>
      <p:sp>
        <p:nvSpPr>
          <p:cNvPr id="12" name="직사각형 11">
            <a:extLst>
              <a:ext uri="{FF2B5EF4-FFF2-40B4-BE49-F238E27FC236}">
                <a16:creationId xmlns:a16="http://schemas.microsoft.com/office/drawing/2014/main" id="{8B6072CA-F676-4C28-B152-4189416726DE}"/>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p14:creationId xmlns:p14="http://schemas.microsoft.com/office/powerpoint/2010/main" val="462685519"/>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D618A940-AEFA-4968-AD34-9AD665D2BB51}"/>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서술·설계</a:t>
            </a:r>
          </a:p>
        </p:txBody>
      </p:sp>
      <p:sp>
        <p:nvSpPr>
          <p:cNvPr id="2" name="text-28-1080">
            <a:extLst>
              <a:ext uri="{FF2B5EF4-FFF2-40B4-BE49-F238E27FC236}">
                <a16:creationId xmlns:a16="http://schemas.microsoft.com/office/drawing/2014/main" id="{91B0BD2E-5C26-4DB7-894B-8652C9060276}"/>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6DE89264-02A4-4137-B51C-ACEB4FB82CA6}"/>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81  정답과 해설</a:t>
            </a:r>
          </a:p>
        </p:txBody>
      </p:sp>
      <p:sp>
        <p:nvSpPr>
          <p:cNvPr id="4" name="직사각형 3">
            <a:extLst>
              <a:ext uri="{FF2B5EF4-FFF2-40B4-BE49-F238E27FC236}">
                <a16:creationId xmlns:a16="http://schemas.microsoft.com/office/drawing/2014/main" id="{F6FBEBE0-7EE0-48E7-8C26-B86DE2269E4B}"/>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C3386624-EE84-4E9A-A14E-BCDD8E1DD130}"/>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A24C8674-866F-4F60-B768-1629ED1718A6}"/>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E61D3404-AADD-4B1A-8461-AB8EF6E4AA0E}"/>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162</a:t>
            </a:r>
            <a:endParaRPr sz="1050" b="1" i="0">
              <a:solidFill>
                <a:srgbClr val="171717"/>
              </a:solidFill>
              <a:latin typeface="Consolas"/>
              <a:ea typeface="Consolas"/>
              <a:cs typeface="Consolas"/>
            </a:endParaRPr>
          </a:p>
        </p:txBody>
      </p:sp>
      <p:sp>
        <p:nvSpPr>
          <p:cNvPr id="8" name="text-178-64">
            <a:extLst>
              <a:ext uri="{FF2B5EF4-FFF2-40B4-BE49-F238E27FC236}">
                <a16:creationId xmlns:a16="http://schemas.microsoft.com/office/drawing/2014/main" id="{21B8F38E-40E5-45F6-933A-5172E396BDD1}"/>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체커보드 영상에서 쿼드트리가 압축 효과를 거의 내지 못하는 이유를 설명하시오.</a:t>
            </a:r>
          </a:p>
        </p:txBody>
      </p:sp>
      <p:sp>
        <p:nvSpPr>
          <p:cNvPr id="9" name="직사각형 8">
            <a:extLst>
              <a:ext uri="{FF2B5EF4-FFF2-40B4-BE49-F238E27FC236}">
                <a16:creationId xmlns:a16="http://schemas.microsoft.com/office/drawing/2014/main" id="{C05502DF-15A3-419E-BF6D-D053778249A7}"/>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DB87DE0F-8D1E-4F6B-8E74-9D252E793515}"/>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작은 영역에도 색이 섞여 결국 1×1까지 내려가야 한다.</a:t>
            </a:r>
          </a:p>
        </p:txBody>
      </p:sp>
      <p:sp>
        <p:nvSpPr>
          <p:cNvPr id="11" name="text-324.4-64">
            <a:extLst>
              <a:ext uri="{FF2B5EF4-FFF2-40B4-BE49-F238E27FC236}">
                <a16:creationId xmlns:a16="http://schemas.microsoft.com/office/drawing/2014/main" id="{57143135-0C1A-4D11-B4DB-88225D54953F}"/>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F8BEBD2B-7E25-4514-B90C-097EF23B5DB5}"/>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44527701-9AE8-4845-8E88-F087DBC13622}"/>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N²개 리프 기호와 내부 구조 기호가 필요하므로 균일 영상과 달리 출력 크기가 Θ(N²)이다.</a:t>
            </a:r>
          </a:p>
        </p:txBody>
      </p:sp>
    </p:spTree>
    <p:extLst>
      <p:ext uri="{BB962C8B-B14F-4D97-AF65-F5344CB8AC3E}">
        <p14:creationId xmlns:p14="http://schemas.microsoft.com/office/powerpoint/2010/main" val="462685519"/>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ext-28-64">
            <a:extLst>
              <a:ext uri="{FF2B5EF4-FFF2-40B4-BE49-F238E27FC236}">
                <a16:creationId xmlns:a16="http://schemas.microsoft.com/office/drawing/2014/main" id="{421519B3-1B98-463A-8492-2320B8254B65}"/>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서술·설계</a:t>
            </a:r>
          </a:p>
        </p:txBody>
      </p:sp>
      <p:sp>
        <p:nvSpPr>
          <p:cNvPr id="2" name="text-28-1080">
            <a:extLst>
              <a:ext uri="{FF2B5EF4-FFF2-40B4-BE49-F238E27FC236}">
                <a16:creationId xmlns:a16="http://schemas.microsoft.com/office/drawing/2014/main" id="{2FB9342D-AF0A-4248-873C-1ACB5831BB01}"/>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B593F240-08DB-4D4C-9F88-E2E510BD5F4F}"/>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82  </a:t>
            </a:r>
          </a:p>
        </p:txBody>
      </p:sp>
      <p:sp>
        <p:nvSpPr>
          <p:cNvPr id="4" name="직사각형 3">
            <a:extLst>
              <a:ext uri="{FF2B5EF4-FFF2-40B4-BE49-F238E27FC236}">
                <a16:creationId xmlns:a16="http://schemas.microsoft.com/office/drawing/2014/main" id="{A1F165FE-A4A3-4F65-BCC9-A528277780FA}"/>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0023318D-19B1-419D-8C09-70C82393DC8E}"/>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D9C81CDA-E4C6-4B3D-96D3-74735256A804}"/>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0D489D25-2D97-4AE3-B0C6-6DA62B7A4373}"/>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163</a:t>
            </a:r>
            <a:endParaRPr sz="1050" b="1" i="0">
              <a:solidFill>
                <a:srgbClr val="171717"/>
              </a:solidFill>
              <a:latin typeface="Consolas"/>
              <a:ea typeface="Consolas"/>
              <a:cs typeface="Consolas"/>
            </a:endParaRPr>
          </a:p>
        </p:txBody>
      </p:sp>
      <p:sp>
        <p:nvSpPr>
          <p:cNvPr id="8" name="text-178-64">
            <a:extLst>
              <a:ext uri="{FF2B5EF4-FFF2-40B4-BE49-F238E27FC236}">
                <a16:creationId xmlns:a16="http://schemas.microsoft.com/office/drawing/2014/main" id="{EC42114A-62E4-4827-A34E-2BDDFDE2F707}"/>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충돌 탐색에서 같은 쿼드트리 리프의 객체끼리만 검사하는 구현의 반례를 설명하시오.</a:t>
            </a:r>
          </a:p>
        </p:txBody>
      </p:sp>
      <p:sp>
        <p:nvSpPr>
          <p:cNvPr id="9" name="text-405-64">
            <a:extLst>
              <a:ext uri="{FF2B5EF4-FFF2-40B4-BE49-F238E27FC236}">
                <a16:creationId xmlns:a16="http://schemas.microsoft.com/office/drawing/2014/main" id="{21302838-7420-43C4-B169-1E4298845025}"/>
              </a:ext>
            </a:extLst>
          </p:cNvPr>
          <p:cNvSpPr>
            <a:spLocks noGrp="1"/>
          </p:cNvSpPr>
          <p:nvPr/>
        </p:nvSpPr>
        <p:spPr>
          <a:xfrm>
            <a:off x="609600" y="3857625"/>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직사각형 9">
            <a:extLst>
              <a:ext uri="{FF2B5EF4-FFF2-40B4-BE49-F238E27FC236}">
                <a16:creationId xmlns:a16="http://schemas.microsoft.com/office/drawing/2014/main" id="{7D663780-8951-4C40-8EBF-DBEEC42EE1DD}"/>
              </a:ext>
            </a:extLst>
          </p:cNvPr>
          <p:cNvSpPr>
            <a:spLocks noGrp="1"/>
          </p:cNvSpPr>
          <p:nvPr/>
        </p:nvSpPr>
        <p:spPr>
          <a:xfrm>
            <a:off x="609600" y="4495800"/>
            <a:ext cx="10972800" cy="9525"/>
          </a:xfrm>
          <a:prstGeom prst="rect">
            <a:avLst/>
          </a:prstGeom>
          <a:solidFill>
            <a:srgbClr val="D4D4D4"/>
          </a:solidFill>
          <a:ln w="0">
            <a:noFill/>
          </a:ln>
        </p:spPr>
      </p:sp>
      <p:sp>
        <p:nvSpPr>
          <p:cNvPr id="11" name="직사각형 10">
            <a:extLst>
              <a:ext uri="{FF2B5EF4-FFF2-40B4-BE49-F238E27FC236}">
                <a16:creationId xmlns:a16="http://schemas.microsoft.com/office/drawing/2014/main" id="{7D5A99A6-5B75-4147-8F4E-2BA8FFD946C2}"/>
              </a:ext>
            </a:extLst>
          </p:cNvPr>
          <p:cNvSpPr>
            <a:spLocks noGrp="1"/>
          </p:cNvSpPr>
          <p:nvPr/>
        </p:nvSpPr>
        <p:spPr>
          <a:xfrm>
            <a:off x="609600" y="5181600"/>
            <a:ext cx="10972800" cy="9525"/>
          </a:xfrm>
          <a:prstGeom prst="rect">
            <a:avLst/>
          </a:prstGeom>
          <a:solidFill>
            <a:srgbClr val="D4D4D4"/>
          </a:solidFill>
          <a:ln w="0">
            <a:noFill/>
          </a:ln>
        </p:spPr>
      </p:sp>
      <p:sp>
        <p:nvSpPr>
          <p:cNvPr id="12" name="직사각형 11">
            <a:extLst>
              <a:ext uri="{FF2B5EF4-FFF2-40B4-BE49-F238E27FC236}">
                <a16:creationId xmlns:a16="http://schemas.microsoft.com/office/drawing/2014/main" id="{2FB2C55F-C506-4766-B9AE-0E8D425F679A}"/>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p14:creationId xmlns:p14="http://schemas.microsoft.com/office/powerpoint/2010/main" val="462685519"/>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16E76B88-9514-456B-9711-0D22B0396235}"/>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서술·설계</a:t>
            </a:r>
          </a:p>
        </p:txBody>
      </p:sp>
      <p:sp>
        <p:nvSpPr>
          <p:cNvPr id="2" name="text-28-1080">
            <a:extLst>
              <a:ext uri="{FF2B5EF4-FFF2-40B4-BE49-F238E27FC236}">
                <a16:creationId xmlns:a16="http://schemas.microsoft.com/office/drawing/2014/main" id="{B35A9C4D-8AA2-4921-A6A6-105FECFBC0EE}"/>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D78F8214-C00C-4891-9DC6-32159DF38EB1}"/>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82  정답과 해설</a:t>
            </a:r>
          </a:p>
        </p:txBody>
      </p:sp>
      <p:sp>
        <p:nvSpPr>
          <p:cNvPr id="4" name="직사각형 3">
            <a:extLst>
              <a:ext uri="{FF2B5EF4-FFF2-40B4-BE49-F238E27FC236}">
                <a16:creationId xmlns:a16="http://schemas.microsoft.com/office/drawing/2014/main" id="{0A3FDF87-1964-4AA3-B1BA-45E7F310DDCD}"/>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A01EEB20-E826-4D24-A0F2-A7F7503A3A5B}"/>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C21CEF7C-7280-4DC1-AA06-3D843EDDD526}"/>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2DDDDA8F-BC4C-4E3F-AF91-7CB1E6DEB30A}"/>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164</a:t>
            </a:r>
            <a:endParaRPr sz="1050" b="1" i="0">
              <a:solidFill>
                <a:srgbClr val="171717"/>
              </a:solidFill>
              <a:latin typeface="Consolas"/>
              <a:ea typeface="Consolas"/>
              <a:cs typeface="Consolas"/>
            </a:endParaRPr>
          </a:p>
        </p:txBody>
      </p:sp>
      <p:sp>
        <p:nvSpPr>
          <p:cNvPr id="8" name="text-178-64">
            <a:extLst>
              <a:ext uri="{FF2B5EF4-FFF2-40B4-BE49-F238E27FC236}">
                <a16:creationId xmlns:a16="http://schemas.microsoft.com/office/drawing/2014/main" id="{96429930-B5A7-4B0F-B2D5-642A4E80EF50}"/>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충돌 탐색에서 같은 쿼드트리 리프의 객체끼리만 검사하는 구현의 반례를 설명하시오.</a:t>
            </a:r>
          </a:p>
        </p:txBody>
      </p:sp>
      <p:sp>
        <p:nvSpPr>
          <p:cNvPr id="9" name="직사각형 8">
            <a:extLst>
              <a:ext uri="{FF2B5EF4-FFF2-40B4-BE49-F238E27FC236}">
                <a16:creationId xmlns:a16="http://schemas.microsoft.com/office/drawing/2014/main" id="{1EFAFAA0-BB1B-4F66-94BE-6E37B8AA4B43}"/>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515EC81A-DB97-400E-988B-4862685163F1}"/>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경계 양쪽에 있는 두 큰 객체의 영역이 경계를 넘어 겹칠 수 있다.</a:t>
            </a:r>
          </a:p>
        </p:txBody>
      </p:sp>
      <p:sp>
        <p:nvSpPr>
          <p:cNvPr id="11" name="text-324.4-64">
            <a:extLst>
              <a:ext uri="{FF2B5EF4-FFF2-40B4-BE49-F238E27FC236}">
                <a16:creationId xmlns:a16="http://schemas.microsoft.com/office/drawing/2014/main" id="{FA9D7BF8-5B26-4606-A71C-2FABB57C4895}"/>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8F9B122A-A454-4538-9180-A10B91B82583}"/>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355B16E3-9712-4D2D-9EA2-C1D1D23699F1}"/>
              </a:ext>
            </a:extLst>
          </p:cNvPr>
          <p:cNvSpPr>
            <a:spLocks noGrp="1"/>
          </p:cNvSpPr>
          <p:nvPr/>
        </p:nvSpPr>
        <p:spPr>
          <a:xfrm>
            <a:off x="609600" y="3547110"/>
            <a:ext cx="10972800" cy="64008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서로 다른 리프에 등록됐더라도 경계·이웃 영역을 조회하거나 객체의 전체 경계 상자를 이용해야</a:t>
            </a:r>
          </a:p>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한다.</a:t>
            </a:r>
          </a:p>
        </p:txBody>
      </p:sp>
    </p:spTree>
    <p:extLst>
      <p:ext uri="{BB962C8B-B14F-4D97-AF65-F5344CB8AC3E}">
        <p14:creationId xmlns:p14="http://schemas.microsoft.com/office/powerpoint/2010/main" val="462685519"/>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ext-28-64">
            <a:extLst>
              <a:ext uri="{FF2B5EF4-FFF2-40B4-BE49-F238E27FC236}">
                <a16:creationId xmlns:a16="http://schemas.microsoft.com/office/drawing/2014/main" id="{68C0D89B-034D-4D0A-81B2-651C633C4EBA}"/>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서술·설계</a:t>
            </a:r>
          </a:p>
        </p:txBody>
      </p:sp>
      <p:sp>
        <p:nvSpPr>
          <p:cNvPr id="2" name="text-28-1080">
            <a:extLst>
              <a:ext uri="{FF2B5EF4-FFF2-40B4-BE49-F238E27FC236}">
                <a16:creationId xmlns:a16="http://schemas.microsoft.com/office/drawing/2014/main" id="{1EC4153B-46FF-4E0C-94F1-9DC22C296018}"/>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3A17956B-7AAA-4310-9F29-2F0560C549F1}"/>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83  </a:t>
            </a:r>
          </a:p>
        </p:txBody>
      </p:sp>
      <p:sp>
        <p:nvSpPr>
          <p:cNvPr id="4" name="직사각형 3">
            <a:extLst>
              <a:ext uri="{FF2B5EF4-FFF2-40B4-BE49-F238E27FC236}">
                <a16:creationId xmlns:a16="http://schemas.microsoft.com/office/drawing/2014/main" id="{6DBB3878-D12D-4DAA-BADF-7C77FA721611}"/>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1E072B8A-64FA-4BF8-ACE0-A4F0BDFA415F}"/>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6847198D-A9A7-4027-A03F-8279E5B57142}"/>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B6B40488-6AAC-434D-8C84-30525357C31C}"/>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165</a:t>
            </a:r>
            <a:endParaRPr sz="1050" b="1" i="0">
              <a:solidFill>
                <a:srgbClr val="171717"/>
              </a:solidFill>
              <a:latin typeface="Consolas"/>
              <a:ea typeface="Consolas"/>
              <a:cs typeface="Consolas"/>
            </a:endParaRPr>
          </a:p>
        </p:txBody>
      </p:sp>
      <p:sp>
        <p:nvSpPr>
          <p:cNvPr id="8" name="text-178-64">
            <a:extLst>
              <a:ext uri="{FF2B5EF4-FFF2-40B4-BE49-F238E27FC236}">
                <a16:creationId xmlns:a16="http://schemas.microsoft.com/office/drawing/2014/main" id="{FB2740E1-6338-4AC4-96A3-E4C2D69AB8B0}"/>
              </a:ext>
            </a:extLst>
          </p:cNvPr>
          <p:cNvSpPr>
            <a:spLocks noGrp="1"/>
          </p:cNvSpPr>
          <p:nvPr/>
        </p:nvSpPr>
        <p:spPr>
          <a:xfrm>
            <a:off x="609600" y="1695450"/>
            <a:ext cx="10972800" cy="746760"/>
          </a:xfrm>
          <a:prstGeom prst="rect">
            <a:avLst/>
          </a:prstGeom>
          <a:noFill/>
          <a:ln w="0">
            <a:noFill/>
          </a:ln>
        </p:spPr>
        <p:txBody>
          <a:bodyPr wrap="squar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병합 정렬이 [4,1,3,2]를 [4,1]과 [3,2]로 나눈 뒤 각 절반을 정렬한다. 정렬된 두 절반과 최종 병합 결과를 쓰고, 병합 때 두 배열의 맨 앞 원소 중 어느 쪽을 먼저 고르는지 설명하시오.</a:t>
            </a:r>
          </a:p>
        </p:txBody>
      </p:sp>
      <p:sp>
        <p:nvSpPr>
          <p:cNvPr id="9" name="text-405-64">
            <a:extLst>
              <a:ext uri="{FF2B5EF4-FFF2-40B4-BE49-F238E27FC236}">
                <a16:creationId xmlns:a16="http://schemas.microsoft.com/office/drawing/2014/main" id="{EC643740-6DC8-4E54-B2F1-A4578E0010DD}"/>
              </a:ext>
            </a:extLst>
          </p:cNvPr>
          <p:cNvSpPr>
            <a:spLocks noGrp="1"/>
          </p:cNvSpPr>
          <p:nvPr/>
        </p:nvSpPr>
        <p:spPr>
          <a:xfrm>
            <a:off x="609600" y="3857625"/>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직사각형 9">
            <a:extLst>
              <a:ext uri="{FF2B5EF4-FFF2-40B4-BE49-F238E27FC236}">
                <a16:creationId xmlns:a16="http://schemas.microsoft.com/office/drawing/2014/main" id="{C100498B-33A7-4F74-88DC-A3ACCF43F9C0}"/>
              </a:ext>
            </a:extLst>
          </p:cNvPr>
          <p:cNvSpPr>
            <a:spLocks noGrp="1"/>
          </p:cNvSpPr>
          <p:nvPr/>
        </p:nvSpPr>
        <p:spPr>
          <a:xfrm>
            <a:off x="609600" y="4495800"/>
            <a:ext cx="10972800" cy="9525"/>
          </a:xfrm>
          <a:prstGeom prst="rect">
            <a:avLst/>
          </a:prstGeom>
          <a:solidFill>
            <a:srgbClr val="D4D4D4"/>
          </a:solidFill>
          <a:ln w="0">
            <a:noFill/>
          </a:ln>
        </p:spPr>
      </p:sp>
      <p:sp>
        <p:nvSpPr>
          <p:cNvPr id="11" name="직사각형 10">
            <a:extLst>
              <a:ext uri="{FF2B5EF4-FFF2-40B4-BE49-F238E27FC236}">
                <a16:creationId xmlns:a16="http://schemas.microsoft.com/office/drawing/2014/main" id="{3FC89582-C75E-4584-8F86-B5AD02B137F9}"/>
              </a:ext>
            </a:extLst>
          </p:cNvPr>
          <p:cNvSpPr>
            <a:spLocks noGrp="1"/>
          </p:cNvSpPr>
          <p:nvPr/>
        </p:nvSpPr>
        <p:spPr>
          <a:xfrm>
            <a:off x="609600" y="5181600"/>
            <a:ext cx="10972800" cy="9525"/>
          </a:xfrm>
          <a:prstGeom prst="rect">
            <a:avLst/>
          </a:prstGeom>
          <a:solidFill>
            <a:srgbClr val="D4D4D4"/>
          </a:solidFill>
          <a:ln w="0">
            <a:noFill/>
          </a:ln>
        </p:spPr>
      </p:sp>
      <p:sp>
        <p:nvSpPr>
          <p:cNvPr id="12" name="직사각형 11">
            <a:extLst>
              <a:ext uri="{FF2B5EF4-FFF2-40B4-BE49-F238E27FC236}">
                <a16:creationId xmlns:a16="http://schemas.microsoft.com/office/drawing/2014/main" id="{14B58650-AD35-46EF-92E2-7E976B5E7DC6}"/>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p14:creationId xmlns:p14="http://schemas.microsoft.com/office/powerpoint/2010/main" val="462685519"/>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CAB82A12-631F-4276-A231-B599329C4D55}"/>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서술·설계</a:t>
            </a:r>
          </a:p>
        </p:txBody>
      </p:sp>
      <p:sp>
        <p:nvSpPr>
          <p:cNvPr id="2" name="text-28-1080">
            <a:extLst>
              <a:ext uri="{FF2B5EF4-FFF2-40B4-BE49-F238E27FC236}">
                <a16:creationId xmlns:a16="http://schemas.microsoft.com/office/drawing/2014/main" id="{1BE9FB45-04A2-4268-B5BB-88C1B29CEA40}"/>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5D1AA843-2CD7-4F11-A5A0-2C40E8CBC8AF}"/>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83  정답과 해설</a:t>
            </a:r>
          </a:p>
        </p:txBody>
      </p:sp>
      <p:sp>
        <p:nvSpPr>
          <p:cNvPr id="4" name="직사각형 3">
            <a:extLst>
              <a:ext uri="{FF2B5EF4-FFF2-40B4-BE49-F238E27FC236}">
                <a16:creationId xmlns:a16="http://schemas.microsoft.com/office/drawing/2014/main" id="{AF2D3D7A-7B04-47BE-B2C7-87A4F4B5F21B}"/>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5A352B00-9544-4E32-8307-E424AA46549B}"/>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0AE6C1FA-353C-496F-A464-B76070B3195A}"/>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1398C505-5D43-4A76-A7F4-1C6FF8722136}"/>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166</a:t>
            </a:r>
            <a:endParaRPr sz="1050" b="1" i="0">
              <a:solidFill>
                <a:srgbClr val="171717"/>
              </a:solidFill>
              <a:latin typeface="Consolas"/>
              <a:ea typeface="Consolas"/>
              <a:cs typeface="Consolas"/>
            </a:endParaRPr>
          </a:p>
        </p:txBody>
      </p:sp>
      <p:sp>
        <p:nvSpPr>
          <p:cNvPr id="8" name="text-178-64">
            <a:extLst>
              <a:ext uri="{FF2B5EF4-FFF2-40B4-BE49-F238E27FC236}">
                <a16:creationId xmlns:a16="http://schemas.microsoft.com/office/drawing/2014/main" id="{C82AD231-0796-4F51-BAC7-75EC3C2727E9}"/>
              </a:ext>
            </a:extLst>
          </p:cNvPr>
          <p:cNvSpPr>
            <a:spLocks noGrp="1"/>
          </p:cNvSpPr>
          <p:nvPr/>
        </p:nvSpPr>
        <p:spPr>
          <a:xfrm>
            <a:off x="609600" y="1695450"/>
            <a:ext cx="10972800" cy="644589"/>
          </a:xfrm>
          <a:prstGeom prst="rect">
            <a:avLst/>
          </a:prstGeom>
          <a:noFill/>
          <a:ln w="0">
            <a:noFill/>
          </a:ln>
        </p:spPr>
        <p:txBody>
          <a:bodyPr wrap="squar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병합 정렬이 [4,1,3,2]를 [4,1]과 [3,2]로 나눈 뒤 각 절반을 정렬한다. 정렬된 두 절반과 최종 병합 결과를 쓰고, 병합 때 두 배열의 맨 앞 원소 중 어느 쪽을 먼저 고르는지 설명하시오.</a:t>
            </a:r>
          </a:p>
        </p:txBody>
      </p:sp>
      <p:sp>
        <p:nvSpPr>
          <p:cNvPr id="9" name="직사각형 8">
            <a:extLst>
              <a:ext uri="{FF2B5EF4-FFF2-40B4-BE49-F238E27FC236}">
                <a16:creationId xmlns:a16="http://schemas.microsoft.com/office/drawing/2014/main" id="{97FA0A53-38C3-4B7A-9BFF-D569B00EF94E}"/>
              </a:ext>
            </a:extLst>
          </p:cNvPr>
          <p:cNvSpPr>
            <a:spLocks noGrp="1"/>
          </p:cNvSpPr>
          <p:nvPr/>
        </p:nvSpPr>
        <p:spPr>
          <a:xfrm>
            <a:off x="609600" y="2468055"/>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F6AAA4BD-2F48-474F-8ABC-47D8E6DE5F3D}"/>
              </a:ext>
            </a:extLst>
          </p:cNvPr>
          <p:cNvSpPr>
            <a:spLocks noGrp="1"/>
          </p:cNvSpPr>
          <p:nvPr/>
        </p:nvSpPr>
        <p:spPr>
          <a:xfrm>
            <a:off x="876300" y="2601405"/>
            <a:ext cx="10439400" cy="436245"/>
          </a:xfrm>
          <a:prstGeom prst="rect">
            <a:avLst/>
          </a:prstGeom>
          <a:noFill/>
          <a:ln w="0">
            <a:noFill/>
          </a:ln>
        </p:spPr>
        <p:txBody>
          <a:bodyPr wrap="squar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[1,4], [2,3] → [1,2,3,4]. 남은 두 배열의 맨 앞 원소 중 작은 값을 고른다.</a:t>
            </a:r>
          </a:p>
        </p:txBody>
      </p:sp>
      <p:sp>
        <p:nvSpPr>
          <p:cNvPr id="11" name="text-324.4-64">
            <a:extLst>
              <a:ext uri="{FF2B5EF4-FFF2-40B4-BE49-F238E27FC236}">
                <a16:creationId xmlns:a16="http://schemas.microsoft.com/office/drawing/2014/main" id="{65DBE22B-DF63-4E33-BDFD-D2F90DCF6119}"/>
              </a:ext>
            </a:extLst>
          </p:cNvPr>
          <p:cNvSpPr>
            <a:spLocks noGrp="1"/>
          </p:cNvSpPr>
          <p:nvPr/>
        </p:nvSpPr>
        <p:spPr>
          <a:xfrm>
            <a:off x="609600" y="3351975"/>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8EE9B86C-EF4B-4AB3-9AEC-3A18657A1A32}"/>
              </a:ext>
            </a:extLst>
          </p:cNvPr>
          <p:cNvSpPr>
            <a:spLocks noGrp="1"/>
          </p:cNvSpPr>
          <p:nvPr/>
        </p:nvSpPr>
        <p:spPr>
          <a:xfrm>
            <a:off x="1752600" y="3523425"/>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E29ADB71-28D8-4EB8-8B9D-9AF49A42AB42}"/>
              </a:ext>
            </a:extLst>
          </p:cNvPr>
          <p:cNvSpPr>
            <a:spLocks noGrp="1"/>
          </p:cNvSpPr>
          <p:nvPr/>
        </p:nvSpPr>
        <p:spPr>
          <a:xfrm>
            <a:off x="609600" y="3809175"/>
            <a:ext cx="10972800" cy="644589"/>
          </a:xfrm>
          <a:prstGeom prst="rect">
            <a:avLst/>
          </a:prstGeom>
          <a:noFill/>
          <a:ln w="0">
            <a:noFill/>
          </a:ln>
        </p:spPr>
        <p:txBody>
          <a:bodyPr wrap="squar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각 절반이 정렬되어 있으므로 남은 원소 중 최솟값은 두 맨 앞 원소 중 하나다. 둘 중 작은 것을 결과에 옮긴다.</a:t>
            </a:r>
          </a:p>
        </p:txBody>
      </p:sp>
    </p:spTree>
    <p:extLst>
      <p:ext uri="{BB962C8B-B14F-4D97-AF65-F5344CB8AC3E}">
        <p14:creationId xmlns:p14="http://schemas.microsoft.com/office/powerpoint/2010/main" val="462685519"/>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ext-28-64">
            <a:extLst>
              <a:ext uri="{FF2B5EF4-FFF2-40B4-BE49-F238E27FC236}">
                <a16:creationId xmlns:a16="http://schemas.microsoft.com/office/drawing/2014/main" id="{C0A3B3A2-372E-45D3-840B-9F68FE5E8395}"/>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서술·설계</a:t>
            </a:r>
          </a:p>
        </p:txBody>
      </p:sp>
      <p:sp>
        <p:nvSpPr>
          <p:cNvPr id="2" name="text-28-1080">
            <a:extLst>
              <a:ext uri="{FF2B5EF4-FFF2-40B4-BE49-F238E27FC236}">
                <a16:creationId xmlns:a16="http://schemas.microsoft.com/office/drawing/2014/main" id="{058CC139-65A4-4844-A4E7-B984DEBAB07A}"/>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EC3D372D-676A-436D-AF28-2147CF9FBEEB}"/>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84  </a:t>
            </a:r>
          </a:p>
        </p:txBody>
      </p:sp>
      <p:sp>
        <p:nvSpPr>
          <p:cNvPr id="4" name="직사각형 3">
            <a:extLst>
              <a:ext uri="{FF2B5EF4-FFF2-40B4-BE49-F238E27FC236}">
                <a16:creationId xmlns:a16="http://schemas.microsoft.com/office/drawing/2014/main" id="{4C3CB846-FB0A-45C2-A533-46B829BBA0C1}"/>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DA5C62C5-095E-414D-8CE6-AB62A11A4F7B}"/>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72BA4E46-E0AE-4EF5-A5CC-1B6174FE3909}"/>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CB7033D9-4AF3-465A-A791-00EF14081EA5}"/>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167</a:t>
            </a:r>
            <a:endParaRPr sz="1050" b="1" i="0">
              <a:solidFill>
                <a:srgbClr val="171717"/>
              </a:solidFill>
              <a:latin typeface="Consolas"/>
              <a:ea typeface="Consolas"/>
              <a:cs typeface="Consolas"/>
            </a:endParaRPr>
          </a:p>
        </p:txBody>
      </p:sp>
      <p:sp>
        <p:nvSpPr>
          <p:cNvPr id="8" name="text-178-64">
            <a:extLst>
              <a:ext uri="{FF2B5EF4-FFF2-40B4-BE49-F238E27FC236}">
                <a16:creationId xmlns:a16="http://schemas.microsoft.com/office/drawing/2014/main" id="{0B2E2FA2-9101-4DB3-BF3A-26E1B81CA438}"/>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T(n)=T(n−1)+n을 직접 전개하여 차수를 증명하시오.</a:t>
            </a:r>
          </a:p>
        </p:txBody>
      </p:sp>
      <p:sp>
        <p:nvSpPr>
          <p:cNvPr id="9" name="text-405-64">
            <a:extLst>
              <a:ext uri="{FF2B5EF4-FFF2-40B4-BE49-F238E27FC236}">
                <a16:creationId xmlns:a16="http://schemas.microsoft.com/office/drawing/2014/main" id="{CA0280EE-590F-4E48-B6FB-B61DDDA2AE5B}"/>
              </a:ext>
            </a:extLst>
          </p:cNvPr>
          <p:cNvSpPr>
            <a:spLocks noGrp="1"/>
          </p:cNvSpPr>
          <p:nvPr/>
        </p:nvSpPr>
        <p:spPr>
          <a:xfrm>
            <a:off x="609600" y="3857625"/>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직사각형 9">
            <a:extLst>
              <a:ext uri="{FF2B5EF4-FFF2-40B4-BE49-F238E27FC236}">
                <a16:creationId xmlns:a16="http://schemas.microsoft.com/office/drawing/2014/main" id="{A57B83E9-E1CF-48A4-A3B4-7707A65BF8F6}"/>
              </a:ext>
            </a:extLst>
          </p:cNvPr>
          <p:cNvSpPr>
            <a:spLocks noGrp="1"/>
          </p:cNvSpPr>
          <p:nvPr/>
        </p:nvSpPr>
        <p:spPr>
          <a:xfrm>
            <a:off x="609600" y="4495800"/>
            <a:ext cx="10972800" cy="9525"/>
          </a:xfrm>
          <a:prstGeom prst="rect">
            <a:avLst/>
          </a:prstGeom>
          <a:solidFill>
            <a:srgbClr val="D4D4D4"/>
          </a:solidFill>
          <a:ln w="0">
            <a:noFill/>
          </a:ln>
        </p:spPr>
      </p:sp>
      <p:sp>
        <p:nvSpPr>
          <p:cNvPr id="11" name="직사각형 10">
            <a:extLst>
              <a:ext uri="{FF2B5EF4-FFF2-40B4-BE49-F238E27FC236}">
                <a16:creationId xmlns:a16="http://schemas.microsoft.com/office/drawing/2014/main" id="{55440600-8CC3-4E54-8C05-8A3F7BE0D76A}"/>
              </a:ext>
            </a:extLst>
          </p:cNvPr>
          <p:cNvSpPr>
            <a:spLocks noGrp="1"/>
          </p:cNvSpPr>
          <p:nvPr/>
        </p:nvSpPr>
        <p:spPr>
          <a:xfrm>
            <a:off x="609600" y="5181600"/>
            <a:ext cx="10972800" cy="9525"/>
          </a:xfrm>
          <a:prstGeom prst="rect">
            <a:avLst/>
          </a:prstGeom>
          <a:solidFill>
            <a:srgbClr val="D4D4D4"/>
          </a:solidFill>
          <a:ln w="0">
            <a:noFill/>
          </a:ln>
        </p:spPr>
      </p:sp>
      <p:sp>
        <p:nvSpPr>
          <p:cNvPr id="12" name="직사각형 11">
            <a:extLst>
              <a:ext uri="{FF2B5EF4-FFF2-40B4-BE49-F238E27FC236}">
                <a16:creationId xmlns:a16="http://schemas.microsoft.com/office/drawing/2014/main" id="{6E7741E4-7DE4-494D-8B0E-96067890299F}"/>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p14:creationId xmlns:p14="http://schemas.microsoft.com/office/powerpoint/2010/main" val="462685519"/>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37346C6F-00AD-43B8-BC89-5E11E511176D}"/>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서술·설계</a:t>
            </a:r>
          </a:p>
        </p:txBody>
      </p:sp>
      <p:sp>
        <p:nvSpPr>
          <p:cNvPr id="2" name="text-28-1080">
            <a:extLst>
              <a:ext uri="{FF2B5EF4-FFF2-40B4-BE49-F238E27FC236}">
                <a16:creationId xmlns:a16="http://schemas.microsoft.com/office/drawing/2014/main" id="{56D9F238-2D9F-4411-B640-439DF3349ED7}"/>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6EEF1EBF-1814-4F9F-A69B-A4102F590218}"/>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84  정답과 해설</a:t>
            </a:r>
          </a:p>
        </p:txBody>
      </p:sp>
      <p:sp>
        <p:nvSpPr>
          <p:cNvPr id="4" name="직사각형 3">
            <a:extLst>
              <a:ext uri="{FF2B5EF4-FFF2-40B4-BE49-F238E27FC236}">
                <a16:creationId xmlns:a16="http://schemas.microsoft.com/office/drawing/2014/main" id="{9EBACE41-2599-4C37-AECB-9C106AE3A41B}"/>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6957D043-2E32-4CBA-906C-ECB505EC01F1}"/>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6D890126-A746-4E42-B099-6DD9A8B773EC}"/>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2DFE52E0-38DA-4FD6-89A7-644E3EB33B96}"/>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168</a:t>
            </a:r>
            <a:endParaRPr sz="1050" b="1" i="0">
              <a:solidFill>
                <a:srgbClr val="171717"/>
              </a:solidFill>
              <a:latin typeface="Consolas"/>
              <a:ea typeface="Consolas"/>
              <a:cs typeface="Consolas"/>
            </a:endParaRPr>
          </a:p>
        </p:txBody>
      </p:sp>
      <p:sp>
        <p:nvSpPr>
          <p:cNvPr id="8" name="text-178-64">
            <a:extLst>
              <a:ext uri="{FF2B5EF4-FFF2-40B4-BE49-F238E27FC236}">
                <a16:creationId xmlns:a16="http://schemas.microsoft.com/office/drawing/2014/main" id="{8B0E0E5B-21DF-4E51-B138-62F07650B7EB}"/>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T(n)=T(n−1)+n을 직접 전개하여 차수를 증명하시오.</a:t>
            </a:r>
          </a:p>
        </p:txBody>
      </p:sp>
      <p:sp>
        <p:nvSpPr>
          <p:cNvPr id="9" name="직사각형 8">
            <a:extLst>
              <a:ext uri="{FF2B5EF4-FFF2-40B4-BE49-F238E27FC236}">
                <a16:creationId xmlns:a16="http://schemas.microsoft.com/office/drawing/2014/main" id="{17555A4A-B97B-4F1E-90E6-A386166180EB}"/>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64AECD6E-DB59-4A48-8384-A0FF3B8F18FD}"/>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n+(n−1)+…+1=Θ(n²)이다.</a:t>
            </a:r>
          </a:p>
        </p:txBody>
      </p:sp>
      <p:sp>
        <p:nvSpPr>
          <p:cNvPr id="11" name="text-324.4-64">
            <a:extLst>
              <a:ext uri="{FF2B5EF4-FFF2-40B4-BE49-F238E27FC236}">
                <a16:creationId xmlns:a16="http://schemas.microsoft.com/office/drawing/2014/main" id="{2A29E5B9-BB43-410F-9AAB-73D9F5DAB2BF}"/>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82CC2EBE-057E-4BE1-AB22-5A045769C79F}"/>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055B97FB-C6BD-485B-971B-3156F8AD1931}"/>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부분 문제 크기가 고정 비율 감소가 아니므로 기본 마스터 정리를 억지로 적용하지 않는다.</a:t>
            </a:r>
          </a:p>
        </p:txBody>
      </p:sp>
    </p:spTree>
    <p:extLst>
      <p:ext uri="{BB962C8B-B14F-4D97-AF65-F5344CB8AC3E}">
        <p14:creationId xmlns:p14="http://schemas.microsoft.com/office/powerpoint/2010/main" val="462685519"/>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section">
            <a:extLst>
              <a:ext uri="{FF2B5EF4-FFF2-40B4-BE49-F238E27FC236}">
                <a16:creationId xmlns:a16="http://schemas.microsoft.com/office/drawing/2014/main" id="{DB98CA82-1425-443F-B302-D74776A8279F}"/>
              </a:ext>
            </a:extLst>
          </p:cNvPr>
          <p:cNvSpPr>
            <a:spLocks noGrp="1"/>
          </p:cNvSpPr>
          <p:nvPr/>
        </p:nvSpPr>
        <p:spPr>
          <a:xfrm>
            <a:off x="609600" y="266700"/>
            <a:ext cx="8096250" cy="266700"/>
          </a:xfrm>
          <a:prstGeom prst="rect">
            <a:avLst/>
          </a:prstGeom>
          <a:noFill/>
          <a:ln w="0">
            <a:noFill/>
          </a:ln>
        </p:spPr>
        <p:txBody>
          <a:bodyPr wrap="none" lIns="0" tIns="0" rIns="0" bIns="0" anchor="t">
            <a:noAutofit/>
          </a:bodyPr>
          <a:lstStyle>
            <a:defPPr algn="l">
              <a:defRPr sz="1050" b="0">
                <a:solidFill>
                  <a:srgbClr val="555555"/>
                </a:solidFill>
                <a:latin typeface="Malgun Gothic"/>
                <a:ea typeface="Malgun Gothic"/>
                <a:cs typeface="Malgun Gothic"/>
              </a:defRPr>
            </a:defPPr>
          </a:lstStyle>
          <a:p>
            <a:pPr algn="l">
              <a:lnSpc>
                <a:spcPct val="110000"/>
              </a:lnSpc>
              <a:buNone/>
              <a:defRPr sz="1050" b="0">
                <a:solidFill>
                  <a:srgbClr val="555555"/>
                </a:solidFill>
                <a:latin typeface="Malgun Gothic"/>
                <a:ea typeface="Malgun Gothic"/>
                <a:cs typeface="Malgun Gothic"/>
              </a:defRPr>
            </a:pPr>
            <a:r>
              <a:rPr sz="1050" b="0">
                <a:solidFill>
                  <a:srgbClr val="555555"/>
                </a:solidFill>
                <a:latin typeface="Malgun Gothic"/>
                <a:ea typeface="Malgun Gothic"/>
                <a:cs typeface="Malgun Gothic"/>
              </a:rPr>
              <a:t>4장 분할 정복  /  서술·설계</a:t>
            </a:r>
          </a:p>
        </p:txBody>
      </p:sp>
      <p:sp>
        <p:nvSpPr>
          <p:cNvPr id="2" name="brand">
            <a:extLst>
              <a:ext uri="{FF2B5EF4-FFF2-40B4-BE49-F238E27FC236}">
                <a16:creationId xmlns:a16="http://schemas.microsoft.com/office/drawing/2014/main" id="{9A3BABDA-C2AB-441F-A646-1E6AEFCDB9A7}"/>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555555"/>
                </a:solidFill>
                <a:latin typeface="Malgun Gothic"/>
                <a:ea typeface="Malgun Gothic"/>
                <a:cs typeface="Malgun Gothic"/>
              </a:defRPr>
            </a:defPPr>
          </a:lstStyle>
          <a:p>
            <a:pPr algn="l">
              <a:lnSpc>
                <a:spcPct val="110000"/>
              </a:lnSpc>
              <a:buNone/>
              <a:defRPr sz="900" b="0">
                <a:solidFill>
                  <a:srgbClr val="555555"/>
                </a:solidFill>
                <a:latin typeface="Malgun Gothic"/>
                <a:ea typeface="Malgun Gothic"/>
                <a:cs typeface="Malgun Gothic"/>
              </a:defRPr>
            </a:pPr>
            <a:r>
              <a:rPr sz="900" b="0">
                <a:solidFill>
                  <a:srgbClr val="55555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8B8A769F-5E30-479D-964C-CC2728F5B270}"/>
              </a:ext>
            </a:extLst>
          </p:cNvPr>
          <p:cNvSpPr>
            <a:spLocks noGrp="1"/>
          </p:cNvSpPr>
          <p:nvPr/>
        </p:nvSpPr>
        <p:spPr>
          <a:xfrm>
            <a:off x="609600" y="685800"/>
            <a:ext cx="10972800" cy="685800"/>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0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문제 85</a:t>
            </a:r>
          </a:p>
        </p:txBody>
      </p:sp>
      <p:sp>
        <p:nvSpPr>
          <p:cNvPr id="4" name="footer">
            <a:extLst>
              <a:ext uri="{FF2B5EF4-FFF2-40B4-BE49-F238E27FC236}">
                <a16:creationId xmlns:a16="http://schemas.microsoft.com/office/drawing/2014/main" id="{5C14B6CA-FA3C-4D0C-8B2D-7843FC152246}"/>
              </a:ext>
            </a:extLst>
          </p:cNvPr>
          <p:cNvSpPr>
            <a:spLocks noGrp="1"/>
          </p:cNvSpPr>
          <p:nvPr/>
        </p:nvSpPr>
        <p:spPr>
          <a:xfrm>
            <a:off x="609600" y="6591300"/>
            <a:ext cx="9715500" cy="190500"/>
          </a:xfrm>
          <a:prstGeom prst="rect">
            <a:avLst/>
          </a:prstGeom>
          <a:noFill/>
          <a:ln w="0">
            <a:noFill/>
          </a:ln>
        </p:spPr>
        <p:txBody>
          <a:bodyPr wrap="none" lIns="0" tIns="0" rIns="0" bIns="0" anchor="t">
            <a:noAutofit/>
          </a:bodyPr>
          <a:lstStyle>
            <a:defPPr algn="l">
              <a:defRPr sz="900" b="0">
                <a:solidFill>
                  <a:srgbClr val="555555"/>
                </a:solidFill>
                <a:latin typeface="Consolas"/>
                <a:ea typeface="Consolas"/>
                <a:cs typeface="Consolas"/>
              </a:defRPr>
            </a:defPPr>
          </a:lstStyle>
          <a:p>
            <a:pPr algn="l">
              <a:lnSpc>
                <a:spcPct val="110000"/>
              </a:lnSpc>
              <a:buNone/>
              <a:defRPr sz="900" b="0">
                <a:solidFill>
                  <a:srgbClr val="555555"/>
                </a:solidFill>
                <a:latin typeface="Consolas"/>
                <a:ea typeface="Consolas"/>
                <a:cs typeface="Consolas"/>
              </a:defRPr>
            </a:pPr>
            <a:r>
              <a:rPr sz="900" b="0">
                <a:solidFill>
                  <a:srgbClr val="555555"/>
                </a:solidFill>
                <a:latin typeface="Consolas"/>
                <a:ea typeface="Consolas"/>
                <a:cs typeface="Consolas"/>
              </a:rPr>
              <a:t>04 / DIVIDE AND CONQUER · EXERCISES</a:t>
            </a:r>
          </a:p>
        </p:txBody>
      </p:sp>
      <p:sp>
        <p:nvSpPr>
          <p:cNvPr id="5" name="page">
            <a:extLst>
              <a:ext uri="{FF2B5EF4-FFF2-40B4-BE49-F238E27FC236}">
                <a16:creationId xmlns:a16="http://schemas.microsoft.com/office/drawing/2014/main" id="{AEBAF9EF-312A-46F9-90B0-329F8C3F1B70}"/>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0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169</a:t>
            </a:r>
            <a:endParaRPr sz="1050" b="0">
              <a:solidFill>
                <a:srgbClr val="151515"/>
              </a:solidFill>
              <a:latin typeface="Consolas"/>
              <a:ea typeface="Consolas"/>
              <a:cs typeface="Consolas"/>
            </a:endParaRPr>
          </a:p>
        </p:txBody>
      </p:sp>
      <p:sp>
        <p:nvSpPr>
          <p:cNvPr id="6" name="직사각형 5">
            <a:extLst>
              <a:ext uri="{FF2B5EF4-FFF2-40B4-BE49-F238E27FC236}">
                <a16:creationId xmlns:a16="http://schemas.microsoft.com/office/drawing/2014/main" id="{E0C9CFA2-DF43-4B62-9A65-BC9314917ECA}"/>
              </a:ext>
            </a:extLst>
          </p:cNvPr>
          <p:cNvSpPr>
            <a:spLocks noGrp="1"/>
          </p:cNvSpPr>
          <p:nvPr/>
        </p:nvSpPr>
        <p:spPr>
          <a:xfrm>
            <a:off x="609600" y="6438900"/>
            <a:ext cx="10972800" cy="9525"/>
          </a:xfrm>
          <a:prstGeom prst="rect">
            <a:avLst/>
          </a:prstGeom>
          <a:solidFill>
            <a:srgbClr val="CCCCCC"/>
          </a:solidFill>
          <a:ln w="0">
            <a:noFill/>
          </a:ln>
        </p:spPr>
      </p:sp>
      <p:sp>
        <p:nvSpPr>
          <p:cNvPr id="7" name="prompt">
            <a:extLst>
              <a:ext uri="{FF2B5EF4-FFF2-40B4-BE49-F238E27FC236}">
                <a16:creationId xmlns:a16="http://schemas.microsoft.com/office/drawing/2014/main" id="{FEE92052-32D0-43F3-AB2B-5A91B684F92A}"/>
              </a:ext>
            </a:extLst>
          </p:cNvPr>
          <p:cNvSpPr>
            <a:spLocks noGrp="1"/>
          </p:cNvSpPr>
          <p:nvPr/>
        </p:nvSpPr>
        <p:spPr>
          <a:xfrm>
            <a:off x="609600" y="1714500"/>
            <a:ext cx="10972800" cy="1381125"/>
          </a:xfrm>
          <a:prstGeom prst="rect">
            <a:avLst/>
          </a:prstGeom>
          <a:noFill/>
          <a:ln w="0">
            <a:noFill/>
          </a:ln>
        </p:spPr>
        <p:txBody>
          <a:bodyPr wrap="none" lIns="0" tIns="0" rIns="0" bIns="0" anchor="t">
            <a:noAutofit/>
          </a:bodyPr>
          <a:lstStyle>
            <a:defPPr algn="l">
              <a:defRPr sz="2100" b="0">
                <a:solidFill>
                  <a:srgbClr val="151515"/>
                </a:solidFill>
                <a:latin typeface="Malgun Gothic"/>
                <a:ea typeface="Malgun Gothic"/>
                <a:cs typeface="Malgun Gothic"/>
              </a:defRPr>
            </a:defPPr>
          </a:lstStyle>
          <a:p>
            <a:pPr algn="l">
              <a:lnSpc>
                <a:spcPct val="110000"/>
              </a:lnSpc>
              <a:buNone/>
              <a:defRPr sz="2100" b="0">
                <a:solidFill>
                  <a:srgbClr val="151515"/>
                </a:solidFill>
                <a:latin typeface="Malgun Gothic"/>
                <a:ea typeface="Malgun Gothic"/>
                <a:cs typeface="Malgun Gothic"/>
              </a:defRPr>
            </a:pPr>
            <a:r>
              <a:rPr sz="2100" b="0">
                <a:solidFill>
                  <a:srgbClr val="151515"/>
                </a:solidFill>
                <a:latin typeface="Malgun Gothic"/>
                <a:ea typeface="Malgun Gothic"/>
                <a:cs typeface="Malgun Gothic"/>
              </a:rPr>
              <a:t>정렬된 두 배열을 병합하다 한쪽 배열을 모두 사용했다.</a:t>
            </a:r>
          </a:p>
          <a:p>
            <a:pPr algn="l">
              <a:lnSpc>
                <a:spcPct val="110000"/>
              </a:lnSpc>
              <a:buNone/>
              <a:defRPr sz="2100" b="0">
                <a:solidFill>
                  <a:srgbClr val="151515"/>
                </a:solidFill>
                <a:latin typeface="Malgun Gothic"/>
                <a:ea typeface="Malgun Gothic"/>
                <a:cs typeface="Malgun Gothic"/>
              </a:defRPr>
            </a:pPr>
            <a:r>
              <a:rPr sz="2100" b="0">
                <a:solidFill>
                  <a:srgbClr val="151515"/>
                </a:solidFill>
                <a:latin typeface="Malgun Gothic"/>
                <a:ea typeface="Malgun Gothic"/>
                <a:cs typeface="Malgun Gothic"/>
              </a:rPr>
              <a:t>다른 배열의 남은 원소를 순서대로 붙여도 되는 이유를</a:t>
            </a:r>
          </a:p>
          <a:p>
            <a:pPr algn="l">
              <a:lnSpc>
                <a:spcPct val="110000"/>
              </a:lnSpc>
              <a:buNone/>
              <a:defRPr sz="2100" b="0">
                <a:solidFill>
                  <a:srgbClr val="151515"/>
                </a:solidFill>
                <a:latin typeface="Malgun Gothic"/>
                <a:ea typeface="Malgun Gothic"/>
                <a:cs typeface="Malgun Gothic"/>
              </a:defRPr>
            </a:pPr>
            <a:r>
              <a:rPr sz="2100" b="0">
                <a:solidFill>
                  <a:srgbClr val="151515"/>
                </a:solidFill>
                <a:latin typeface="Malgun Gothic"/>
                <a:ea typeface="Malgun Gothic"/>
                <a:cs typeface="Malgun Gothic"/>
              </a:rPr>
              <a:t>설명하시오.</a:t>
            </a:r>
          </a:p>
        </p:txBody>
      </p:sp>
      <p:sp>
        <p:nvSpPr>
          <p:cNvPr id="8" name="instructions">
            <a:extLst>
              <a:ext uri="{FF2B5EF4-FFF2-40B4-BE49-F238E27FC236}">
                <a16:creationId xmlns:a16="http://schemas.microsoft.com/office/drawing/2014/main" id="{623E2699-2792-47D6-A4E5-985E91D7F578}"/>
              </a:ext>
            </a:extLst>
          </p:cNvPr>
          <p:cNvSpPr>
            <a:spLocks noGrp="1"/>
          </p:cNvSpPr>
          <p:nvPr/>
        </p:nvSpPr>
        <p:spPr>
          <a:xfrm>
            <a:off x="609600" y="3876675"/>
            <a:ext cx="10972800" cy="323850"/>
          </a:xfrm>
          <a:prstGeom prst="rect">
            <a:avLst/>
          </a:prstGeom>
          <a:noFill/>
          <a:ln w="0">
            <a:noFill/>
          </a:ln>
        </p:spPr>
        <p:txBody>
          <a:bodyPr wrap="none" lIns="0" tIns="0" rIns="0" bIns="0" anchor="t">
            <a:noAutofit/>
          </a:bodyPr>
          <a:lstStyle>
            <a:defPPr algn="l">
              <a:defRPr sz="1725" b="0">
                <a:solidFill>
                  <a:srgbClr val="666666"/>
                </a:solidFill>
                <a:latin typeface="Malgun Gothic"/>
                <a:ea typeface="Malgun Gothic"/>
                <a:cs typeface="Malgun Gothic"/>
              </a:defRPr>
            </a:defPPr>
          </a:lstStyle>
          <a:p>
            <a:pPr algn="l">
              <a:lnSpc>
                <a:spcPct val="110000"/>
              </a:lnSpc>
              <a:buNone/>
              <a:defRPr sz="1725" b="0">
                <a:solidFill>
                  <a:srgbClr val="666666"/>
                </a:solidFill>
                <a:latin typeface="Malgun Gothic"/>
                <a:ea typeface="Malgun Gothic"/>
                <a:cs typeface="Malgun Gothic"/>
              </a:defRPr>
            </a:pPr>
            <a:r>
              <a:rPr sz="1725" b="0">
                <a:solidFill>
                  <a:srgbClr val="666666"/>
                </a:solidFill>
                <a:latin typeface="Malgun Gothic"/>
                <a:ea typeface="Malgun Gothic"/>
                <a:cs typeface="Malgun Gothic"/>
              </a:rPr>
              <a:t>풀이 과정과 판단 근거를 함께 쓰시오.</a:t>
            </a:r>
          </a:p>
        </p:txBody>
      </p:sp>
      <p:sp>
        <p:nvSpPr>
          <p:cNvPr id="9" name="직사각형 8">
            <a:extLst>
              <a:ext uri="{FF2B5EF4-FFF2-40B4-BE49-F238E27FC236}">
                <a16:creationId xmlns:a16="http://schemas.microsoft.com/office/drawing/2014/main" id="{0D45F780-AC6E-470A-A6AF-61E39F059855}"/>
              </a:ext>
            </a:extLst>
          </p:cNvPr>
          <p:cNvSpPr>
            <a:spLocks noGrp="1"/>
          </p:cNvSpPr>
          <p:nvPr/>
        </p:nvSpPr>
        <p:spPr>
          <a:xfrm>
            <a:off x="609600" y="4495800"/>
            <a:ext cx="10972800" cy="9525"/>
          </a:xfrm>
          <a:prstGeom prst="rect">
            <a:avLst/>
          </a:prstGeom>
          <a:solidFill>
            <a:srgbClr val="CCCCCC"/>
          </a:solidFill>
          <a:ln w="0">
            <a:noFill/>
          </a:ln>
        </p:spPr>
      </p:sp>
      <p:sp>
        <p:nvSpPr>
          <p:cNvPr id="10" name="직사각형 9">
            <a:extLst>
              <a:ext uri="{FF2B5EF4-FFF2-40B4-BE49-F238E27FC236}">
                <a16:creationId xmlns:a16="http://schemas.microsoft.com/office/drawing/2014/main" id="{6859EE86-1A67-45CF-BFBD-0A52ADB336E7}"/>
              </a:ext>
            </a:extLst>
          </p:cNvPr>
          <p:cNvSpPr>
            <a:spLocks noGrp="1"/>
          </p:cNvSpPr>
          <p:nvPr/>
        </p:nvSpPr>
        <p:spPr>
          <a:xfrm>
            <a:off x="609600" y="4953000"/>
            <a:ext cx="10972800" cy="9525"/>
          </a:xfrm>
          <a:prstGeom prst="rect">
            <a:avLst/>
          </a:prstGeom>
          <a:solidFill>
            <a:srgbClr val="CCCCCC"/>
          </a:solidFill>
          <a:ln w="0">
            <a:noFill/>
          </a:ln>
        </p:spPr>
      </p:sp>
      <p:sp>
        <p:nvSpPr>
          <p:cNvPr id="11" name="직사각형 10">
            <a:extLst>
              <a:ext uri="{FF2B5EF4-FFF2-40B4-BE49-F238E27FC236}">
                <a16:creationId xmlns:a16="http://schemas.microsoft.com/office/drawing/2014/main" id="{4665E0EF-D316-4A80-8DA3-0CE71537CB04}"/>
              </a:ext>
            </a:extLst>
          </p:cNvPr>
          <p:cNvSpPr>
            <a:spLocks noGrp="1"/>
          </p:cNvSpPr>
          <p:nvPr/>
        </p:nvSpPr>
        <p:spPr>
          <a:xfrm>
            <a:off x="609600" y="5410200"/>
            <a:ext cx="10972800" cy="9525"/>
          </a:xfrm>
          <a:prstGeom prst="rect">
            <a:avLst/>
          </a:prstGeom>
          <a:solidFill>
            <a:srgbClr val="CCCCCC"/>
          </a:solidFill>
          <a:ln w="0">
            <a:noFill/>
          </a:ln>
        </p:spPr>
      </p:sp>
      <p:sp>
        <p:nvSpPr>
          <p:cNvPr id="12" name="직사각형 11">
            <a:extLst>
              <a:ext uri="{FF2B5EF4-FFF2-40B4-BE49-F238E27FC236}">
                <a16:creationId xmlns:a16="http://schemas.microsoft.com/office/drawing/2014/main" id="{FA389D5C-053D-4DE6-8092-1E2749D47CEA}"/>
              </a:ext>
            </a:extLst>
          </p:cNvPr>
          <p:cNvSpPr>
            <a:spLocks noGrp="1"/>
          </p:cNvSpPr>
          <p:nvPr/>
        </p:nvSpPr>
        <p:spPr>
          <a:xfrm>
            <a:off x="609600" y="5867400"/>
            <a:ext cx="10972800" cy="9525"/>
          </a:xfrm>
          <a:prstGeom prst="rect">
            <a:avLst/>
          </a:prstGeom>
          <a:solidFill>
            <a:srgbClr val="CCCCCC"/>
          </a:solidFill>
          <a:ln w="0">
            <a:noFill/>
          </a:ln>
        </p:spPr>
      </p:sp>
    </p:spTree>
    <p:extLst>
      <p:ext uri="{BB962C8B-B14F-4D97-AF65-F5344CB8AC3E}">
        <p14:creationId xmlns:p14="http://schemas.microsoft.com/office/powerpoint/2010/main" val="3869381733"/>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section">
            <a:extLst>
              <a:ext uri="{FF2B5EF4-FFF2-40B4-BE49-F238E27FC236}">
                <a16:creationId xmlns:a16="http://schemas.microsoft.com/office/drawing/2014/main" id="{A81E5F0C-0BC8-43D9-8090-8B893909840A}"/>
              </a:ext>
            </a:extLst>
          </p:cNvPr>
          <p:cNvSpPr>
            <a:spLocks noGrp="1"/>
          </p:cNvSpPr>
          <p:nvPr/>
        </p:nvSpPr>
        <p:spPr>
          <a:xfrm>
            <a:off x="609600" y="266700"/>
            <a:ext cx="8096250" cy="266700"/>
          </a:xfrm>
          <a:prstGeom prst="rect">
            <a:avLst/>
          </a:prstGeom>
          <a:noFill/>
          <a:ln w="0">
            <a:noFill/>
          </a:ln>
        </p:spPr>
        <p:txBody>
          <a:bodyPr wrap="none" lIns="0" tIns="0" rIns="0" bIns="0" anchor="t">
            <a:noAutofit/>
          </a:bodyPr>
          <a:lstStyle>
            <a:defPPr algn="l">
              <a:defRPr sz="1050" b="0">
                <a:solidFill>
                  <a:srgbClr val="555555"/>
                </a:solidFill>
                <a:latin typeface="Malgun Gothic"/>
                <a:ea typeface="Malgun Gothic"/>
                <a:cs typeface="Malgun Gothic"/>
              </a:defRPr>
            </a:defPPr>
          </a:lstStyle>
          <a:p>
            <a:pPr algn="l">
              <a:lnSpc>
                <a:spcPct val="110000"/>
              </a:lnSpc>
              <a:buNone/>
              <a:defRPr sz="1050" b="0">
                <a:solidFill>
                  <a:srgbClr val="555555"/>
                </a:solidFill>
                <a:latin typeface="Malgun Gothic"/>
                <a:ea typeface="Malgun Gothic"/>
                <a:cs typeface="Malgun Gothic"/>
              </a:defRPr>
            </a:pPr>
            <a:r>
              <a:rPr sz="1050" b="0">
                <a:solidFill>
                  <a:srgbClr val="555555"/>
                </a:solidFill>
                <a:latin typeface="Malgun Gothic"/>
                <a:ea typeface="Malgun Gothic"/>
                <a:cs typeface="Malgun Gothic"/>
              </a:rPr>
              <a:t>4장 분할 정복  /  서술·설계</a:t>
            </a:r>
          </a:p>
        </p:txBody>
      </p:sp>
      <p:sp>
        <p:nvSpPr>
          <p:cNvPr id="2" name="brand">
            <a:extLst>
              <a:ext uri="{FF2B5EF4-FFF2-40B4-BE49-F238E27FC236}">
                <a16:creationId xmlns:a16="http://schemas.microsoft.com/office/drawing/2014/main" id="{DCF1C7E5-27E9-4B27-BAA6-EB60F85CEFC0}"/>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555555"/>
                </a:solidFill>
                <a:latin typeface="Malgun Gothic"/>
                <a:ea typeface="Malgun Gothic"/>
                <a:cs typeface="Malgun Gothic"/>
              </a:defRPr>
            </a:defPPr>
          </a:lstStyle>
          <a:p>
            <a:pPr algn="l">
              <a:lnSpc>
                <a:spcPct val="110000"/>
              </a:lnSpc>
              <a:buNone/>
              <a:defRPr sz="900" b="0">
                <a:solidFill>
                  <a:srgbClr val="555555"/>
                </a:solidFill>
                <a:latin typeface="Malgun Gothic"/>
                <a:ea typeface="Malgun Gothic"/>
                <a:cs typeface="Malgun Gothic"/>
              </a:defRPr>
            </a:pPr>
            <a:r>
              <a:rPr sz="900" b="0">
                <a:solidFill>
                  <a:srgbClr val="55555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BBB9B222-CCD2-496D-B3E6-C74B3A98C521}"/>
              </a:ext>
            </a:extLst>
          </p:cNvPr>
          <p:cNvSpPr>
            <a:spLocks noGrp="1"/>
          </p:cNvSpPr>
          <p:nvPr/>
        </p:nvSpPr>
        <p:spPr>
          <a:xfrm>
            <a:off x="609600" y="685800"/>
            <a:ext cx="10972800" cy="685800"/>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0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문제 85  정답과 해설</a:t>
            </a:r>
          </a:p>
        </p:txBody>
      </p:sp>
      <p:sp>
        <p:nvSpPr>
          <p:cNvPr id="4" name="footer">
            <a:extLst>
              <a:ext uri="{FF2B5EF4-FFF2-40B4-BE49-F238E27FC236}">
                <a16:creationId xmlns:a16="http://schemas.microsoft.com/office/drawing/2014/main" id="{314D098B-6316-44FD-8C33-4BA89AA02C17}"/>
              </a:ext>
            </a:extLst>
          </p:cNvPr>
          <p:cNvSpPr>
            <a:spLocks noGrp="1"/>
          </p:cNvSpPr>
          <p:nvPr/>
        </p:nvSpPr>
        <p:spPr>
          <a:xfrm>
            <a:off x="609600" y="6591300"/>
            <a:ext cx="9715500" cy="190500"/>
          </a:xfrm>
          <a:prstGeom prst="rect">
            <a:avLst/>
          </a:prstGeom>
          <a:noFill/>
          <a:ln w="0">
            <a:noFill/>
          </a:ln>
        </p:spPr>
        <p:txBody>
          <a:bodyPr wrap="none" lIns="0" tIns="0" rIns="0" bIns="0" anchor="t">
            <a:noAutofit/>
          </a:bodyPr>
          <a:lstStyle>
            <a:defPPr algn="l">
              <a:defRPr sz="900" b="0">
                <a:solidFill>
                  <a:srgbClr val="555555"/>
                </a:solidFill>
                <a:latin typeface="Consolas"/>
                <a:ea typeface="Consolas"/>
                <a:cs typeface="Consolas"/>
              </a:defRPr>
            </a:defPPr>
          </a:lstStyle>
          <a:p>
            <a:pPr algn="l">
              <a:lnSpc>
                <a:spcPct val="110000"/>
              </a:lnSpc>
              <a:buNone/>
              <a:defRPr sz="900" b="0">
                <a:solidFill>
                  <a:srgbClr val="555555"/>
                </a:solidFill>
                <a:latin typeface="Consolas"/>
                <a:ea typeface="Consolas"/>
                <a:cs typeface="Consolas"/>
              </a:defRPr>
            </a:pPr>
            <a:r>
              <a:rPr sz="900" b="0">
                <a:solidFill>
                  <a:srgbClr val="555555"/>
                </a:solidFill>
                <a:latin typeface="Consolas"/>
                <a:ea typeface="Consolas"/>
                <a:cs typeface="Consolas"/>
              </a:rPr>
              <a:t>04 / DIVIDE AND CONQUER · EXERCISES</a:t>
            </a:r>
          </a:p>
        </p:txBody>
      </p:sp>
      <p:sp>
        <p:nvSpPr>
          <p:cNvPr id="5" name="page">
            <a:extLst>
              <a:ext uri="{FF2B5EF4-FFF2-40B4-BE49-F238E27FC236}">
                <a16:creationId xmlns:a16="http://schemas.microsoft.com/office/drawing/2014/main" id="{31D9FEC1-4D77-4F22-8F9C-96CA82D44D90}"/>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0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170</a:t>
            </a:r>
            <a:endParaRPr sz="1050" b="0">
              <a:solidFill>
                <a:srgbClr val="151515"/>
              </a:solidFill>
              <a:latin typeface="Consolas"/>
              <a:ea typeface="Consolas"/>
              <a:cs typeface="Consolas"/>
            </a:endParaRPr>
          </a:p>
        </p:txBody>
      </p:sp>
      <p:sp>
        <p:nvSpPr>
          <p:cNvPr id="6" name="직사각형 5">
            <a:extLst>
              <a:ext uri="{FF2B5EF4-FFF2-40B4-BE49-F238E27FC236}">
                <a16:creationId xmlns:a16="http://schemas.microsoft.com/office/drawing/2014/main" id="{EBE13DE2-9CEA-4A94-BF12-098A87F612EE}"/>
              </a:ext>
            </a:extLst>
          </p:cNvPr>
          <p:cNvSpPr>
            <a:spLocks noGrp="1"/>
          </p:cNvSpPr>
          <p:nvPr/>
        </p:nvSpPr>
        <p:spPr>
          <a:xfrm>
            <a:off x="609600" y="6438900"/>
            <a:ext cx="10972800" cy="9525"/>
          </a:xfrm>
          <a:prstGeom prst="rect">
            <a:avLst/>
          </a:prstGeom>
          <a:solidFill>
            <a:srgbClr val="CCCCCC"/>
          </a:solidFill>
          <a:ln w="0">
            <a:noFill/>
          </a:ln>
        </p:spPr>
      </p:sp>
      <p:sp>
        <p:nvSpPr>
          <p:cNvPr id="7" name="직사각형 6">
            <a:extLst>
              <a:ext uri="{FF2B5EF4-FFF2-40B4-BE49-F238E27FC236}">
                <a16:creationId xmlns:a16="http://schemas.microsoft.com/office/drawing/2014/main" id="{887808B9-11B4-4429-BCC6-1CD28D1858FE}"/>
              </a:ext>
            </a:extLst>
          </p:cNvPr>
          <p:cNvSpPr>
            <a:spLocks noGrp="1"/>
          </p:cNvSpPr>
          <p:nvPr/>
        </p:nvSpPr>
        <p:spPr>
          <a:xfrm>
            <a:off x="609600" y="1381125"/>
            <a:ext cx="10972800" cy="19050"/>
          </a:xfrm>
          <a:prstGeom prst="rect">
            <a:avLst/>
          </a:prstGeom>
          <a:solidFill>
            <a:srgbClr val="151515"/>
          </a:solidFill>
          <a:ln w="0">
            <a:noFill/>
          </a:ln>
        </p:spPr>
      </p:sp>
      <p:sp>
        <p:nvSpPr>
          <p:cNvPr id="8" name="prompt">
            <a:extLst>
              <a:ext uri="{FF2B5EF4-FFF2-40B4-BE49-F238E27FC236}">
                <a16:creationId xmlns:a16="http://schemas.microsoft.com/office/drawing/2014/main" id="{CF000532-98FA-41AC-9B7B-C4407DF50B76}"/>
              </a:ext>
            </a:extLst>
          </p:cNvPr>
          <p:cNvSpPr>
            <a:spLocks noGrp="1"/>
          </p:cNvSpPr>
          <p:nvPr/>
        </p:nvSpPr>
        <p:spPr>
          <a:xfrm>
            <a:off x="609600" y="1714500"/>
            <a:ext cx="10972800" cy="1095375"/>
          </a:xfrm>
          <a:prstGeom prst="rect">
            <a:avLst/>
          </a:prstGeom>
          <a:noFill/>
          <a:ln w="0">
            <a:noFill/>
          </a:ln>
        </p:spPr>
        <p:txBody>
          <a:bodyPr wrap="none" lIns="0" tIns="0" rIns="0" bIns="0" anchor="t">
            <a:noAutofit/>
          </a:bodyPr>
          <a:lstStyle>
            <a:defPPr algn="l">
              <a:defRPr sz="1800" b="0">
                <a:solidFill>
                  <a:srgbClr val="555555"/>
                </a:solidFill>
                <a:latin typeface="Malgun Gothic"/>
                <a:ea typeface="Malgun Gothic"/>
                <a:cs typeface="Malgun Gothic"/>
              </a:defRPr>
            </a:defPPr>
          </a:lstStyle>
          <a:p>
            <a:pPr algn="l">
              <a:lnSpc>
                <a:spcPct val="110000"/>
              </a:lnSpc>
              <a:buNone/>
              <a:defRPr sz="1800" b="0">
                <a:solidFill>
                  <a:srgbClr val="555555"/>
                </a:solidFill>
                <a:latin typeface="Malgun Gothic"/>
                <a:ea typeface="Malgun Gothic"/>
                <a:cs typeface="Malgun Gothic"/>
              </a:defRPr>
            </a:pPr>
            <a:r>
              <a:rPr sz="1800" b="0">
                <a:solidFill>
                  <a:srgbClr val="555555"/>
                </a:solidFill>
                <a:latin typeface="Malgun Gothic"/>
                <a:ea typeface="Malgun Gothic"/>
                <a:cs typeface="Malgun Gothic"/>
              </a:rPr>
              <a:t>정렬된 두 배열을 병합하다 한쪽 배열을 모두 사용했다.</a:t>
            </a:r>
          </a:p>
          <a:p>
            <a:pPr algn="l">
              <a:lnSpc>
                <a:spcPct val="110000"/>
              </a:lnSpc>
              <a:buNone/>
              <a:defRPr sz="1800" b="0">
                <a:solidFill>
                  <a:srgbClr val="555555"/>
                </a:solidFill>
                <a:latin typeface="Malgun Gothic"/>
                <a:ea typeface="Malgun Gothic"/>
                <a:cs typeface="Malgun Gothic"/>
              </a:defRPr>
            </a:pPr>
            <a:r>
              <a:rPr sz="1800" b="0">
                <a:solidFill>
                  <a:srgbClr val="555555"/>
                </a:solidFill>
                <a:latin typeface="Malgun Gothic"/>
                <a:ea typeface="Malgun Gothic"/>
                <a:cs typeface="Malgun Gothic"/>
              </a:rPr>
              <a:t>다른 배열의 남은 원소를 순서대로 붙여도 되는 이유를</a:t>
            </a:r>
          </a:p>
          <a:p>
            <a:pPr algn="l">
              <a:lnSpc>
                <a:spcPct val="110000"/>
              </a:lnSpc>
              <a:buNone/>
              <a:defRPr sz="1800" b="0">
                <a:solidFill>
                  <a:srgbClr val="555555"/>
                </a:solidFill>
                <a:latin typeface="Malgun Gothic"/>
                <a:ea typeface="Malgun Gothic"/>
                <a:cs typeface="Malgun Gothic"/>
              </a:defRPr>
            </a:pPr>
            <a:r>
              <a:rPr sz="1800" b="0">
                <a:solidFill>
                  <a:srgbClr val="555555"/>
                </a:solidFill>
                <a:latin typeface="Malgun Gothic"/>
                <a:ea typeface="Malgun Gothic"/>
                <a:cs typeface="Malgun Gothic"/>
              </a:rPr>
              <a:t>설명하시오.</a:t>
            </a:r>
          </a:p>
        </p:txBody>
      </p:sp>
      <p:sp>
        <p:nvSpPr>
          <p:cNvPr id="9" name="answer-band">
            <a:extLst>
              <a:ext uri="{FF2B5EF4-FFF2-40B4-BE49-F238E27FC236}">
                <a16:creationId xmlns:a16="http://schemas.microsoft.com/office/drawing/2014/main" id="{80D7FCBD-86E3-4D7D-9472-EE5DA8750CE3}"/>
              </a:ext>
            </a:extLst>
          </p:cNvPr>
          <p:cNvSpPr>
            <a:spLocks noGrp="1"/>
          </p:cNvSpPr>
          <p:nvPr/>
        </p:nvSpPr>
        <p:spPr>
          <a:xfrm>
            <a:off x="609600" y="2952750"/>
            <a:ext cx="10972800" cy="723900"/>
          </a:xfrm>
          <a:prstGeom prst="rect">
            <a:avLst/>
          </a:prstGeom>
          <a:solidFill>
            <a:srgbClr val="151515"/>
          </a:solidFill>
          <a:ln w="0">
            <a:noFill/>
          </a:ln>
        </p:spPr>
      </p:sp>
      <p:sp>
        <p:nvSpPr>
          <p:cNvPr id="10" name="answer">
            <a:extLst>
              <a:ext uri="{FF2B5EF4-FFF2-40B4-BE49-F238E27FC236}">
                <a16:creationId xmlns:a16="http://schemas.microsoft.com/office/drawing/2014/main" id="{8689B8FD-1608-4787-8494-2C609CB6994C}"/>
              </a:ext>
            </a:extLst>
          </p:cNvPr>
          <p:cNvSpPr>
            <a:spLocks noGrp="1"/>
          </p:cNvSpPr>
          <p:nvPr/>
        </p:nvSpPr>
        <p:spPr>
          <a:xfrm>
            <a:off x="876300" y="3162300"/>
            <a:ext cx="10439400" cy="457200"/>
          </a:xfrm>
          <a:prstGeom prst="rect">
            <a:avLst/>
          </a:prstGeom>
          <a:noFill/>
          <a:ln w="0">
            <a:noFill/>
          </a:ln>
        </p:spPr>
        <p:txBody>
          <a:bodyPr wrap="none" lIns="0" tIns="0" rIns="0" bIns="0" anchor="t">
            <a:noAutofit/>
          </a:bodyPr>
          <a:lstStyle>
            <a:defPPr algn="l">
              <a:defRPr sz="1950" b="1">
                <a:solidFill>
                  <a:srgbClr val="FFFFFF"/>
                </a:solidFill>
                <a:latin typeface="Malgun Gothic"/>
                <a:ea typeface="Malgun Gothic"/>
                <a:cs typeface="Malgun Gothic"/>
              </a:defRPr>
            </a:defPPr>
          </a:lstStyle>
          <a:p>
            <a:pPr algn="l">
              <a:lnSpc>
                <a:spcPct val="110000"/>
              </a:lnSpc>
              <a:buNone/>
              <a:defRPr sz="1950" b="1">
                <a:solidFill>
                  <a:srgbClr val="FFFFFF"/>
                </a:solidFill>
                <a:latin typeface="Malgun Gothic"/>
                <a:ea typeface="Malgun Gothic"/>
                <a:cs typeface="Malgun Gothic"/>
              </a:defRPr>
            </a:pPr>
            <a:r>
              <a:rPr sz="1950" b="1">
                <a:solidFill>
                  <a:srgbClr val="FFFFFF"/>
                </a:solidFill>
                <a:latin typeface="Malgun Gothic"/>
                <a:ea typeface="Malgun Gothic"/>
                <a:cs typeface="Malgun Gothic"/>
              </a:rPr>
              <a:t>남은 배열도 정렬되어 있고 비교할 반대쪽 원소가 없다.</a:t>
            </a:r>
          </a:p>
        </p:txBody>
      </p:sp>
      <p:sp>
        <p:nvSpPr>
          <p:cNvPr id="11" name="explanation-label">
            <a:extLst>
              <a:ext uri="{FF2B5EF4-FFF2-40B4-BE49-F238E27FC236}">
                <a16:creationId xmlns:a16="http://schemas.microsoft.com/office/drawing/2014/main" id="{BC1C0CE6-FA51-47FB-A134-0A3264C19099}"/>
              </a:ext>
            </a:extLst>
          </p:cNvPr>
          <p:cNvSpPr>
            <a:spLocks noGrp="1"/>
          </p:cNvSpPr>
          <p:nvPr/>
        </p:nvSpPr>
        <p:spPr>
          <a:xfrm>
            <a:off x="609600" y="4019550"/>
            <a:ext cx="1143000" cy="304800"/>
          </a:xfrm>
          <a:prstGeom prst="rect">
            <a:avLst/>
          </a:prstGeom>
          <a:noFill/>
          <a:ln w="0">
            <a:noFill/>
          </a:ln>
        </p:spPr>
        <p:txBody>
          <a:bodyPr wrap="none" lIns="0" tIns="0" rIns="0" bIns="0" anchor="t">
            <a:noAutofit/>
          </a:bodyPr>
          <a:lstStyle>
            <a:defPPr algn="l">
              <a:defRPr sz="1800" b="1">
                <a:solidFill>
                  <a:srgbClr val="151515"/>
                </a:solidFill>
                <a:latin typeface="Malgun Gothic"/>
                <a:ea typeface="Malgun Gothic"/>
                <a:cs typeface="Malgun Gothic"/>
              </a:defRPr>
            </a:defPPr>
          </a:lstStyle>
          <a:p>
            <a:pPr algn="l">
              <a:lnSpc>
                <a:spcPct val="110000"/>
              </a:lnSpc>
              <a:buNone/>
              <a:defRPr sz="1800" b="1">
                <a:solidFill>
                  <a:srgbClr val="151515"/>
                </a:solidFill>
                <a:latin typeface="Malgun Gothic"/>
                <a:ea typeface="Malgun Gothic"/>
                <a:cs typeface="Malgun Gothic"/>
              </a:defRPr>
            </a:pPr>
            <a:r>
              <a:rPr sz="1800" b="1">
                <a:solidFill>
                  <a:srgbClr val="151515"/>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E1287BF1-4D38-457C-B729-1D0E1BEEA460}"/>
              </a:ext>
            </a:extLst>
          </p:cNvPr>
          <p:cNvSpPr>
            <a:spLocks noGrp="1"/>
          </p:cNvSpPr>
          <p:nvPr/>
        </p:nvSpPr>
        <p:spPr>
          <a:xfrm>
            <a:off x="1752600" y="4210050"/>
            <a:ext cx="9829800" cy="9525"/>
          </a:xfrm>
          <a:prstGeom prst="rect">
            <a:avLst/>
          </a:prstGeom>
          <a:solidFill>
            <a:srgbClr val="CCCCCC"/>
          </a:solidFill>
          <a:ln w="0">
            <a:noFill/>
          </a:ln>
        </p:spPr>
      </p:sp>
      <p:sp>
        <p:nvSpPr>
          <p:cNvPr id="13" name="explanation">
            <a:extLst>
              <a:ext uri="{FF2B5EF4-FFF2-40B4-BE49-F238E27FC236}">
                <a16:creationId xmlns:a16="http://schemas.microsoft.com/office/drawing/2014/main" id="{B06DA56D-A618-437C-A96C-A9DD7E8F2740}"/>
              </a:ext>
            </a:extLst>
          </p:cNvPr>
          <p:cNvSpPr>
            <a:spLocks noGrp="1"/>
          </p:cNvSpPr>
          <p:nvPr/>
        </p:nvSpPr>
        <p:spPr>
          <a:xfrm>
            <a:off x="609600" y="4495800"/>
            <a:ext cx="10972800" cy="1314450"/>
          </a:xfrm>
          <a:prstGeom prst="rect">
            <a:avLst/>
          </a:prstGeom>
          <a:noFill/>
          <a:ln w="0">
            <a:noFill/>
          </a:ln>
        </p:spPr>
        <p:txBody>
          <a:bodyPr wrap="none" lIns="0" tIns="0" rIns="0" bIns="0" anchor="t">
            <a:noAutofit/>
          </a:bodyPr>
          <a:lstStyle>
            <a:defPPr algn="l">
              <a:defRPr sz="1875" b="0">
                <a:solidFill>
                  <a:srgbClr val="555555"/>
                </a:solidFill>
                <a:latin typeface="Malgun Gothic"/>
                <a:ea typeface="Malgun Gothic"/>
                <a:cs typeface="Malgun Gothic"/>
              </a:defRPr>
            </a:defPPr>
          </a:lstStyle>
          <a:p>
            <a:pPr algn="l">
              <a:lnSpc>
                <a:spcPct val="110000"/>
              </a:lnSpc>
              <a:buNone/>
              <a:defRPr sz="1875" b="0">
                <a:solidFill>
                  <a:srgbClr val="555555"/>
                </a:solidFill>
                <a:latin typeface="Malgun Gothic"/>
                <a:ea typeface="Malgun Gothic"/>
                <a:cs typeface="Malgun Gothic"/>
              </a:defRPr>
            </a:pPr>
            <a:r>
              <a:rPr sz="1875" b="0">
                <a:solidFill>
                  <a:srgbClr val="555555"/>
                </a:solidFill>
                <a:latin typeface="Malgun Gothic"/>
                <a:ea typeface="Malgun Gothic"/>
                <a:cs typeface="Malgun Gothic"/>
              </a:rPr>
              <a:t>병합 과정에서 앞의 작은 값들을 이미 결과에 넣었다.</a:t>
            </a:r>
          </a:p>
          <a:p>
            <a:pPr algn="l">
              <a:lnSpc>
                <a:spcPct val="110000"/>
              </a:lnSpc>
              <a:buNone/>
              <a:defRPr sz="1875" b="0">
                <a:solidFill>
                  <a:srgbClr val="555555"/>
                </a:solidFill>
                <a:latin typeface="Malgun Gothic"/>
                <a:ea typeface="Malgun Gothic"/>
                <a:cs typeface="Malgun Gothic"/>
              </a:defRPr>
            </a:pPr>
            <a:r>
              <a:rPr sz="1875" b="0">
                <a:solidFill>
                  <a:srgbClr val="555555"/>
                </a:solidFill>
                <a:latin typeface="Malgun Gothic"/>
                <a:ea typeface="Malgun Gothic"/>
                <a:cs typeface="Malgun Gothic"/>
              </a:rPr>
              <a:t>남은 배열 내부의 순서를 유지하면 전체 오름차순도 유지된다.</a:t>
            </a:r>
          </a:p>
        </p:txBody>
      </p:sp>
    </p:spTree>
    <p:extLst>
      <p:ext uri="{BB962C8B-B14F-4D97-AF65-F5344CB8AC3E}">
        <p14:creationId xmlns:p14="http://schemas.microsoft.com/office/powerpoint/2010/main" val="814220780"/>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section">
            <a:extLst>
              <a:ext uri="{FF2B5EF4-FFF2-40B4-BE49-F238E27FC236}">
                <a16:creationId xmlns:a16="http://schemas.microsoft.com/office/drawing/2014/main" id="{C440E35F-645C-475B-8EAB-C667B5E6755B}"/>
              </a:ext>
            </a:extLst>
          </p:cNvPr>
          <p:cNvSpPr>
            <a:spLocks noGrp="1"/>
          </p:cNvSpPr>
          <p:nvPr/>
        </p:nvSpPr>
        <p:spPr>
          <a:xfrm>
            <a:off x="609600" y="266700"/>
            <a:ext cx="8096250" cy="266700"/>
          </a:xfrm>
          <a:prstGeom prst="rect">
            <a:avLst/>
          </a:prstGeom>
          <a:noFill/>
          <a:ln w="0">
            <a:noFill/>
          </a:ln>
        </p:spPr>
        <p:txBody>
          <a:bodyPr wrap="none" lIns="0" tIns="0" rIns="0" bIns="0" anchor="t">
            <a:noAutofit/>
          </a:bodyPr>
          <a:lstStyle>
            <a:defPPr algn="l">
              <a:defRPr sz="1050" b="0">
                <a:solidFill>
                  <a:srgbClr val="555555"/>
                </a:solidFill>
                <a:latin typeface="Malgun Gothic"/>
                <a:ea typeface="Malgun Gothic"/>
                <a:cs typeface="Malgun Gothic"/>
              </a:defRPr>
            </a:defPPr>
          </a:lstStyle>
          <a:p>
            <a:pPr algn="l">
              <a:lnSpc>
                <a:spcPct val="110000"/>
              </a:lnSpc>
              <a:buNone/>
              <a:defRPr sz="1050" b="0">
                <a:solidFill>
                  <a:srgbClr val="555555"/>
                </a:solidFill>
                <a:latin typeface="Malgun Gothic"/>
                <a:ea typeface="Malgun Gothic"/>
                <a:cs typeface="Malgun Gothic"/>
              </a:defRPr>
            </a:pPr>
            <a:r>
              <a:rPr sz="1050" b="0">
                <a:solidFill>
                  <a:srgbClr val="555555"/>
                </a:solidFill>
                <a:latin typeface="Malgun Gothic"/>
                <a:ea typeface="Malgun Gothic"/>
                <a:cs typeface="Malgun Gothic"/>
              </a:rPr>
              <a:t>4장 분할 정복  /  서술·설계</a:t>
            </a:r>
          </a:p>
        </p:txBody>
      </p:sp>
      <p:sp>
        <p:nvSpPr>
          <p:cNvPr id="2" name="brand">
            <a:extLst>
              <a:ext uri="{FF2B5EF4-FFF2-40B4-BE49-F238E27FC236}">
                <a16:creationId xmlns:a16="http://schemas.microsoft.com/office/drawing/2014/main" id="{B929D305-A20B-4861-8C82-CFB7B2E0DD22}"/>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555555"/>
                </a:solidFill>
                <a:latin typeface="Malgun Gothic"/>
                <a:ea typeface="Malgun Gothic"/>
                <a:cs typeface="Malgun Gothic"/>
              </a:defRPr>
            </a:defPPr>
          </a:lstStyle>
          <a:p>
            <a:pPr algn="l">
              <a:lnSpc>
                <a:spcPct val="110000"/>
              </a:lnSpc>
              <a:buNone/>
              <a:defRPr sz="900" b="0">
                <a:solidFill>
                  <a:srgbClr val="555555"/>
                </a:solidFill>
                <a:latin typeface="Malgun Gothic"/>
                <a:ea typeface="Malgun Gothic"/>
                <a:cs typeface="Malgun Gothic"/>
              </a:defRPr>
            </a:pPr>
            <a:r>
              <a:rPr sz="900" b="0">
                <a:solidFill>
                  <a:srgbClr val="55555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854AE413-147A-4BAF-8AAA-51D4F315C2A3}"/>
              </a:ext>
            </a:extLst>
          </p:cNvPr>
          <p:cNvSpPr>
            <a:spLocks noGrp="1"/>
          </p:cNvSpPr>
          <p:nvPr/>
        </p:nvSpPr>
        <p:spPr>
          <a:xfrm>
            <a:off x="609600" y="685800"/>
            <a:ext cx="10972800" cy="685800"/>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0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문제 86</a:t>
            </a:r>
          </a:p>
        </p:txBody>
      </p:sp>
      <p:sp>
        <p:nvSpPr>
          <p:cNvPr id="4" name="footer">
            <a:extLst>
              <a:ext uri="{FF2B5EF4-FFF2-40B4-BE49-F238E27FC236}">
                <a16:creationId xmlns:a16="http://schemas.microsoft.com/office/drawing/2014/main" id="{7794B757-B097-4124-980D-190A7571BACE}"/>
              </a:ext>
            </a:extLst>
          </p:cNvPr>
          <p:cNvSpPr>
            <a:spLocks noGrp="1"/>
          </p:cNvSpPr>
          <p:nvPr/>
        </p:nvSpPr>
        <p:spPr>
          <a:xfrm>
            <a:off x="609600" y="6591300"/>
            <a:ext cx="9715500" cy="190500"/>
          </a:xfrm>
          <a:prstGeom prst="rect">
            <a:avLst/>
          </a:prstGeom>
          <a:noFill/>
          <a:ln w="0">
            <a:noFill/>
          </a:ln>
        </p:spPr>
        <p:txBody>
          <a:bodyPr wrap="none" lIns="0" tIns="0" rIns="0" bIns="0" anchor="t">
            <a:noAutofit/>
          </a:bodyPr>
          <a:lstStyle>
            <a:defPPr algn="l">
              <a:defRPr sz="900" b="0">
                <a:solidFill>
                  <a:srgbClr val="555555"/>
                </a:solidFill>
                <a:latin typeface="Consolas"/>
                <a:ea typeface="Consolas"/>
                <a:cs typeface="Consolas"/>
              </a:defRPr>
            </a:defPPr>
          </a:lstStyle>
          <a:p>
            <a:pPr algn="l">
              <a:lnSpc>
                <a:spcPct val="110000"/>
              </a:lnSpc>
              <a:buNone/>
              <a:defRPr sz="900" b="0">
                <a:solidFill>
                  <a:srgbClr val="555555"/>
                </a:solidFill>
                <a:latin typeface="Consolas"/>
                <a:ea typeface="Consolas"/>
                <a:cs typeface="Consolas"/>
              </a:defRPr>
            </a:pPr>
            <a:r>
              <a:rPr sz="900" b="0">
                <a:solidFill>
                  <a:srgbClr val="555555"/>
                </a:solidFill>
                <a:latin typeface="Consolas"/>
                <a:ea typeface="Consolas"/>
                <a:cs typeface="Consolas"/>
              </a:rPr>
              <a:t>04 / DIVIDE AND CONQUER · EXERCISES</a:t>
            </a:r>
          </a:p>
        </p:txBody>
      </p:sp>
      <p:sp>
        <p:nvSpPr>
          <p:cNvPr id="5" name="page">
            <a:extLst>
              <a:ext uri="{FF2B5EF4-FFF2-40B4-BE49-F238E27FC236}">
                <a16:creationId xmlns:a16="http://schemas.microsoft.com/office/drawing/2014/main" id="{D5AC0BEF-B342-42AA-BB8A-87554C67389F}"/>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0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171</a:t>
            </a:r>
            <a:endParaRPr sz="1050" b="0">
              <a:solidFill>
                <a:srgbClr val="151515"/>
              </a:solidFill>
              <a:latin typeface="Consolas"/>
              <a:ea typeface="Consolas"/>
              <a:cs typeface="Consolas"/>
            </a:endParaRPr>
          </a:p>
        </p:txBody>
      </p:sp>
      <p:sp>
        <p:nvSpPr>
          <p:cNvPr id="6" name="직사각형 5">
            <a:extLst>
              <a:ext uri="{FF2B5EF4-FFF2-40B4-BE49-F238E27FC236}">
                <a16:creationId xmlns:a16="http://schemas.microsoft.com/office/drawing/2014/main" id="{A82A2443-9CF9-40C3-8EA4-43A814B61022}"/>
              </a:ext>
            </a:extLst>
          </p:cNvPr>
          <p:cNvSpPr>
            <a:spLocks noGrp="1"/>
          </p:cNvSpPr>
          <p:nvPr/>
        </p:nvSpPr>
        <p:spPr>
          <a:xfrm>
            <a:off x="609600" y="6438900"/>
            <a:ext cx="10972800" cy="9525"/>
          </a:xfrm>
          <a:prstGeom prst="rect">
            <a:avLst/>
          </a:prstGeom>
          <a:solidFill>
            <a:srgbClr val="CCCCCC"/>
          </a:solidFill>
          <a:ln w="0">
            <a:noFill/>
          </a:ln>
        </p:spPr>
      </p:sp>
      <p:sp>
        <p:nvSpPr>
          <p:cNvPr id="7" name="prompt">
            <a:extLst>
              <a:ext uri="{FF2B5EF4-FFF2-40B4-BE49-F238E27FC236}">
                <a16:creationId xmlns:a16="http://schemas.microsoft.com/office/drawing/2014/main" id="{9391F43C-AC65-47F1-9ADC-133D5D2D612B}"/>
              </a:ext>
            </a:extLst>
          </p:cNvPr>
          <p:cNvSpPr>
            <a:spLocks noGrp="1"/>
          </p:cNvSpPr>
          <p:nvPr/>
        </p:nvSpPr>
        <p:spPr>
          <a:xfrm>
            <a:off x="609600" y="1714500"/>
            <a:ext cx="10972800" cy="1381125"/>
          </a:xfrm>
          <a:prstGeom prst="rect">
            <a:avLst/>
          </a:prstGeom>
          <a:noFill/>
          <a:ln w="0">
            <a:noFill/>
          </a:ln>
        </p:spPr>
        <p:txBody>
          <a:bodyPr wrap="none" lIns="0" tIns="0" rIns="0" bIns="0" anchor="t">
            <a:noAutofit/>
          </a:bodyPr>
          <a:lstStyle>
            <a:defPPr algn="l">
              <a:defRPr sz="2100" b="0">
                <a:solidFill>
                  <a:srgbClr val="151515"/>
                </a:solidFill>
                <a:latin typeface="Malgun Gothic"/>
                <a:ea typeface="Malgun Gothic"/>
                <a:cs typeface="Malgun Gothic"/>
              </a:defRPr>
            </a:defPPr>
          </a:lstStyle>
          <a:p>
            <a:pPr algn="l">
              <a:lnSpc>
                <a:spcPct val="110000"/>
              </a:lnSpc>
              <a:buNone/>
              <a:defRPr sz="2100" b="0">
                <a:solidFill>
                  <a:srgbClr val="151515"/>
                </a:solidFill>
                <a:latin typeface="Malgun Gothic"/>
                <a:ea typeface="Malgun Gothic"/>
                <a:cs typeface="Malgun Gothic"/>
              </a:defRPr>
            </a:pPr>
            <a:r>
              <a:rPr sz="2100" b="0">
                <a:solidFill>
                  <a:srgbClr val="151515"/>
                </a:solidFill>
                <a:latin typeface="Malgun Gothic"/>
                <a:ea typeface="Malgun Gothic"/>
                <a:cs typeface="Malgun Gothic"/>
              </a:rPr>
              <a:t>[1,5]와 [2,4]는 각각 정렬되어 있다. 그대로 이어 붙이면</a:t>
            </a:r>
          </a:p>
          <a:p>
            <a:pPr algn="l">
              <a:lnSpc>
                <a:spcPct val="110000"/>
              </a:lnSpc>
              <a:buNone/>
              <a:defRPr sz="2100" b="0">
                <a:solidFill>
                  <a:srgbClr val="151515"/>
                </a:solidFill>
                <a:latin typeface="Malgun Gothic"/>
                <a:ea typeface="Malgun Gothic"/>
                <a:cs typeface="Malgun Gothic"/>
              </a:defRPr>
            </a:pPr>
            <a:r>
              <a:rPr sz="2100" b="0">
                <a:solidFill>
                  <a:srgbClr val="151515"/>
                </a:solidFill>
                <a:latin typeface="Malgun Gothic"/>
                <a:ea typeface="Malgun Gothic"/>
                <a:cs typeface="Malgun Gothic"/>
              </a:rPr>
              <a:t>[1,5,2,4]가 된다. 이 결과가 정렬되지 않은 이유와</a:t>
            </a:r>
          </a:p>
          <a:p>
            <a:pPr algn="l">
              <a:lnSpc>
                <a:spcPct val="110000"/>
              </a:lnSpc>
              <a:buNone/>
              <a:defRPr sz="2100" b="0">
                <a:solidFill>
                  <a:srgbClr val="151515"/>
                </a:solidFill>
                <a:latin typeface="Malgun Gothic"/>
                <a:ea typeface="Malgun Gothic"/>
                <a:cs typeface="Malgun Gothic"/>
              </a:defRPr>
            </a:pPr>
            <a:r>
              <a:rPr sz="2100" b="0">
                <a:solidFill>
                  <a:srgbClr val="151515"/>
                </a:solidFill>
                <a:latin typeface="Malgun Gothic"/>
                <a:ea typeface="Malgun Gothic"/>
                <a:cs typeface="Malgun Gothic"/>
              </a:rPr>
              <a:t>올바르게 병합하는 방법을 설명하시오.</a:t>
            </a:r>
          </a:p>
        </p:txBody>
      </p:sp>
      <p:sp>
        <p:nvSpPr>
          <p:cNvPr id="8" name="instructions">
            <a:extLst>
              <a:ext uri="{FF2B5EF4-FFF2-40B4-BE49-F238E27FC236}">
                <a16:creationId xmlns:a16="http://schemas.microsoft.com/office/drawing/2014/main" id="{9C8FED16-08D5-408E-B69B-99243D59F0B8}"/>
              </a:ext>
            </a:extLst>
          </p:cNvPr>
          <p:cNvSpPr>
            <a:spLocks noGrp="1"/>
          </p:cNvSpPr>
          <p:nvPr/>
        </p:nvSpPr>
        <p:spPr>
          <a:xfrm>
            <a:off x="609600" y="3876675"/>
            <a:ext cx="10972800" cy="323850"/>
          </a:xfrm>
          <a:prstGeom prst="rect">
            <a:avLst/>
          </a:prstGeom>
          <a:noFill/>
          <a:ln w="0">
            <a:noFill/>
          </a:ln>
        </p:spPr>
        <p:txBody>
          <a:bodyPr wrap="none" lIns="0" tIns="0" rIns="0" bIns="0" anchor="t">
            <a:noAutofit/>
          </a:bodyPr>
          <a:lstStyle>
            <a:defPPr algn="l">
              <a:defRPr sz="1725" b="0">
                <a:solidFill>
                  <a:srgbClr val="666666"/>
                </a:solidFill>
                <a:latin typeface="Malgun Gothic"/>
                <a:ea typeface="Malgun Gothic"/>
                <a:cs typeface="Malgun Gothic"/>
              </a:defRPr>
            </a:defPPr>
          </a:lstStyle>
          <a:p>
            <a:pPr algn="l">
              <a:lnSpc>
                <a:spcPct val="110000"/>
              </a:lnSpc>
              <a:buNone/>
              <a:defRPr sz="1725" b="0">
                <a:solidFill>
                  <a:srgbClr val="666666"/>
                </a:solidFill>
                <a:latin typeface="Malgun Gothic"/>
                <a:ea typeface="Malgun Gothic"/>
                <a:cs typeface="Malgun Gothic"/>
              </a:defRPr>
            </a:pPr>
            <a:r>
              <a:rPr sz="1725" b="0">
                <a:solidFill>
                  <a:srgbClr val="666666"/>
                </a:solidFill>
                <a:latin typeface="Malgun Gothic"/>
                <a:ea typeface="Malgun Gothic"/>
                <a:cs typeface="Malgun Gothic"/>
              </a:rPr>
              <a:t>풀이 과정과 판단 근거를 함께 쓰시오.</a:t>
            </a:r>
          </a:p>
        </p:txBody>
      </p:sp>
      <p:sp>
        <p:nvSpPr>
          <p:cNvPr id="9" name="직사각형 8">
            <a:extLst>
              <a:ext uri="{FF2B5EF4-FFF2-40B4-BE49-F238E27FC236}">
                <a16:creationId xmlns:a16="http://schemas.microsoft.com/office/drawing/2014/main" id="{42EB2C56-0C3F-4C11-A32B-30ADC65D32B4}"/>
              </a:ext>
            </a:extLst>
          </p:cNvPr>
          <p:cNvSpPr>
            <a:spLocks noGrp="1"/>
          </p:cNvSpPr>
          <p:nvPr/>
        </p:nvSpPr>
        <p:spPr>
          <a:xfrm>
            <a:off x="609600" y="4495800"/>
            <a:ext cx="10972800" cy="9525"/>
          </a:xfrm>
          <a:prstGeom prst="rect">
            <a:avLst/>
          </a:prstGeom>
          <a:solidFill>
            <a:srgbClr val="CCCCCC"/>
          </a:solidFill>
          <a:ln w="0">
            <a:noFill/>
          </a:ln>
        </p:spPr>
      </p:sp>
      <p:sp>
        <p:nvSpPr>
          <p:cNvPr id="10" name="직사각형 9">
            <a:extLst>
              <a:ext uri="{FF2B5EF4-FFF2-40B4-BE49-F238E27FC236}">
                <a16:creationId xmlns:a16="http://schemas.microsoft.com/office/drawing/2014/main" id="{1EBADCB8-6879-448B-90F6-C1801AD5F0E2}"/>
              </a:ext>
            </a:extLst>
          </p:cNvPr>
          <p:cNvSpPr>
            <a:spLocks noGrp="1"/>
          </p:cNvSpPr>
          <p:nvPr/>
        </p:nvSpPr>
        <p:spPr>
          <a:xfrm>
            <a:off x="609600" y="4953000"/>
            <a:ext cx="10972800" cy="9525"/>
          </a:xfrm>
          <a:prstGeom prst="rect">
            <a:avLst/>
          </a:prstGeom>
          <a:solidFill>
            <a:srgbClr val="CCCCCC"/>
          </a:solidFill>
          <a:ln w="0">
            <a:noFill/>
          </a:ln>
        </p:spPr>
      </p:sp>
      <p:sp>
        <p:nvSpPr>
          <p:cNvPr id="11" name="직사각형 10">
            <a:extLst>
              <a:ext uri="{FF2B5EF4-FFF2-40B4-BE49-F238E27FC236}">
                <a16:creationId xmlns:a16="http://schemas.microsoft.com/office/drawing/2014/main" id="{F4D2C449-FB82-4F4A-9937-4A8270F4FCBD}"/>
              </a:ext>
            </a:extLst>
          </p:cNvPr>
          <p:cNvSpPr>
            <a:spLocks noGrp="1"/>
          </p:cNvSpPr>
          <p:nvPr/>
        </p:nvSpPr>
        <p:spPr>
          <a:xfrm>
            <a:off x="609600" y="5410200"/>
            <a:ext cx="10972800" cy="9525"/>
          </a:xfrm>
          <a:prstGeom prst="rect">
            <a:avLst/>
          </a:prstGeom>
          <a:solidFill>
            <a:srgbClr val="CCCCCC"/>
          </a:solidFill>
          <a:ln w="0">
            <a:noFill/>
          </a:ln>
        </p:spPr>
      </p:sp>
      <p:sp>
        <p:nvSpPr>
          <p:cNvPr id="12" name="직사각형 11">
            <a:extLst>
              <a:ext uri="{FF2B5EF4-FFF2-40B4-BE49-F238E27FC236}">
                <a16:creationId xmlns:a16="http://schemas.microsoft.com/office/drawing/2014/main" id="{78864E3F-2EAA-4127-9E84-FF0FB60EBC59}"/>
              </a:ext>
            </a:extLst>
          </p:cNvPr>
          <p:cNvSpPr>
            <a:spLocks noGrp="1"/>
          </p:cNvSpPr>
          <p:nvPr/>
        </p:nvSpPr>
        <p:spPr>
          <a:xfrm>
            <a:off x="609600" y="5867400"/>
            <a:ext cx="10972800" cy="9525"/>
          </a:xfrm>
          <a:prstGeom prst="rect">
            <a:avLst/>
          </a:prstGeom>
          <a:solidFill>
            <a:srgbClr val="CCCCCC"/>
          </a:solidFill>
          <a:ln w="0">
            <a:noFill/>
          </a:ln>
        </p:spPr>
      </p:sp>
    </p:spTree>
    <p:extLst>
      <p:ext uri="{BB962C8B-B14F-4D97-AF65-F5344CB8AC3E}">
        <p14:creationId xmlns:p14="http://schemas.microsoft.com/office/powerpoint/2010/main" val="3190842749"/>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section">
            <a:extLst>
              <a:ext uri="{FF2B5EF4-FFF2-40B4-BE49-F238E27FC236}">
                <a16:creationId xmlns:a16="http://schemas.microsoft.com/office/drawing/2014/main" id="{E59E1B0E-24DF-4C9D-BC51-CEEE8A08AA0E}"/>
              </a:ext>
            </a:extLst>
          </p:cNvPr>
          <p:cNvSpPr>
            <a:spLocks noGrp="1"/>
          </p:cNvSpPr>
          <p:nvPr/>
        </p:nvSpPr>
        <p:spPr>
          <a:xfrm>
            <a:off x="609600" y="266700"/>
            <a:ext cx="8096250" cy="266700"/>
          </a:xfrm>
          <a:prstGeom prst="rect">
            <a:avLst/>
          </a:prstGeom>
          <a:noFill/>
          <a:ln w="0">
            <a:noFill/>
          </a:ln>
        </p:spPr>
        <p:txBody>
          <a:bodyPr wrap="none" lIns="0" tIns="0" rIns="0" bIns="0" anchor="t">
            <a:noAutofit/>
          </a:bodyPr>
          <a:lstStyle>
            <a:defPPr algn="l">
              <a:defRPr sz="1050" b="0">
                <a:solidFill>
                  <a:srgbClr val="555555"/>
                </a:solidFill>
                <a:latin typeface="Malgun Gothic"/>
                <a:ea typeface="Malgun Gothic"/>
                <a:cs typeface="Malgun Gothic"/>
              </a:defRPr>
            </a:defPPr>
          </a:lstStyle>
          <a:p>
            <a:pPr algn="l">
              <a:lnSpc>
                <a:spcPct val="110000"/>
              </a:lnSpc>
              <a:buNone/>
              <a:defRPr sz="1050" b="0">
                <a:solidFill>
                  <a:srgbClr val="555555"/>
                </a:solidFill>
                <a:latin typeface="Malgun Gothic"/>
                <a:ea typeface="Malgun Gothic"/>
                <a:cs typeface="Malgun Gothic"/>
              </a:defRPr>
            </a:pPr>
            <a:r>
              <a:rPr sz="1050" b="0">
                <a:solidFill>
                  <a:srgbClr val="555555"/>
                </a:solidFill>
                <a:latin typeface="Malgun Gothic"/>
                <a:ea typeface="Malgun Gothic"/>
                <a:cs typeface="Malgun Gothic"/>
              </a:rPr>
              <a:t>4장 분할 정복  /  서술·설계</a:t>
            </a:r>
          </a:p>
        </p:txBody>
      </p:sp>
      <p:sp>
        <p:nvSpPr>
          <p:cNvPr id="2" name="brand">
            <a:extLst>
              <a:ext uri="{FF2B5EF4-FFF2-40B4-BE49-F238E27FC236}">
                <a16:creationId xmlns:a16="http://schemas.microsoft.com/office/drawing/2014/main" id="{851658F1-D0CF-4765-BEA1-EE9275FFB0A6}"/>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555555"/>
                </a:solidFill>
                <a:latin typeface="Malgun Gothic"/>
                <a:ea typeface="Malgun Gothic"/>
                <a:cs typeface="Malgun Gothic"/>
              </a:defRPr>
            </a:defPPr>
          </a:lstStyle>
          <a:p>
            <a:pPr algn="l">
              <a:lnSpc>
                <a:spcPct val="110000"/>
              </a:lnSpc>
              <a:buNone/>
              <a:defRPr sz="900" b="0">
                <a:solidFill>
                  <a:srgbClr val="555555"/>
                </a:solidFill>
                <a:latin typeface="Malgun Gothic"/>
                <a:ea typeface="Malgun Gothic"/>
                <a:cs typeface="Malgun Gothic"/>
              </a:defRPr>
            </a:pPr>
            <a:r>
              <a:rPr sz="900" b="0">
                <a:solidFill>
                  <a:srgbClr val="55555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D1AF0D42-0866-4C69-85E0-B4F116804BD2}"/>
              </a:ext>
            </a:extLst>
          </p:cNvPr>
          <p:cNvSpPr>
            <a:spLocks noGrp="1"/>
          </p:cNvSpPr>
          <p:nvPr/>
        </p:nvSpPr>
        <p:spPr>
          <a:xfrm>
            <a:off x="609600" y="685800"/>
            <a:ext cx="10972800" cy="685800"/>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0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문제 86  정답과 해설</a:t>
            </a:r>
          </a:p>
        </p:txBody>
      </p:sp>
      <p:sp>
        <p:nvSpPr>
          <p:cNvPr id="4" name="footer">
            <a:extLst>
              <a:ext uri="{FF2B5EF4-FFF2-40B4-BE49-F238E27FC236}">
                <a16:creationId xmlns:a16="http://schemas.microsoft.com/office/drawing/2014/main" id="{40DD36FB-EF9C-4929-B5E3-90453A8312DB}"/>
              </a:ext>
            </a:extLst>
          </p:cNvPr>
          <p:cNvSpPr>
            <a:spLocks noGrp="1"/>
          </p:cNvSpPr>
          <p:nvPr/>
        </p:nvSpPr>
        <p:spPr>
          <a:xfrm>
            <a:off x="609600" y="6591300"/>
            <a:ext cx="9715500" cy="190500"/>
          </a:xfrm>
          <a:prstGeom prst="rect">
            <a:avLst/>
          </a:prstGeom>
          <a:noFill/>
          <a:ln w="0">
            <a:noFill/>
          </a:ln>
        </p:spPr>
        <p:txBody>
          <a:bodyPr wrap="none" lIns="0" tIns="0" rIns="0" bIns="0" anchor="t">
            <a:noAutofit/>
          </a:bodyPr>
          <a:lstStyle>
            <a:defPPr algn="l">
              <a:defRPr sz="900" b="0">
                <a:solidFill>
                  <a:srgbClr val="555555"/>
                </a:solidFill>
                <a:latin typeface="Consolas"/>
                <a:ea typeface="Consolas"/>
                <a:cs typeface="Consolas"/>
              </a:defRPr>
            </a:defPPr>
          </a:lstStyle>
          <a:p>
            <a:pPr algn="l">
              <a:lnSpc>
                <a:spcPct val="110000"/>
              </a:lnSpc>
              <a:buNone/>
              <a:defRPr sz="900" b="0">
                <a:solidFill>
                  <a:srgbClr val="555555"/>
                </a:solidFill>
                <a:latin typeface="Consolas"/>
                <a:ea typeface="Consolas"/>
                <a:cs typeface="Consolas"/>
              </a:defRPr>
            </a:pPr>
            <a:r>
              <a:rPr sz="900" b="0">
                <a:solidFill>
                  <a:srgbClr val="555555"/>
                </a:solidFill>
                <a:latin typeface="Consolas"/>
                <a:ea typeface="Consolas"/>
                <a:cs typeface="Consolas"/>
              </a:rPr>
              <a:t>04 / DIVIDE AND CONQUER · EXERCISES</a:t>
            </a:r>
          </a:p>
        </p:txBody>
      </p:sp>
      <p:sp>
        <p:nvSpPr>
          <p:cNvPr id="5" name="page">
            <a:extLst>
              <a:ext uri="{FF2B5EF4-FFF2-40B4-BE49-F238E27FC236}">
                <a16:creationId xmlns:a16="http://schemas.microsoft.com/office/drawing/2014/main" id="{661AC310-65DD-45E8-B73E-03180A4150C7}"/>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0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172</a:t>
            </a:r>
            <a:endParaRPr sz="1050" b="0">
              <a:solidFill>
                <a:srgbClr val="151515"/>
              </a:solidFill>
              <a:latin typeface="Consolas"/>
              <a:ea typeface="Consolas"/>
              <a:cs typeface="Consolas"/>
            </a:endParaRPr>
          </a:p>
        </p:txBody>
      </p:sp>
      <p:sp>
        <p:nvSpPr>
          <p:cNvPr id="6" name="직사각형 5">
            <a:extLst>
              <a:ext uri="{FF2B5EF4-FFF2-40B4-BE49-F238E27FC236}">
                <a16:creationId xmlns:a16="http://schemas.microsoft.com/office/drawing/2014/main" id="{2377CE8E-4AF1-4CA6-91D0-27AA58098758}"/>
              </a:ext>
            </a:extLst>
          </p:cNvPr>
          <p:cNvSpPr>
            <a:spLocks noGrp="1"/>
          </p:cNvSpPr>
          <p:nvPr/>
        </p:nvSpPr>
        <p:spPr>
          <a:xfrm>
            <a:off x="609600" y="6438900"/>
            <a:ext cx="10972800" cy="9525"/>
          </a:xfrm>
          <a:prstGeom prst="rect">
            <a:avLst/>
          </a:prstGeom>
          <a:solidFill>
            <a:srgbClr val="CCCCCC"/>
          </a:solidFill>
          <a:ln w="0">
            <a:noFill/>
          </a:ln>
        </p:spPr>
      </p:sp>
      <p:sp>
        <p:nvSpPr>
          <p:cNvPr id="7" name="직사각형 6">
            <a:extLst>
              <a:ext uri="{FF2B5EF4-FFF2-40B4-BE49-F238E27FC236}">
                <a16:creationId xmlns:a16="http://schemas.microsoft.com/office/drawing/2014/main" id="{82D08F96-90EE-4CA5-A398-D8FAA7C5410C}"/>
              </a:ext>
            </a:extLst>
          </p:cNvPr>
          <p:cNvSpPr>
            <a:spLocks noGrp="1"/>
          </p:cNvSpPr>
          <p:nvPr/>
        </p:nvSpPr>
        <p:spPr>
          <a:xfrm>
            <a:off x="609600" y="1381125"/>
            <a:ext cx="10972800" cy="19050"/>
          </a:xfrm>
          <a:prstGeom prst="rect">
            <a:avLst/>
          </a:prstGeom>
          <a:solidFill>
            <a:srgbClr val="151515"/>
          </a:solidFill>
          <a:ln w="0">
            <a:noFill/>
          </a:ln>
        </p:spPr>
      </p:sp>
      <p:sp>
        <p:nvSpPr>
          <p:cNvPr id="8" name="prompt">
            <a:extLst>
              <a:ext uri="{FF2B5EF4-FFF2-40B4-BE49-F238E27FC236}">
                <a16:creationId xmlns:a16="http://schemas.microsoft.com/office/drawing/2014/main" id="{17C2308C-46D1-4043-8D8F-5D180E23CAAF}"/>
              </a:ext>
            </a:extLst>
          </p:cNvPr>
          <p:cNvSpPr>
            <a:spLocks noGrp="1"/>
          </p:cNvSpPr>
          <p:nvPr/>
        </p:nvSpPr>
        <p:spPr>
          <a:xfrm>
            <a:off x="609600" y="1714500"/>
            <a:ext cx="10972800" cy="1095375"/>
          </a:xfrm>
          <a:prstGeom prst="rect">
            <a:avLst/>
          </a:prstGeom>
          <a:noFill/>
          <a:ln w="0">
            <a:noFill/>
          </a:ln>
        </p:spPr>
        <p:txBody>
          <a:bodyPr wrap="none" lIns="0" tIns="0" rIns="0" bIns="0" anchor="t">
            <a:noAutofit/>
          </a:bodyPr>
          <a:lstStyle>
            <a:defPPr algn="l">
              <a:defRPr sz="1800" b="0">
                <a:solidFill>
                  <a:srgbClr val="555555"/>
                </a:solidFill>
                <a:latin typeface="Malgun Gothic"/>
                <a:ea typeface="Malgun Gothic"/>
                <a:cs typeface="Malgun Gothic"/>
              </a:defRPr>
            </a:defPPr>
          </a:lstStyle>
          <a:p>
            <a:pPr algn="l">
              <a:lnSpc>
                <a:spcPct val="110000"/>
              </a:lnSpc>
              <a:buNone/>
              <a:defRPr sz="1800" b="0">
                <a:solidFill>
                  <a:srgbClr val="555555"/>
                </a:solidFill>
                <a:latin typeface="Malgun Gothic"/>
                <a:ea typeface="Malgun Gothic"/>
                <a:cs typeface="Malgun Gothic"/>
              </a:defRPr>
            </a:pPr>
            <a:r>
              <a:rPr sz="1800" b="0">
                <a:solidFill>
                  <a:srgbClr val="555555"/>
                </a:solidFill>
                <a:latin typeface="Malgun Gothic"/>
                <a:ea typeface="Malgun Gothic"/>
                <a:cs typeface="Malgun Gothic"/>
              </a:rPr>
              <a:t>[1,5]와 [2,4]는 각각 정렬되어 있다. 그대로 이어 붙이면</a:t>
            </a:r>
          </a:p>
          <a:p>
            <a:pPr algn="l">
              <a:lnSpc>
                <a:spcPct val="110000"/>
              </a:lnSpc>
              <a:buNone/>
              <a:defRPr sz="1800" b="0">
                <a:solidFill>
                  <a:srgbClr val="555555"/>
                </a:solidFill>
                <a:latin typeface="Malgun Gothic"/>
                <a:ea typeface="Malgun Gothic"/>
                <a:cs typeface="Malgun Gothic"/>
              </a:defRPr>
            </a:pPr>
            <a:r>
              <a:rPr sz="1800" b="0">
                <a:solidFill>
                  <a:srgbClr val="555555"/>
                </a:solidFill>
                <a:latin typeface="Malgun Gothic"/>
                <a:ea typeface="Malgun Gothic"/>
                <a:cs typeface="Malgun Gothic"/>
              </a:rPr>
              <a:t>[1,5,2,4]가 된다. 이 결과가 정렬되지 않은 이유와</a:t>
            </a:r>
          </a:p>
          <a:p>
            <a:pPr algn="l">
              <a:lnSpc>
                <a:spcPct val="110000"/>
              </a:lnSpc>
              <a:buNone/>
              <a:defRPr sz="1800" b="0">
                <a:solidFill>
                  <a:srgbClr val="555555"/>
                </a:solidFill>
                <a:latin typeface="Malgun Gothic"/>
                <a:ea typeface="Malgun Gothic"/>
                <a:cs typeface="Malgun Gothic"/>
              </a:defRPr>
            </a:pPr>
            <a:r>
              <a:rPr sz="1800" b="0">
                <a:solidFill>
                  <a:srgbClr val="555555"/>
                </a:solidFill>
                <a:latin typeface="Malgun Gothic"/>
                <a:ea typeface="Malgun Gothic"/>
                <a:cs typeface="Malgun Gothic"/>
              </a:rPr>
              <a:t>올바르게 병합하는 방법을 설명하시오.</a:t>
            </a:r>
          </a:p>
        </p:txBody>
      </p:sp>
      <p:sp>
        <p:nvSpPr>
          <p:cNvPr id="9" name="answer-band">
            <a:extLst>
              <a:ext uri="{FF2B5EF4-FFF2-40B4-BE49-F238E27FC236}">
                <a16:creationId xmlns:a16="http://schemas.microsoft.com/office/drawing/2014/main" id="{ABF7E01C-016F-4994-B811-2C489A3498A3}"/>
              </a:ext>
            </a:extLst>
          </p:cNvPr>
          <p:cNvSpPr>
            <a:spLocks noGrp="1"/>
          </p:cNvSpPr>
          <p:nvPr/>
        </p:nvSpPr>
        <p:spPr>
          <a:xfrm>
            <a:off x="609600" y="2952750"/>
            <a:ext cx="10972800" cy="723900"/>
          </a:xfrm>
          <a:prstGeom prst="rect">
            <a:avLst/>
          </a:prstGeom>
          <a:solidFill>
            <a:srgbClr val="151515"/>
          </a:solidFill>
          <a:ln w="0">
            <a:noFill/>
          </a:ln>
        </p:spPr>
      </p:sp>
      <p:sp>
        <p:nvSpPr>
          <p:cNvPr id="10" name="answer">
            <a:extLst>
              <a:ext uri="{FF2B5EF4-FFF2-40B4-BE49-F238E27FC236}">
                <a16:creationId xmlns:a16="http://schemas.microsoft.com/office/drawing/2014/main" id="{8871B40E-EDEC-4BC0-B03D-3D8FD3FA936A}"/>
              </a:ext>
            </a:extLst>
          </p:cNvPr>
          <p:cNvSpPr>
            <a:spLocks noGrp="1"/>
          </p:cNvSpPr>
          <p:nvPr/>
        </p:nvSpPr>
        <p:spPr>
          <a:xfrm>
            <a:off x="876300" y="3162300"/>
            <a:ext cx="10439400" cy="457200"/>
          </a:xfrm>
          <a:prstGeom prst="rect">
            <a:avLst/>
          </a:prstGeom>
          <a:noFill/>
          <a:ln w="0">
            <a:noFill/>
          </a:ln>
        </p:spPr>
        <p:txBody>
          <a:bodyPr wrap="none" lIns="0" tIns="0" rIns="0" bIns="0" anchor="t">
            <a:noAutofit/>
          </a:bodyPr>
          <a:lstStyle>
            <a:defPPr algn="l">
              <a:defRPr sz="1950" b="1">
                <a:solidFill>
                  <a:srgbClr val="FFFFFF"/>
                </a:solidFill>
                <a:latin typeface="Malgun Gothic"/>
                <a:ea typeface="Malgun Gothic"/>
                <a:cs typeface="Malgun Gothic"/>
              </a:defRPr>
            </a:defPPr>
          </a:lstStyle>
          <a:p>
            <a:pPr algn="l">
              <a:lnSpc>
                <a:spcPct val="110000"/>
              </a:lnSpc>
              <a:buNone/>
              <a:defRPr sz="1950" b="1">
                <a:solidFill>
                  <a:srgbClr val="FFFFFF"/>
                </a:solidFill>
                <a:latin typeface="Malgun Gothic"/>
                <a:ea typeface="Malgun Gothic"/>
                <a:cs typeface="Malgun Gothic"/>
              </a:defRPr>
            </a:pPr>
            <a:r>
              <a:rPr sz="1950" b="1">
                <a:solidFill>
                  <a:srgbClr val="FFFFFF"/>
                </a:solidFill>
                <a:latin typeface="Malgun Gothic"/>
                <a:ea typeface="Malgun Gothic"/>
                <a:cs typeface="Malgun Gothic"/>
              </a:rPr>
              <a:t>5 뒤의 2가 더 작다. 양쪽 현재 값 중 작은 값을 먼저 넣는다.</a:t>
            </a:r>
          </a:p>
        </p:txBody>
      </p:sp>
      <p:sp>
        <p:nvSpPr>
          <p:cNvPr id="11" name="explanation-label">
            <a:extLst>
              <a:ext uri="{FF2B5EF4-FFF2-40B4-BE49-F238E27FC236}">
                <a16:creationId xmlns:a16="http://schemas.microsoft.com/office/drawing/2014/main" id="{AB5FD66C-3736-44B4-8509-421E1220A189}"/>
              </a:ext>
            </a:extLst>
          </p:cNvPr>
          <p:cNvSpPr>
            <a:spLocks noGrp="1"/>
          </p:cNvSpPr>
          <p:nvPr/>
        </p:nvSpPr>
        <p:spPr>
          <a:xfrm>
            <a:off x="609600" y="4019550"/>
            <a:ext cx="1143000" cy="304800"/>
          </a:xfrm>
          <a:prstGeom prst="rect">
            <a:avLst/>
          </a:prstGeom>
          <a:noFill/>
          <a:ln w="0">
            <a:noFill/>
          </a:ln>
        </p:spPr>
        <p:txBody>
          <a:bodyPr wrap="none" lIns="0" tIns="0" rIns="0" bIns="0" anchor="t">
            <a:noAutofit/>
          </a:bodyPr>
          <a:lstStyle>
            <a:defPPr algn="l">
              <a:defRPr sz="1800" b="1">
                <a:solidFill>
                  <a:srgbClr val="151515"/>
                </a:solidFill>
                <a:latin typeface="Malgun Gothic"/>
                <a:ea typeface="Malgun Gothic"/>
                <a:cs typeface="Malgun Gothic"/>
              </a:defRPr>
            </a:defPPr>
          </a:lstStyle>
          <a:p>
            <a:pPr algn="l">
              <a:lnSpc>
                <a:spcPct val="110000"/>
              </a:lnSpc>
              <a:buNone/>
              <a:defRPr sz="1800" b="1">
                <a:solidFill>
                  <a:srgbClr val="151515"/>
                </a:solidFill>
                <a:latin typeface="Malgun Gothic"/>
                <a:ea typeface="Malgun Gothic"/>
                <a:cs typeface="Malgun Gothic"/>
              </a:defRPr>
            </a:pPr>
            <a:r>
              <a:rPr sz="1800" b="1">
                <a:solidFill>
                  <a:srgbClr val="151515"/>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A8FBE28E-032B-456C-99F1-3F73914BB23D}"/>
              </a:ext>
            </a:extLst>
          </p:cNvPr>
          <p:cNvSpPr>
            <a:spLocks noGrp="1"/>
          </p:cNvSpPr>
          <p:nvPr/>
        </p:nvSpPr>
        <p:spPr>
          <a:xfrm>
            <a:off x="1752600" y="4210050"/>
            <a:ext cx="9829800" cy="9525"/>
          </a:xfrm>
          <a:prstGeom prst="rect">
            <a:avLst/>
          </a:prstGeom>
          <a:solidFill>
            <a:srgbClr val="CCCCCC"/>
          </a:solidFill>
          <a:ln w="0">
            <a:noFill/>
          </a:ln>
        </p:spPr>
      </p:sp>
      <p:sp>
        <p:nvSpPr>
          <p:cNvPr id="13" name="explanation">
            <a:extLst>
              <a:ext uri="{FF2B5EF4-FFF2-40B4-BE49-F238E27FC236}">
                <a16:creationId xmlns:a16="http://schemas.microsoft.com/office/drawing/2014/main" id="{82B50C01-EE99-416C-BE05-DE43C3B3D898}"/>
              </a:ext>
            </a:extLst>
          </p:cNvPr>
          <p:cNvSpPr>
            <a:spLocks noGrp="1"/>
          </p:cNvSpPr>
          <p:nvPr/>
        </p:nvSpPr>
        <p:spPr>
          <a:xfrm>
            <a:off x="609600" y="4495800"/>
            <a:ext cx="10972800" cy="1314450"/>
          </a:xfrm>
          <a:prstGeom prst="rect">
            <a:avLst/>
          </a:prstGeom>
          <a:noFill/>
          <a:ln w="0">
            <a:noFill/>
          </a:ln>
        </p:spPr>
        <p:txBody>
          <a:bodyPr wrap="none" lIns="0" tIns="0" rIns="0" bIns="0" anchor="t">
            <a:noAutofit/>
          </a:bodyPr>
          <a:lstStyle>
            <a:defPPr algn="l">
              <a:defRPr sz="1875" b="0">
                <a:solidFill>
                  <a:srgbClr val="555555"/>
                </a:solidFill>
                <a:latin typeface="Malgun Gothic"/>
                <a:ea typeface="Malgun Gothic"/>
                <a:cs typeface="Malgun Gothic"/>
              </a:defRPr>
            </a:defPPr>
          </a:lstStyle>
          <a:p>
            <a:pPr algn="l">
              <a:lnSpc>
                <a:spcPct val="110000"/>
              </a:lnSpc>
              <a:buNone/>
              <a:defRPr sz="1875" b="0">
                <a:solidFill>
                  <a:srgbClr val="555555"/>
                </a:solidFill>
                <a:latin typeface="Malgun Gothic"/>
                <a:ea typeface="Malgun Gothic"/>
                <a:cs typeface="Malgun Gothic"/>
              </a:defRPr>
            </a:pPr>
            <a:r>
              <a:rPr sz="1875" b="0">
                <a:solidFill>
                  <a:srgbClr val="555555"/>
                </a:solidFill>
                <a:latin typeface="Malgun Gothic"/>
                <a:ea typeface="Malgun Gothic"/>
                <a:cs typeface="Malgun Gothic"/>
              </a:rPr>
              <a:t>각 부분이 정렬되어 있어도 두 부분의 값 범위는 겹칠 수 있다.</a:t>
            </a:r>
          </a:p>
          <a:p>
            <a:pPr algn="l">
              <a:lnSpc>
                <a:spcPct val="110000"/>
              </a:lnSpc>
              <a:buNone/>
              <a:defRPr sz="1875" b="0">
                <a:solidFill>
                  <a:srgbClr val="555555"/>
                </a:solidFill>
                <a:latin typeface="Malgun Gothic"/>
                <a:ea typeface="Malgun Gothic"/>
                <a:cs typeface="Malgun Gothic"/>
              </a:defRPr>
            </a:pPr>
            <a:r>
              <a:rPr sz="1875" b="0">
                <a:solidFill>
                  <a:srgbClr val="555555"/>
                </a:solidFill>
                <a:latin typeface="Malgun Gothic"/>
                <a:ea typeface="Malgun Gothic"/>
                <a:cs typeface="Malgun Gothic"/>
              </a:rPr>
              <a:t>양쪽 앞의 값을 비교해 1, 2, 4, 5 순서로 결과를 만든다.</a:t>
            </a:r>
          </a:p>
        </p:txBody>
      </p:sp>
    </p:spTree>
    <p:extLst>
      <p:ext uri="{BB962C8B-B14F-4D97-AF65-F5344CB8AC3E}">
        <p14:creationId xmlns:p14="http://schemas.microsoft.com/office/powerpoint/2010/main" val="3356899040"/>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section">
            <a:extLst>
              <a:ext uri="{FF2B5EF4-FFF2-40B4-BE49-F238E27FC236}">
                <a16:creationId xmlns:a16="http://schemas.microsoft.com/office/drawing/2014/main" id="{ABBFB826-95A0-4C41-AF9D-E24D5890E365}"/>
              </a:ext>
            </a:extLst>
          </p:cNvPr>
          <p:cNvSpPr>
            <a:spLocks noGrp="1"/>
          </p:cNvSpPr>
          <p:nvPr/>
        </p:nvSpPr>
        <p:spPr>
          <a:xfrm>
            <a:off x="609600" y="266700"/>
            <a:ext cx="8096250" cy="266700"/>
          </a:xfrm>
          <a:prstGeom prst="rect">
            <a:avLst/>
          </a:prstGeom>
          <a:noFill/>
          <a:ln w="0">
            <a:noFill/>
          </a:ln>
        </p:spPr>
        <p:txBody>
          <a:bodyPr wrap="none" lIns="0" tIns="0" rIns="0" bIns="0" anchor="t">
            <a:noAutofit/>
          </a:bodyPr>
          <a:lstStyle>
            <a:defPPr algn="l">
              <a:defRPr sz="1050" b="0">
                <a:solidFill>
                  <a:srgbClr val="555555"/>
                </a:solidFill>
                <a:latin typeface="Malgun Gothic"/>
                <a:ea typeface="Malgun Gothic"/>
                <a:cs typeface="Malgun Gothic"/>
              </a:defRPr>
            </a:defPPr>
          </a:lstStyle>
          <a:p>
            <a:pPr algn="l">
              <a:lnSpc>
                <a:spcPct val="110000"/>
              </a:lnSpc>
              <a:buNone/>
              <a:defRPr sz="1050" b="0">
                <a:solidFill>
                  <a:srgbClr val="555555"/>
                </a:solidFill>
                <a:latin typeface="Malgun Gothic"/>
                <a:ea typeface="Malgun Gothic"/>
                <a:cs typeface="Malgun Gothic"/>
              </a:defRPr>
            </a:pPr>
            <a:r>
              <a:rPr sz="1050" b="0">
                <a:solidFill>
                  <a:srgbClr val="555555"/>
                </a:solidFill>
                <a:latin typeface="Malgun Gothic"/>
                <a:ea typeface="Malgun Gothic"/>
                <a:cs typeface="Malgun Gothic"/>
              </a:rPr>
              <a:t>4장 분할 정복  /  서술·설계</a:t>
            </a:r>
          </a:p>
        </p:txBody>
      </p:sp>
      <p:sp>
        <p:nvSpPr>
          <p:cNvPr id="2" name="brand">
            <a:extLst>
              <a:ext uri="{FF2B5EF4-FFF2-40B4-BE49-F238E27FC236}">
                <a16:creationId xmlns:a16="http://schemas.microsoft.com/office/drawing/2014/main" id="{4E731D42-EA08-4CAC-BD9B-6EC988E80673}"/>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555555"/>
                </a:solidFill>
                <a:latin typeface="Malgun Gothic"/>
                <a:ea typeface="Malgun Gothic"/>
                <a:cs typeface="Malgun Gothic"/>
              </a:defRPr>
            </a:defPPr>
          </a:lstStyle>
          <a:p>
            <a:pPr algn="l">
              <a:lnSpc>
                <a:spcPct val="110000"/>
              </a:lnSpc>
              <a:buNone/>
              <a:defRPr sz="900" b="0">
                <a:solidFill>
                  <a:srgbClr val="555555"/>
                </a:solidFill>
                <a:latin typeface="Malgun Gothic"/>
                <a:ea typeface="Malgun Gothic"/>
                <a:cs typeface="Malgun Gothic"/>
              </a:defRPr>
            </a:pPr>
            <a:r>
              <a:rPr sz="900" b="0">
                <a:solidFill>
                  <a:srgbClr val="55555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20FB5B09-D6D9-4129-BED8-272D6869A6C3}"/>
              </a:ext>
            </a:extLst>
          </p:cNvPr>
          <p:cNvSpPr>
            <a:spLocks noGrp="1"/>
          </p:cNvSpPr>
          <p:nvPr/>
        </p:nvSpPr>
        <p:spPr>
          <a:xfrm>
            <a:off x="609600" y="685800"/>
            <a:ext cx="10972800" cy="685800"/>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0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문제 87</a:t>
            </a:r>
          </a:p>
        </p:txBody>
      </p:sp>
      <p:sp>
        <p:nvSpPr>
          <p:cNvPr id="4" name="footer">
            <a:extLst>
              <a:ext uri="{FF2B5EF4-FFF2-40B4-BE49-F238E27FC236}">
                <a16:creationId xmlns:a16="http://schemas.microsoft.com/office/drawing/2014/main" id="{E87CE568-341B-4E0D-AEAF-0CAA9904B1E3}"/>
              </a:ext>
            </a:extLst>
          </p:cNvPr>
          <p:cNvSpPr>
            <a:spLocks noGrp="1"/>
          </p:cNvSpPr>
          <p:nvPr/>
        </p:nvSpPr>
        <p:spPr>
          <a:xfrm>
            <a:off x="609600" y="6591300"/>
            <a:ext cx="9715500" cy="190500"/>
          </a:xfrm>
          <a:prstGeom prst="rect">
            <a:avLst/>
          </a:prstGeom>
          <a:noFill/>
          <a:ln w="0">
            <a:noFill/>
          </a:ln>
        </p:spPr>
        <p:txBody>
          <a:bodyPr wrap="none" lIns="0" tIns="0" rIns="0" bIns="0" anchor="t">
            <a:noAutofit/>
          </a:bodyPr>
          <a:lstStyle>
            <a:defPPr algn="l">
              <a:defRPr sz="900" b="0">
                <a:solidFill>
                  <a:srgbClr val="555555"/>
                </a:solidFill>
                <a:latin typeface="Consolas"/>
                <a:ea typeface="Consolas"/>
                <a:cs typeface="Consolas"/>
              </a:defRPr>
            </a:defPPr>
          </a:lstStyle>
          <a:p>
            <a:pPr algn="l">
              <a:lnSpc>
                <a:spcPct val="110000"/>
              </a:lnSpc>
              <a:buNone/>
              <a:defRPr sz="900" b="0">
                <a:solidFill>
                  <a:srgbClr val="555555"/>
                </a:solidFill>
                <a:latin typeface="Consolas"/>
                <a:ea typeface="Consolas"/>
                <a:cs typeface="Consolas"/>
              </a:defRPr>
            </a:pPr>
            <a:r>
              <a:rPr sz="900" b="0">
                <a:solidFill>
                  <a:srgbClr val="555555"/>
                </a:solidFill>
                <a:latin typeface="Consolas"/>
                <a:ea typeface="Consolas"/>
                <a:cs typeface="Consolas"/>
              </a:rPr>
              <a:t>04 / DIVIDE AND CONQUER · EXERCISES</a:t>
            </a:r>
          </a:p>
        </p:txBody>
      </p:sp>
      <p:sp>
        <p:nvSpPr>
          <p:cNvPr id="5" name="page">
            <a:extLst>
              <a:ext uri="{FF2B5EF4-FFF2-40B4-BE49-F238E27FC236}">
                <a16:creationId xmlns:a16="http://schemas.microsoft.com/office/drawing/2014/main" id="{A0B40F8F-23B1-44C2-8731-FB1D62F12A84}"/>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0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173</a:t>
            </a:r>
            <a:endParaRPr sz="1050" b="0">
              <a:solidFill>
                <a:srgbClr val="151515"/>
              </a:solidFill>
              <a:latin typeface="Consolas"/>
              <a:ea typeface="Consolas"/>
              <a:cs typeface="Consolas"/>
            </a:endParaRPr>
          </a:p>
        </p:txBody>
      </p:sp>
      <p:sp>
        <p:nvSpPr>
          <p:cNvPr id="6" name="직사각형 5">
            <a:extLst>
              <a:ext uri="{FF2B5EF4-FFF2-40B4-BE49-F238E27FC236}">
                <a16:creationId xmlns:a16="http://schemas.microsoft.com/office/drawing/2014/main" id="{72808E28-0F87-4E52-8A94-127F54B0CFA7}"/>
              </a:ext>
            </a:extLst>
          </p:cNvPr>
          <p:cNvSpPr>
            <a:spLocks noGrp="1"/>
          </p:cNvSpPr>
          <p:nvPr/>
        </p:nvSpPr>
        <p:spPr>
          <a:xfrm>
            <a:off x="609600" y="6438900"/>
            <a:ext cx="10972800" cy="9525"/>
          </a:xfrm>
          <a:prstGeom prst="rect">
            <a:avLst/>
          </a:prstGeom>
          <a:solidFill>
            <a:srgbClr val="CCCCCC"/>
          </a:solidFill>
          <a:ln w="0">
            <a:noFill/>
          </a:ln>
        </p:spPr>
      </p:sp>
      <p:sp>
        <p:nvSpPr>
          <p:cNvPr id="7" name="prompt">
            <a:extLst>
              <a:ext uri="{FF2B5EF4-FFF2-40B4-BE49-F238E27FC236}">
                <a16:creationId xmlns:a16="http://schemas.microsoft.com/office/drawing/2014/main" id="{7E8167C0-3887-4C83-B3F7-A9BDD23A8448}"/>
              </a:ext>
            </a:extLst>
          </p:cNvPr>
          <p:cNvSpPr>
            <a:spLocks noGrp="1"/>
          </p:cNvSpPr>
          <p:nvPr/>
        </p:nvSpPr>
        <p:spPr>
          <a:xfrm>
            <a:off x="609600" y="1714500"/>
            <a:ext cx="10972800" cy="1381125"/>
          </a:xfrm>
          <a:prstGeom prst="rect">
            <a:avLst/>
          </a:prstGeom>
          <a:noFill/>
          <a:ln w="0">
            <a:noFill/>
          </a:ln>
        </p:spPr>
        <p:txBody>
          <a:bodyPr wrap="none" lIns="0" tIns="0" rIns="0" bIns="0" anchor="t">
            <a:noAutofit/>
          </a:bodyPr>
          <a:lstStyle>
            <a:defPPr algn="l">
              <a:defRPr sz="2100" b="0">
                <a:solidFill>
                  <a:srgbClr val="151515"/>
                </a:solidFill>
                <a:latin typeface="Malgun Gothic"/>
                <a:ea typeface="Malgun Gothic"/>
                <a:cs typeface="Malgun Gothic"/>
              </a:defRPr>
            </a:defPPr>
          </a:lstStyle>
          <a:p>
            <a:pPr algn="l">
              <a:lnSpc>
                <a:spcPct val="110000"/>
              </a:lnSpc>
              <a:buNone/>
              <a:defRPr sz="2100" b="0">
                <a:solidFill>
                  <a:srgbClr val="151515"/>
                </a:solidFill>
                <a:latin typeface="Malgun Gothic"/>
                <a:ea typeface="Malgun Gothic"/>
                <a:cs typeface="Malgun Gothic"/>
              </a:defRPr>
            </a:pPr>
            <a:r>
              <a:rPr sz="2100" b="0">
                <a:solidFill>
                  <a:srgbClr val="151515"/>
                </a:solidFill>
                <a:latin typeface="Malgun Gothic"/>
                <a:ea typeface="Malgun Gothic"/>
                <a:cs typeface="Malgun Gothic"/>
              </a:rPr>
              <a:t>(점수,이름)이 [(2,A),(1,B),(2,C)]인 배열을 점수로 정렬한다.</a:t>
            </a:r>
          </a:p>
          <a:p>
            <a:pPr algn="l">
              <a:lnSpc>
                <a:spcPct val="110000"/>
              </a:lnSpc>
              <a:buNone/>
              <a:defRPr sz="2100" b="0">
                <a:solidFill>
                  <a:srgbClr val="151515"/>
                </a:solidFill>
                <a:latin typeface="Malgun Gothic"/>
                <a:ea typeface="Malgun Gothic"/>
                <a:cs typeface="Malgun Gothic"/>
              </a:defRPr>
            </a:pPr>
            <a:r>
              <a:rPr sz="2100" b="0">
                <a:solidFill>
                  <a:srgbClr val="151515"/>
                </a:solidFill>
                <a:latin typeface="Malgun Gothic"/>
                <a:ea typeface="Malgun Gothic"/>
                <a:cs typeface="Malgun Gothic"/>
              </a:rPr>
              <a:t>안정 정렬은 같은 점수의 원래 순서를 유지한다.</a:t>
            </a:r>
          </a:p>
          <a:p>
            <a:pPr algn="l">
              <a:lnSpc>
                <a:spcPct val="110000"/>
              </a:lnSpc>
              <a:buNone/>
              <a:defRPr sz="2100" b="0">
                <a:solidFill>
                  <a:srgbClr val="151515"/>
                </a:solidFill>
                <a:latin typeface="Malgun Gothic"/>
                <a:ea typeface="Malgun Gothic"/>
                <a:cs typeface="Malgun Gothic"/>
              </a:defRPr>
            </a:pPr>
            <a:r>
              <a:rPr sz="2100" b="0">
                <a:solidFill>
                  <a:srgbClr val="151515"/>
                </a:solidFill>
                <a:latin typeface="Malgun Gothic"/>
                <a:ea typeface="Malgun Gothic"/>
                <a:cs typeface="Malgun Gothic"/>
              </a:rPr>
              <a:t>안정적인 병합 정렬의 결과와 A·C의 순서를 설명하시오.</a:t>
            </a:r>
          </a:p>
        </p:txBody>
      </p:sp>
      <p:sp>
        <p:nvSpPr>
          <p:cNvPr id="8" name="instructions">
            <a:extLst>
              <a:ext uri="{FF2B5EF4-FFF2-40B4-BE49-F238E27FC236}">
                <a16:creationId xmlns:a16="http://schemas.microsoft.com/office/drawing/2014/main" id="{4B9EB334-5804-4E2D-A3F1-33FB058CED2C}"/>
              </a:ext>
            </a:extLst>
          </p:cNvPr>
          <p:cNvSpPr>
            <a:spLocks noGrp="1"/>
          </p:cNvSpPr>
          <p:nvPr/>
        </p:nvSpPr>
        <p:spPr>
          <a:xfrm>
            <a:off x="609600" y="3876675"/>
            <a:ext cx="10972800" cy="323850"/>
          </a:xfrm>
          <a:prstGeom prst="rect">
            <a:avLst/>
          </a:prstGeom>
          <a:noFill/>
          <a:ln w="0">
            <a:noFill/>
          </a:ln>
        </p:spPr>
        <p:txBody>
          <a:bodyPr wrap="none" lIns="0" tIns="0" rIns="0" bIns="0" anchor="t">
            <a:noAutofit/>
          </a:bodyPr>
          <a:lstStyle>
            <a:defPPr algn="l">
              <a:defRPr sz="1725" b="0">
                <a:solidFill>
                  <a:srgbClr val="666666"/>
                </a:solidFill>
                <a:latin typeface="Malgun Gothic"/>
                <a:ea typeface="Malgun Gothic"/>
                <a:cs typeface="Malgun Gothic"/>
              </a:defRPr>
            </a:defPPr>
          </a:lstStyle>
          <a:p>
            <a:pPr algn="l">
              <a:lnSpc>
                <a:spcPct val="110000"/>
              </a:lnSpc>
              <a:buNone/>
              <a:defRPr sz="1725" b="0">
                <a:solidFill>
                  <a:srgbClr val="666666"/>
                </a:solidFill>
                <a:latin typeface="Malgun Gothic"/>
                <a:ea typeface="Malgun Gothic"/>
                <a:cs typeface="Malgun Gothic"/>
              </a:defRPr>
            </a:pPr>
            <a:r>
              <a:rPr sz="1725" b="0">
                <a:solidFill>
                  <a:srgbClr val="666666"/>
                </a:solidFill>
                <a:latin typeface="Malgun Gothic"/>
                <a:ea typeface="Malgun Gothic"/>
                <a:cs typeface="Malgun Gothic"/>
              </a:rPr>
              <a:t>풀이 과정과 판단 근거를 함께 쓰시오.</a:t>
            </a:r>
          </a:p>
        </p:txBody>
      </p:sp>
      <p:sp>
        <p:nvSpPr>
          <p:cNvPr id="9" name="직사각형 8">
            <a:extLst>
              <a:ext uri="{FF2B5EF4-FFF2-40B4-BE49-F238E27FC236}">
                <a16:creationId xmlns:a16="http://schemas.microsoft.com/office/drawing/2014/main" id="{B3E553D6-6FE9-4192-B983-DAF6167A4FB0}"/>
              </a:ext>
            </a:extLst>
          </p:cNvPr>
          <p:cNvSpPr>
            <a:spLocks noGrp="1"/>
          </p:cNvSpPr>
          <p:nvPr/>
        </p:nvSpPr>
        <p:spPr>
          <a:xfrm>
            <a:off x="609600" y="4495800"/>
            <a:ext cx="10972800" cy="9525"/>
          </a:xfrm>
          <a:prstGeom prst="rect">
            <a:avLst/>
          </a:prstGeom>
          <a:solidFill>
            <a:srgbClr val="CCCCCC"/>
          </a:solidFill>
          <a:ln w="0">
            <a:noFill/>
          </a:ln>
        </p:spPr>
      </p:sp>
      <p:sp>
        <p:nvSpPr>
          <p:cNvPr id="10" name="직사각형 9">
            <a:extLst>
              <a:ext uri="{FF2B5EF4-FFF2-40B4-BE49-F238E27FC236}">
                <a16:creationId xmlns:a16="http://schemas.microsoft.com/office/drawing/2014/main" id="{50335182-13E3-4950-BDF0-B3EF2864A817}"/>
              </a:ext>
            </a:extLst>
          </p:cNvPr>
          <p:cNvSpPr>
            <a:spLocks noGrp="1"/>
          </p:cNvSpPr>
          <p:nvPr/>
        </p:nvSpPr>
        <p:spPr>
          <a:xfrm>
            <a:off x="609600" y="4953000"/>
            <a:ext cx="10972800" cy="9525"/>
          </a:xfrm>
          <a:prstGeom prst="rect">
            <a:avLst/>
          </a:prstGeom>
          <a:solidFill>
            <a:srgbClr val="CCCCCC"/>
          </a:solidFill>
          <a:ln w="0">
            <a:noFill/>
          </a:ln>
        </p:spPr>
      </p:sp>
      <p:sp>
        <p:nvSpPr>
          <p:cNvPr id="11" name="직사각형 10">
            <a:extLst>
              <a:ext uri="{FF2B5EF4-FFF2-40B4-BE49-F238E27FC236}">
                <a16:creationId xmlns:a16="http://schemas.microsoft.com/office/drawing/2014/main" id="{84CC8B40-9BDD-495A-B6CA-0F1353B8C577}"/>
              </a:ext>
            </a:extLst>
          </p:cNvPr>
          <p:cNvSpPr>
            <a:spLocks noGrp="1"/>
          </p:cNvSpPr>
          <p:nvPr/>
        </p:nvSpPr>
        <p:spPr>
          <a:xfrm>
            <a:off x="609600" y="5410200"/>
            <a:ext cx="10972800" cy="9525"/>
          </a:xfrm>
          <a:prstGeom prst="rect">
            <a:avLst/>
          </a:prstGeom>
          <a:solidFill>
            <a:srgbClr val="CCCCCC"/>
          </a:solidFill>
          <a:ln w="0">
            <a:noFill/>
          </a:ln>
        </p:spPr>
      </p:sp>
      <p:sp>
        <p:nvSpPr>
          <p:cNvPr id="12" name="직사각형 11">
            <a:extLst>
              <a:ext uri="{FF2B5EF4-FFF2-40B4-BE49-F238E27FC236}">
                <a16:creationId xmlns:a16="http://schemas.microsoft.com/office/drawing/2014/main" id="{FAA60586-A48F-4D91-AB3F-B3B5ECFD68D7}"/>
              </a:ext>
            </a:extLst>
          </p:cNvPr>
          <p:cNvSpPr>
            <a:spLocks noGrp="1"/>
          </p:cNvSpPr>
          <p:nvPr/>
        </p:nvSpPr>
        <p:spPr>
          <a:xfrm>
            <a:off x="609600" y="5867400"/>
            <a:ext cx="10972800" cy="9525"/>
          </a:xfrm>
          <a:prstGeom prst="rect">
            <a:avLst/>
          </a:prstGeom>
          <a:solidFill>
            <a:srgbClr val="CCCCCC"/>
          </a:solidFill>
          <a:ln w="0">
            <a:noFill/>
          </a:ln>
        </p:spPr>
      </p:sp>
    </p:spTree>
    <p:extLst>
      <p:ext uri="{BB962C8B-B14F-4D97-AF65-F5344CB8AC3E}">
        <p14:creationId xmlns:p14="http://schemas.microsoft.com/office/powerpoint/2010/main" val="707540594"/>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section">
            <a:extLst>
              <a:ext uri="{FF2B5EF4-FFF2-40B4-BE49-F238E27FC236}">
                <a16:creationId xmlns:a16="http://schemas.microsoft.com/office/drawing/2014/main" id="{8162D407-1711-45DF-993E-24D5FC56D9BD}"/>
              </a:ext>
            </a:extLst>
          </p:cNvPr>
          <p:cNvSpPr>
            <a:spLocks noGrp="1"/>
          </p:cNvSpPr>
          <p:nvPr/>
        </p:nvSpPr>
        <p:spPr>
          <a:xfrm>
            <a:off x="609600" y="266700"/>
            <a:ext cx="8096250" cy="266700"/>
          </a:xfrm>
          <a:prstGeom prst="rect">
            <a:avLst/>
          </a:prstGeom>
          <a:noFill/>
          <a:ln w="0">
            <a:noFill/>
          </a:ln>
        </p:spPr>
        <p:txBody>
          <a:bodyPr wrap="none" lIns="0" tIns="0" rIns="0" bIns="0" anchor="t">
            <a:noAutofit/>
          </a:bodyPr>
          <a:lstStyle>
            <a:defPPr algn="l">
              <a:defRPr sz="1050" b="0">
                <a:solidFill>
                  <a:srgbClr val="555555"/>
                </a:solidFill>
                <a:latin typeface="Malgun Gothic"/>
                <a:ea typeface="Malgun Gothic"/>
                <a:cs typeface="Malgun Gothic"/>
              </a:defRPr>
            </a:defPPr>
          </a:lstStyle>
          <a:p>
            <a:pPr algn="l">
              <a:lnSpc>
                <a:spcPct val="110000"/>
              </a:lnSpc>
              <a:buNone/>
              <a:defRPr sz="1050" b="0">
                <a:solidFill>
                  <a:srgbClr val="555555"/>
                </a:solidFill>
                <a:latin typeface="Malgun Gothic"/>
                <a:ea typeface="Malgun Gothic"/>
                <a:cs typeface="Malgun Gothic"/>
              </a:defRPr>
            </a:pPr>
            <a:r>
              <a:rPr sz="1050" b="0">
                <a:solidFill>
                  <a:srgbClr val="555555"/>
                </a:solidFill>
                <a:latin typeface="Malgun Gothic"/>
                <a:ea typeface="Malgun Gothic"/>
                <a:cs typeface="Malgun Gothic"/>
              </a:rPr>
              <a:t>4장 분할 정복  /  서술·설계</a:t>
            </a:r>
          </a:p>
        </p:txBody>
      </p:sp>
      <p:sp>
        <p:nvSpPr>
          <p:cNvPr id="2" name="brand">
            <a:extLst>
              <a:ext uri="{FF2B5EF4-FFF2-40B4-BE49-F238E27FC236}">
                <a16:creationId xmlns:a16="http://schemas.microsoft.com/office/drawing/2014/main" id="{BDFD958B-7BE9-4DFF-AE16-13F625EA4FB3}"/>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555555"/>
                </a:solidFill>
                <a:latin typeface="Malgun Gothic"/>
                <a:ea typeface="Malgun Gothic"/>
                <a:cs typeface="Malgun Gothic"/>
              </a:defRPr>
            </a:defPPr>
          </a:lstStyle>
          <a:p>
            <a:pPr algn="l">
              <a:lnSpc>
                <a:spcPct val="110000"/>
              </a:lnSpc>
              <a:buNone/>
              <a:defRPr sz="900" b="0">
                <a:solidFill>
                  <a:srgbClr val="555555"/>
                </a:solidFill>
                <a:latin typeface="Malgun Gothic"/>
                <a:ea typeface="Malgun Gothic"/>
                <a:cs typeface="Malgun Gothic"/>
              </a:defRPr>
            </a:pPr>
            <a:r>
              <a:rPr sz="900" b="0">
                <a:solidFill>
                  <a:srgbClr val="55555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523220DB-9AEA-42BB-8270-209E30BE6C61}"/>
              </a:ext>
            </a:extLst>
          </p:cNvPr>
          <p:cNvSpPr>
            <a:spLocks noGrp="1"/>
          </p:cNvSpPr>
          <p:nvPr/>
        </p:nvSpPr>
        <p:spPr>
          <a:xfrm>
            <a:off x="609600" y="685800"/>
            <a:ext cx="10972800" cy="685800"/>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0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문제 87  정답과 해설</a:t>
            </a:r>
          </a:p>
        </p:txBody>
      </p:sp>
      <p:sp>
        <p:nvSpPr>
          <p:cNvPr id="4" name="footer">
            <a:extLst>
              <a:ext uri="{FF2B5EF4-FFF2-40B4-BE49-F238E27FC236}">
                <a16:creationId xmlns:a16="http://schemas.microsoft.com/office/drawing/2014/main" id="{5ABBF8B3-16A4-4633-A484-C5B46C1EB5D4}"/>
              </a:ext>
            </a:extLst>
          </p:cNvPr>
          <p:cNvSpPr>
            <a:spLocks noGrp="1"/>
          </p:cNvSpPr>
          <p:nvPr/>
        </p:nvSpPr>
        <p:spPr>
          <a:xfrm>
            <a:off x="609600" y="6591300"/>
            <a:ext cx="9715500" cy="190500"/>
          </a:xfrm>
          <a:prstGeom prst="rect">
            <a:avLst/>
          </a:prstGeom>
          <a:noFill/>
          <a:ln w="0">
            <a:noFill/>
          </a:ln>
        </p:spPr>
        <p:txBody>
          <a:bodyPr wrap="none" lIns="0" tIns="0" rIns="0" bIns="0" anchor="t">
            <a:noAutofit/>
          </a:bodyPr>
          <a:lstStyle>
            <a:defPPr algn="l">
              <a:defRPr sz="900" b="0">
                <a:solidFill>
                  <a:srgbClr val="555555"/>
                </a:solidFill>
                <a:latin typeface="Consolas"/>
                <a:ea typeface="Consolas"/>
                <a:cs typeface="Consolas"/>
              </a:defRPr>
            </a:defPPr>
          </a:lstStyle>
          <a:p>
            <a:pPr algn="l">
              <a:lnSpc>
                <a:spcPct val="110000"/>
              </a:lnSpc>
              <a:buNone/>
              <a:defRPr sz="900" b="0">
                <a:solidFill>
                  <a:srgbClr val="555555"/>
                </a:solidFill>
                <a:latin typeface="Consolas"/>
                <a:ea typeface="Consolas"/>
                <a:cs typeface="Consolas"/>
              </a:defRPr>
            </a:pPr>
            <a:r>
              <a:rPr sz="900" b="0">
                <a:solidFill>
                  <a:srgbClr val="555555"/>
                </a:solidFill>
                <a:latin typeface="Consolas"/>
                <a:ea typeface="Consolas"/>
                <a:cs typeface="Consolas"/>
              </a:rPr>
              <a:t>04 / DIVIDE AND CONQUER · EXERCISES</a:t>
            </a:r>
          </a:p>
        </p:txBody>
      </p:sp>
      <p:sp>
        <p:nvSpPr>
          <p:cNvPr id="5" name="page">
            <a:extLst>
              <a:ext uri="{FF2B5EF4-FFF2-40B4-BE49-F238E27FC236}">
                <a16:creationId xmlns:a16="http://schemas.microsoft.com/office/drawing/2014/main" id="{4F47BD3D-2E2D-42BD-9F30-DE5E21241DFF}"/>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0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174</a:t>
            </a:r>
            <a:endParaRPr sz="1050" b="0">
              <a:solidFill>
                <a:srgbClr val="151515"/>
              </a:solidFill>
              <a:latin typeface="Consolas"/>
              <a:ea typeface="Consolas"/>
              <a:cs typeface="Consolas"/>
            </a:endParaRPr>
          </a:p>
        </p:txBody>
      </p:sp>
      <p:sp>
        <p:nvSpPr>
          <p:cNvPr id="6" name="직사각형 5">
            <a:extLst>
              <a:ext uri="{FF2B5EF4-FFF2-40B4-BE49-F238E27FC236}">
                <a16:creationId xmlns:a16="http://schemas.microsoft.com/office/drawing/2014/main" id="{ABD88CF3-66AA-4F12-B342-AE133C2482FD}"/>
              </a:ext>
            </a:extLst>
          </p:cNvPr>
          <p:cNvSpPr>
            <a:spLocks noGrp="1"/>
          </p:cNvSpPr>
          <p:nvPr/>
        </p:nvSpPr>
        <p:spPr>
          <a:xfrm>
            <a:off x="609600" y="6438900"/>
            <a:ext cx="10972800" cy="9525"/>
          </a:xfrm>
          <a:prstGeom prst="rect">
            <a:avLst/>
          </a:prstGeom>
          <a:solidFill>
            <a:srgbClr val="CCCCCC"/>
          </a:solidFill>
          <a:ln w="0">
            <a:noFill/>
          </a:ln>
        </p:spPr>
      </p:sp>
      <p:sp>
        <p:nvSpPr>
          <p:cNvPr id="7" name="직사각형 6">
            <a:extLst>
              <a:ext uri="{FF2B5EF4-FFF2-40B4-BE49-F238E27FC236}">
                <a16:creationId xmlns:a16="http://schemas.microsoft.com/office/drawing/2014/main" id="{6D9B75DD-57B7-4E2B-9425-9C24F82011A0}"/>
              </a:ext>
            </a:extLst>
          </p:cNvPr>
          <p:cNvSpPr>
            <a:spLocks noGrp="1"/>
          </p:cNvSpPr>
          <p:nvPr/>
        </p:nvSpPr>
        <p:spPr>
          <a:xfrm>
            <a:off x="609600" y="1381125"/>
            <a:ext cx="10972800" cy="19050"/>
          </a:xfrm>
          <a:prstGeom prst="rect">
            <a:avLst/>
          </a:prstGeom>
          <a:solidFill>
            <a:srgbClr val="151515"/>
          </a:solidFill>
          <a:ln w="0">
            <a:noFill/>
          </a:ln>
        </p:spPr>
      </p:sp>
      <p:sp>
        <p:nvSpPr>
          <p:cNvPr id="8" name="prompt">
            <a:extLst>
              <a:ext uri="{FF2B5EF4-FFF2-40B4-BE49-F238E27FC236}">
                <a16:creationId xmlns:a16="http://schemas.microsoft.com/office/drawing/2014/main" id="{D0F6D813-5623-4BE2-B671-89C55224D208}"/>
              </a:ext>
            </a:extLst>
          </p:cNvPr>
          <p:cNvSpPr>
            <a:spLocks noGrp="1"/>
          </p:cNvSpPr>
          <p:nvPr/>
        </p:nvSpPr>
        <p:spPr>
          <a:xfrm>
            <a:off x="609600" y="1714500"/>
            <a:ext cx="10972800" cy="1095375"/>
          </a:xfrm>
          <a:prstGeom prst="rect">
            <a:avLst/>
          </a:prstGeom>
          <a:noFill/>
          <a:ln w="0">
            <a:noFill/>
          </a:ln>
        </p:spPr>
        <p:txBody>
          <a:bodyPr wrap="none" lIns="0" tIns="0" rIns="0" bIns="0" anchor="t">
            <a:noAutofit/>
          </a:bodyPr>
          <a:lstStyle>
            <a:defPPr algn="l">
              <a:defRPr sz="1800" b="0">
                <a:solidFill>
                  <a:srgbClr val="555555"/>
                </a:solidFill>
                <a:latin typeface="Malgun Gothic"/>
                <a:ea typeface="Malgun Gothic"/>
                <a:cs typeface="Malgun Gothic"/>
              </a:defRPr>
            </a:defPPr>
          </a:lstStyle>
          <a:p>
            <a:pPr algn="l">
              <a:lnSpc>
                <a:spcPct val="110000"/>
              </a:lnSpc>
              <a:buNone/>
              <a:defRPr sz="1800" b="0">
                <a:solidFill>
                  <a:srgbClr val="555555"/>
                </a:solidFill>
                <a:latin typeface="Malgun Gothic"/>
                <a:ea typeface="Malgun Gothic"/>
                <a:cs typeface="Malgun Gothic"/>
              </a:defRPr>
            </a:pPr>
            <a:r>
              <a:rPr sz="1800" b="0">
                <a:solidFill>
                  <a:srgbClr val="555555"/>
                </a:solidFill>
                <a:latin typeface="Malgun Gothic"/>
                <a:ea typeface="Malgun Gothic"/>
                <a:cs typeface="Malgun Gothic"/>
              </a:rPr>
              <a:t>(점수,이름)이 [(2,A),(1,B),(2,C)]인 배열을 점수로 정렬한다.</a:t>
            </a:r>
          </a:p>
          <a:p>
            <a:pPr algn="l">
              <a:lnSpc>
                <a:spcPct val="110000"/>
              </a:lnSpc>
              <a:buNone/>
              <a:defRPr sz="1800" b="0">
                <a:solidFill>
                  <a:srgbClr val="555555"/>
                </a:solidFill>
                <a:latin typeface="Malgun Gothic"/>
                <a:ea typeface="Malgun Gothic"/>
                <a:cs typeface="Malgun Gothic"/>
              </a:defRPr>
            </a:pPr>
            <a:r>
              <a:rPr sz="1800" b="0">
                <a:solidFill>
                  <a:srgbClr val="555555"/>
                </a:solidFill>
                <a:latin typeface="Malgun Gothic"/>
                <a:ea typeface="Malgun Gothic"/>
                <a:cs typeface="Malgun Gothic"/>
              </a:rPr>
              <a:t>안정 정렬은 같은 점수의 원래 순서를 유지한다.</a:t>
            </a:r>
          </a:p>
          <a:p>
            <a:pPr algn="l">
              <a:lnSpc>
                <a:spcPct val="110000"/>
              </a:lnSpc>
              <a:buNone/>
              <a:defRPr sz="1800" b="0">
                <a:solidFill>
                  <a:srgbClr val="555555"/>
                </a:solidFill>
                <a:latin typeface="Malgun Gothic"/>
                <a:ea typeface="Malgun Gothic"/>
                <a:cs typeface="Malgun Gothic"/>
              </a:defRPr>
            </a:pPr>
            <a:r>
              <a:rPr sz="1800" b="0">
                <a:solidFill>
                  <a:srgbClr val="555555"/>
                </a:solidFill>
                <a:latin typeface="Malgun Gothic"/>
                <a:ea typeface="Malgun Gothic"/>
                <a:cs typeface="Malgun Gothic"/>
              </a:rPr>
              <a:t>안정적인 병합 정렬의 결과와 A·C의 순서를 설명하시오.</a:t>
            </a:r>
          </a:p>
        </p:txBody>
      </p:sp>
      <p:sp>
        <p:nvSpPr>
          <p:cNvPr id="9" name="answer-band">
            <a:extLst>
              <a:ext uri="{FF2B5EF4-FFF2-40B4-BE49-F238E27FC236}">
                <a16:creationId xmlns:a16="http://schemas.microsoft.com/office/drawing/2014/main" id="{99F22770-2271-43FB-89A6-31D432460FD9}"/>
              </a:ext>
            </a:extLst>
          </p:cNvPr>
          <p:cNvSpPr>
            <a:spLocks noGrp="1"/>
          </p:cNvSpPr>
          <p:nvPr/>
        </p:nvSpPr>
        <p:spPr>
          <a:xfrm>
            <a:off x="609600" y="2952750"/>
            <a:ext cx="10972800" cy="723900"/>
          </a:xfrm>
          <a:prstGeom prst="rect">
            <a:avLst/>
          </a:prstGeom>
          <a:solidFill>
            <a:srgbClr val="151515"/>
          </a:solidFill>
          <a:ln w="0">
            <a:noFill/>
          </a:ln>
        </p:spPr>
      </p:sp>
      <p:sp>
        <p:nvSpPr>
          <p:cNvPr id="10" name="answer">
            <a:extLst>
              <a:ext uri="{FF2B5EF4-FFF2-40B4-BE49-F238E27FC236}">
                <a16:creationId xmlns:a16="http://schemas.microsoft.com/office/drawing/2014/main" id="{13EFE817-FF70-4DB5-B8EE-E83EF197AA98}"/>
              </a:ext>
            </a:extLst>
          </p:cNvPr>
          <p:cNvSpPr>
            <a:spLocks noGrp="1"/>
          </p:cNvSpPr>
          <p:nvPr/>
        </p:nvSpPr>
        <p:spPr>
          <a:xfrm>
            <a:off x="876300" y="3162300"/>
            <a:ext cx="10439400" cy="457200"/>
          </a:xfrm>
          <a:prstGeom prst="rect">
            <a:avLst/>
          </a:prstGeom>
          <a:noFill/>
          <a:ln w="0">
            <a:noFill/>
          </a:ln>
        </p:spPr>
        <p:txBody>
          <a:bodyPr wrap="none" lIns="0" tIns="0" rIns="0" bIns="0" anchor="t">
            <a:noAutofit/>
          </a:bodyPr>
          <a:lstStyle>
            <a:defPPr algn="l">
              <a:defRPr sz="1950" b="1">
                <a:solidFill>
                  <a:srgbClr val="FFFFFF"/>
                </a:solidFill>
                <a:latin typeface="Malgun Gothic"/>
                <a:ea typeface="Malgun Gothic"/>
                <a:cs typeface="Malgun Gothic"/>
              </a:defRPr>
            </a:defPPr>
          </a:lstStyle>
          <a:p>
            <a:pPr algn="l">
              <a:lnSpc>
                <a:spcPct val="110000"/>
              </a:lnSpc>
              <a:buNone/>
              <a:defRPr sz="1950" b="1">
                <a:solidFill>
                  <a:srgbClr val="FFFFFF"/>
                </a:solidFill>
                <a:latin typeface="Malgun Gothic"/>
                <a:ea typeface="Malgun Gothic"/>
                <a:cs typeface="Malgun Gothic"/>
              </a:defRPr>
            </a:pPr>
            <a:r>
              <a:rPr sz="1950" b="1">
                <a:solidFill>
                  <a:srgbClr val="FFFFFF"/>
                </a:solidFill>
                <a:latin typeface="Malgun Gothic"/>
                <a:ea typeface="Malgun Gothic"/>
                <a:cs typeface="Malgun Gothic"/>
              </a:rPr>
              <a:t>[(1,B),(2,A),(2,C)]. 같은 점수에서 A가 C보다 앞선다.</a:t>
            </a:r>
          </a:p>
        </p:txBody>
      </p:sp>
      <p:sp>
        <p:nvSpPr>
          <p:cNvPr id="11" name="explanation-label">
            <a:extLst>
              <a:ext uri="{FF2B5EF4-FFF2-40B4-BE49-F238E27FC236}">
                <a16:creationId xmlns:a16="http://schemas.microsoft.com/office/drawing/2014/main" id="{084E6773-00D4-49D2-AA20-B8541E4737A7}"/>
              </a:ext>
            </a:extLst>
          </p:cNvPr>
          <p:cNvSpPr>
            <a:spLocks noGrp="1"/>
          </p:cNvSpPr>
          <p:nvPr/>
        </p:nvSpPr>
        <p:spPr>
          <a:xfrm>
            <a:off x="609600" y="4019550"/>
            <a:ext cx="1143000" cy="304800"/>
          </a:xfrm>
          <a:prstGeom prst="rect">
            <a:avLst/>
          </a:prstGeom>
          <a:noFill/>
          <a:ln w="0">
            <a:noFill/>
          </a:ln>
        </p:spPr>
        <p:txBody>
          <a:bodyPr wrap="none" lIns="0" tIns="0" rIns="0" bIns="0" anchor="t">
            <a:noAutofit/>
          </a:bodyPr>
          <a:lstStyle>
            <a:defPPr algn="l">
              <a:defRPr sz="1800" b="1">
                <a:solidFill>
                  <a:srgbClr val="151515"/>
                </a:solidFill>
                <a:latin typeface="Malgun Gothic"/>
                <a:ea typeface="Malgun Gothic"/>
                <a:cs typeface="Malgun Gothic"/>
              </a:defRPr>
            </a:defPPr>
          </a:lstStyle>
          <a:p>
            <a:pPr algn="l">
              <a:lnSpc>
                <a:spcPct val="110000"/>
              </a:lnSpc>
              <a:buNone/>
              <a:defRPr sz="1800" b="1">
                <a:solidFill>
                  <a:srgbClr val="151515"/>
                </a:solidFill>
                <a:latin typeface="Malgun Gothic"/>
                <a:ea typeface="Malgun Gothic"/>
                <a:cs typeface="Malgun Gothic"/>
              </a:defRPr>
            </a:pPr>
            <a:r>
              <a:rPr sz="1800" b="1">
                <a:solidFill>
                  <a:srgbClr val="151515"/>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8BEAF1AE-0413-4B03-9E2B-8094B38AF6AB}"/>
              </a:ext>
            </a:extLst>
          </p:cNvPr>
          <p:cNvSpPr>
            <a:spLocks noGrp="1"/>
          </p:cNvSpPr>
          <p:nvPr/>
        </p:nvSpPr>
        <p:spPr>
          <a:xfrm>
            <a:off x="1752600" y="4210050"/>
            <a:ext cx="9829800" cy="9525"/>
          </a:xfrm>
          <a:prstGeom prst="rect">
            <a:avLst/>
          </a:prstGeom>
          <a:solidFill>
            <a:srgbClr val="CCCCCC"/>
          </a:solidFill>
          <a:ln w="0">
            <a:noFill/>
          </a:ln>
        </p:spPr>
      </p:sp>
      <p:sp>
        <p:nvSpPr>
          <p:cNvPr id="13" name="explanation">
            <a:extLst>
              <a:ext uri="{FF2B5EF4-FFF2-40B4-BE49-F238E27FC236}">
                <a16:creationId xmlns:a16="http://schemas.microsoft.com/office/drawing/2014/main" id="{0EF0805A-C7E0-4D77-939C-635BC5D2E978}"/>
              </a:ext>
            </a:extLst>
          </p:cNvPr>
          <p:cNvSpPr>
            <a:spLocks noGrp="1"/>
          </p:cNvSpPr>
          <p:nvPr/>
        </p:nvSpPr>
        <p:spPr>
          <a:xfrm>
            <a:off x="609600" y="4495800"/>
            <a:ext cx="10972800" cy="1314450"/>
          </a:xfrm>
          <a:prstGeom prst="rect">
            <a:avLst/>
          </a:prstGeom>
          <a:noFill/>
          <a:ln w="0">
            <a:noFill/>
          </a:ln>
        </p:spPr>
        <p:txBody>
          <a:bodyPr wrap="none" lIns="0" tIns="0" rIns="0" bIns="0" anchor="t">
            <a:noAutofit/>
          </a:bodyPr>
          <a:lstStyle>
            <a:defPPr algn="l">
              <a:defRPr sz="1875" b="0">
                <a:solidFill>
                  <a:srgbClr val="555555"/>
                </a:solidFill>
                <a:latin typeface="Malgun Gothic"/>
                <a:ea typeface="Malgun Gothic"/>
                <a:cs typeface="Malgun Gothic"/>
              </a:defRPr>
            </a:defPPr>
          </a:lstStyle>
          <a:p>
            <a:pPr algn="l">
              <a:lnSpc>
                <a:spcPct val="110000"/>
              </a:lnSpc>
              <a:buNone/>
              <a:defRPr sz="1875" b="0">
                <a:solidFill>
                  <a:srgbClr val="555555"/>
                </a:solidFill>
                <a:latin typeface="Malgun Gothic"/>
                <a:ea typeface="Malgun Gothic"/>
                <a:cs typeface="Malgun Gothic"/>
              </a:defRPr>
            </a:pPr>
            <a:r>
              <a:rPr sz="1875" b="0">
                <a:solidFill>
                  <a:srgbClr val="555555"/>
                </a:solidFill>
                <a:latin typeface="Malgun Gothic"/>
                <a:ea typeface="Malgun Gothic"/>
                <a:cs typeface="Malgun Gothic"/>
              </a:rPr>
              <a:t>점수 1인 B를 먼저 놓고 점수 2인 A와 C를 놓는다.</a:t>
            </a:r>
          </a:p>
          <a:p>
            <a:pPr algn="l">
              <a:lnSpc>
                <a:spcPct val="110000"/>
              </a:lnSpc>
              <a:buNone/>
              <a:defRPr sz="1875" b="0">
                <a:solidFill>
                  <a:srgbClr val="555555"/>
                </a:solidFill>
                <a:latin typeface="Malgun Gothic"/>
                <a:ea typeface="Malgun Gothic"/>
                <a:cs typeface="Malgun Gothic"/>
              </a:defRPr>
            </a:pPr>
            <a:r>
              <a:rPr sz="1875" b="0">
                <a:solidFill>
                  <a:srgbClr val="555555"/>
                </a:solidFill>
                <a:latin typeface="Malgun Gothic"/>
                <a:ea typeface="Malgun Gothic"/>
                <a:cs typeface="Malgun Gothic"/>
              </a:rPr>
              <a:t>A가 원래 먼저였으므로 같은 점수에서도 A, C 순서를 보존한다.</a:t>
            </a:r>
          </a:p>
        </p:txBody>
      </p:sp>
    </p:spTree>
    <p:extLst>
      <p:ext uri="{BB962C8B-B14F-4D97-AF65-F5344CB8AC3E}">
        <p14:creationId xmlns:p14="http://schemas.microsoft.com/office/powerpoint/2010/main" val="733418647"/>
      </p:ext>
    </p:extLst>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section">
            <a:extLst>
              <a:ext uri="{FF2B5EF4-FFF2-40B4-BE49-F238E27FC236}">
                <a16:creationId xmlns:a16="http://schemas.microsoft.com/office/drawing/2014/main" id="{6D7190B1-5066-485E-951B-D70AA706C08D}"/>
              </a:ext>
            </a:extLst>
          </p:cNvPr>
          <p:cNvSpPr>
            <a:spLocks noGrp="1"/>
          </p:cNvSpPr>
          <p:nvPr/>
        </p:nvSpPr>
        <p:spPr>
          <a:xfrm>
            <a:off x="609600" y="266700"/>
            <a:ext cx="8096250" cy="266700"/>
          </a:xfrm>
          <a:prstGeom prst="rect">
            <a:avLst/>
          </a:prstGeom>
          <a:noFill/>
          <a:ln w="0">
            <a:noFill/>
          </a:ln>
        </p:spPr>
        <p:txBody>
          <a:bodyPr wrap="none" lIns="0" tIns="0" rIns="0" bIns="0" anchor="t">
            <a:noAutofit/>
          </a:bodyPr>
          <a:lstStyle>
            <a:defPPr algn="l">
              <a:defRPr sz="1050" b="0">
                <a:solidFill>
                  <a:srgbClr val="555555"/>
                </a:solidFill>
                <a:latin typeface="Malgun Gothic"/>
                <a:ea typeface="Malgun Gothic"/>
                <a:cs typeface="Malgun Gothic"/>
              </a:defRPr>
            </a:defPPr>
          </a:lstStyle>
          <a:p>
            <a:pPr algn="l">
              <a:lnSpc>
                <a:spcPct val="110000"/>
              </a:lnSpc>
              <a:buNone/>
              <a:defRPr sz="1050" b="0">
                <a:solidFill>
                  <a:srgbClr val="555555"/>
                </a:solidFill>
                <a:latin typeface="Malgun Gothic"/>
                <a:ea typeface="Malgun Gothic"/>
                <a:cs typeface="Malgun Gothic"/>
              </a:defRPr>
            </a:pPr>
            <a:r>
              <a:rPr sz="1050" b="0">
                <a:solidFill>
                  <a:srgbClr val="555555"/>
                </a:solidFill>
                <a:latin typeface="Malgun Gothic"/>
                <a:ea typeface="Malgun Gothic"/>
                <a:cs typeface="Malgun Gothic"/>
              </a:rPr>
              <a:t>4장 분할 정복  /  서술·설계</a:t>
            </a:r>
          </a:p>
        </p:txBody>
      </p:sp>
      <p:sp>
        <p:nvSpPr>
          <p:cNvPr id="2" name="brand">
            <a:extLst>
              <a:ext uri="{FF2B5EF4-FFF2-40B4-BE49-F238E27FC236}">
                <a16:creationId xmlns:a16="http://schemas.microsoft.com/office/drawing/2014/main" id="{46C78455-7F80-42A6-A93F-FADBA6C6757E}"/>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555555"/>
                </a:solidFill>
                <a:latin typeface="Malgun Gothic"/>
                <a:ea typeface="Malgun Gothic"/>
                <a:cs typeface="Malgun Gothic"/>
              </a:defRPr>
            </a:defPPr>
          </a:lstStyle>
          <a:p>
            <a:pPr algn="l">
              <a:lnSpc>
                <a:spcPct val="110000"/>
              </a:lnSpc>
              <a:buNone/>
              <a:defRPr sz="900" b="0">
                <a:solidFill>
                  <a:srgbClr val="555555"/>
                </a:solidFill>
                <a:latin typeface="Malgun Gothic"/>
                <a:ea typeface="Malgun Gothic"/>
                <a:cs typeface="Malgun Gothic"/>
              </a:defRPr>
            </a:pPr>
            <a:r>
              <a:rPr sz="900" b="0">
                <a:solidFill>
                  <a:srgbClr val="55555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FC380C9A-6D42-40B7-AC06-1B06A0160A13}"/>
              </a:ext>
            </a:extLst>
          </p:cNvPr>
          <p:cNvSpPr>
            <a:spLocks noGrp="1"/>
          </p:cNvSpPr>
          <p:nvPr/>
        </p:nvSpPr>
        <p:spPr>
          <a:xfrm>
            <a:off x="609600" y="685800"/>
            <a:ext cx="10972800" cy="685800"/>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0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문제 88</a:t>
            </a:r>
          </a:p>
        </p:txBody>
      </p:sp>
      <p:sp>
        <p:nvSpPr>
          <p:cNvPr id="4" name="footer">
            <a:extLst>
              <a:ext uri="{FF2B5EF4-FFF2-40B4-BE49-F238E27FC236}">
                <a16:creationId xmlns:a16="http://schemas.microsoft.com/office/drawing/2014/main" id="{8D04743A-B41D-4D76-82F8-AAE95E4430AF}"/>
              </a:ext>
            </a:extLst>
          </p:cNvPr>
          <p:cNvSpPr>
            <a:spLocks noGrp="1"/>
          </p:cNvSpPr>
          <p:nvPr/>
        </p:nvSpPr>
        <p:spPr>
          <a:xfrm>
            <a:off x="609600" y="6591300"/>
            <a:ext cx="9715500" cy="190500"/>
          </a:xfrm>
          <a:prstGeom prst="rect">
            <a:avLst/>
          </a:prstGeom>
          <a:noFill/>
          <a:ln w="0">
            <a:noFill/>
          </a:ln>
        </p:spPr>
        <p:txBody>
          <a:bodyPr wrap="none" lIns="0" tIns="0" rIns="0" bIns="0" anchor="t">
            <a:noAutofit/>
          </a:bodyPr>
          <a:lstStyle>
            <a:defPPr algn="l">
              <a:defRPr sz="900" b="0">
                <a:solidFill>
                  <a:srgbClr val="555555"/>
                </a:solidFill>
                <a:latin typeface="Consolas"/>
                <a:ea typeface="Consolas"/>
                <a:cs typeface="Consolas"/>
              </a:defRPr>
            </a:defPPr>
          </a:lstStyle>
          <a:p>
            <a:pPr algn="l">
              <a:lnSpc>
                <a:spcPct val="110000"/>
              </a:lnSpc>
              <a:buNone/>
              <a:defRPr sz="900" b="0">
                <a:solidFill>
                  <a:srgbClr val="555555"/>
                </a:solidFill>
                <a:latin typeface="Consolas"/>
                <a:ea typeface="Consolas"/>
                <a:cs typeface="Consolas"/>
              </a:defRPr>
            </a:pPr>
            <a:r>
              <a:rPr sz="900" b="0">
                <a:solidFill>
                  <a:srgbClr val="555555"/>
                </a:solidFill>
                <a:latin typeface="Consolas"/>
                <a:ea typeface="Consolas"/>
                <a:cs typeface="Consolas"/>
              </a:rPr>
              <a:t>04 / DIVIDE AND CONQUER · EXERCISES</a:t>
            </a:r>
          </a:p>
        </p:txBody>
      </p:sp>
      <p:sp>
        <p:nvSpPr>
          <p:cNvPr id="5" name="page">
            <a:extLst>
              <a:ext uri="{FF2B5EF4-FFF2-40B4-BE49-F238E27FC236}">
                <a16:creationId xmlns:a16="http://schemas.microsoft.com/office/drawing/2014/main" id="{F1ECEA5A-955B-43B7-B8A5-575E43240C23}"/>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0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175</a:t>
            </a:r>
            <a:endParaRPr sz="1050" b="0">
              <a:solidFill>
                <a:srgbClr val="151515"/>
              </a:solidFill>
              <a:latin typeface="Consolas"/>
              <a:ea typeface="Consolas"/>
              <a:cs typeface="Consolas"/>
            </a:endParaRPr>
          </a:p>
        </p:txBody>
      </p:sp>
      <p:sp>
        <p:nvSpPr>
          <p:cNvPr id="6" name="직사각형 5">
            <a:extLst>
              <a:ext uri="{FF2B5EF4-FFF2-40B4-BE49-F238E27FC236}">
                <a16:creationId xmlns:a16="http://schemas.microsoft.com/office/drawing/2014/main" id="{27D208E6-C183-46BA-866F-CD447D993B81}"/>
              </a:ext>
            </a:extLst>
          </p:cNvPr>
          <p:cNvSpPr>
            <a:spLocks noGrp="1"/>
          </p:cNvSpPr>
          <p:nvPr/>
        </p:nvSpPr>
        <p:spPr>
          <a:xfrm>
            <a:off x="609600" y="6438900"/>
            <a:ext cx="10972800" cy="9525"/>
          </a:xfrm>
          <a:prstGeom prst="rect">
            <a:avLst/>
          </a:prstGeom>
          <a:solidFill>
            <a:srgbClr val="CCCCCC"/>
          </a:solidFill>
          <a:ln w="0">
            <a:noFill/>
          </a:ln>
        </p:spPr>
      </p:sp>
      <p:sp>
        <p:nvSpPr>
          <p:cNvPr id="7" name="prompt">
            <a:extLst>
              <a:ext uri="{FF2B5EF4-FFF2-40B4-BE49-F238E27FC236}">
                <a16:creationId xmlns:a16="http://schemas.microsoft.com/office/drawing/2014/main" id="{2ED78496-1B4B-4CCD-AEA8-8D4A8A91E377}"/>
              </a:ext>
            </a:extLst>
          </p:cNvPr>
          <p:cNvSpPr>
            <a:spLocks noGrp="1"/>
          </p:cNvSpPr>
          <p:nvPr/>
        </p:nvSpPr>
        <p:spPr>
          <a:xfrm>
            <a:off x="609600" y="1714500"/>
            <a:ext cx="10972800" cy="1381125"/>
          </a:xfrm>
          <a:prstGeom prst="rect">
            <a:avLst/>
          </a:prstGeom>
          <a:noFill/>
          <a:ln w="0">
            <a:noFill/>
          </a:ln>
        </p:spPr>
        <p:txBody>
          <a:bodyPr wrap="none" lIns="0" tIns="0" rIns="0" bIns="0" anchor="t">
            <a:noAutofit/>
          </a:bodyPr>
          <a:lstStyle>
            <a:defPPr algn="l">
              <a:defRPr sz="2100" b="0">
                <a:solidFill>
                  <a:srgbClr val="151515"/>
                </a:solidFill>
                <a:latin typeface="Malgun Gothic"/>
                <a:ea typeface="Malgun Gothic"/>
                <a:cs typeface="Malgun Gothic"/>
              </a:defRPr>
            </a:defPPr>
          </a:lstStyle>
          <a:p>
            <a:pPr algn="l">
              <a:lnSpc>
                <a:spcPct val="110000"/>
              </a:lnSpc>
              <a:buNone/>
              <a:defRPr sz="2100" b="0">
                <a:solidFill>
                  <a:srgbClr val="151515"/>
                </a:solidFill>
                <a:latin typeface="Malgun Gothic"/>
                <a:ea typeface="Malgun Gothic"/>
                <a:cs typeface="Malgun Gothic"/>
              </a:defRPr>
            </a:pPr>
            <a:r>
              <a:rPr sz="2100" b="0">
                <a:solidFill>
                  <a:srgbClr val="151515"/>
                </a:solidFill>
                <a:latin typeface="Malgun Gothic"/>
                <a:ea typeface="Malgun Gothic"/>
                <a:cs typeface="Malgun Gothic"/>
              </a:rPr>
              <a:t>양 끝 인덱스를 포함하는 quick_sort(a,lo,hi)에서</a:t>
            </a:r>
          </a:p>
          <a:p>
            <a:pPr algn="l">
              <a:lnSpc>
                <a:spcPct val="110000"/>
              </a:lnSpc>
              <a:buNone/>
              <a:defRPr sz="2100" b="0">
                <a:solidFill>
                  <a:srgbClr val="151515"/>
                </a:solidFill>
                <a:latin typeface="Malgun Gothic"/>
                <a:ea typeface="Malgun Gothic"/>
                <a:cs typeface="Malgun Gothic"/>
              </a:defRPr>
            </a:pPr>
            <a:r>
              <a:rPr sz="2100" b="0">
                <a:solidFill>
                  <a:srgbClr val="151515"/>
                </a:solidFill>
                <a:latin typeface="Malgun Gothic"/>
                <a:ea typeface="Malgun Gothic"/>
                <a:cs typeface="Malgun Gothic"/>
              </a:rPr>
              <a:t>lo≥hi이면 바로 종료한다. lo=hi일 때와 lo&gt;hi일 때</a:t>
            </a:r>
          </a:p>
          <a:p>
            <a:pPr algn="l">
              <a:lnSpc>
                <a:spcPct val="110000"/>
              </a:lnSpc>
              <a:buNone/>
              <a:defRPr sz="2100" b="0">
                <a:solidFill>
                  <a:srgbClr val="151515"/>
                </a:solidFill>
                <a:latin typeface="Malgun Gothic"/>
                <a:ea typeface="Malgun Gothic"/>
                <a:cs typeface="Malgun Gothic"/>
              </a:defRPr>
            </a:pPr>
            <a:r>
              <a:rPr sz="2100" b="0">
                <a:solidFill>
                  <a:srgbClr val="151515"/>
                </a:solidFill>
                <a:latin typeface="Malgun Gothic"/>
                <a:ea typeface="Malgun Gothic"/>
                <a:cs typeface="Malgun Gothic"/>
              </a:rPr>
              <a:t>각각 종료해도 되는 이유를 설명하시오.</a:t>
            </a:r>
          </a:p>
        </p:txBody>
      </p:sp>
      <p:sp>
        <p:nvSpPr>
          <p:cNvPr id="8" name="instructions">
            <a:extLst>
              <a:ext uri="{FF2B5EF4-FFF2-40B4-BE49-F238E27FC236}">
                <a16:creationId xmlns:a16="http://schemas.microsoft.com/office/drawing/2014/main" id="{8000CFB6-A1C3-462D-931B-CE8ED53CCF8D}"/>
              </a:ext>
            </a:extLst>
          </p:cNvPr>
          <p:cNvSpPr>
            <a:spLocks noGrp="1"/>
          </p:cNvSpPr>
          <p:nvPr/>
        </p:nvSpPr>
        <p:spPr>
          <a:xfrm>
            <a:off x="609600" y="3876675"/>
            <a:ext cx="10972800" cy="323850"/>
          </a:xfrm>
          <a:prstGeom prst="rect">
            <a:avLst/>
          </a:prstGeom>
          <a:noFill/>
          <a:ln w="0">
            <a:noFill/>
          </a:ln>
        </p:spPr>
        <p:txBody>
          <a:bodyPr wrap="none" lIns="0" tIns="0" rIns="0" bIns="0" anchor="t">
            <a:noAutofit/>
          </a:bodyPr>
          <a:lstStyle>
            <a:defPPr algn="l">
              <a:defRPr sz="1725" b="0">
                <a:solidFill>
                  <a:srgbClr val="666666"/>
                </a:solidFill>
                <a:latin typeface="Malgun Gothic"/>
                <a:ea typeface="Malgun Gothic"/>
                <a:cs typeface="Malgun Gothic"/>
              </a:defRPr>
            </a:defPPr>
          </a:lstStyle>
          <a:p>
            <a:pPr algn="l">
              <a:lnSpc>
                <a:spcPct val="110000"/>
              </a:lnSpc>
              <a:buNone/>
              <a:defRPr sz="1725" b="0">
                <a:solidFill>
                  <a:srgbClr val="666666"/>
                </a:solidFill>
                <a:latin typeface="Malgun Gothic"/>
                <a:ea typeface="Malgun Gothic"/>
                <a:cs typeface="Malgun Gothic"/>
              </a:defRPr>
            </a:pPr>
            <a:r>
              <a:rPr sz="1725" b="0">
                <a:solidFill>
                  <a:srgbClr val="666666"/>
                </a:solidFill>
                <a:latin typeface="Malgun Gothic"/>
                <a:ea typeface="Malgun Gothic"/>
                <a:cs typeface="Malgun Gothic"/>
              </a:rPr>
              <a:t>풀이 과정과 판단 근거를 함께 쓰시오.</a:t>
            </a:r>
          </a:p>
        </p:txBody>
      </p:sp>
      <p:sp>
        <p:nvSpPr>
          <p:cNvPr id="9" name="직사각형 8">
            <a:extLst>
              <a:ext uri="{FF2B5EF4-FFF2-40B4-BE49-F238E27FC236}">
                <a16:creationId xmlns:a16="http://schemas.microsoft.com/office/drawing/2014/main" id="{97BE1124-A081-4494-984B-2F5BCA889622}"/>
              </a:ext>
            </a:extLst>
          </p:cNvPr>
          <p:cNvSpPr>
            <a:spLocks noGrp="1"/>
          </p:cNvSpPr>
          <p:nvPr/>
        </p:nvSpPr>
        <p:spPr>
          <a:xfrm>
            <a:off x="609600" y="4495800"/>
            <a:ext cx="10972800" cy="9525"/>
          </a:xfrm>
          <a:prstGeom prst="rect">
            <a:avLst/>
          </a:prstGeom>
          <a:solidFill>
            <a:srgbClr val="CCCCCC"/>
          </a:solidFill>
          <a:ln w="0">
            <a:noFill/>
          </a:ln>
        </p:spPr>
      </p:sp>
      <p:sp>
        <p:nvSpPr>
          <p:cNvPr id="10" name="직사각형 9">
            <a:extLst>
              <a:ext uri="{FF2B5EF4-FFF2-40B4-BE49-F238E27FC236}">
                <a16:creationId xmlns:a16="http://schemas.microsoft.com/office/drawing/2014/main" id="{B8FEABD3-3654-40B8-B45B-0255CFD14FD6}"/>
              </a:ext>
            </a:extLst>
          </p:cNvPr>
          <p:cNvSpPr>
            <a:spLocks noGrp="1"/>
          </p:cNvSpPr>
          <p:nvPr/>
        </p:nvSpPr>
        <p:spPr>
          <a:xfrm>
            <a:off x="609600" y="4953000"/>
            <a:ext cx="10972800" cy="9525"/>
          </a:xfrm>
          <a:prstGeom prst="rect">
            <a:avLst/>
          </a:prstGeom>
          <a:solidFill>
            <a:srgbClr val="CCCCCC"/>
          </a:solidFill>
          <a:ln w="0">
            <a:noFill/>
          </a:ln>
        </p:spPr>
      </p:sp>
      <p:sp>
        <p:nvSpPr>
          <p:cNvPr id="11" name="직사각형 10">
            <a:extLst>
              <a:ext uri="{FF2B5EF4-FFF2-40B4-BE49-F238E27FC236}">
                <a16:creationId xmlns:a16="http://schemas.microsoft.com/office/drawing/2014/main" id="{CD44282C-EDDF-4701-A775-A038A4D67986}"/>
              </a:ext>
            </a:extLst>
          </p:cNvPr>
          <p:cNvSpPr>
            <a:spLocks noGrp="1"/>
          </p:cNvSpPr>
          <p:nvPr/>
        </p:nvSpPr>
        <p:spPr>
          <a:xfrm>
            <a:off x="609600" y="5410200"/>
            <a:ext cx="10972800" cy="9525"/>
          </a:xfrm>
          <a:prstGeom prst="rect">
            <a:avLst/>
          </a:prstGeom>
          <a:solidFill>
            <a:srgbClr val="CCCCCC"/>
          </a:solidFill>
          <a:ln w="0">
            <a:noFill/>
          </a:ln>
        </p:spPr>
      </p:sp>
      <p:sp>
        <p:nvSpPr>
          <p:cNvPr id="12" name="직사각형 11">
            <a:extLst>
              <a:ext uri="{FF2B5EF4-FFF2-40B4-BE49-F238E27FC236}">
                <a16:creationId xmlns:a16="http://schemas.microsoft.com/office/drawing/2014/main" id="{DA66D914-8D55-4E9E-8043-658BEB3BB6E2}"/>
              </a:ext>
            </a:extLst>
          </p:cNvPr>
          <p:cNvSpPr>
            <a:spLocks noGrp="1"/>
          </p:cNvSpPr>
          <p:nvPr/>
        </p:nvSpPr>
        <p:spPr>
          <a:xfrm>
            <a:off x="609600" y="5867400"/>
            <a:ext cx="10972800" cy="9525"/>
          </a:xfrm>
          <a:prstGeom prst="rect">
            <a:avLst/>
          </a:prstGeom>
          <a:solidFill>
            <a:srgbClr val="CCCCCC"/>
          </a:solidFill>
          <a:ln w="0">
            <a:noFill/>
          </a:ln>
        </p:spPr>
      </p:sp>
    </p:spTree>
    <p:extLst>
      <p:ext uri="{BB962C8B-B14F-4D97-AF65-F5344CB8AC3E}">
        <p14:creationId xmlns:p14="http://schemas.microsoft.com/office/powerpoint/2010/main" val="382597127"/>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section">
            <a:extLst>
              <a:ext uri="{FF2B5EF4-FFF2-40B4-BE49-F238E27FC236}">
                <a16:creationId xmlns:a16="http://schemas.microsoft.com/office/drawing/2014/main" id="{E8AD20D2-3CC4-4692-B7DE-18431D246C1D}"/>
              </a:ext>
            </a:extLst>
          </p:cNvPr>
          <p:cNvSpPr>
            <a:spLocks noGrp="1"/>
          </p:cNvSpPr>
          <p:nvPr/>
        </p:nvSpPr>
        <p:spPr>
          <a:xfrm>
            <a:off x="609600" y="266700"/>
            <a:ext cx="8096250" cy="266700"/>
          </a:xfrm>
          <a:prstGeom prst="rect">
            <a:avLst/>
          </a:prstGeom>
          <a:noFill/>
          <a:ln w="0">
            <a:noFill/>
          </a:ln>
        </p:spPr>
        <p:txBody>
          <a:bodyPr wrap="none" lIns="0" tIns="0" rIns="0" bIns="0" anchor="t">
            <a:noAutofit/>
          </a:bodyPr>
          <a:lstStyle>
            <a:defPPr algn="l">
              <a:defRPr sz="1050" b="0">
                <a:solidFill>
                  <a:srgbClr val="555555"/>
                </a:solidFill>
                <a:latin typeface="Malgun Gothic"/>
                <a:ea typeface="Malgun Gothic"/>
                <a:cs typeface="Malgun Gothic"/>
              </a:defRPr>
            </a:defPPr>
          </a:lstStyle>
          <a:p>
            <a:pPr algn="l">
              <a:lnSpc>
                <a:spcPct val="110000"/>
              </a:lnSpc>
              <a:buNone/>
              <a:defRPr sz="1050" b="0">
                <a:solidFill>
                  <a:srgbClr val="555555"/>
                </a:solidFill>
                <a:latin typeface="Malgun Gothic"/>
                <a:ea typeface="Malgun Gothic"/>
                <a:cs typeface="Malgun Gothic"/>
              </a:defRPr>
            </a:pPr>
            <a:r>
              <a:rPr sz="1050" b="0">
                <a:solidFill>
                  <a:srgbClr val="555555"/>
                </a:solidFill>
                <a:latin typeface="Malgun Gothic"/>
                <a:ea typeface="Malgun Gothic"/>
                <a:cs typeface="Malgun Gothic"/>
              </a:rPr>
              <a:t>4장 분할 정복  /  서술·설계</a:t>
            </a:r>
          </a:p>
        </p:txBody>
      </p:sp>
      <p:sp>
        <p:nvSpPr>
          <p:cNvPr id="2" name="brand">
            <a:extLst>
              <a:ext uri="{FF2B5EF4-FFF2-40B4-BE49-F238E27FC236}">
                <a16:creationId xmlns:a16="http://schemas.microsoft.com/office/drawing/2014/main" id="{4D3D54E6-D12B-4A1B-9C92-19A466E94B84}"/>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555555"/>
                </a:solidFill>
                <a:latin typeface="Malgun Gothic"/>
                <a:ea typeface="Malgun Gothic"/>
                <a:cs typeface="Malgun Gothic"/>
              </a:defRPr>
            </a:defPPr>
          </a:lstStyle>
          <a:p>
            <a:pPr algn="l">
              <a:lnSpc>
                <a:spcPct val="110000"/>
              </a:lnSpc>
              <a:buNone/>
              <a:defRPr sz="900" b="0">
                <a:solidFill>
                  <a:srgbClr val="555555"/>
                </a:solidFill>
                <a:latin typeface="Malgun Gothic"/>
                <a:ea typeface="Malgun Gothic"/>
                <a:cs typeface="Malgun Gothic"/>
              </a:defRPr>
            </a:pPr>
            <a:r>
              <a:rPr sz="900" b="0">
                <a:solidFill>
                  <a:srgbClr val="55555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6338E1DE-FC9D-43EB-996F-F73A0977EF49}"/>
              </a:ext>
            </a:extLst>
          </p:cNvPr>
          <p:cNvSpPr>
            <a:spLocks noGrp="1"/>
          </p:cNvSpPr>
          <p:nvPr/>
        </p:nvSpPr>
        <p:spPr>
          <a:xfrm>
            <a:off x="609600" y="685800"/>
            <a:ext cx="10972800" cy="685800"/>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0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문제 88  정답과 해설</a:t>
            </a:r>
          </a:p>
        </p:txBody>
      </p:sp>
      <p:sp>
        <p:nvSpPr>
          <p:cNvPr id="4" name="footer">
            <a:extLst>
              <a:ext uri="{FF2B5EF4-FFF2-40B4-BE49-F238E27FC236}">
                <a16:creationId xmlns:a16="http://schemas.microsoft.com/office/drawing/2014/main" id="{FE746B59-7A2F-4A5C-9A9B-83B7947D09DD}"/>
              </a:ext>
            </a:extLst>
          </p:cNvPr>
          <p:cNvSpPr>
            <a:spLocks noGrp="1"/>
          </p:cNvSpPr>
          <p:nvPr/>
        </p:nvSpPr>
        <p:spPr>
          <a:xfrm>
            <a:off x="609600" y="6591300"/>
            <a:ext cx="9715500" cy="190500"/>
          </a:xfrm>
          <a:prstGeom prst="rect">
            <a:avLst/>
          </a:prstGeom>
          <a:noFill/>
          <a:ln w="0">
            <a:noFill/>
          </a:ln>
        </p:spPr>
        <p:txBody>
          <a:bodyPr wrap="none" lIns="0" tIns="0" rIns="0" bIns="0" anchor="t">
            <a:noAutofit/>
          </a:bodyPr>
          <a:lstStyle>
            <a:defPPr algn="l">
              <a:defRPr sz="900" b="0">
                <a:solidFill>
                  <a:srgbClr val="555555"/>
                </a:solidFill>
                <a:latin typeface="Consolas"/>
                <a:ea typeface="Consolas"/>
                <a:cs typeface="Consolas"/>
              </a:defRPr>
            </a:defPPr>
          </a:lstStyle>
          <a:p>
            <a:pPr algn="l">
              <a:lnSpc>
                <a:spcPct val="110000"/>
              </a:lnSpc>
              <a:buNone/>
              <a:defRPr sz="900" b="0">
                <a:solidFill>
                  <a:srgbClr val="555555"/>
                </a:solidFill>
                <a:latin typeface="Consolas"/>
                <a:ea typeface="Consolas"/>
                <a:cs typeface="Consolas"/>
              </a:defRPr>
            </a:pPr>
            <a:r>
              <a:rPr sz="900" b="0">
                <a:solidFill>
                  <a:srgbClr val="555555"/>
                </a:solidFill>
                <a:latin typeface="Consolas"/>
                <a:ea typeface="Consolas"/>
                <a:cs typeface="Consolas"/>
              </a:rPr>
              <a:t>04 / DIVIDE AND CONQUER · EXERCISES</a:t>
            </a:r>
          </a:p>
        </p:txBody>
      </p:sp>
      <p:sp>
        <p:nvSpPr>
          <p:cNvPr id="5" name="page">
            <a:extLst>
              <a:ext uri="{FF2B5EF4-FFF2-40B4-BE49-F238E27FC236}">
                <a16:creationId xmlns:a16="http://schemas.microsoft.com/office/drawing/2014/main" id="{3488721D-9CFC-4188-8EB7-68A3F8FF76EE}"/>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0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176</a:t>
            </a:r>
            <a:endParaRPr sz="1050" b="0">
              <a:solidFill>
                <a:srgbClr val="151515"/>
              </a:solidFill>
              <a:latin typeface="Consolas"/>
              <a:ea typeface="Consolas"/>
              <a:cs typeface="Consolas"/>
            </a:endParaRPr>
          </a:p>
        </p:txBody>
      </p:sp>
      <p:sp>
        <p:nvSpPr>
          <p:cNvPr id="6" name="직사각형 5">
            <a:extLst>
              <a:ext uri="{FF2B5EF4-FFF2-40B4-BE49-F238E27FC236}">
                <a16:creationId xmlns:a16="http://schemas.microsoft.com/office/drawing/2014/main" id="{5D1D8143-2D99-4630-94BE-C3C4335A66C2}"/>
              </a:ext>
            </a:extLst>
          </p:cNvPr>
          <p:cNvSpPr>
            <a:spLocks noGrp="1"/>
          </p:cNvSpPr>
          <p:nvPr/>
        </p:nvSpPr>
        <p:spPr>
          <a:xfrm>
            <a:off x="609600" y="6438900"/>
            <a:ext cx="10972800" cy="9525"/>
          </a:xfrm>
          <a:prstGeom prst="rect">
            <a:avLst/>
          </a:prstGeom>
          <a:solidFill>
            <a:srgbClr val="CCCCCC"/>
          </a:solidFill>
          <a:ln w="0">
            <a:noFill/>
          </a:ln>
        </p:spPr>
      </p:sp>
      <p:sp>
        <p:nvSpPr>
          <p:cNvPr id="7" name="직사각형 6">
            <a:extLst>
              <a:ext uri="{FF2B5EF4-FFF2-40B4-BE49-F238E27FC236}">
                <a16:creationId xmlns:a16="http://schemas.microsoft.com/office/drawing/2014/main" id="{DFA506B1-138F-4059-93CD-8E9A4914BB61}"/>
              </a:ext>
            </a:extLst>
          </p:cNvPr>
          <p:cNvSpPr>
            <a:spLocks noGrp="1"/>
          </p:cNvSpPr>
          <p:nvPr/>
        </p:nvSpPr>
        <p:spPr>
          <a:xfrm>
            <a:off x="609600" y="1381125"/>
            <a:ext cx="10972800" cy="19050"/>
          </a:xfrm>
          <a:prstGeom prst="rect">
            <a:avLst/>
          </a:prstGeom>
          <a:solidFill>
            <a:srgbClr val="151515"/>
          </a:solidFill>
          <a:ln w="0">
            <a:noFill/>
          </a:ln>
        </p:spPr>
      </p:sp>
      <p:sp>
        <p:nvSpPr>
          <p:cNvPr id="8" name="prompt">
            <a:extLst>
              <a:ext uri="{FF2B5EF4-FFF2-40B4-BE49-F238E27FC236}">
                <a16:creationId xmlns:a16="http://schemas.microsoft.com/office/drawing/2014/main" id="{D18C97F0-FF6A-4519-90E1-27D2A5E9887E}"/>
              </a:ext>
            </a:extLst>
          </p:cNvPr>
          <p:cNvSpPr>
            <a:spLocks noGrp="1"/>
          </p:cNvSpPr>
          <p:nvPr/>
        </p:nvSpPr>
        <p:spPr>
          <a:xfrm>
            <a:off x="609600" y="1714500"/>
            <a:ext cx="10972800" cy="1095375"/>
          </a:xfrm>
          <a:prstGeom prst="rect">
            <a:avLst/>
          </a:prstGeom>
          <a:noFill/>
          <a:ln w="0">
            <a:noFill/>
          </a:ln>
        </p:spPr>
        <p:txBody>
          <a:bodyPr wrap="none" lIns="0" tIns="0" rIns="0" bIns="0" anchor="t">
            <a:noAutofit/>
          </a:bodyPr>
          <a:lstStyle>
            <a:defPPr algn="l">
              <a:defRPr sz="1800" b="0">
                <a:solidFill>
                  <a:srgbClr val="555555"/>
                </a:solidFill>
                <a:latin typeface="Malgun Gothic"/>
                <a:ea typeface="Malgun Gothic"/>
                <a:cs typeface="Malgun Gothic"/>
              </a:defRPr>
            </a:defPPr>
          </a:lstStyle>
          <a:p>
            <a:pPr algn="l">
              <a:lnSpc>
                <a:spcPct val="110000"/>
              </a:lnSpc>
              <a:buNone/>
              <a:defRPr sz="1800" b="0">
                <a:solidFill>
                  <a:srgbClr val="555555"/>
                </a:solidFill>
                <a:latin typeface="Malgun Gothic"/>
                <a:ea typeface="Malgun Gothic"/>
                <a:cs typeface="Malgun Gothic"/>
              </a:defRPr>
            </a:pPr>
            <a:r>
              <a:rPr sz="1800" b="0">
                <a:solidFill>
                  <a:srgbClr val="555555"/>
                </a:solidFill>
                <a:latin typeface="Malgun Gothic"/>
                <a:ea typeface="Malgun Gothic"/>
                <a:cs typeface="Malgun Gothic"/>
              </a:rPr>
              <a:t>양 끝 인덱스를 포함하는 quick_sort(a,lo,hi)에서</a:t>
            </a:r>
          </a:p>
          <a:p>
            <a:pPr algn="l">
              <a:lnSpc>
                <a:spcPct val="110000"/>
              </a:lnSpc>
              <a:buNone/>
              <a:defRPr sz="1800" b="0">
                <a:solidFill>
                  <a:srgbClr val="555555"/>
                </a:solidFill>
                <a:latin typeface="Malgun Gothic"/>
                <a:ea typeface="Malgun Gothic"/>
                <a:cs typeface="Malgun Gothic"/>
              </a:defRPr>
            </a:pPr>
            <a:r>
              <a:rPr sz="1800" b="0">
                <a:solidFill>
                  <a:srgbClr val="555555"/>
                </a:solidFill>
                <a:latin typeface="Malgun Gothic"/>
                <a:ea typeface="Malgun Gothic"/>
                <a:cs typeface="Malgun Gothic"/>
              </a:rPr>
              <a:t>lo≥hi이면 바로 종료한다. lo=hi일 때와 lo&gt;hi일 때</a:t>
            </a:r>
          </a:p>
          <a:p>
            <a:pPr algn="l">
              <a:lnSpc>
                <a:spcPct val="110000"/>
              </a:lnSpc>
              <a:buNone/>
              <a:defRPr sz="1800" b="0">
                <a:solidFill>
                  <a:srgbClr val="555555"/>
                </a:solidFill>
                <a:latin typeface="Malgun Gothic"/>
                <a:ea typeface="Malgun Gothic"/>
                <a:cs typeface="Malgun Gothic"/>
              </a:defRPr>
            </a:pPr>
            <a:r>
              <a:rPr sz="1800" b="0">
                <a:solidFill>
                  <a:srgbClr val="555555"/>
                </a:solidFill>
                <a:latin typeface="Malgun Gothic"/>
                <a:ea typeface="Malgun Gothic"/>
                <a:cs typeface="Malgun Gothic"/>
              </a:rPr>
              <a:t>각각 종료해도 되는 이유를 설명하시오.</a:t>
            </a:r>
          </a:p>
        </p:txBody>
      </p:sp>
      <p:sp>
        <p:nvSpPr>
          <p:cNvPr id="9" name="answer-band">
            <a:extLst>
              <a:ext uri="{FF2B5EF4-FFF2-40B4-BE49-F238E27FC236}">
                <a16:creationId xmlns:a16="http://schemas.microsoft.com/office/drawing/2014/main" id="{D5684AE7-E518-453D-8386-5C237415CB99}"/>
              </a:ext>
            </a:extLst>
          </p:cNvPr>
          <p:cNvSpPr>
            <a:spLocks noGrp="1"/>
          </p:cNvSpPr>
          <p:nvPr/>
        </p:nvSpPr>
        <p:spPr>
          <a:xfrm>
            <a:off x="609600" y="2952750"/>
            <a:ext cx="10972800" cy="723900"/>
          </a:xfrm>
          <a:prstGeom prst="rect">
            <a:avLst/>
          </a:prstGeom>
          <a:solidFill>
            <a:srgbClr val="151515"/>
          </a:solidFill>
          <a:ln w="0">
            <a:noFill/>
          </a:ln>
        </p:spPr>
      </p:sp>
      <p:sp>
        <p:nvSpPr>
          <p:cNvPr id="10" name="answer">
            <a:extLst>
              <a:ext uri="{FF2B5EF4-FFF2-40B4-BE49-F238E27FC236}">
                <a16:creationId xmlns:a16="http://schemas.microsoft.com/office/drawing/2014/main" id="{40152143-0929-4B3A-8550-A22E89CCCD08}"/>
              </a:ext>
            </a:extLst>
          </p:cNvPr>
          <p:cNvSpPr>
            <a:spLocks noGrp="1"/>
          </p:cNvSpPr>
          <p:nvPr/>
        </p:nvSpPr>
        <p:spPr>
          <a:xfrm>
            <a:off x="876300" y="3162300"/>
            <a:ext cx="10439400" cy="457200"/>
          </a:xfrm>
          <a:prstGeom prst="rect">
            <a:avLst/>
          </a:prstGeom>
          <a:noFill/>
          <a:ln w="0">
            <a:noFill/>
          </a:ln>
        </p:spPr>
        <p:txBody>
          <a:bodyPr wrap="none" lIns="0" tIns="0" rIns="0" bIns="0" anchor="t">
            <a:noAutofit/>
          </a:bodyPr>
          <a:lstStyle>
            <a:defPPr algn="l">
              <a:defRPr sz="1950" b="1">
                <a:solidFill>
                  <a:srgbClr val="FFFFFF"/>
                </a:solidFill>
                <a:latin typeface="Malgun Gothic"/>
                <a:ea typeface="Malgun Gothic"/>
                <a:cs typeface="Malgun Gothic"/>
              </a:defRPr>
            </a:defPPr>
          </a:lstStyle>
          <a:p>
            <a:pPr algn="l">
              <a:lnSpc>
                <a:spcPct val="110000"/>
              </a:lnSpc>
              <a:buNone/>
              <a:defRPr sz="1950" b="1">
                <a:solidFill>
                  <a:srgbClr val="FFFFFF"/>
                </a:solidFill>
                <a:latin typeface="Malgun Gothic"/>
                <a:ea typeface="Malgun Gothic"/>
                <a:cs typeface="Malgun Gothic"/>
              </a:defRPr>
            </a:pPr>
            <a:r>
              <a:rPr sz="1950" b="1">
                <a:solidFill>
                  <a:srgbClr val="FFFFFF"/>
                </a:solidFill>
                <a:latin typeface="Malgun Gothic"/>
                <a:ea typeface="Malgun Gothic"/>
                <a:cs typeface="Malgun Gothic"/>
              </a:rPr>
              <a:t>lo=hi는 원소 1개, lo&gt;hi는 빈 구간이므로 이미 정렬되었다.</a:t>
            </a:r>
          </a:p>
        </p:txBody>
      </p:sp>
      <p:sp>
        <p:nvSpPr>
          <p:cNvPr id="11" name="explanation-label">
            <a:extLst>
              <a:ext uri="{FF2B5EF4-FFF2-40B4-BE49-F238E27FC236}">
                <a16:creationId xmlns:a16="http://schemas.microsoft.com/office/drawing/2014/main" id="{F10AA21E-BDB2-4CBD-A949-EB7E21FB890A}"/>
              </a:ext>
            </a:extLst>
          </p:cNvPr>
          <p:cNvSpPr>
            <a:spLocks noGrp="1"/>
          </p:cNvSpPr>
          <p:nvPr/>
        </p:nvSpPr>
        <p:spPr>
          <a:xfrm>
            <a:off x="609600" y="4019550"/>
            <a:ext cx="1143000" cy="304800"/>
          </a:xfrm>
          <a:prstGeom prst="rect">
            <a:avLst/>
          </a:prstGeom>
          <a:noFill/>
          <a:ln w="0">
            <a:noFill/>
          </a:ln>
        </p:spPr>
        <p:txBody>
          <a:bodyPr wrap="none" lIns="0" tIns="0" rIns="0" bIns="0" anchor="t">
            <a:noAutofit/>
          </a:bodyPr>
          <a:lstStyle>
            <a:defPPr algn="l">
              <a:defRPr sz="1800" b="1">
                <a:solidFill>
                  <a:srgbClr val="151515"/>
                </a:solidFill>
                <a:latin typeface="Malgun Gothic"/>
                <a:ea typeface="Malgun Gothic"/>
                <a:cs typeface="Malgun Gothic"/>
              </a:defRPr>
            </a:defPPr>
          </a:lstStyle>
          <a:p>
            <a:pPr algn="l">
              <a:lnSpc>
                <a:spcPct val="110000"/>
              </a:lnSpc>
              <a:buNone/>
              <a:defRPr sz="1800" b="1">
                <a:solidFill>
                  <a:srgbClr val="151515"/>
                </a:solidFill>
                <a:latin typeface="Malgun Gothic"/>
                <a:ea typeface="Malgun Gothic"/>
                <a:cs typeface="Malgun Gothic"/>
              </a:defRPr>
            </a:pPr>
            <a:r>
              <a:rPr sz="1800" b="1">
                <a:solidFill>
                  <a:srgbClr val="151515"/>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4286289A-9F28-4F3B-B706-E4805E23491C}"/>
              </a:ext>
            </a:extLst>
          </p:cNvPr>
          <p:cNvSpPr>
            <a:spLocks noGrp="1"/>
          </p:cNvSpPr>
          <p:nvPr/>
        </p:nvSpPr>
        <p:spPr>
          <a:xfrm>
            <a:off x="1752600" y="4210050"/>
            <a:ext cx="9829800" cy="9525"/>
          </a:xfrm>
          <a:prstGeom prst="rect">
            <a:avLst/>
          </a:prstGeom>
          <a:solidFill>
            <a:srgbClr val="CCCCCC"/>
          </a:solidFill>
          <a:ln w="0">
            <a:noFill/>
          </a:ln>
        </p:spPr>
      </p:sp>
      <p:sp>
        <p:nvSpPr>
          <p:cNvPr id="13" name="explanation">
            <a:extLst>
              <a:ext uri="{FF2B5EF4-FFF2-40B4-BE49-F238E27FC236}">
                <a16:creationId xmlns:a16="http://schemas.microsoft.com/office/drawing/2014/main" id="{46A87777-E48E-42CC-8942-0F4F67B1A016}"/>
              </a:ext>
            </a:extLst>
          </p:cNvPr>
          <p:cNvSpPr>
            <a:spLocks noGrp="1"/>
          </p:cNvSpPr>
          <p:nvPr/>
        </p:nvSpPr>
        <p:spPr>
          <a:xfrm>
            <a:off x="609600" y="4495800"/>
            <a:ext cx="10972800" cy="1314450"/>
          </a:xfrm>
          <a:prstGeom prst="rect">
            <a:avLst/>
          </a:prstGeom>
          <a:noFill/>
          <a:ln w="0">
            <a:noFill/>
          </a:ln>
        </p:spPr>
        <p:txBody>
          <a:bodyPr wrap="none" lIns="0" tIns="0" rIns="0" bIns="0" anchor="t">
            <a:noAutofit/>
          </a:bodyPr>
          <a:lstStyle>
            <a:defPPr algn="l">
              <a:defRPr sz="1875" b="0">
                <a:solidFill>
                  <a:srgbClr val="555555"/>
                </a:solidFill>
                <a:latin typeface="Malgun Gothic"/>
                <a:ea typeface="Malgun Gothic"/>
                <a:cs typeface="Malgun Gothic"/>
              </a:defRPr>
            </a:defPPr>
          </a:lstStyle>
          <a:p>
            <a:pPr algn="l">
              <a:lnSpc>
                <a:spcPct val="110000"/>
              </a:lnSpc>
              <a:buNone/>
              <a:defRPr sz="1875" b="0">
                <a:solidFill>
                  <a:srgbClr val="555555"/>
                </a:solidFill>
                <a:latin typeface="Malgun Gothic"/>
                <a:ea typeface="Malgun Gothic"/>
                <a:cs typeface="Malgun Gothic"/>
              </a:defRPr>
            </a:pPr>
            <a:r>
              <a:rPr sz="1875" b="0">
                <a:solidFill>
                  <a:srgbClr val="555555"/>
                </a:solidFill>
                <a:latin typeface="Malgun Gothic"/>
                <a:ea typeface="Malgun Gothic"/>
                <a:cs typeface="Malgun Gothic"/>
              </a:rPr>
              <a:t>원소가 하나이면 비교할 다른 값이 없고, 빈 구간에는 원소가 없다.</a:t>
            </a:r>
          </a:p>
          <a:p>
            <a:pPr algn="l">
              <a:lnSpc>
                <a:spcPct val="110000"/>
              </a:lnSpc>
              <a:buNone/>
              <a:defRPr sz="1875" b="0">
                <a:solidFill>
                  <a:srgbClr val="555555"/>
                </a:solidFill>
                <a:latin typeface="Malgun Gothic"/>
                <a:ea typeface="Malgun Gothic"/>
                <a:cs typeface="Malgun Gothic"/>
              </a:defRPr>
            </a:pPr>
            <a:r>
              <a:rPr sz="1875" b="0">
                <a:solidFill>
                  <a:srgbClr val="555555"/>
                </a:solidFill>
                <a:latin typeface="Malgun Gothic"/>
                <a:ea typeface="Malgun Gothic"/>
                <a:cs typeface="Malgun Gothic"/>
              </a:rPr>
              <a:t>두 경우 모두 더 나누거나 피벗을 고를 필요가 없다.</a:t>
            </a:r>
          </a:p>
        </p:txBody>
      </p:sp>
    </p:spTree>
    <p:extLst>
      <p:ext uri="{BB962C8B-B14F-4D97-AF65-F5344CB8AC3E}">
        <p14:creationId xmlns:p14="http://schemas.microsoft.com/office/powerpoint/2010/main" val="2444958304"/>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section">
            <a:extLst>
              <a:ext uri="{FF2B5EF4-FFF2-40B4-BE49-F238E27FC236}">
                <a16:creationId xmlns:a16="http://schemas.microsoft.com/office/drawing/2014/main" id="{83BB8876-3EDD-4186-9BEC-6D3FB486DD25}"/>
              </a:ext>
            </a:extLst>
          </p:cNvPr>
          <p:cNvSpPr>
            <a:spLocks noGrp="1"/>
          </p:cNvSpPr>
          <p:nvPr/>
        </p:nvSpPr>
        <p:spPr>
          <a:xfrm>
            <a:off x="609600" y="266700"/>
            <a:ext cx="8096250" cy="266700"/>
          </a:xfrm>
          <a:prstGeom prst="rect">
            <a:avLst/>
          </a:prstGeom>
          <a:noFill/>
          <a:ln w="0">
            <a:noFill/>
          </a:ln>
        </p:spPr>
        <p:txBody>
          <a:bodyPr wrap="none" lIns="0" tIns="0" rIns="0" bIns="0" anchor="t">
            <a:noAutofit/>
          </a:bodyPr>
          <a:lstStyle>
            <a:defPPr algn="l">
              <a:defRPr sz="1050" b="0">
                <a:solidFill>
                  <a:srgbClr val="555555"/>
                </a:solidFill>
                <a:latin typeface="Malgun Gothic"/>
                <a:ea typeface="Malgun Gothic"/>
                <a:cs typeface="Malgun Gothic"/>
              </a:defRPr>
            </a:defPPr>
          </a:lstStyle>
          <a:p>
            <a:pPr algn="l">
              <a:lnSpc>
                <a:spcPct val="110000"/>
              </a:lnSpc>
              <a:buNone/>
              <a:defRPr sz="1050" b="0">
                <a:solidFill>
                  <a:srgbClr val="555555"/>
                </a:solidFill>
                <a:latin typeface="Malgun Gothic"/>
                <a:ea typeface="Malgun Gothic"/>
                <a:cs typeface="Malgun Gothic"/>
              </a:defRPr>
            </a:pPr>
            <a:r>
              <a:rPr sz="1050" b="0">
                <a:solidFill>
                  <a:srgbClr val="555555"/>
                </a:solidFill>
                <a:latin typeface="Malgun Gothic"/>
                <a:ea typeface="Malgun Gothic"/>
                <a:cs typeface="Malgun Gothic"/>
              </a:rPr>
              <a:t>4장 분할 정복  /  서술·설계</a:t>
            </a:r>
          </a:p>
        </p:txBody>
      </p:sp>
      <p:sp>
        <p:nvSpPr>
          <p:cNvPr id="2" name="brand">
            <a:extLst>
              <a:ext uri="{FF2B5EF4-FFF2-40B4-BE49-F238E27FC236}">
                <a16:creationId xmlns:a16="http://schemas.microsoft.com/office/drawing/2014/main" id="{8E7A8675-4AB7-46F1-B227-4EFCB4597232}"/>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555555"/>
                </a:solidFill>
                <a:latin typeface="Malgun Gothic"/>
                <a:ea typeface="Malgun Gothic"/>
                <a:cs typeface="Malgun Gothic"/>
              </a:defRPr>
            </a:defPPr>
          </a:lstStyle>
          <a:p>
            <a:pPr algn="l">
              <a:lnSpc>
                <a:spcPct val="110000"/>
              </a:lnSpc>
              <a:buNone/>
              <a:defRPr sz="900" b="0">
                <a:solidFill>
                  <a:srgbClr val="555555"/>
                </a:solidFill>
                <a:latin typeface="Malgun Gothic"/>
                <a:ea typeface="Malgun Gothic"/>
                <a:cs typeface="Malgun Gothic"/>
              </a:defRPr>
            </a:pPr>
            <a:r>
              <a:rPr sz="900" b="0">
                <a:solidFill>
                  <a:srgbClr val="55555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CF6D8940-D080-4560-818E-82924B3D8581}"/>
              </a:ext>
            </a:extLst>
          </p:cNvPr>
          <p:cNvSpPr>
            <a:spLocks noGrp="1"/>
          </p:cNvSpPr>
          <p:nvPr/>
        </p:nvSpPr>
        <p:spPr>
          <a:xfrm>
            <a:off x="609600" y="685800"/>
            <a:ext cx="10972800" cy="685800"/>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0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문제 89</a:t>
            </a:r>
          </a:p>
        </p:txBody>
      </p:sp>
      <p:sp>
        <p:nvSpPr>
          <p:cNvPr id="4" name="footer">
            <a:extLst>
              <a:ext uri="{FF2B5EF4-FFF2-40B4-BE49-F238E27FC236}">
                <a16:creationId xmlns:a16="http://schemas.microsoft.com/office/drawing/2014/main" id="{967B150D-25FB-4201-81DC-B328C225F064}"/>
              </a:ext>
            </a:extLst>
          </p:cNvPr>
          <p:cNvSpPr>
            <a:spLocks noGrp="1"/>
          </p:cNvSpPr>
          <p:nvPr/>
        </p:nvSpPr>
        <p:spPr>
          <a:xfrm>
            <a:off x="609600" y="6591300"/>
            <a:ext cx="9715500" cy="190500"/>
          </a:xfrm>
          <a:prstGeom prst="rect">
            <a:avLst/>
          </a:prstGeom>
          <a:noFill/>
          <a:ln w="0">
            <a:noFill/>
          </a:ln>
        </p:spPr>
        <p:txBody>
          <a:bodyPr wrap="none" lIns="0" tIns="0" rIns="0" bIns="0" anchor="t">
            <a:noAutofit/>
          </a:bodyPr>
          <a:lstStyle>
            <a:defPPr algn="l">
              <a:defRPr sz="900" b="0">
                <a:solidFill>
                  <a:srgbClr val="555555"/>
                </a:solidFill>
                <a:latin typeface="Consolas"/>
                <a:ea typeface="Consolas"/>
                <a:cs typeface="Consolas"/>
              </a:defRPr>
            </a:defPPr>
          </a:lstStyle>
          <a:p>
            <a:pPr algn="l">
              <a:lnSpc>
                <a:spcPct val="110000"/>
              </a:lnSpc>
              <a:buNone/>
              <a:defRPr sz="900" b="0">
                <a:solidFill>
                  <a:srgbClr val="555555"/>
                </a:solidFill>
                <a:latin typeface="Consolas"/>
                <a:ea typeface="Consolas"/>
                <a:cs typeface="Consolas"/>
              </a:defRPr>
            </a:pPr>
            <a:r>
              <a:rPr sz="900" b="0">
                <a:solidFill>
                  <a:srgbClr val="555555"/>
                </a:solidFill>
                <a:latin typeface="Consolas"/>
                <a:ea typeface="Consolas"/>
                <a:cs typeface="Consolas"/>
              </a:rPr>
              <a:t>04 / DIVIDE AND CONQUER · EXERCISES</a:t>
            </a:r>
          </a:p>
        </p:txBody>
      </p:sp>
      <p:sp>
        <p:nvSpPr>
          <p:cNvPr id="5" name="page">
            <a:extLst>
              <a:ext uri="{FF2B5EF4-FFF2-40B4-BE49-F238E27FC236}">
                <a16:creationId xmlns:a16="http://schemas.microsoft.com/office/drawing/2014/main" id="{A4D30355-6FD1-4825-81B7-38E2D8A1349A}"/>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0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177</a:t>
            </a:r>
            <a:endParaRPr sz="1050" b="0">
              <a:solidFill>
                <a:srgbClr val="151515"/>
              </a:solidFill>
              <a:latin typeface="Consolas"/>
              <a:ea typeface="Consolas"/>
              <a:cs typeface="Consolas"/>
            </a:endParaRPr>
          </a:p>
        </p:txBody>
      </p:sp>
      <p:sp>
        <p:nvSpPr>
          <p:cNvPr id="6" name="직사각형 5">
            <a:extLst>
              <a:ext uri="{FF2B5EF4-FFF2-40B4-BE49-F238E27FC236}">
                <a16:creationId xmlns:a16="http://schemas.microsoft.com/office/drawing/2014/main" id="{8158D004-E8B6-4E76-A6A3-228A72502819}"/>
              </a:ext>
            </a:extLst>
          </p:cNvPr>
          <p:cNvSpPr>
            <a:spLocks noGrp="1"/>
          </p:cNvSpPr>
          <p:nvPr/>
        </p:nvSpPr>
        <p:spPr>
          <a:xfrm>
            <a:off x="609600" y="6438900"/>
            <a:ext cx="10972800" cy="9525"/>
          </a:xfrm>
          <a:prstGeom prst="rect">
            <a:avLst/>
          </a:prstGeom>
          <a:solidFill>
            <a:srgbClr val="CCCCCC"/>
          </a:solidFill>
          <a:ln w="0">
            <a:noFill/>
          </a:ln>
        </p:spPr>
      </p:sp>
      <p:sp>
        <p:nvSpPr>
          <p:cNvPr id="7" name="prompt">
            <a:extLst>
              <a:ext uri="{FF2B5EF4-FFF2-40B4-BE49-F238E27FC236}">
                <a16:creationId xmlns:a16="http://schemas.microsoft.com/office/drawing/2014/main" id="{A74DD156-D310-4DE1-BECC-71CF85C51E68}"/>
              </a:ext>
            </a:extLst>
          </p:cNvPr>
          <p:cNvSpPr>
            <a:spLocks noGrp="1"/>
          </p:cNvSpPr>
          <p:nvPr/>
        </p:nvSpPr>
        <p:spPr>
          <a:xfrm>
            <a:off x="609600" y="1714500"/>
            <a:ext cx="10972800" cy="1381125"/>
          </a:xfrm>
          <a:prstGeom prst="rect">
            <a:avLst/>
          </a:prstGeom>
          <a:noFill/>
          <a:ln w="0">
            <a:noFill/>
          </a:ln>
        </p:spPr>
        <p:txBody>
          <a:bodyPr wrap="none" lIns="0" tIns="0" rIns="0" bIns="0" anchor="t">
            <a:noAutofit/>
          </a:bodyPr>
          <a:lstStyle>
            <a:defPPr algn="l">
              <a:defRPr sz="2100" b="0">
                <a:solidFill>
                  <a:srgbClr val="151515"/>
                </a:solidFill>
                <a:latin typeface="Malgun Gothic"/>
                <a:ea typeface="Malgun Gothic"/>
                <a:cs typeface="Malgun Gothic"/>
              </a:defRPr>
            </a:defPPr>
          </a:lstStyle>
          <a:p>
            <a:pPr algn="l">
              <a:lnSpc>
                <a:spcPct val="110000"/>
              </a:lnSpc>
              <a:buNone/>
              <a:defRPr sz="2100" b="0">
                <a:solidFill>
                  <a:srgbClr val="151515"/>
                </a:solidFill>
                <a:latin typeface="Malgun Gothic"/>
                <a:ea typeface="Malgun Gothic"/>
                <a:cs typeface="Malgun Gothic"/>
              </a:defRPr>
            </a:pPr>
            <a:r>
              <a:rPr sz="2100" b="0">
                <a:solidFill>
                  <a:srgbClr val="151515"/>
                </a:solidFill>
                <a:latin typeface="Malgun Gothic"/>
                <a:ea typeface="Malgun Gothic"/>
                <a:cs typeface="Malgun Gothic"/>
              </a:rPr>
              <a:t>퀵 정렬에서 피벗이 인덱스 p에 확정되면</a:t>
            </a:r>
          </a:p>
          <a:p>
            <a:pPr algn="l">
              <a:lnSpc>
                <a:spcPct val="110000"/>
              </a:lnSpc>
              <a:buNone/>
              <a:defRPr sz="2100" b="0">
                <a:solidFill>
                  <a:srgbClr val="151515"/>
                </a:solidFill>
                <a:latin typeface="Malgun Gothic"/>
                <a:ea typeface="Malgun Gothic"/>
                <a:cs typeface="Malgun Gothic"/>
              </a:defRPr>
            </a:pPr>
            <a:r>
              <a:rPr sz="2100" b="0">
                <a:solidFill>
                  <a:srgbClr val="151515"/>
                </a:solidFill>
                <a:latin typeface="Malgun Gothic"/>
                <a:ea typeface="Malgun Gothic"/>
                <a:cs typeface="Malgun Gothic"/>
              </a:rPr>
              <a:t>[lo,p-1]과 [p+1,hi]만 재귀 정렬한다.</a:t>
            </a:r>
          </a:p>
          <a:p>
            <a:pPr algn="l">
              <a:lnSpc>
                <a:spcPct val="110000"/>
              </a:lnSpc>
              <a:buNone/>
              <a:defRPr sz="2100" b="0">
                <a:solidFill>
                  <a:srgbClr val="151515"/>
                </a:solidFill>
                <a:latin typeface="Malgun Gothic"/>
                <a:ea typeface="Malgun Gothic"/>
                <a:cs typeface="Malgun Gothic"/>
              </a:defRPr>
            </a:pPr>
            <a:r>
              <a:rPr sz="2100" b="0">
                <a:solidFill>
                  <a:srgbClr val="151515"/>
                </a:solidFill>
                <a:latin typeface="Malgun Gothic"/>
                <a:ea typeface="Malgun Gothic"/>
                <a:cs typeface="Malgun Gothic"/>
              </a:rPr>
              <a:t>피벗을 다시 포함하지 않는 이유를 설명하시오.</a:t>
            </a:r>
          </a:p>
        </p:txBody>
      </p:sp>
      <p:sp>
        <p:nvSpPr>
          <p:cNvPr id="8" name="instructions">
            <a:extLst>
              <a:ext uri="{FF2B5EF4-FFF2-40B4-BE49-F238E27FC236}">
                <a16:creationId xmlns:a16="http://schemas.microsoft.com/office/drawing/2014/main" id="{26F1A3A1-FA3F-47B1-B921-EA7EB662E48B}"/>
              </a:ext>
            </a:extLst>
          </p:cNvPr>
          <p:cNvSpPr>
            <a:spLocks noGrp="1"/>
          </p:cNvSpPr>
          <p:nvPr/>
        </p:nvSpPr>
        <p:spPr>
          <a:xfrm>
            <a:off x="609600" y="3876675"/>
            <a:ext cx="10972800" cy="323850"/>
          </a:xfrm>
          <a:prstGeom prst="rect">
            <a:avLst/>
          </a:prstGeom>
          <a:noFill/>
          <a:ln w="0">
            <a:noFill/>
          </a:ln>
        </p:spPr>
        <p:txBody>
          <a:bodyPr wrap="none" lIns="0" tIns="0" rIns="0" bIns="0" anchor="t">
            <a:noAutofit/>
          </a:bodyPr>
          <a:lstStyle>
            <a:defPPr algn="l">
              <a:defRPr sz="1725" b="0">
                <a:solidFill>
                  <a:srgbClr val="666666"/>
                </a:solidFill>
                <a:latin typeface="Malgun Gothic"/>
                <a:ea typeface="Malgun Gothic"/>
                <a:cs typeface="Malgun Gothic"/>
              </a:defRPr>
            </a:defPPr>
          </a:lstStyle>
          <a:p>
            <a:pPr algn="l">
              <a:lnSpc>
                <a:spcPct val="110000"/>
              </a:lnSpc>
              <a:buNone/>
              <a:defRPr sz="1725" b="0">
                <a:solidFill>
                  <a:srgbClr val="666666"/>
                </a:solidFill>
                <a:latin typeface="Malgun Gothic"/>
                <a:ea typeface="Malgun Gothic"/>
                <a:cs typeface="Malgun Gothic"/>
              </a:defRPr>
            </a:pPr>
            <a:r>
              <a:rPr sz="1725" b="0">
                <a:solidFill>
                  <a:srgbClr val="666666"/>
                </a:solidFill>
                <a:latin typeface="Malgun Gothic"/>
                <a:ea typeface="Malgun Gothic"/>
                <a:cs typeface="Malgun Gothic"/>
              </a:rPr>
              <a:t>풀이 과정과 판단 근거를 함께 쓰시오.</a:t>
            </a:r>
          </a:p>
        </p:txBody>
      </p:sp>
      <p:sp>
        <p:nvSpPr>
          <p:cNvPr id="9" name="직사각형 8">
            <a:extLst>
              <a:ext uri="{FF2B5EF4-FFF2-40B4-BE49-F238E27FC236}">
                <a16:creationId xmlns:a16="http://schemas.microsoft.com/office/drawing/2014/main" id="{DB284E35-5EE0-49CD-AB49-4A85DDE19BCE}"/>
              </a:ext>
            </a:extLst>
          </p:cNvPr>
          <p:cNvSpPr>
            <a:spLocks noGrp="1"/>
          </p:cNvSpPr>
          <p:nvPr/>
        </p:nvSpPr>
        <p:spPr>
          <a:xfrm>
            <a:off x="609600" y="4495800"/>
            <a:ext cx="10972800" cy="9525"/>
          </a:xfrm>
          <a:prstGeom prst="rect">
            <a:avLst/>
          </a:prstGeom>
          <a:solidFill>
            <a:srgbClr val="CCCCCC"/>
          </a:solidFill>
          <a:ln w="0">
            <a:noFill/>
          </a:ln>
        </p:spPr>
      </p:sp>
      <p:sp>
        <p:nvSpPr>
          <p:cNvPr id="10" name="직사각형 9">
            <a:extLst>
              <a:ext uri="{FF2B5EF4-FFF2-40B4-BE49-F238E27FC236}">
                <a16:creationId xmlns:a16="http://schemas.microsoft.com/office/drawing/2014/main" id="{7C9E384B-9344-4443-A87B-8635B21901D1}"/>
              </a:ext>
            </a:extLst>
          </p:cNvPr>
          <p:cNvSpPr>
            <a:spLocks noGrp="1"/>
          </p:cNvSpPr>
          <p:nvPr/>
        </p:nvSpPr>
        <p:spPr>
          <a:xfrm>
            <a:off x="609600" y="4953000"/>
            <a:ext cx="10972800" cy="9525"/>
          </a:xfrm>
          <a:prstGeom prst="rect">
            <a:avLst/>
          </a:prstGeom>
          <a:solidFill>
            <a:srgbClr val="CCCCCC"/>
          </a:solidFill>
          <a:ln w="0">
            <a:noFill/>
          </a:ln>
        </p:spPr>
      </p:sp>
      <p:sp>
        <p:nvSpPr>
          <p:cNvPr id="11" name="직사각형 10">
            <a:extLst>
              <a:ext uri="{FF2B5EF4-FFF2-40B4-BE49-F238E27FC236}">
                <a16:creationId xmlns:a16="http://schemas.microsoft.com/office/drawing/2014/main" id="{256B073F-97E1-46AE-9EF2-403A78F3314E}"/>
              </a:ext>
            </a:extLst>
          </p:cNvPr>
          <p:cNvSpPr>
            <a:spLocks noGrp="1"/>
          </p:cNvSpPr>
          <p:nvPr/>
        </p:nvSpPr>
        <p:spPr>
          <a:xfrm>
            <a:off x="609600" y="5410200"/>
            <a:ext cx="10972800" cy="9525"/>
          </a:xfrm>
          <a:prstGeom prst="rect">
            <a:avLst/>
          </a:prstGeom>
          <a:solidFill>
            <a:srgbClr val="CCCCCC"/>
          </a:solidFill>
          <a:ln w="0">
            <a:noFill/>
          </a:ln>
        </p:spPr>
      </p:sp>
      <p:sp>
        <p:nvSpPr>
          <p:cNvPr id="12" name="직사각형 11">
            <a:extLst>
              <a:ext uri="{FF2B5EF4-FFF2-40B4-BE49-F238E27FC236}">
                <a16:creationId xmlns:a16="http://schemas.microsoft.com/office/drawing/2014/main" id="{B24DC4DA-7F19-40FF-A572-42881FFF398A}"/>
              </a:ext>
            </a:extLst>
          </p:cNvPr>
          <p:cNvSpPr>
            <a:spLocks noGrp="1"/>
          </p:cNvSpPr>
          <p:nvPr/>
        </p:nvSpPr>
        <p:spPr>
          <a:xfrm>
            <a:off x="609600" y="5867400"/>
            <a:ext cx="10972800" cy="9525"/>
          </a:xfrm>
          <a:prstGeom prst="rect">
            <a:avLst/>
          </a:prstGeom>
          <a:solidFill>
            <a:srgbClr val="CCCCCC"/>
          </a:solidFill>
          <a:ln w="0">
            <a:noFill/>
          </a:ln>
        </p:spPr>
      </p:sp>
    </p:spTree>
    <p:extLst>
      <p:ext uri="{BB962C8B-B14F-4D97-AF65-F5344CB8AC3E}">
        <p14:creationId xmlns:p14="http://schemas.microsoft.com/office/powerpoint/2010/main" val="3716237800"/>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section">
            <a:extLst>
              <a:ext uri="{FF2B5EF4-FFF2-40B4-BE49-F238E27FC236}">
                <a16:creationId xmlns:a16="http://schemas.microsoft.com/office/drawing/2014/main" id="{D8DB43C5-DC88-4EF9-BFCB-A970B242EC63}"/>
              </a:ext>
            </a:extLst>
          </p:cNvPr>
          <p:cNvSpPr>
            <a:spLocks noGrp="1"/>
          </p:cNvSpPr>
          <p:nvPr/>
        </p:nvSpPr>
        <p:spPr>
          <a:xfrm>
            <a:off x="609600" y="266700"/>
            <a:ext cx="8096250" cy="266700"/>
          </a:xfrm>
          <a:prstGeom prst="rect">
            <a:avLst/>
          </a:prstGeom>
          <a:noFill/>
          <a:ln w="0">
            <a:noFill/>
          </a:ln>
        </p:spPr>
        <p:txBody>
          <a:bodyPr wrap="none" lIns="0" tIns="0" rIns="0" bIns="0" anchor="t">
            <a:noAutofit/>
          </a:bodyPr>
          <a:lstStyle>
            <a:defPPr algn="l">
              <a:defRPr sz="1050" b="0">
                <a:solidFill>
                  <a:srgbClr val="555555"/>
                </a:solidFill>
                <a:latin typeface="Malgun Gothic"/>
                <a:ea typeface="Malgun Gothic"/>
                <a:cs typeface="Malgun Gothic"/>
              </a:defRPr>
            </a:defPPr>
          </a:lstStyle>
          <a:p>
            <a:pPr algn="l">
              <a:lnSpc>
                <a:spcPct val="110000"/>
              </a:lnSpc>
              <a:buNone/>
              <a:defRPr sz="1050" b="0">
                <a:solidFill>
                  <a:srgbClr val="555555"/>
                </a:solidFill>
                <a:latin typeface="Malgun Gothic"/>
                <a:ea typeface="Malgun Gothic"/>
                <a:cs typeface="Malgun Gothic"/>
              </a:defRPr>
            </a:pPr>
            <a:r>
              <a:rPr sz="1050" b="0">
                <a:solidFill>
                  <a:srgbClr val="555555"/>
                </a:solidFill>
                <a:latin typeface="Malgun Gothic"/>
                <a:ea typeface="Malgun Gothic"/>
                <a:cs typeface="Malgun Gothic"/>
              </a:rPr>
              <a:t>4장 분할 정복  /  서술·설계</a:t>
            </a:r>
          </a:p>
        </p:txBody>
      </p:sp>
      <p:sp>
        <p:nvSpPr>
          <p:cNvPr id="2" name="brand">
            <a:extLst>
              <a:ext uri="{FF2B5EF4-FFF2-40B4-BE49-F238E27FC236}">
                <a16:creationId xmlns:a16="http://schemas.microsoft.com/office/drawing/2014/main" id="{01E95E3C-B312-44DF-90DB-9F9684C8AA55}"/>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555555"/>
                </a:solidFill>
                <a:latin typeface="Malgun Gothic"/>
                <a:ea typeface="Malgun Gothic"/>
                <a:cs typeface="Malgun Gothic"/>
              </a:defRPr>
            </a:defPPr>
          </a:lstStyle>
          <a:p>
            <a:pPr algn="l">
              <a:lnSpc>
                <a:spcPct val="110000"/>
              </a:lnSpc>
              <a:buNone/>
              <a:defRPr sz="900" b="0">
                <a:solidFill>
                  <a:srgbClr val="555555"/>
                </a:solidFill>
                <a:latin typeface="Malgun Gothic"/>
                <a:ea typeface="Malgun Gothic"/>
                <a:cs typeface="Malgun Gothic"/>
              </a:defRPr>
            </a:pPr>
            <a:r>
              <a:rPr sz="900" b="0">
                <a:solidFill>
                  <a:srgbClr val="55555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D094D361-33C5-467C-902B-D414464EAB58}"/>
              </a:ext>
            </a:extLst>
          </p:cNvPr>
          <p:cNvSpPr>
            <a:spLocks noGrp="1"/>
          </p:cNvSpPr>
          <p:nvPr/>
        </p:nvSpPr>
        <p:spPr>
          <a:xfrm>
            <a:off x="609600" y="685800"/>
            <a:ext cx="10972800" cy="685800"/>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0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문제 89  정답과 해설</a:t>
            </a:r>
          </a:p>
        </p:txBody>
      </p:sp>
      <p:sp>
        <p:nvSpPr>
          <p:cNvPr id="4" name="footer">
            <a:extLst>
              <a:ext uri="{FF2B5EF4-FFF2-40B4-BE49-F238E27FC236}">
                <a16:creationId xmlns:a16="http://schemas.microsoft.com/office/drawing/2014/main" id="{4061AEBC-85FA-4267-B0F2-1792E6FD223A}"/>
              </a:ext>
            </a:extLst>
          </p:cNvPr>
          <p:cNvSpPr>
            <a:spLocks noGrp="1"/>
          </p:cNvSpPr>
          <p:nvPr/>
        </p:nvSpPr>
        <p:spPr>
          <a:xfrm>
            <a:off x="609600" y="6591300"/>
            <a:ext cx="9715500" cy="190500"/>
          </a:xfrm>
          <a:prstGeom prst="rect">
            <a:avLst/>
          </a:prstGeom>
          <a:noFill/>
          <a:ln w="0">
            <a:noFill/>
          </a:ln>
        </p:spPr>
        <p:txBody>
          <a:bodyPr wrap="none" lIns="0" tIns="0" rIns="0" bIns="0" anchor="t">
            <a:noAutofit/>
          </a:bodyPr>
          <a:lstStyle>
            <a:defPPr algn="l">
              <a:defRPr sz="900" b="0">
                <a:solidFill>
                  <a:srgbClr val="555555"/>
                </a:solidFill>
                <a:latin typeface="Consolas"/>
                <a:ea typeface="Consolas"/>
                <a:cs typeface="Consolas"/>
              </a:defRPr>
            </a:defPPr>
          </a:lstStyle>
          <a:p>
            <a:pPr algn="l">
              <a:lnSpc>
                <a:spcPct val="110000"/>
              </a:lnSpc>
              <a:buNone/>
              <a:defRPr sz="900" b="0">
                <a:solidFill>
                  <a:srgbClr val="555555"/>
                </a:solidFill>
                <a:latin typeface="Consolas"/>
                <a:ea typeface="Consolas"/>
                <a:cs typeface="Consolas"/>
              </a:defRPr>
            </a:pPr>
            <a:r>
              <a:rPr sz="900" b="0">
                <a:solidFill>
                  <a:srgbClr val="555555"/>
                </a:solidFill>
                <a:latin typeface="Consolas"/>
                <a:ea typeface="Consolas"/>
                <a:cs typeface="Consolas"/>
              </a:rPr>
              <a:t>04 / DIVIDE AND CONQUER · EXERCISES</a:t>
            </a:r>
          </a:p>
        </p:txBody>
      </p:sp>
      <p:sp>
        <p:nvSpPr>
          <p:cNvPr id="5" name="page">
            <a:extLst>
              <a:ext uri="{FF2B5EF4-FFF2-40B4-BE49-F238E27FC236}">
                <a16:creationId xmlns:a16="http://schemas.microsoft.com/office/drawing/2014/main" id="{C3F2BC51-6770-4A5B-B744-4A834679204C}"/>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0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178</a:t>
            </a:r>
            <a:endParaRPr sz="1050" b="0">
              <a:solidFill>
                <a:srgbClr val="151515"/>
              </a:solidFill>
              <a:latin typeface="Consolas"/>
              <a:ea typeface="Consolas"/>
              <a:cs typeface="Consolas"/>
            </a:endParaRPr>
          </a:p>
        </p:txBody>
      </p:sp>
      <p:sp>
        <p:nvSpPr>
          <p:cNvPr id="6" name="직사각형 5">
            <a:extLst>
              <a:ext uri="{FF2B5EF4-FFF2-40B4-BE49-F238E27FC236}">
                <a16:creationId xmlns:a16="http://schemas.microsoft.com/office/drawing/2014/main" id="{ECAAF78F-EEDC-4302-BE81-C33DFDA1D13F}"/>
              </a:ext>
            </a:extLst>
          </p:cNvPr>
          <p:cNvSpPr>
            <a:spLocks noGrp="1"/>
          </p:cNvSpPr>
          <p:nvPr/>
        </p:nvSpPr>
        <p:spPr>
          <a:xfrm>
            <a:off x="609600" y="6438900"/>
            <a:ext cx="10972800" cy="9525"/>
          </a:xfrm>
          <a:prstGeom prst="rect">
            <a:avLst/>
          </a:prstGeom>
          <a:solidFill>
            <a:srgbClr val="CCCCCC"/>
          </a:solidFill>
          <a:ln w="0">
            <a:noFill/>
          </a:ln>
        </p:spPr>
      </p:sp>
      <p:sp>
        <p:nvSpPr>
          <p:cNvPr id="7" name="직사각형 6">
            <a:extLst>
              <a:ext uri="{FF2B5EF4-FFF2-40B4-BE49-F238E27FC236}">
                <a16:creationId xmlns:a16="http://schemas.microsoft.com/office/drawing/2014/main" id="{372F050E-3A96-47FA-BB9A-584F7E14D426}"/>
              </a:ext>
            </a:extLst>
          </p:cNvPr>
          <p:cNvSpPr>
            <a:spLocks noGrp="1"/>
          </p:cNvSpPr>
          <p:nvPr/>
        </p:nvSpPr>
        <p:spPr>
          <a:xfrm>
            <a:off x="609600" y="1381125"/>
            <a:ext cx="10972800" cy="19050"/>
          </a:xfrm>
          <a:prstGeom prst="rect">
            <a:avLst/>
          </a:prstGeom>
          <a:solidFill>
            <a:srgbClr val="151515"/>
          </a:solidFill>
          <a:ln w="0">
            <a:noFill/>
          </a:ln>
        </p:spPr>
      </p:sp>
      <p:sp>
        <p:nvSpPr>
          <p:cNvPr id="8" name="prompt">
            <a:extLst>
              <a:ext uri="{FF2B5EF4-FFF2-40B4-BE49-F238E27FC236}">
                <a16:creationId xmlns:a16="http://schemas.microsoft.com/office/drawing/2014/main" id="{23587035-603B-48F0-BAE7-ED6D45A29BEE}"/>
              </a:ext>
            </a:extLst>
          </p:cNvPr>
          <p:cNvSpPr>
            <a:spLocks noGrp="1"/>
          </p:cNvSpPr>
          <p:nvPr/>
        </p:nvSpPr>
        <p:spPr>
          <a:xfrm>
            <a:off x="609600" y="1714500"/>
            <a:ext cx="10972800" cy="1095375"/>
          </a:xfrm>
          <a:prstGeom prst="rect">
            <a:avLst/>
          </a:prstGeom>
          <a:noFill/>
          <a:ln w="0">
            <a:noFill/>
          </a:ln>
        </p:spPr>
        <p:txBody>
          <a:bodyPr wrap="none" lIns="0" tIns="0" rIns="0" bIns="0" anchor="t">
            <a:noAutofit/>
          </a:bodyPr>
          <a:lstStyle>
            <a:defPPr algn="l">
              <a:defRPr sz="1800" b="0">
                <a:solidFill>
                  <a:srgbClr val="555555"/>
                </a:solidFill>
                <a:latin typeface="Malgun Gothic"/>
                <a:ea typeface="Malgun Gothic"/>
                <a:cs typeface="Malgun Gothic"/>
              </a:defRPr>
            </a:defPPr>
          </a:lstStyle>
          <a:p>
            <a:pPr algn="l">
              <a:lnSpc>
                <a:spcPct val="110000"/>
              </a:lnSpc>
              <a:buNone/>
              <a:defRPr sz="1800" b="0">
                <a:solidFill>
                  <a:srgbClr val="555555"/>
                </a:solidFill>
                <a:latin typeface="Malgun Gothic"/>
                <a:ea typeface="Malgun Gothic"/>
                <a:cs typeface="Malgun Gothic"/>
              </a:defRPr>
            </a:pPr>
            <a:r>
              <a:rPr sz="1800" b="0">
                <a:solidFill>
                  <a:srgbClr val="555555"/>
                </a:solidFill>
                <a:latin typeface="Malgun Gothic"/>
                <a:ea typeface="Malgun Gothic"/>
                <a:cs typeface="Malgun Gothic"/>
              </a:rPr>
              <a:t>퀵 정렬에서 피벗이 인덱스 p에 확정되면</a:t>
            </a:r>
          </a:p>
          <a:p>
            <a:pPr algn="l">
              <a:lnSpc>
                <a:spcPct val="110000"/>
              </a:lnSpc>
              <a:buNone/>
              <a:defRPr sz="1800" b="0">
                <a:solidFill>
                  <a:srgbClr val="555555"/>
                </a:solidFill>
                <a:latin typeface="Malgun Gothic"/>
                <a:ea typeface="Malgun Gothic"/>
                <a:cs typeface="Malgun Gothic"/>
              </a:defRPr>
            </a:pPr>
            <a:r>
              <a:rPr sz="1800" b="0">
                <a:solidFill>
                  <a:srgbClr val="555555"/>
                </a:solidFill>
                <a:latin typeface="Malgun Gothic"/>
                <a:ea typeface="Malgun Gothic"/>
                <a:cs typeface="Malgun Gothic"/>
              </a:rPr>
              <a:t>[lo,p-1]과 [p+1,hi]만 재귀 정렬한다.</a:t>
            </a:r>
          </a:p>
          <a:p>
            <a:pPr algn="l">
              <a:lnSpc>
                <a:spcPct val="110000"/>
              </a:lnSpc>
              <a:buNone/>
              <a:defRPr sz="1800" b="0">
                <a:solidFill>
                  <a:srgbClr val="555555"/>
                </a:solidFill>
                <a:latin typeface="Malgun Gothic"/>
                <a:ea typeface="Malgun Gothic"/>
                <a:cs typeface="Malgun Gothic"/>
              </a:defRPr>
            </a:pPr>
            <a:r>
              <a:rPr sz="1800" b="0">
                <a:solidFill>
                  <a:srgbClr val="555555"/>
                </a:solidFill>
                <a:latin typeface="Malgun Gothic"/>
                <a:ea typeface="Malgun Gothic"/>
                <a:cs typeface="Malgun Gothic"/>
              </a:rPr>
              <a:t>피벗을 다시 포함하지 않는 이유를 설명하시오.</a:t>
            </a:r>
          </a:p>
        </p:txBody>
      </p:sp>
      <p:sp>
        <p:nvSpPr>
          <p:cNvPr id="9" name="answer-band">
            <a:extLst>
              <a:ext uri="{FF2B5EF4-FFF2-40B4-BE49-F238E27FC236}">
                <a16:creationId xmlns:a16="http://schemas.microsoft.com/office/drawing/2014/main" id="{DBBA7F96-A5B8-4DA7-A71D-8FF25F9B61DF}"/>
              </a:ext>
            </a:extLst>
          </p:cNvPr>
          <p:cNvSpPr>
            <a:spLocks noGrp="1"/>
          </p:cNvSpPr>
          <p:nvPr/>
        </p:nvSpPr>
        <p:spPr>
          <a:xfrm>
            <a:off x="609600" y="2952750"/>
            <a:ext cx="10972800" cy="723900"/>
          </a:xfrm>
          <a:prstGeom prst="rect">
            <a:avLst/>
          </a:prstGeom>
          <a:solidFill>
            <a:srgbClr val="151515"/>
          </a:solidFill>
          <a:ln w="0">
            <a:noFill/>
          </a:ln>
        </p:spPr>
      </p:sp>
      <p:sp>
        <p:nvSpPr>
          <p:cNvPr id="10" name="answer">
            <a:extLst>
              <a:ext uri="{FF2B5EF4-FFF2-40B4-BE49-F238E27FC236}">
                <a16:creationId xmlns:a16="http://schemas.microsoft.com/office/drawing/2014/main" id="{224E7FC7-8CB9-4759-9525-A91EB171406B}"/>
              </a:ext>
            </a:extLst>
          </p:cNvPr>
          <p:cNvSpPr>
            <a:spLocks noGrp="1"/>
          </p:cNvSpPr>
          <p:nvPr/>
        </p:nvSpPr>
        <p:spPr>
          <a:xfrm>
            <a:off x="876300" y="3162300"/>
            <a:ext cx="10439400" cy="457200"/>
          </a:xfrm>
          <a:prstGeom prst="rect">
            <a:avLst/>
          </a:prstGeom>
          <a:noFill/>
          <a:ln w="0">
            <a:noFill/>
          </a:ln>
        </p:spPr>
        <p:txBody>
          <a:bodyPr wrap="none" lIns="0" tIns="0" rIns="0" bIns="0" anchor="t">
            <a:noAutofit/>
          </a:bodyPr>
          <a:lstStyle>
            <a:defPPr algn="l">
              <a:defRPr sz="1950" b="1">
                <a:solidFill>
                  <a:srgbClr val="FFFFFF"/>
                </a:solidFill>
                <a:latin typeface="Malgun Gothic"/>
                <a:ea typeface="Malgun Gothic"/>
                <a:cs typeface="Malgun Gothic"/>
              </a:defRPr>
            </a:defPPr>
          </a:lstStyle>
          <a:p>
            <a:pPr algn="l">
              <a:lnSpc>
                <a:spcPct val="110000"/>
              </a:lnSpc>
              <a:buNone/>
              <a:defRPr sz="1950" b="1">
                <a:solidFill>
                  <a:srgbClr val="FFFFFF"/>
                </a:solidFill>
                <a:latin typeface="Malgun Gothic"/>
                <a:ea typeface="Malgun Gothic"/>
                <a:cs typeface="Malgun Gothic"/>
              </a:defRPr>
            </a:pPr>
            <a:r>
              <a:rPr sz="1950" b="1">
                <a:solidFill>
                  <a:srgbClr val="FFFFFF"/>
                </a:solidFill>
                <a:latin typeface="Malgun Gothic"/>
                <a:ea typeface="Malgun Gothic"/>
                <a:cs typeface="Malgun Gothic"/>
              </a:rPr>
              <a:t>피벗은 이미 제자리이고, 남은 두 구간만 정렬하면 된다.</a:t>
            </a:r>
          </a:p>
        </p:txBody>
      </p:sp>
      <p:sp>
        <p:nvSpPr>
          <p:cNvPr id="11" name="explanation-label">
            <a:extLst>
              <a:ext uri="{FF2B5EF4-FFF2-40B4-BE49-F238E27FC236}">
                <a16:creationId xmlns:a16="http://schemas.microsoft.com/office/drawing/2014/main" id="{E5E1EFBF-BAF0-41B0-8B21-0C05B48AC6BB}"/>
              </a:ext>
            </a:extLst>
          </p:cNvPr>
          <p:cNvSpPr>
            <a:spLocks noGrp="1"/>
          </p:cNvSpPr>
          <p:nvPr/>
        </p:nvSpPr>
        <p:spPr>
          <a:xfrm>
            <a:off x="609600" y="4019550"/>
            <a:ext cx="1143000" cy="304800"/>
          </a:xfrm>
          <a:prstGeom prst="rect">
            <a:avLst/>
          </a:prstGeom>
          <a:noFill/>
          <a:ln w="0">
            <a:noFill/>
          </a:ln>
        </p:spPr>
        <p:txBody>
          <a:bodyPr wrap="none" lIns="0" tIns="0" rIns="0" bIns="0" anchor="t">
            <a:noAutofit/>
          </a:bodyPr>
          <a:lstStyle>
            <a:defPPr algn="l">
              <a:defRPr sz="1800" b="1">
                <a:solidFill>
                  <a:srgbClr val="151515"/>
                </a:solidFill>
                <a:latin typeface="Malgun Gothic"/>
                <a:ea typeface="Malgun Gothic"/>
                <a:cs typeface="Malgun Gothic"/>
              </a:defRPr>
            </a:defPPr>
          </a:lstStyle>
          <a:p>
            <a:pPr algn="l">
              <a:lnSpc>
                <a:spcPct val="110000"/>
              </a:lnSpc>
              <a:buNone/>
              <a:defRPr sz="1800" b="1">
                <a:solidFill>
                  <a:srgbClr val="151515"/>
                </a:solidFill>
                <a:latin typeface="Malgun Gothic"/>
                <a:ea typeface="Malgun Gothic"/>
                <a:cs typeface="Malgun Gothic"/>
              </a:defRPr>
            </a:pPr>
            <a:r>
              <a:rPr sz="1800" b="1">
                <a:solidFill>
                  <a:srgbClr val="151515"/>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9436403C-7518-44BB-86C8-9FC2E7B75130}"/>
              </a:ext>
            </a:extLst>
          </p:cNvPr>
          <p:cNvSpPr>
            <a:spLocks noGrp="1"/>
          </p:cNvSpPr>
          <p:nvPr/>
        </p:nvSpPr>
        <p:spPr>
          <a:xfrm>
            <a:off x="1752600" y="4210050"/>
            <a:ext cx="9829800" cy="9525"/>
          </a:xfrm>
          <a:prstGeom prst="rect">
            <a:avLst/>
          </a:prstGeom>
          <a:solidFill>
            <a:srgbClr val="CCCCCC"/>
          </a:solidFill>
          <a:ln w="0">
            <a:noFill/>
          </a:ln>
        </p:spPr>
      </p:sp>
      <p:sp>
        <p:nvSpPr>
          <p:cNvPr id="13" name="explanation">
            <a:extLst>
              <a:ext uri="{FF2B5EF4-FFF2-40B4-BE49-F238E27FC236}">
                <a16:creationId xmlns:a16="http://schemas.microsoft.com/office/drawing/2014/main" id="{E6F02B60-31EA-414F-80D8-A415B93E6D5D}"/>
              </a:ext>
            </a:extLst>
          </p:cNvPr>
          <p:cNvSpPr>
            <a:spLocks noGrp="1"/>
          </p:cNvSpPr>
          <p:nvPr/>
        </p:nvSpPr>
        <p:spPr>
          <a:xfrm>
            <a:off x="609600" y="4495800"/>
            <a:ext cx="10972800" cy="1314450"/>
          </a:xfrm>
          <a:prstGeom prst="rect">
            <a:avLst/>
          </a:prstGeom>
          <a:noFill/>
          <a:ln w="0">
            <a:noFill/>
          </a:ln>
        </p:spPr>
        <p:txBody>
          <a:bodyPr wrap="none" lIns="0" tIns="0" rIns="0" bIns="0" anchor="t">
            <a:noAutofit/>
          </a:bodyPr>
          <a:lstStyle>
            <a:defPPr algn="l">
              <a:defRPr sz="1875" b="0">
                <a:solidFill>
                  <a:srgbClr val="555555"/>
                </a:solidFill>
                <a:latin typeface="Malgun Gothic"/>
                <a:ea typeface="Malgun Gothic"/>
                <a:cs typeface="Malgun Gothic"/>
              </a:defRPr>
            </a:defPPr>
          </a:lstStyle>
          <a:p>
            <a:pPr algn="l">
              <a:lnSpc>
                <a:spcPct val="110000"/>
              </a:lnSpc>
              <a:buNone/>
              <a:defRPr sz="1875" b="0">
                <a:solidFill>
                  <a:srgbClr val="555555"/>
                </a:solidFill>
                <a:latin typeface="Malgun Gothic"/>
                <a:ea typeface="Malgun Gothic"/>
                <a:cs typeface="Malgun Gothic"/>
              </a:defRPr>
            </a:pPr>
            <a:r>
              <a:rPr sz="1875" b="0">
                <a:solidFill>
                  <a:srgbClr val="555555"/>
                </a:solidFill>
                <a:latin typeface="Malgun Gothic"/>
                <a:ea typeface="Malgun Gothic"/>
                <a:cs typeface="Malgun Gothic"/>
              </a:rPr>
              <a:t>분할 후 피벗 왼쪽은 피벗 이하, 오른쪽은 피벗보다 크다.</a:t>
            </a:r>
          </a:p>
          <a:p>
            <a:pPr algn="l">
              <a:lnSpc>
                <a:spcPct val="110000"/>
              </a:lnSpc>
              <a:buNone/>
              <a:defRPr sz="1875" b="0">
                <a:solidFill>
                  <a:srgbClr val="555555"/>
                </a:solidFill>
                <a:latin typeface="Malgun Gothic"/>
                <a:ea typeface="Malgun Gothic"/>
                <a:cs typeface="Malgun Gothic"/>
              </a:defRPr>
            </a:pPr>
            <a:r>
              <a:rPr sz="1875" b="0">
                <a:solidFill>
                  <a:srgbClr val="555555"/>
                </a:solidFill>
                <a:latin typeface="Malgun Gothic"/>
                <a:ea typeface="Malgun Gothic"/>
                <a:cs typeface="Malgun Gothic"/>
              </a:rPr>
              <a:t>확정된 피벗을 제외하면 재귀 구간이 작아지고 종료할 수 있다.</a:t>
            </a:r>
          </a:p>
        </p:txBody>
      </p:sp>
    </p:spTree>
    <p:extLst>
      <p:ext uri="{BB962C8B-B14F-4D97-AF65-F5344CB8AC3E}">
        <p14:creationId xmlns:p14="http://schemas.microsoft.com/office/powerpoint/2010/main" val="517289999"/>
      </p:ext>
    </p:extLst>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ext-28-64">
            <a:extLst>
              <a:ext uri="{FF2B5EF4-FFF2-40B4-BE49-F238E27FC236}">
                <a16:creationId xmlns:a16="http://schemas.microsoft.com/office/drawing/2014/main" id="{982BECB1-6236-4B29-8980-E9ED857D3A20}"/>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서술·설계</a:t>
            </a:r>
          </a:p>
        </p:txBody>
      </p:sp>
      <p:sp>
        <p:nvSpPr>
          <p:cNvPr id="2" name="text-28-1080">
            <a:extLst>
              <a:ext uri="{FF2B5EF4-FFF2-40B4-BE49-F238E27FC236}">
                <a16:creationId xmlns:a16="http://schemas.microsoft.com/office/drawing/2014/main" id="{0EBA5742-7C5F-4E58-8C19-272EBA3D20BB}"/>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FEA4A04C-2AD1-4C6C-9D7D-043A40A78351}"/>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90  </a:t>
            </a:r>
          </a:p>
        </p:txBody>
      </p:sp>
      <p:sp>
        <p:nvSpPr>
          <p:cNvPr id="4" name="직사각형 3">
            <a:extLst>
              <a:ext uri="{FF2B5EF4-FFF2-40B4-BE49-F238E27FC236}">
                <a16:creationId xmlns:a16="http://schemas.microsoft.com/office/drawing/2014/main" id="{E5CBCB43-AF3F-48B3-AB18-6905BA372E55}"/>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EAFE4CCC-5F12-4DB4-9A8D-5C2378E908DA}"/>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9E5E86CA-3DD6-4461-9361-DFE7C6EC1023}"/>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8BC627D0-89E5-4B22-990E-4D30CF5AAD9A}"/>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179</a:t>
            </a:r>
            <a:endParaRPr sz="1050" b="1" i="0">
              <a:solidFill>
                <a:srgbClr val="171717"/>
              </a:solidFill>
              <a:latin typeface="Consolas"/>
              <a:ea typeface="Consolas"/>
              <a:cs typeface="Consolas"/>
            </a:endParaRPr>
          </a:p>
        </p:txBody>
      </p:sp>
      <p:sp>
        <p:nvSpPr>
          <p:cNvPr id="8" name="text-178-64">
            <a:extLst>
              <a:ext uri="{FF2B5EF4-FFF2-40B4-BE49-F238E27FC236}">
                <a16:creationId xmlns:a16="http://schemas.microsoft.com/office/drawing/2014/main" id="{B7992288-C57F-4369-B7D5-BE575C828D58}"/>
              </a:ext>
            </a:extLst>
          </p:cNvPr>
          <p:cNvSpPr>
            <a:spLocks noGrp="1"/>
          </p:cNvSpPr>
          <p:nvPr/>
        </p:nvSpPr>
        <p:spPr>
          <a:xfrm>
            <a:off x="609600" y="1695450"/>
            <a:ext cx="10972800" cy="74676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분할 정복 함수의 기저 사례를 n==1로만 둘 때 빈 입력에서 생길 수 있는 문제와</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수정안을 쓰시오.</a:t>
            </a:r>
          </a:p>
        </p:txBody>
      </p:sp>
      <p:sp>
        <p:nvSpPr>
          <p:cNvPr id="9" name="text-405-64">
            <a:extLst>
              <a:ext uri="{FF2B5EF4-FFF2-40B4-BE49-F238E27FC236}">
                <a16:creationId xmlns:a16="http://schemas.microsoft.com/office/drawing/2014/main" id="{2ADA7DC1-1B22-49EB-8025-58FF4ECFDD86}"/>
              </a:ext>
            </a:extLst>
          </p:cNvPr>
          <p:cNvSpPr>
            <a:spLocks noGrp="1"/>
          </p:cNvSpPr>
          <p:nvPr/>
        </p:nvSpPr>
        <p:spPr>
          <a:xfrm>
            <a:off x="609600" y="3857625"/>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직사각형 9">
            <a:extLst>
              <a:ext uri="{FF2B5EF4-FFF2-40B4-BE49-F238E27FC236}">
                <a16:creationId xmlns:a16="http://schemas.microsoft.com/office/drawing/2014/main" id="{71384E60-A701-4DA3-838F-7288B7751775}"/>
              </a:ext>
            </a:extLst>
          </p:cNvPr>
          <p:cNvSpPr>
            <a:spLocks noGrp="1"/>
          </p:cNvSpPr>
          <p:nvPr/>
        </p:nvSpPr>
        <p:spPr>
          <a:xfrm>
            <a:off x="609600" y="4495800"/>
            <a:ext cx="10972800" cy="9525"/>
          </a:xfrm>
          <a:prstGeom prst="rect">
            <a:avLst/>
          </a:prstGeom>
          <a:solidFill>
            <a:srgbClr val="D4D4D4"/>
          </a:solidFill>
          <a:ln w="0">
            <a:noFill/>
          </a:ln>
        </p:spPr>
      </p:sp>
      <p:sp>
        <p:nvSpPr>
          <p:cNvPr id="11" name="직사각형 10">
            <a:extLst>
              <a:ext uri="{FF2B5EF4-FFF2-40B4-BE49-F238E27FC236}">
                <a16:creationId xmlns:a16="http://schemas.microsoft.com/office/drawing/2014/main" id="{9D3AD6CE-1FF9-405B-ABFB-44F6FA99BDB0}"/>
              </a:ext>
            </a:extLst>
          </p:cNvPr>
          <p:cNvSpPr>
            <a:spLocks noGrp="1"/>
          </p:cNvSpPr>
          <p:nvPr/>
        </p:nvSpPr>
        <p:spPr>
          <a:xfrm>
            <a:off x="609600" y="5181600"/>
            <a:ext cx="10972800" cy="9525"/>
          </a:xfrm>
          <a:prstGeom prst="rect">
            <a:avLst/>
          </a:prstGeom>
          <a:solidFill>
            <a:srgbClr val="D4D4D4"/>
          </a:solidFill>
          <a:ln w="0">
            <a:noFill/>
          </a:ln>
        </p:spPr>
      </p:sp>
      <p:sp>
        <p:nvSpPr>
          <p:cNvPr id="12" name="직사각형 11">
            <a:extLst>
              <a:ext uri="{FF2B5EF4-FFF2-40B4-BE49-F238E27FC236}">
                <a16:creationId xmlns:a16="http://schemas.microsoft.com/office/drawing/2014/main" id="{3A07F57E-4711-4946-B4D4-3E7978BC990E}"/>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p14:creationId xmlns:p14="http://schemas.microsoft.com/office/powerpoint/2010/main" val="462685519"/>
      </p:ext>
    </p:extLst>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B3312982-8E7E-4F69-A628-B7FD4A89A45B}"/>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서술·설계</a:t>
            </a:r>
          </a:p>
        </p:txBody>
      </p:sp>
      <p:sp>
        <p:nvSpPr>
          <p:cNvPr id="2" name="text-28-1080">
            <a:extLst>
              <a:ext uri="{FF2B5EF4-FFF2-40B4-BE49-F238E27FC236}">
                <a16:creationId xmlns:a16="http://schemas.microsoft.com/office/drawing/2014/main" id="{7881EC91-9415-461B-AA62-805B19162873}"/>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17E24EAD-8AA0-43BF-8AD1-15EF0C01454E}"/>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90  정답과 해설</a:t>
            </a:r>
          </a:p>
        </p:txBody>
      </p:sp>
      <p:sp>
        <p:nvSpPr>
          <p:cNvPr id="4" name="직사각형 3">
            <a:extLst>
              <a:ext uri="{FF2B5EF4-FFF2-40B4-BE49-F238E27FC236}">
                <a16:creationId xmlns:a16="http://schemas.microsoft.com/office/drawing/2014/main" id="{7392EB0D-53EB-4A15-9623-8787D2C6B5B5}"/>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4141CA2A-3E98-4866-8009-2262B75FA5F2}"/>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470CF761-3B76-4B46-8909-85141047F6EC}"/>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4C5B7DDF-B7FF-4956-8E9F-FB8F89D93F28}"/>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180</a:t>
            </a:r>
            <a:endParaRPr sz="1050" b="1" i="0">
              <a:solidFill>
                <a:srgbClr val="171717"/>
              </a:solidFill>
              <a:latin typeface="Consolas"/>
              <a:ea typeface="Consolas"/>
              <a:cs typeface="Consolas"/>
            </a:endParaRPr>
          </a:p>
        </p:txBody>
      </p:sp>
      <p:sp>
        <p:nvSpPr>
          <p:cNvPr id="8" name="text-178-64">
            <a:extLst>
              <a:ext uri="{FF2B5EF4-FFF2-40B4-BE49-F238E27FC236}">
                <a16:creationId xmlns:a16="http://schemas.microsoft.com/office/drawing/2014/main" id="{07D30F56-C820-4268-AAD6-835C2E60BFF5}"/>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분할 정복 함수의 기저 사례를 n==1로만 둘 때 빈 입력에서 생길 수 있는 문제와 수정안을 쓰시오.</a:t>
            </a:r>
          </a:p>
        </p:txBody>
      </p:sp>
      <p:sp>
        <p:nvSpPr>
          <p:cNvPr id="9" name="직사각형 8">
            <a:extLst>
              <a:ext uri="{FF2B5EF4-FFF2-40B4-BE49-F238E27FC236}">
                <a16:creationId xmlns:a16="http://schemas.microsoft.com/office/drawing/2014/main" id="{E174D1AA-14E3-45CB-BDB4-E5659B3E74BF}"/>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AA2886DB-78C0-4A75-A649-61FDB003D65A}"/>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n=0을 계속 둘로 나눠도 0이어서 종료하지 않을 수 있다. n≤1을 기저로 처리한다.</a:t>
            </a:r>
          </a:p>
        </p:txBody>
      </p:sp>
      <p:sp>
        <p:nvSpPr>
          <p:cNvPr id="11" name="text-324.4-64">
            <a:extLst>
              <a:ext uri="{FF2B5EF4-FFF2-40B4-BE49-F238E27FC236}">
                <a16:creationId xmlns:a16="http://schemas.microsoft.com/office/drawing/2014/main" id="{59E22EB7-04D2-411D-8A60-BAE9045D59B2}"/>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A9751365-A23A-4661-9528-2E546CEE9C9E}"/>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EC5D7E51-783E-4D49-8783-62D48E8801D4}"/>
              </a:ext>
            </a:extLst>
          </p:cNvPr>
          <p:cNvSpPr>
            <a:spLocks noGrp="1"/>
          </p:cNvSpPr>
          <p:nvPr/>
        </p:nvSpPr>
        <p:spPr>
          <a:xfrm>
            <a:off x="609600" y="3547110"/>
            <a:ext cx="10972800" cy="64008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빈 입력의 반환값은 문제마다 다르다. 정렬은 빈 배열을 반환하지만 비어 있지 않은 최대 연속합은 빈</a:t>
            </a:r>
          </a:p>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입력을 금지할 수 있다.</a:t>
            </a:r>
          </a:p>
        </p:txBody>
      </p:sp>
    </p:spTree>
    <p:extLst>
      <p:ext uri="{BB962C8B-B14F-4D97-AF65-F5344CB8AC3E}">
        <p14:creationId xmlns:p14="http://schemas.microsoft.com/office/powerpoint/2010/main" val="462685519"/>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ext-28-64">
            <a:extLst>
              <a:ext uri="{FF2B5EF4-FFF2-40B4-BE49-F238E27FC236}">
                <a16:creationId xmlns:a16="http://schemas.microsoft.com/office/drawing/2014/main" id="{D703B21F-6807-4D4E-AC82-2F8A1AC627F9}"/>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Python/C 구현</a:t>
            </a:r>
          </a:p>
        </p:txBody>
      </p:sp>
      <p:sp>
        <p:nvSpPr>
          <p:cNvPr id="2" name="text-28-1080">
            <a:extLst>
              <a:ext uri="{FF2B5EF4-FFF2-40B4-BE49-F238E27FC236}">
                <a16:creationId xmlns:a16="http://schemas.microsoft.com/office/drawing/2014/main" id="{96FA138C-61D7-4534-8FE3-2BE8C40AB09B}"/>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8FBB719E-8E54-4DFB-9F69-63A22694C3C1}"/>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91  </a:t>
            </a:r>
          </a:p>
        </p:txBody>
      </p:sp>
      <p:sp>
        <p:nvSpPr>
          <p:cNvPr id="4" name="직사각형 3">
            <a:extLst>
              <a:ext uri="{FF2B5EF4-FFF2-40B4-BE49-F238E27FC236}">
                <a16:creationId xmlns:a16="http://schemas.microsoft.com/office/drawing/2014/main" id="{B211C7B3-12D4-4823-A91A-86E0B53577B4}"/>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34B88891-444C-4F04-A801-0B180B75BA1E}"/>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5FD23902-1277-4617-8DEE-042AD0071AE3}"/>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743AF986-B302-4082-879E-83410D127E0F}"/>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181</a:t>
            </a:r>
            <a:endParaRPr sz="1050" b="1" i="0">
              <a:solidFill>
                <a:srgbClr val="171717"/>
              </a:solidFill>
              <a:latin typeface="Consolas"/>
              <a:ea typeface="Consolas"/>
              <a:cs typeface="Consolas"/>
            </a:endParaRPr>
          </a:p>
        </p:txBody>
      </p:sp>
      <p:sp>
        <p:nvSpPr>
          <p:cNvPr id="8" name="text-178-64">
            <a:extLst>
              <a:ext uri="{FF2B5EF4-FFF2-40B4-BE49-F238E27FC236}">
                <a16:creationId xmlns:a16="http://schemas.microsoft.com/office/drawing/2014/main" id="{5EF69335-EF58-4A11-9236-AB740971848C}"/>
              </a:ext>
            </a:extLst>
          </p:cNvPr>
          <p:cNvSpPr>
            <a:spLocks noGrp="1"/>
          </p:cNvSpPr>
          <p:nvPr/>
        </p:nvSpPr>
        <p:spPr>
          <a:xfrm>
            <a:off x="609600" y="1695450"/>
            <a:ext cx="10972800" cy="112014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오름차순 정수 배열 a,b를 합친 정렬 결과를 merge_arrays로 구한다. 각 길이는</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0..500. 같은 값이면 a를 먼저 쓴다. C는 충분한 out 배열에 기록한다. Python 또는 C</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중 하나로 함수를 작성하시오.</a:t>
            </a:r>
          </a:p>
        </p:txBody>
      </p:sp>
      <p:sp>
        <p:nvSpPr>
          <p:cNvPr id="9" name="text-405-64">
            <a:extLst>
              <a:ext uri="{FF2B5EF4-FFF2-40B4-BE49-F238E27FC236}">
                <a16:creationId xmlns:a16="http://schemas.microsoft.com/office/drawing/2014/main" id="{3188563A-E08A-40FE-AFD9-12E06DF6970C}"/>
              </a:ext>
            </a:extLst>
          </p:cNvPr>
          <p:cNvSpPr>
            <a:spLocks noGrp="1"/>
          </p:cNvSpPr>
          <p:nvPr/>
        </p:nvSpPr>
        <p:spPr>
          <a:xfrm>
            <a:off x="609600" y="3857625"/>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함수의 동작, 경계 처리, 시간 복잡도를 함께 작성하시오.</a:t>
            </a:r>
          </a:p>
        </p:txBody>
      </p:sp>
      <p:sp>
        <p:nvSpPr>
          <p:cNvPr id="10" name="직사각형 9">
            <a:extLst>
              <a:ext uri="{FF2B5EF4-FFF2-40B4-BE49-F238E27FC236}">
                <a16:creationId xmlns:a16="http://schemas.microsoft.com/office/drawing/2014/main" id="{C1C20BFB-B706-48B0-9EA8-E1B7852E0B32}"/>
              </a:ext>
            </a:extLst>
          </p:cNvPr>
          <p:cNvSpPr>
            <a:spLocks noGrp="1"/>
          </p:cNvSpPr>
          <p:nvPr/>
        </p:nvSpPr>
        <p:spPr>
          <a:xfrm>
            <a:off x="609600" y="4495800"/>
            <a:ext cx="10972800" cy="9525"/>
          </a:xfrm>
          <a:prstGeom prst="rect">
            <a:avLst/>
          </a:prstGeom>
          <a:solidFill>
            <a:srgbClr val="D4D4D4"/>
          </a:solidFill>
          <a:ln w="0">
            <a:noFill/>
          </a:ln>
        </p:spPr>
      </p:sp>
      <p:sp>
        <p:nvSpPr>
          <p:cNvPr id="11" name="직사각형 10">
            <a:extLst>
              <a:ext uri="{FF2B5EF4-FFF2-40B4-BE49-F238E27FC236}">
                <a16:creationId xmlns:a16="http://schemas.microsoft.com/office/drawing/2014/main" id="{89C21AFC-9D92-43A3-8CA9-F5A55775D607}"/>
              </a:ext>
            </a:extLst>
          </p:cNvPr>
          <p:cNvSpPr>
            <a:spLocks noGrp="1"/>
          </p:cNvSpPr>
          <p:nvPr/>
        </p:nvSpPr>
        <p:spPr>
          <a:xfrm>
            <a:off x="609600" y="5181600"/>
            <a:ext cx="10972800" cy="9525"/>
          </a:xfrm>
          <a:prstGeom prst="rect">
            <a:avLst/>
          </a:prstGeom>
          <a:solidFill>
            <a:srgbClr val="D4D4D4"/>
          </a:solidFill>
          <a:ln w="0">
            <a:noFill/>
          </a:ln>
        </p:spPr>
      </p:sp>
      <p:sp>
        <p:nvSpPr>
          <p:cNvPr id="12" name="직사각형 11">
            <a:extLst>
              <a:ext uri="{FF2B5EF4-FFF2-40B4-BE49-F238E27FC236}">
                <a16:creationId xmlns:a16="http://schemas.microsoft.com/office/drawing/2014/main" id="{F335AB87-82DA-400F-9B3F-81276D90E560}"/>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p14:creationId xmlns:p14="http://schemas.microsoft.com/office/powerpoint/2010/main" val="462685519"/>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6D16B6B8-9606-4270-BE14-32D99495A691}"/>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Python/C 구현</a:t>
            </a:r>
          </a:p>
        </p:txBody>
      </p:sp>
      <p:sp>
        <p:nvSpPr>
          <p:cNvPr id="2" name="text-28-1080">
            <a:extLst>
              <a:ext uri="{FF2B5EF4-FFF2-40B4-BE49-F238E27FC236}">
                <a16:creationId xmlns:a16="http://schemas.microsoft.com/office/drawing/2014/main" id="{B367CFCC-EFFE-46E2-81E3-88A3CD4A0CAA}"/>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59426D69-7BB9-45C1-AAA2-475EC1358F1C}"/>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91  정답과 해설</a:t>
            </a:r>
          </a:p>
        </p:txBody>
      </p:sp>
      <p:sp>
        <p:nvSpPr>
          <p:cNvPr id="4" name="직사각형 3">
            <a:extLst>
              <a:ext uri="{FF2B5EF4-FFF2-40B4-BE49-F238E27FC236}">
                <a16:creationId xmlns:a16="http://schemas.microsoft.com/office/drawing/2014/main" id="{A90625C4-8884-47C0-83B2-13CE552CF47F}"/>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66505163-F3F6-49E6-A07A-E91FAAACB79E}"/>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827FC851-CC50-49DA-9733-47F062E5D60C}"/>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28D4A491-5353-4145-A6A2-068EBF32D7A4}"/>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182</a:t>
            </a:r>
            <a:endParaRPr sz="1050" b="1" i="0">
              <a:solidFill>
                <a:srgbClr val="171717"/>
              </a:solidFill>
              <a:latin typeface="Consolas"/>
              <a:ea typeface="Consolas"/>
              <a:cs typeface="Consolas"/>
            </a:endParaRPr>
          </a:p>
        </p:txBody>
      </p:sp>
      <p:sp>
        <p:nvSpPr>
          <p:cNvPr id="8" name="text-178-64">
            <a:extLst>
              <a:ext uri="{FF2B5EF4-FFF2-40B4-BE49-F238E27FC236}">
                <a16:creationId xmlns:a16="http://schemas.microsoft.com/office/drawing/2014/main" id="{462C90EC-CD97-47D4-8233-D75C16B96AC0}"/>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정렬 배열 병합</a:t>
            </a:r>
          </a:p>
        </p:txBody>
      </p:sp>
      <p:sp>
        <p:nvSpPr>
          <p:cNvPr id="9" name="직사각형 8">
            <a:extLst>
              <a:ext uri="{FF2B5EF4-FFF2-40B4-BE49-F238E27FC236}">
                <a16:creationId xmlns:a16="http://schemas.microsoft.com/office/drawing/2014/main" id="{5394BA50-1B45-42E0-B767-DED660927C9A}"/>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94435399-748F-4F89-850B-B6E6338613FB}"/>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두 배열의 맨 앞 미처리 원소를 비교하고 작은 쪽을 출력한다.</a:t>
            </a:r>
          </a:p>
        </p:txBody>
      </p:sp>
      <p:sp>
        <p:nvSpPr>
          <p:cNvPr id="11" name="text-324.4-64">
            <a:extLst>
              <a:ext uri="{FF2B5EF4-FFF2-40B4-BE49-F238E27FC236}">
                <a16:creationId xmlns:a16="http://schemas.microsoft.com/office/drawing/2014/main" id="{2E72BDEB-1E6E-4BEC-8329-AC567B1ABA08}"/>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A526C7EF-91A0-47AD-9C6D-0792A7E4112E}"/>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5EC050F9-0D16-4ABA-8249-74E7D58F8873}"/>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시간 </a:t>
            </a:r>
            <a:r>
              <a:rPr lang="en-US" sz="1800" b="0" i="0">
                <a:solidFill>
                  <a:srgbClr val="606060"/>
                </a:solidFill>
                <a:latin typeface="Malgun Gothic"/>
                <a:ea typeface="Malgun Gothic"/>
                <a:cs typeface="Malgun Gothic"/>
              </a:rPr>
              <a:t>O(n+m).</a:t>
            </a:r>
            <a:endParaRPr sz="1800" b="0" i="0">
              <a:solidFill>
                <a:srgbClr val="606060"/>
              </a:solidFill>
              <a:latin typeface="Malgun Gothic"/>
              <a:ea typeface="Malgun Gothic"/>
              <a:cs typeface="Malgun Gothic"/>
            </a:endParaRPr>
          </a:p>
        </p:txBody>
      </p:sp>
    </p:spTree>
    <p:extLst>
      <p:ext uri="{BB962C8B-B14F-4D97-AF65-F5344CB8AC3E}">
        <p14:creationId xmlns:p14="http://schemas.microsoft.com/office/powerpoint/2010/main" val="462685519"/>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3" name="text-28-64">
            <a:extLst>
              <a:ext uri="{FF2B5EF4-FFF2-40B4-BE49-F238E27FC236}">
                <a16:creationId xmlns:a16="http://schemas.microsoft.com/office/drawing/2014/main" id="{FFE67429-3ABC-4F88-B776-3759C0DF45F4}"/>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Python/C 구현</a:t>
            </a:r>
          </a:p>
        </p:txBody>
      </p:sp>
      <p:sp>
        <p:nvSpPr>
          <p:cNvPr id="2" name="text-28-1080">
            <a:extLst>
              <a:ext uri="{FF2B5EF4-FFF2-40B4-BE49-F238E27FC236}">
                <a16:creationId xmlns:a16="http://schemas.microsoft.com/office/drawing/2014/main" id="{C5D0E0D8-090E-4C17-B149-1FEA213B71D7}"/>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4D3FD3C9-3B50-44D4-B1E9-5955325EC4C4}"/>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91  Python 구현</a:t>
            </a:r>
          </a:p>
        </p:txBody>
      </p:sp>
      <p:sp>
        <p:nvSpPr>
          <p:cNvPr id="4" name="직사각형 3">
            <a:extLst>
              <a:ext uri="{FF2B5EF4-FFF2-40B4-BE49-F238E27FC236}">
                <a16:creationId xmlns:a16="http://schemas.microsoft.com/office/drawing/2014/main" id="{030F1F70-5BD4-4914-8F11-62CC0201187D}"/>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ACDEB4B9-73A2-4536-9AB8-0B1DC8C68E22}"/>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6DE48764-2034-43FA-99AC-518718F7163E}"/>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C2F09B76-9FE0-46C8-8C2B-5A121DA27189}"/>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183</a:t>
            </a:r>
            <a:endParaRPr sz="1050" b="1" i="0">
              <a:solidFill>
                <a:srgbClr val="171717"/>
              </a:solidFill>
              <a:latin typeface="Consolas"/>
              <a:ea typeface="Consolas"/>
              <a:cs typeface="Consolas"/>
            </a:endParaRPr>
          </a:p>
        </p:txBody>
      </p:sp>
      <p:sp>
        <p:nvSpPr>
          <p:cNvPr id="8" name="text-163-64">
            <a:extLst>
              <a:ext uri="{FF2B5EF4-FFF2-40B4-BE49-F238E27FC236}">
                <a16:creationId xmlns:a16="http://schemas.microsoft.com/office/drawing/2014/main" id="{775A4D3C-F4B6-409E-8AB6-9A6C625C9EE3}"/>
              </a:ext>
            </a:extLst>
          </p:cNvPr>
          <p:cNvSpPr>
            <a:spLocks noGrp="1"/>
          </p:cNvSpPr>
          <p:nvPr/>
        </p:nvSpPr>
        <p:spPr>
          <a:xfrm>
            <a:off x="609600" y="1552575"/>
            <a:ext cx="10972800" cy="266700"/>
          </a:xfrm>
          <a:prstGeom prst="rect">
            <a:avLst/>
          </a:prstGeom>
          <a:noFill/>
          <a:ln w="0">
            <a:noFill/>
          </a:ln>
        </p:spPr>
        <p:txBody>
          <a:bodyPr wrap="none" lIns="0" tIns="0" rIns="0" bIns="0" anchor="t">
            <a:noAutofit/>
          </a:bodyPr>
          <a:lstStyle/>
          <a:p>
            <a:pPr algn="l">
              <a:lnSpc>
                <a:spcPct val="108000"/>
              </a:lnSpc>
              <a:buNone/>
              <a:defRPr sz="1500" b="0" i="0">
                <a:solidFill>
                  <a:srgbClr val="606060"/>
                </a:solidFill>
                <a:latin typeface="Malgun Gothic"/>
                <a:ea typeface="Malgun Gothic"/>
                <a:cs typeface="Malgun Gothic"/>
              </a:defRPr>
            </a:pPr>
            <a:r>
              <a:rPr sz="1500" b="0" i="0">
                <a:solidFill>
                  <a:srgbClr val="606060"/>
                </a:solidFill>
                <a:latin typeface="Malgun Gothic"/>
                <a:ea typeface="Malgun Gothic"/>
                <a:cs typeface="Malgun Gothic"/>
              </a:rPr>
              <a:t>정렬 배열 병합</a:t>
            </a:r>
          </a:p>
        </p:txBody>
      </p:sp>
      <p:sp>
        <p:nvSpPr>
          <p:cNvPr id="9" name="직사각형 8">
            <a:extLst>
              <a:ext uri="{FF2B5EF4-FFF2-40B4-BE49-F238E27FC236}">
                <a16:creationId xmlns:a16="http://schemas.microsoft.com/office/drawing/2014/main" id="{D879A8D5-0322-472C-A81A-179AE7D9CC2A}"/>
              </a:ext>
            </a:extLst>
          </p:cNvPr>
          <p:cNvSpPr>
            <a:spLocks noGrp="1"/>
          </p:cNvSpPr>
          <p:nvPr/>
        </p:nvSpPr>
        <p:spPr>
          <a:xfrm>
            <a:off x="609600" y="1981200"/>
            <a:ext cx="10972800" cy="3962400"/>
          </a:xfrm>
          <a:prstGeom prst="rect">
            <a:avLst/>
          </a:prstGeom>
          <a:solidFill>
            <a:srgbClr val="171717"/>
          </a:solidFill>
          <a:ln w="0">
            <a:noFill/>
          </a:ln>
        </p:spPr>
      </p:sp>
      <p:sp>
        <p:nvSpPr>
          <p:cNvPr id="34" name="merge-line-number-1">
            <a:extLst>
              <a:ext uri="{FF2B5EF4-FFF2-40B4-BE49-F238E27FC236}">
                <a16:creationId xmlns:a16="http://schemas.microsoft.com/office/drawing/2014/main" id="{521A2EC4-8A87-48CA-B0FC-0B50132E72E5}"/>
              </a:ext>
            </a:extLst>
          </p:cNvPr>
          <p:cNvSpPr>
            <a:spLocks noGrp="1"/>
          </p:cNvSpPr>
          <p:nvPr/>
        </p:nvSpPr>
        <p:spPr>
          <a:xfrm>
            <a:off x="771525" y="2114550"/>
            <a:ext cx="361950" cy="257175"/>
          </a:xfrm>
          <a:prstGeom prst="rect">
            <a:avLst/>
          </a:prstGeom>
          <a:noFill/>
          <a:ln w="0">
            <a:noFill/>
          </a:ln>
        </p:spPr>
        <p:txBody>
          <a:bodyPr wrap="none" lIns="0" tIns="0" rIns="0" bIns="0" anchor="t">
            <a:noAutofit/>
          </a:bodyPr>
          <a:lstStyle>
            <a:defPPr>
              <a:defRPr sz="1200">
                <a:solidFill>
                  <a:srgbClr val="8D8D8D"/>
                </a:solidFill>
                <a:latin typeface="Consolas"/>
                <a:ea typeface="Consolas"/>
                <a:cs typeface="Consolas"/>
              </a:defRPr>
            </a:defPPr>
          </a:lstStyle>
          <a:p>
            <a:pPr>
              <a:lnSpc>
                <a:spcPct val="100000"/>
              </a:lnSpc>
              <a:buNone/>
              <a:defRPr sz="1200">
                <a:solidFill>
                  <a:srgbClr val="8D8D8D"/>
                </a:solidFill>
                <a:latin typeface="Consolas"/>
                <a:ea typeface="Consolas"/>
                <a:cs typeface="Consolas"/>
              </a:defRPr>
            </a:pPr>
            <a:r>
              <a:rPr sz="1200">
                <a:solidFill>
                  <a:srgbClr val="8D8D8D"/>
                </a:solidFill>
                <a:latin typeface="Consolas"/>
                <a:ea typeface="Consolas"/>
                <a:cs typeface="Consolas"/>
              </a:rPr>
              <a:t>01</a:t>
            </a:r>
          </a:p>
        </p:txBody>
      </p:sp>
      <p:sp>
        <p:nvSpPr>
          <p:cNvPr id="35" name="merge-line-code-1">
            <a:extLst>
              <a:ext uri="{FF2B5EF4-FFF2-40B4-BE49-F238E27FC236}">
                <a16:creationId xmlns:a16="http://schemas.microsoft.com/office/drawing/2014/main" id="{86C7999E-AD05-4378-AD8E-16337028AC0A}"/>
              </a:ext>
            </a:extLst>
          </p:cNvPr>
          <p:cNvSpPr>
            <a:spLocks noGrp="1"/>
          </p:cNvSpPr>
          <p:nvPr/>
        </p:nvSpPr>
        <p:spPr>
          <a:xfrm>
            <a:off x="1285875" y="2114550"/>
            <a:ext cx="10115550" cy="257175"/>
          </a:xfrm>
          <a:prstGeom prst="rect">
            <a:avLst/>
          </a:prstGeom>
          <a:noFill/>
          <a:ln w="0">
            <a:noFill/>
          </a:ln>
        </p:spPr>
        <p:txBody>
          <a:bodyPr wrap="none" lIns="0" tIns="0" rIns="0" bIns="0" anchor="t">
            <a:noAutofit/>
          </a:bodyPr>
          <a:lstStyle>
            <a:defPPr>
              <a:defRPr sz="1575">
                <a:solidFill>
                  <a:srgbClr val="FFFFFF"/>
                </a:solidFill>
                <a:latin typeface="Consolas"/>
                <a:ea typeface="Consolas"/>
                <a:cs typeface="Consolas"/>
              </a:defRPr>
            </a:defPPr>
          </a:lstStyle>
          <a:p>
            <a:pPr>
              <a:lnSpc>
                <a:spcPct val="100000"/>
              </a:lnSpc>
              <a:buNone/>
              <a:defRPr sz="1575">
                <a:solidFill>
                  <a:srgbClr val="FFFFFF"/>
                </a:solidFill>
                <a:latin typeface="Consolas"/>
                <a:ea typeface="Consolas"/>
                <a:cs typeface="Consolas"/>
              </a:defRPr>
            </a:pPr>
            <a:r>
              <a:rPr sz="1575">
                <a:solidFill>
                  <a:srgbClr val="FFFFFF"/>
                </a:solidFill>
                <a:latin typeface="Consolas"/>
                <a:ea typeface="Consolas"/>
                <a:cs typeface="Consolas"/>
              </a:rPr>
              <a:t>def merge_arrays(a, b):</a:t>
            </a:r>
          </a:p>
        </p:txBody>
      </p:sp>
      <p:sp>
        <p:nvSpPr>
          <p:cNvPr id="36" name="merge-line-number-2">
            <a:extLst>
              <a:ext uri="{FF2B5EF4-FFF2-40B4-BE49-F238E27FC236}">
                <a16:creationId xmlns:a16="http://schemas.microsoft.com/office/drawing/2014/main" id="{7A176915-208E-41EC-BD2B-C241DCC21089}"/>
              </a:ext>
            </a:extLst>
          </p:cNvPr>
          <p:cNvSpPr>
            <a:spLocks noGrp="1"/>
          </p:cNvSpPr>
          <p:nvPr/>
        </p:nvSpPr>
        <p:spPr>
          <a:xfrm>
            <a:off x="771525" y="2324100"/>
            <a:ext cx="361950" cy="257175"/>
          </a:xfrm>
          <a:prstGeom prst="rect">
            <a:avLst/>
          </a:prstGeom>
          <a:noFill/>
          <a:ln w="0">
            <a:noFill/>
          </a:ln>
        </p:spPr>
        <p:txBody>
          <a:bodyPr wrap="none" lIns="0" tIns="0" rIns="0" bIns="0" anchor="t">
            <a:noAutofit/>
          </a:bodyPr>
          <a:lstStyle>
            <a:defPPr>
              <a:defRPr sz="1200">
                <a:solidFill>
                  <a:srgbClr val="8D8D8D"/>
                </a:solidFill>
                <a:latin typeface="Consolas"/>
                <a:ea typeface="Consolas"/>
                <a:cs typeface="Consolas"/>
              </a:defRPr>
            </a:defPPr>
          </a:lstStyle>
          <a:p>
            <a:pPr>
              <a:lnSpc>
                <a:spcPct val="100000"/>
              </a:lnSpc>
              <a:buNone/>
              <a:defRPr sz="1200">
                <a:solidFill>
                  <a:srgbClr val="8D8D8D"/>
                </a:solidFill>
                <a:latin typeface="Consolas"/>
                <a:ea typeface="Consolas"/>
                <a:cs typeface="Consolas"/>
              </a:defRPr>
            </a:pPr>
            <a:r>
              <a:rPr sz="1200">
                <a:solidFill>
                  <a:srgbClr val="8D8D8D"/>
                </a:solidFill>
                <a:latin typeface="Consolas"/>
                <a:ea typeface="Consolas"/>
                <a:cs typeface="Consolas"/>
              </a:rPr>
              <a:t>02</a:t>
            </a:r>
          </a:p>
        </p:txBody>
      </p:sp>
      <p:sp>
        <p:nvSpPr>
          <p:cNvPr id="37" name="merge-line-code-2">
            <a:extLst>
              <a:ext uri="{FF2B5EF4-FFF2-40B4-BE49-F238E27FC236}">
                <a16:creationId xmlns:a16="http://schemas.microsoft.com/office/drawing/2014/main" id="{C23B264C-06B7-48D7-BC89-81908E32F449}"/>
              </a:ext>
            </a:extLst>
          </p:cNvPr>
          <p:cNvSpPr>
            <a:spLocks noGrp="1"/>
          </p:cNvSpPr>
          <p:nvPr/>
        </p:nvSpPr>
        <p:spPr>
          <a:xfrm>
            <a:off x="1285875" y="2324100"/>
            <a:ext cx="10115550" cy="257175"/>
          </a:xfrm>
          <a:prstGeom prst="rect">
            <a:avLst/>
          </a:prstGeom>
          <a:noFill/>
          <a:ln w="0">
            <a:noFill/>
          </a:ln>
        </p:spPr>
        <p:txBody>
          <a:bodyPr wrap="none" lIns="0" tIns="0" rIns="0" bIns="0" anchor="t">
            <a:noAutofit/>
          </a:bodyPr>
          <a:lstStyle>
            <a:defPPr>
              <a:defRPr sz="1575">
                <a:solidFill>
                  <a:srgbClr val="FFFFFF"/>
                </a:solidFill>
                <a:latin typeface="Consolas"/>
                <a:ea typeface="Consolas"/>
                <a:cs typeface="Consolas"/>
              </a:defRPr>
            </a:defPPr>
          </a:lstStyle>
          <a:p>
            <a:pPr>
              <a:lnSpc>
                <a:spcPct val="100000"/>
              </a:lnSpc>
              <a:buNone/>
              <a:defRPr sz="1575">
                <a:solidFill>
                  <a:srgbClr val="FFFFFF"/>
                </a:solidFill>
                <a:latin typeface="Consolas"/>
                <a:ea typeface="Consolas"/>
                <a:cs typeface="Consolas"/>
              </a:defRPr>
            </a:pPr>
            <a:r>
              <a:rPr sz="1575">
                <a:solidFill>
                  <a:srgbClr val="FFFFFF"/>
                </a:solidFill>
                <a:latin typeface="Consolas"/>
                <a:ea typeface="Consolas"/>
                <a:cs typeface="Consolas"/>
              </a:rPr>
              <a:t>    i = j = 0</a:t>
            </a:r>
          </a:p>
        </p:txBody>
      </p:sp>
      <p:sp>
        <p:nvSpPr>
          <p:cNvPr id="38" name="merge-line-number-3">
            <a:extLst>
              <a:ext uri="{FF2B5EF4-FFF2-40B4-BE49-F238E27FC236}">
                <a16:creationId xmlns:a16="http://schemas.microsoft.com/office/drawing/2014/main" id="{22F248B2-974C-49DE-9EA4-55CC430C0DDE}"/>
              </a:ext>
            </a:extLst>
          </p:cNvPr>
          <p:cNvSpPr>
            <a:spLocks noGrp="1"/>
          </p:cNvSpPr>
          <p:nvPr/>
        </p:nvSpPr>
        <p:spPr>
          <a:xfrm>
            <a:off x="771525" y="2533650"/>
            <a:ext cx="361950" cy="257175"/>
          </a:xfrm>
          <a:prstGeom prst="rect">
            <a:avLst/>
          </a:prstGeom>
          <a:noFill/>
          <a:ln w="0">
            <a:noFill/>
          </a:ln>
        </p:spPr>
        <p:txBody>
          <a:bodyPr wrap="none" lIns="0" tIns="0" rIns="0" bIns="0" anchor="t">
            <a:noAutofit/>
          </a:bodyPr>
          <a:lstStyle>
            <a:defPPr>
              <a:defRPr sz="1200">
                <a:solidFill>
                  <a:srgbClr val="8D8D8D"/>
                </a:solidFill>
                <a:latin typeface="Consolas"/>
                <a:ea typeface="Consolas"/>
                <a:cs typeface="Consolas"/>
              </a:defRPr>
            </a:defPPr>
          </a:lstStyle>
          <a:p>
            <a:pPr>
              <a:lnSpc>
                <a:spcPct val="100000"/>
              </a:lnSpc>
              <a:buNone/>
              <a:defRPr sz="1200">
                <a:solidFill>
                  <a:srgbClr val="8D8D8D"/>
                </a:solidFill>
                <a:latin typeface="Consolas"/>
                <a:ea typeface="Consolas"/>
                <a:cs typeface="Consolas"/>
              </a:defRPr>
            </a:pPr>
            <a:r>
              <a:rPr sz="1200">
                <a:solidFill>
                  <a:srgbClr val="8D8D8D"/>
                </a:solidFill>
                <a:latin typeface="Consolas"/>
                <a:ea typeface="Consolas"/>
                <a:cs typeface="Consolas"/>
              </a:rPr>
              <a:t>03</a:t>
            </a:r>
          </a:p>
        </p:txBody>
      </p:sp>
      <p:sp>
        <p:nvSpPr>
          <p:cNvPr id="39" name="merge-line-code-3">
            <a:extLst>
              <a:ext uri="{FF2B5EF4-FFF2-40B4-BE49-F238E27FC236}">
                <a16:creationId xmlns:a16="http://schemas.microsoft.com/office/drawing/2014/main" id="{A15BC5B3-9DF7-4362-BC5D-4949497F0ED8}"/>
              </a:ext>
            </a:extLst>
          </p:cNvPr>
          <p:cNvSpPr>
            <a:spLocks noGrp="1"/>
          </p:cNvSpPr>
          <p:nvPr/>
        </p:nvSpPr>
        <p:spPr>
          <a:xfrm>
            <a:off x="1285875" y="2533650"/>
            <a:ext cx="10115550" cy="257175"/>
          </a:xfrm>
          <a:prstGeom prst="rect">
            <a:avLst/>
          </a:prstGeom>
          <a:noFill/>
          <a:ln w="0">
            <a:noFill/>
          </a:ln>
        </p:spPr>
        <p:txBody>
          <a:bodyPr wrap="none" lIns="0" tIns="0" rIns="0" bIns="0" anchor="t">
            <a:noAutofit/>
          </a:bodyPr>
          <a:lstStyle>
            <a:defPPr>
              <a:defRPr sz="1575">
                <a:solidFill>
                  <a:srgbClr val="FFFFFF"/>
                </a:solidFill>
                <a:latin typeface="Consolas"/>
                <a:ea typeface="Consolas"/>
                <a:cs typeface="Consolas"/>
              </a:defRPr>
            </a:defPPr>
          </a:lstStyle>
          <a:p>
            <a:pPr>
              <a:lnSpc>
                <a:spcPct val="100000"/>
              </a:lnSpc>
              <a:buNone/>
              <a:defRPr sz="1575">
                <a:solidFill>
                  <a:srgbClr val="FFFFFF"/>
                </a:solidFill>
                <a:latin typeface="Consolas"/>
                <a:ea typeface="Consolas"/>
                <a:cs typeface="Consolas"/>
              </a:defRPr>
            </a:pPr>
            <a:r>
              <a:rPr sz="1575">
                <a:solidFill>
                  <a:srgbClr val="FFFFFF"/>
                </a:solidFill>
                <a:latin typeface="Consolas"/>
                <a:ea typeface="Consolas"/>
                <a:cs typeface="Consolas"/>
              </a:rPr>
              <a:t>    out = []</a:t>
            </a:r>
          </a:p>
        </p:txBody>
      </p:sp>
      <p:sp>
        <p:nvSpPr>
          <p:cNvPr id="40" name="merge-line-number-4">
            <a:extLst>
              <a:ext uri="{FF2B5EF4-FFF2-40B4-BE49-F238E27FC236}">
                <a16:creationId xmlns:a16="http://schemas.microsoft.com/office/drawing/2014/main" id="{53F0C449-281B-4E68-892C-43795D77802A}"/>
              </a:ext>
            </a:extLst>
          </p:cNvPr>
          <p:cNvSpPr>
            <a:spLocks noGrp="1"/>
          </p:cNvSpPr>
          <p:nvPr/>
        </p:nvSpPr>
        <p:spPr>
          <a:xfrm>
            <a:off x="771525" y="2743200"/>
            <a:ext cx="361950" cy="257175"/>
          </a:xfrm>
          <a:prstGeom prst="rect">
            <a:avLst/>
          </a:prstGeom>
          <a:noFill/>
          <a:ln w="0">
            <a:noFill/>
          </a:ln>
        </p:spPr>
        <p:txBody>
          <a:bodyPr wrap="none" lIns="0" tIns="0" rIns="0" bIns="0" anchor="t">
            <a:noAutofit/>
          </a:bodyPr>
          <a:lstStyle>
            <a:defPPr>
              <a:defRPr sz="1200">
                <a:solidFill>
                  <a:srgbClr val="8D8D8D"/>
                </a:solidFill>
                <a:latin typeface="Consolas"/>
                <a:ea typeface="Consolas"/>
                <a:cs typeface="Consolas"/>
              </a:defRPr>
            </a:defPPr>
          </a:lstStyle>
          <a:p>
            <a:pPr>
              <a:lnSpc>
                <a:spcPct val="100000"/>
              </a:lnSpc>
              <a:buNone/>
              <a:defRPr sz="1200">
                <a:solidFill>
                  <a:srgbClr val="8D8D8D"/>
                </a:solidFill>
                <a:latin typeface="Consolas"/>
                <a:ea typeface="Consolas"/>
                <a:cs typeface="Consolas"/>
              </a:defRPr>
            </a:pPr>
            <a:r>
              <a:rPr sz="1200">
                <a:solidFill>
                  <a:srgbClr val="8D8D8D"/>
                </a:solidFill>
                <a:latin typeface="Consolas"/>
                <a:ea typeface="Consolas"/>
                <a:cs typeface="Consolas"/>
              </a:rPr>
              <a:t>04</a:t>
            </a:r>
          </a:p>
        </p:txBody>
      </p:sp>
      <p:sp>
        <p:nvSpPr>
          <p:cNvPr id="41" name="merge-line-code-4">
            <a:extLst>
              <a:ext uri="{FF2B5EF4-FFF2-40B4-BE49-F238E27FC236}">
                <a16:creationId xmlns:a16="http://schemas.microsoft.com/office/drawing/2014/main" id="{1A570E21-FD1A-4EAD-A741-9D652E8DF133}"/>
              </a:ext>
            </a:extLst>
          </p:cNvPr>
          <p:cNvSpPr>
            <a:spLocks noGrp="1"/>
          </p:cNvSpPr>
          <p:nvPr/>
        </p:nvSpPr>
        <p:spPr>
          <a:xfrm>
            <a:off x="1285875" y="2743200"/>
            <a:ext cx="10115550" cy="257175"/>
          </a:xfrm>
          <a:prstGeom prst="rect">
            <a:avLst/>
          </a:prstGeom>
          <a:noFill/>
          <a:ln w="0">
            <a:noFill/>
          </a:ln>
        </p:spPr>
        <p:txBody>
          <a:bodyPr wrap="none" lIns="0" tIns="0" rIns="0" bIns="0" anchor="t">
            <a:noAutofit/>
          </a:bodyPr>
          <a:lstStyle>
            <a:defPPr>
              <a:defRPr sz="1575">
                <a:solidFill>
                  <a:srgbClr val="FFFFFF"/>
                </a:solidFill>
                <a:latin typeface="Consolas"/>
                <a:ea typeface="Consolas"/>
                <a:cs typeface="Consolas"/>
              </a:defRPr>
            </a:defPPr>
          </a:lstStyle>
          <a:p>
            <a:pPr>
              <a:lnSpc>
                <a:spcPct val="100000"/>
              </a:lnSpc>
              <a:buNone/>
              <a:defRPr sz="1575">
                <a:solidFill>
                  <a:srgbClr val="FFFFFF"/>
                </a:solidFill>
                <a:latin typeface="Consolas"/>
                <a:ea typeface="Consolas"/>
                <a:cs typeface="Consolas"/>
              </a:defRPr>
            </a:pPr>
            <a:r>
              <a:rPr sz="1575">
                <a:solidFill>
                  <a:srgbClr val="FFFFFF"/>
                </a:solidFill>
                <a:latin typeface="Consolas"/>
                <a:ea typeface="Consolas"/>
                <a:cs typeface="Consolas"/>
              </a:rPr>
              <a:t>    while i &lt; len(a) and j &lt; len(b):</a:t>
            </a:r>
          </a:p>
        </p:txBody>
      </p:sp>
      <p:sp>
        <p:nvSpPr>
          <p:cNvPr id="42" name="merge-line-number-5">
            <a:extLst>
              <a:ext uri="{FF2B5EF4-FFF2-40B4-BE49-F238E27FC236}">
                <a16:creationId xmlns:a16="http://schemas.microsoft.com/office/drawing/2014/main" id="{9FB3AA5B-218A-4427-A45E-F58784C2F224}"/>
              </a:ext>
            </a:extLst>
          </p:cNvPr>
          <p:cNvSpPr>
            <a:spLocks noGrp="1"/>
          </p:cNvSpPr>
          <p:nvPr/>
        </p:nvSpPr>
        <p:spPr>
          <a:xfrm>
            <a:off x="771525" y="2952750"/>
            <a:ext cx="361950" cy="257175"/>
          </a:xfrm>
          <a:prstGeom prst="rect">
            <a:avLst/>
          </a:prstGeom>
          <a:noFill/>
          <a:ln w="0">
            <a:noFill/>
          </a:ln>
        </p:spPr>
        <p:txBody>
          <a:bodyPr wrap="none" lIns="0" tIns="0" rIns="0" bIns="0" anchor="t">
            <a:noAutofit/>
          </a:bodyPr>
          <a:lstStyle>
            <a:defPPr>
              <a:defRPr sz="1200">
                <a:solidFill>
                  <a:srgbClr val="8D8D8D"/>
                </a:solidFill>
                <a:latin typeface="Consolas"/>
                <a:ea typeface="Consolas"/>
                <a:cs typeface="Consolas"/>
              </a:defRPr>
            </a:defPPr>
          </a:lstStyle>
          <a:p>
            <a:pPr>
              <a:lnSpc>
                <a:spcPct val="100000"/>
              </a:lnSpc>
              <a:buNone/>
              <a:defRPr sz="1200">
                <a:solidFill>
                  <a:srgbClr val="8D8D8D"/>
                </a:solidFill>
                <a:latin typeface="Consolas"/>
                <a:ea typeface="Consolas"/>
                <a:cs typeface="Consolas"/>
              </a:defRPr>
            </a:pPr>
            <a:r>
              <a:rPr sz="1200">
                <a:solidFill>
                  <a:srgbClr val="8D8D8D"/>
                </a:solidFill>
                <a:latin typeface="Consolas"/>
                <a:ea typeface="Consolas"/>
                <a:cs typeface="Consolas"/>
              </a:rPr>
              <a:t>05</a:t>
            </a:r>
          </a:p>
        </p:txBody>
      </p:sp>
      <p:sp>
        <p:nvSpPr>
          <p:cNvPr id="43" name="merge-line-code-5">
            <a:extLst>
              <a:ext uri="{FF2B5EF4-FFF2-40B4-BE49-F238E27FC236}">
                <a16:creationId xmlns:a16="http://schemas.microsoft.com/office/drawing/2014/main" id="{14E297D9-FDFD-42E9-8BC6-E345A1B08E06}"/>
              </a:ext>
            </a:extLst>
          </p:cNvPr>
          <p:cNvSpPr>
            <a:spLocks noGrp="1"/>
          </p:cNvSpPr>
          <p:nvPr/>
        </p:nvSpPr>
        <p:spPr>
          <a:xfrm>
            <a:off x="1285875" y="2952750"/>
            <a:ext cx="10115550" cy="257175"/>
          </a:xfrm>
          <a:prstGeom prst="rect">
            <a:avLst/>
          </a:prstGeom>
          <a:noFill/>
          <a:ln w="0">
            <a:noFill/>
          </a:ln>
        </p:spPr>
        <p:txBody>
          <a:bodyPr wrap="none" lIns="0" tIns="0" rIns="0" bIns="0" anchor="t">
            <a:noAutofit/>
          </a:bodyPr>
          <a:lstStyle>
            <a:defPPr>
              <a:defRPr sz="1575">
                <a:solidFill>
                  <a:srgbClr val="FFFFFF"/>
                </a:solidFill>
                <a:latin typeface="Consolas"/>
                <a:ea typeface="Consolas"/>
                <a:cs typeface="Consolas"/>
              </a:defRPr>
            </a:defPPr>
          </a:lstStyle>
          <a:p>
            <a:pPr>
              <a:lnSpc>
                <a:spcPct val="100000"/>
              </a:lnSpc>
              <a:buNone/>
              <a:defRPr sz="1575">
                <a:solidFill>
                  <a:srgbClr val="FFFFFF"/>
                </a:solidFill>
                <a:latin typeface="Consolas"/>
                <a:ea typeface="Consolas"/>
                <a:cs typeface="Consolas"/>
              </a:defRPr>
            </a:pPr>
            <a:r>
              <a:rPr sz="1575">
                <a:solidFill>
                  <a:srgbClr val="FFFFFF"/>
                </a:solidFill>
                <a:latin typeface="Consolas"/>
                <a:ea typeface="Consolas"/>
                <a:cs typeface="Consolas"/>
              </a:rPr>
              <a:t>        if a[i] &lt;= b[j]:</a:t>
            </a:r>
          </a:p>
        </p:txBody>
      </p:sp>
      <p:sp>
        <p:nvSpPr>
          <p:cNvPr id="44" name="merge-line-number-6">
            <a:extLst>
              <a:ext uri="{FF2B5EF4-FFF2-40B4-BE49-F238E27FC236}">
                <a16:creationId xmlns:a16="http://schemas.microsoft.com/office/drawing/2014/main" id="{0BBABBB0-2BD2-43B6-8648-FA5CA235BC04}"/>
              </a:ext>
            </a:extLst>
          </p:cNvPr>
          <p:cNvSpPr>
            <a:spLocks noGrp="1"/>
          </p:cNvSpPr>
          <p:nvPr/>
        </p:nvSpPr>
        <p:spPr>
          <a:xfrm>
            <a:off x="771525" y="3162300"/>
            <a:ext cx="361950" cy="257175"/>
          </a:xfrm>
          <a:prstGeom prst="rect">
            <a:avLst/>
          </a:prstGeom>
          <a:noFill/>
          <a:ln w="0">
            <a:noFill/>
          </a:ln>
        </p:spPr>
        <p:txBody>
          <a:bodyPr wrap="none" lIns="0" tIns="0" rIns="0" bIns="0" anchor="t">
            <a:noAutofit/>
          </a:bodyPr>
          <a:lstStyle>
            <a:defPPr>
              <a:defRPr sz="1200">
                <a:solidFill>
                  <a:srgbClr val="8D8D8D"/>
                </a:solidFill>
                <a:latin typeface="Consolas"/>
                <a:ea typeface="Consolas"/>
                <a:cs typeface="Consolas"/>
              </a:defRPr>
            </a:defPPr>
          </a:lstStyle>
          <a:p>
            <a:pPr>
              <a:lnSpc>
                <a:spcPct val="100000"/>
              </a:lnSpc>
              <a:buNone/>
              <a:defRPr sz="1200">
                <a:solidFill>
                  <a:srgbClr val="8D8D8D"/>
                </a:solidFill>
                <a:latin typeface="Consolas"/>
                <a:ea typeface="Consolas"/>
                <a:cs typeface="Consolas"/>
              </a:defRPr>
            </a:pPr>
            <a:r>
              <a:rPr sz="1200">
                <a:solidFill>
                  <a:srgbClr val="8D8D8D"/>
                </a:solidFill>
                <a:latin typeface="Consolas"/>
                <a:ea typeface="Consolas"/>
                <a:cs typeface="Consolas"/>
              </a:rPr>
              <a:t>06</a:t>
            </a:r>
          </a:p>
        </p:txBody>
      </p:sp>
      <p:sp>
        <p:nvSpPr>
          <p:cNvPr id="45" name="merge-line-code-6">
            <a:extLst>
              <a:ext uri="{FF2B5EF4-FFF2-40B4-BE49-F238E27FC236}">
                <a16:creationId xmlns:a16="http://schemas.microsoft.com/office/drawing/2014/main" id="{37D1B603-29EC-46BB-8D6E-FEF762A46C06}"/>
              </a:ext>
            </a:extLst>
          </p:cNvPr>
          <p:cNvSpPr>
            <a:spLocks noGrp="1"/>
          </p:cNvSpPr>
          <p:nvPr/>
        </p:nvSpPr>
        <p:spPr>
          <a:xfrm>
            <a:off x="1285875" y="3162300"/>
            <a:ext cx="10115550" cy="257175"/>
          </a:xfrm>
          <a:prstGeom prst="rect">
            <a:avLst/>
          </a:prstGeom>
          <a:noFill/>
          <a:ln w="0">
            <a:noFill/>
          </a:ln>
        </p:spPr>
        <p:txBody>
          <a:bodyPr wrap="none" lIns="0" tIns="0" rIns="0" bIns="0" anchor="t">
            <a:noAutofit/>
          </a:bodyPr>
          <a:lstStyle>
            <a:defPPr>
              <a:defRPr sz="1575">
                <a:solidFill>
                  <a:srgbClr val="FFFFFF"/>
                </a:solidFill>
                <a:latin typeface="Consolas"/>
                <a:ea typeface="Consolas"/>
                <a:cs typeface="Consolas"/>
              </a:defRPr>
            </a:defPPr>
          </a:lstStyle>
          <a:p>
            <a:pPr>
              <a:lnSpc>
                <a:spcPct val="100000"/>
              </a:lnSpc>
              <a:buNone/>
              <a:defRPr sz="1575">
                <a:solidFill>
                  <a:srgbClr val="FFFFFF"/>
                </a:solidFill>
                <a:latin typeface="Consolas"/>
                <a:ea typeface="Consolas"/>
                <a:cs typeface="Consolas"/>
              </a:defRPr>
            </a:pPr>
            <a:r>
              <a:rPr sz="1575">
                <a:solidFill>
                  <a:srgbClr val="FFFFFF"/>
                </a:solidFill>
                <a:latin typeface="Consolas"/>
                <a:ea typeface="Consolas"/>
                <a:cs typeface="Consolas"/>
              </a:rPr>
              <a:t>            out.append(a[i])</a:t>
            </a:r>
          </a:p>
        </p:txBody>
      </p:sp>
      <p:sp>
        <p:nvSpPr>
          <p:cNvPr id="46" name="merge-line-number-7">
            <a:extLst>
              <a:ext uri="{FF2B5EF4-FFF2-40B4-BE49-F238E27FC236}">
                <a16:creationId xmlns:a16="http://schemas.microsoft.com/office/drawing/2014/main" id="{74613414-EE4B-4CB4-9E21-9870D7EAC0BB}"/>
              </a:ext>
            </a:extLst>
          </p:cNvPr>
          <p:cNvSpPr>
            <a:spLocks noGrp="1"/>
          </p:cNvSpPr>
          <p:nvPr/>
        </p:nvSpPr>
        <p:spPr>
          <a:xfrm>
            <a:off x="771525" y="3371850"/>
            <a:ext cx="361950" cy="257175"/>
          </a:xfrm>
          <a:prstGeom prst="rect">
            <a:avLst/>
          </a:prstGeom>
          <a:noFill/>
          <a:ln w="0">
            <a:noFill/>
          </a:ln>
        </p:spPr>
        <p:txBody>
          <a:bodyPr wrap="none" lIns="0" tIns="0" rIns="0" bIns="0" anchor="t">
            <a:noAutofit/>
          </a:bodyPr>
          <a:lstStyle>
            <a:defPPr>
              <a:defRPr sz="1200">
                <a:solidFill>
                  <a:srgbClr val="8D8D8D"/>
                </a:solidFill>
                <a:latin typeface="Consolas"/>
                <a:ea typeface="Consolas"/>
                <a:cs typeface="Consolas"/>
              </a:defRPr>
            </a:defPPr>
          </a:lstStyle>
          <a:p>
            <a:pPr>
              <a:lnSpc>
                <a:spcPct val="100000"/>
              </a:lnSpc>
              <a:buNone/>
              <a:defRPr sz="1200">
                <a:solidFill>
                  <a:srgbClr val="8D8D8D"/>
                </a:solidFill>
                <a:latin typeface="Consolas"/>
                <a:ea typeface="Consolas"/>
                <a:cs typeface="Consolas"/>
              </a:defRPr>
            </a:pPr>
            <a:r>
              <a:rPr sz="1200">
                <a:solidFill>
                  <a:srgbClr val="8D8D8D"/>
                </a:solidFill>
                <a:latin typeface="Consolas"/>
                <a:ea typeface="Consolas"/>
                <a:cs typeface="Consolas"/>
              </a:rPr>
              <a:t>07</a:t>
            </a:r>
          </a:p>
        </p:txBody>
      </p:sp>
      <p:sp>
        <p:nvSpPr>
          <p:cNvPr id="47" name="merge-line-code-7">
            <a:extLst>
              <a:ext uri="{FF2B5EF4-FFF2-40B4-BE49-F238E27FC236}">
                <a16:creationId xmlns:a16="http://schemas.microsoft.com/office/drawing/2014/main" id="{FE5EEBD8-9D22-4EE3-B389-98B34E4FB89B}"/>
              </a:ext>
            </a:extLst>
          </p:cNvPr>
          <p:cNvSpPr>
            <a:spLocks noGrp="1"/>
          </p:cNvSpPr>
          <p:nvPr/>
        </p:nvSpPr>
        <p:spPr>
          <a:xfrm>
            <a:off x="1285875" y="3371850"/>
            <a:ext cx="10115550" cy="257175"/>
          </a:xfrm>
          <a:prstGeom prst="rect">
            <a:avLst/>
          </a:prstGeom>
          <a:noFill/>
          <a:ln w="0">
            <a:noFill/>
          </a:ln>
        </p:spPr>
        <p:txBody>
          <a:bodyPr wrap="none" lIns="0" tIns="0" rIns="0" bIns="0" anchor="t">
            <a:noAutofit/>
          </a:bodyPr>
          <a:lstStyle>
            <a:defPPr>
              <a:defRPr sz="1575">
                <a:solidFill>
                  <a:srgbClr val="FFFFFF"/>
                </a:solidFill>
                <a:latin typeface="Consolas"/>
                <a:ea typeface="Consolas"/>
                <a:cs typeface="Consolas"/>
              </a:defRPr>
            </a:defPPr>
          </a:lstStyle>
          <a:p>
            <a:pPr>
              <a:lnSpc>
                <a:spcPct val="100000"/>
              </a:lnSpc>
              <a:buNone/>
              <a:defRPr sz="1575">
                <a:solidFill>
                  <a:srgbClr val="FFFFFF"/>
                </a:solidFill>
                <a:latin typeface="Consolas"/>
                <a:ea typeface="Consolas"/>
                <a:cs typeface="Consolas"/>
              </a:defRPr>
            </a:pPr>
            <a:r>
              <a:rPr sz="1575">
                <a:solidFill>
                  <a:srgbClr val="FFFFFF"/>
                </a:solidFill>
                <a:latin typeface="Consolas"/>
                <a:ea typeface="Consolas"/>
                <a:cs typeface="Consolas"/>
              </a:rPr>
              <a:t>            i += 1</a:t>
            </a:r>
          </a:p>
        </p:txBody>
      </p:sp>
      <p:sp>
        <p:nvSpPr>
          <p:cNvPr id="48" name="merge-line-number-8">
            <a:extLst>
              <a:ext uri="{FF2B5EF4-FFF2-40B4-BE49-F238E27FC236}">
                <a16:creationId xmlns:a16="http://schemas.microsoft.com/office/drawing/2014/main" id="{F1B4D425-C8F3-4A6E-9FFE-76AB91796DCB}"/>
              </a:ext>
            </a:extLst>
          </p:cNvPr>
          <p:cNvSpPr>
            <a:spLocks noGrp="1"/>
          </p:cNvSpPr>
          <p:nvPr/>
        </p:nvSpPr>
        <p:spPr>
          <a:xfrm>
            <a:off x="771525" y="3581400"/>
            <a:ext cx="361950" cy="257175"/>
          </a:xfrm>
          <a:prstGeom prst="rect">
            <a:avLst/>
          </a:prstGeom>
          <a:noFill/>
          <a:ln w="0">
            <a:noFill/>
          </a:ln>
        </p:spPr>
        <p:txBody>
          <a:bodyPr wrap="none" lIns="0" tIns="0" rIns="0" bIns="0" anchor="t">
            <a:noAutofit/>
          </a:bodyPr>
          <a:lstStyle>
            <a:defPPr>
              <a:defRPr sz="1200">
                <a:solidFill>
                  <a:srgbClr val="8D8D8D"/>
                </a:solidFill>
                <a:latin typeface="Consolas"/>
                <a:ea typeface="Consolas"/>
                <a:cs typeface="Consolas"/>
              </a:defRPr>
            </a:defPPr>
          </a:lstStyle>
          <a:p>
            <a:pPr>
              <a:lnSpc>
                <a:spcPct val="100000"/>
              </a:lnSpc>
              <a:buNone/>
              <a:defRPr sz="1200">
                <a:solidFill>
                  <a:srgbClr val="8D8D8D"/>
                </a:solidFill>
                <a:latin typeface="Consolas"/>
                <a:ea typeface="Consolas"/>
                <a:cs typeface="Consolas"/>
              </a:defRPr>
            </a:pPr>
            <a:r>
              <a:rPr sz="1200">
                <a:solidFill>
                  <a:srgbClr val="8D8D8D"/>
                </a:solidFill>
                <a:latin typeface="Consolas"/>
                <a:ea typeface="Consolas"/>
                <a:cs typeface="Consolas"/>
              </a:rPr>
              <a:t>08</a:t>
            </a:r>
          </a:p>
        </p:txBody>
      </p:sp>
      <p:sp>
        <p:nvSpPr>
          <p:cNvPr id="49" name="merge-line-code-8">
            <a:extLst>
              <a:ext uri="{FF2B5EF4-FFF2-40B4-BE49-F238E27FC236}">
                <a16:creationId xmlns:a16="http://schemas.microsoft.com/office/drawing/2014/main" id="{E55DDFCE-BD57-4464-B857-FDB72AC303F2}"/>
              </a:ext>
            </a:extLst>
          </p:cNvPr>
          <p:cNvSpPr>
            <a:spLocks noGrp="1"/>
          </p:cNvSpPr>
          <p:nvPr/>
        </p:nvSpPr>
        <p:spPr>
          <a:xfrm>
            <a:off x="1285875" y="3581400"/>
            <a:ext cx="10115550" cy="257175"/>
          </a:xfrm>
          <a:prstGeom prst="rect">
            <a:avLst/>
          </a:prstGeom>
          <a:noFill/>
          <a:ln w="0">
            <a:noFill/>
          </a:ln>
        </p:spPr>
        <p:txBody>
          <a:bodyPr wrap="none" lIns="0" tIns="0" rIns="0" bIns="0" anchor="t">
            <a:noAutofit/>
          </a:bodyPr>
          <a:lstStyle>
            <a:defPPr>
              <a:defRPr sz="1575">
                <a:solidFill>
                  <a:srgbClr val="FFFFFF"/>
                </a:solidFill>
                <a:latin typeface="Consolas"/>
                <a:ea typeface="Consolas"/>
                <a:cs typeface="Consolas"/>
              </a:defRPr>
            </a:defPPr>
          </a:lstStyle>
          <a:p>
            <a:pPr>
              <a:lnSpc>
                <a:spcPct val="100000"/>
              </a:lnSpc>
              <a:buNone/>
              <a:defRPr sz="1575">
                <a:solidFill>
                  <a:srgbClr val="FFFFFF"/>
                </a:solidFill>
                <a:latin typeface="Consolas"/>
                <a:ea typeface="Consolas"/>
                <a:cs typeface="Consolas"/>
              </a:defRPr>
            </a:pPr>
            <a:r>
              <a:rPr sz="1575">
                <a:solidFill>
                  <a:srgbClr val="FFFFFF"/>
                </a:solidFill>
                <a:latin typeface="Consolas"/>
                <a:ea typeface="Consolas"/>
                <a:cs typeface="Consolas"/>
              </a:rPr>
              <a:t>        else:</a:t>
            </a:r>
          </a:p>
        </p:txBody>
      </p:sp>
      <p:sp>
        <p:nvSpPr>
          <p:cNvPr id="50" name="merge-line-number-9">
            <a:extLst>
              <a:ext uri="{FF2B5EF4-FFF2-40B4-BE49-F238E27FC236}">
                <a16:creationId xmlns:a16="http://schemas.microsoft.com/office/drawing/2014/main" id="{95BB15ED-4C87-47E1-8DA5-D6F5A47A1ED5}"/>
              </a:ext>
            </a:extLst>
          </p:cNvPr>
          <p:cNvSpPr>
            <a:spLocks noGrp="1"/>
          </p:cNvSpPr>
          <p:nvPr/>
        </p:nvSpPr>
        <p:spPr>
          <a:xfrm>
            <a:off x="771525" y="3790950"/>
            <a:ext cx="361950" cy="257175"/>
          </a:xfrm>
          <a:prstGeom prst="rect">
            <a:avLst/>
          </a:prstGeom>
          <a:noFill/>
          <a:ln w="0">
            <a:noFill/>
          </a:ln>
        </p:spPr>
        <p:txBody>
          <a:bodyPr wrap="none" lIns="0" tIns="0" rIns="0" bIns="0" anchor="t">
            <a:noAutofit/>
          </a:bodyPr>
          <a:lstStyle>
            <a:defPPr>
              <a:defRPr sz="1200">
                <a:solidFill>
                  <a:srgbClr val="8D8D8D"/>
                </a:solidFill>
                <a:latin typeface="Consolas"/>
                <a:ea typeface="Consolas"/>
                <a:cs typeface="Consolas"/>
              </a:defRPr>
            </a:defPPr>
          </a:lstStyle>
          <a:p>
            <a:pPr>
              <a:lnSpc>
                <a:spcPct val="100000"/>
              </a:lnSpc>
              <a:buNone/>
              <a:defRPr sz="1200">
                <a:solidFill>
                  <a:srgbClr val="8D8D8D"/>
                </a:solidFill>
                <a:latin typeface="Consolas"/>
                <a:ea typeface="Consolas"/>
                <a:cs typeface="Consolas"/>
              </a:defRPr>
            </a:pPr>
            <a:r>
              <a:rPr sz="1200">
                <a:solidFill>
                  <a:srgbClr val="8D8D8D"/>
                </a:solidFill>
                <a:latin typeface="Consolas"/>
                <a:ea typeface="Consolas"/>
                <a:cs typeface="Consolas"/>
              </a:rPr>
              <a:t>09</a:t>
            </a:r>
          </a:p>
        </p:txBody>
      </p:sp>
      <p:sp>
        <p:nvSpPr>
          <p:cNvPr id="51" name="merge-line-code-9">
            <a:extLst>
              <a:ext uri="{FF2B5EF4-FFF2-40B4-BE49-F238E27FC236}">
                <a16:creationId xmlns:a16="http://schemas.microsoft.com/office/drawing/2014/main" id="{DC99803E-C61A-440C-A7F3-ADA927880800}"/>
              </a:ext>
            </a:extLst>
          </p:cNvPr>
          <p:cNvSpPr>
            <a:spLocks noGrp="1"/>
          </p:cNvSpPr>
          <p:nvPr/>
        </p:nvSpPr>
        <p:spPr>
          <a:xfrm>
            <a:off x="1285875" y="3790950"/>
            <a:ext cx="10115550" cy="257175"/>
          </a:xfrm>
          <a:prstGeom prst="rect">
            <a:avLst/>
          </a:prstGeom>
          <a:noFill/>
          <a:ln w="0">
            <a:noFill/>
          </a:ln>
        </p:spPr>
        <p:txBody>
          <a:bodyPr wrap="none" lIns="0" tIns="0" rIns="0" bIns="0" anchor="t">
            <a:noAutofit/>
          </a:bodyPr>
          <a:lstStyle>
            <a:defPPr>
              <a:defRPr sz="1575">
                <a:solidFill>
                  <a:srgbClr val="FFFFFF"/>
                </a:solidFill>
                <a:latin typeface="Consolas"/>
                <a:ea typeface="Consolas"/>
                <a:cs typeface="Consolas"/>
              </a:defRPr>
            </a:defPPr>
          </a:lstStyle>
          <a:p>
            <a:pPr>
              <a:lnSpc>
                <a:spcPct val="100000"/>
              </a:lnSpc>
              <a:buNone/>
              <a:defRPr sz="1575">
                <a:solidFill>
                  <a:srgbClr val="FFFFFF"/>
                </a:solidFill>
                <a:latin typeface="Consolas"/>
                <a:ea typeface="Consolas"/>
                <a:cs typeface="Consolas"/>
              </a:defRPr>
            </a:pPr>
            <a:r>
              <a:rPr sz="1575">
                <a:solidFill>
                  <a:srgbClr val="FFFFFF"/>
                </a:solidFill>
                <a:latin typeface="Consolas"/>
                <a:ea typeface="Consolas"/>
                <a:cs typeface="Consolas"/>
              </a:rPr>
              <a:t>            out.append(b[j])</a:t>
            </a:r>
          </a:p>
        </p:txBody>
      </p:sp>
      <p:sp>
        <p:nvSpPr>
          <p:cNvPr id="52" name="merge-line-number-10">
            <a:extLst>
              <a:ext uri="{FF2B5EF4-FFF2-40B4-BE49-F238E27FC236}">
                <a16:creationId xmlns:a16="http://schemas.microsoft.com/office/drawing/2014/main" id="{AF253D01-290A-44BF-92C6-59BFE63505B2}"/>
              </a:ext>
            </a:extLst>
          </p:cNvPr>
          <p:cNvSpPr>
            <a:spLocks noGrp="1"/>
          </p:cNvSpPr>
          <p:nvPr/>
        </p:nvSpPr>
        <p:spPr>
          <a:xfrm>
            <a:off x="771525" y="4000500"/>
            <a:ext cx="361950" cy="257175"/>
          </a:xfrm>
          <a:prstGeom prst="rect">
            <a:avLst/>
          </a:prstGeom>
          <a:noFill/>
          <a:ln w="0">
            <a:noFill/>
          </a:ln>
        </p:spPr>
        <p:txBody>
          <a:bodyPr wrap="none" lIns="0" tIns="0" rIns="0" bIns="0" anchor="t">
            <a:noAutofit/>
          </a:bodyPr>
          <a:lstStyle>
            <a:defPPr>
              <a:defRPr sz="1200">
                <a:solidFill>
                  <a:srgbClr val="8D8D8D"/>
                </a:solidFill>
                <a:latin typeface="Consolas"/>
                <a:ea typeface="Consolas"/>
                <a:cs typeface="Consolas"/>
              </a:defRPr>
            </a:defPPr>
          </a:lstStyle>
          <a:p>
            <a:pPr>
              <a:lnSpc>
                <a:spcPct val="100000"/>
              </a:lnSpc>
              <a:buNone/>
              <a:defRPr sz="1200">
                <a:solidFill>
                  <a:srgbClr val="8D8D8D"/>
                </a:solidFill>
                <a:latin typeface="Consolas"/>
                <a:ea typeface="Consolas"/>
                <a:cs typeface="Consolas"/>
              </a:defRPr>
            </a:pPr>
            <a:r>
              <a:rPr sz="1200">
                <a:solidFill>
                  <a:srgbClr val="8D8D8D"/>
                </a:solidFill>
                <a:latin typeface="Consolas"/>
                <a:ea typeface="Consolas"/>
                <a:cs typeface="Consolas"/>
              </a:rPr>
              <a:t>10</a:t>
            </a:r>
          </a:p>
        </p:txBody>
      </p:sp>
      <p:sp>
        <p:nvSpPr>
          <p:cNvPr id="53" name="merge-line-code-10">
            <a:extLst>
              <a:ext uri="{FF2B5EF4-FFF2-40B4-BE49-F238E27FC236}">
                <a16:creationId xmlns:a16="http://schemas.microsoft.com/office/drawing/2014/main" id="{8D11EB21-1E4D-4E27-AC82-021F9DCA893C}"/>
              </a:ext>
            </a:extLst>
          </p:cNvPr>
          <p:cNvSpPr>
            <a:spLocks noGrp="1"/>
          </p:cNvSpPr>
          <p:nvPr/>
        </p:nvSpPr>
        <p:spPr>
          <a:xfrm>
            <a:off x="1285875" y="4000500"/>
            <a:ext cx="10115550" cy="257175"/>
          </a:xfrm>
          <a:prstGeom prst="rect">
            <a:avLst/>
          </a:prstGeom>
          <a:noFill/>
          <a:ln w="0">
            <a:noFill/>
          </a:ln>
        </p:spPr>
        <p:txBody>
          <a:bodyPr wrap="none" lIns="0" tIns="0" rIns="0" bIns="0" anchor="t">
            <a:noAutofit/>
          </a:bodyPr>
          <a:lstStyle>
            <a:defPPr>
              <a:defRPr sz="1575">
                <a:solidFill>
                  <a:srgbClr val="FFFFFF"/>
                </a:solidFill>
                <a:latin typeface="Consolas"/>
                <a:ea typeface="Consolas"/>
                <a:cs typeface="Consolas"/>
              </a:defRPr>
            </a:defPPr>
          </a:lstStyle>
          <a:p>
            <a:pPr>
              <a:lnSpc>
                <a:spcPct val="100000"/>
              </a:lnSpc>
              <a:buNone/>
              <a:defRPr sz="1575">
                <a:solidFill>
                  <a:srgbClr val="FFFFFF"/>
                </a:solidFill>
                <a:latin typeface="Consolas"/>
                <a:ea typeface="Consolas"/>
                <a:cs typeface="Consolas"/>
              </a:defRPr>
            </a:pPr>
            <a:r>
              <a:rPr sz="1575">
                <a:solidFill>
                  <a:srgbClr val="FFFFFF"/>
                </a:solidFill>
                <a:latin typeface="Consolas"/>
                <a:ea typeface="Consolas"/>
                <a:cs typeface="Consolas"/>
              </a:rPr>
              <a:t>            j += 1</a:t>
            </a:r>
          </a:p>
        </p:txBody>
      </p:sp>
      <p:sp>
        <p:nvSpPr>
          <p:cNvPr id="54" name="merge-line-number-11">
            <a:extLst>
              <a:ext uri="{FF2B5EF4-FFF2-40B4-BE49-F238E27FC236}">
                <a16:creationId xmlns:a16="http://schemas.microsoft.com/office/drawing/2014/main" id="{FB9AA2EC-A519-4C32-9B79-A23C0F095FD4}"/>
              </a:ext>
            </a:extLst>
          </p:cNvPr>
          <p:cNvSpPr>
            <a:spLocks noGrp="1"/>
          </p:cNvSpPr>
          <p:nvPr/>
        </p:nvSpPr>
        <p:spPr>
          <a:xfrm>
            <a:off x="771525" y="4210050"/>
            <a:ext cx="361950" cy="257175"/>
          </a:xfrm>
          <a:prstGeom prst="rect">
            <a:avLst/>
          </a:prstGeom>
          <a:noFill/>
          <a:ln w="0">
            <a:noFill/>
          </a:ln>
        </p:spPr>
        <p:txBody>
          <a:bodyPr wrap="none" lIns="0" tIns="0" rIns="0" bIns="0" anchor="t">
            <a:noAutofit/>
          </a:bodyPr>
          <a:lstStyle>
            <a:defPPr>
              <a:defRPr sz="1200">
                <a:solidFill>
                  <a:srgbClr val="8D8D8D"/>
                </a:solidFill>
                <a:latin typeface="Consolas"/>
                <a:ea typeface="Consolas"/>
                <a:cs typeface="Consolas"/>
              </a:defRPr>
            </a:defPPr>
          </a:lstStyle>
          <a:p>
            <a:pPr>
              <a:lnSpc>
                <a:spcPct val="100000"/>
              </a:lnSpc>
              <a:buNone/>
              <a:defRPr sz="1200">
                <a:solidFill>
                  <a:srgbClr val="8D8D8D"/>
                </a:solidFill>
                <a:latin typeface="Consolas"/>
                <a:ea typeface="Consolas"/>
                <a:cs typeface="Consolas"/>
              </a:defRPr>
            </a:pPr>
            <a:r>
              <a:rPr sz="1200">
                <a:solidFill>
                  <a:srgbClr val="8D8D8D"/>
                </a:solidFill>
                <a:latin typeface="Consolas"/>
                <a:ea typeface="Consolas"/>
                <a:cs typeface="Consolas"/>
              </a:rPr>
              <a:t>11</a:t>
            </a:r>
          </a:p>
        </p:txBody>
      </p:sp>
      <p:sp>
        <p:nvSpPr>
          <p:cNvPr id="55" name="merge-line-code-11">
            <a:extLst>
              <a:ext uri="{FF2B5EF4-FFF2-40B4-BE49-F238E27FC236}">
                <a16:creationId xmlns:a16="http://schemas.microsoft.com/office/drawing/2014/main" id="{89645EC0-1A0D-4585-A791-3EA813A146ED}"/>
              </a:ext>
            </a:extLst>
          </p:cNvPr>
          <p:cNvSpPr>
            <a:spLocks noGrp="1"/>
          </p:cNvSpPr>
          <p:nvPr/>
        </p:nvSpPr>
        <p:spPr>
          <a:xfrm>
            <a:off x="1285875" y="4210050"/>
            <a:ext cx="10115550" cy="257175"/>
          </a:xfrm>
          <a:prstGeom prst="rect">
            <a:avLst/>
          </a:prstGeom>
          <a:noFill/>
          <a:ln w="0">
            <a:noFill/>
          </a:ln>
        </p:spPr>
        <p:txBody>
          <a:bodyPr wrap="none" lIns="0" tIns="0" rIns="0" bIns="0" anchor="t">
            <a:noAutofit/>
          </a:bodyPr>
          <a:lstStyle>
            <a:defPPr>
              <a:defRPr sz="1575">
                <a:solidFill>
                  <a:srgbClr val="FFFFFF"/>
                </a:solidFill>
                <a:latin typeface="Consolas"/>
                <a:ea typeface="Consolas"/>
                <a:cs typeface="Consolas"/>
              </a:defRPr>
            </a:defPPr>
          </a:lstStyle>
          <a:p>
            <a:pPr>
              <a:lnSpc>
                <a:spcPct val="100000"/>
              </a:lnSpc>
              <a:buNone/>
              <a:defRPr sz="1575">
                <a:solidFill>
                  <a:srgbClr val="FFFFFF"/>
                </a:solidFill>
                <a:latin typeface="Consolas"/>
                <a:ea typeface="Consolas"/>
                <a:cs typeface="Consolas"/>
              </a:defRPr>
            </a:pPr>
            <a:r>
              <a:rPr sz="1575">
                <a:solidFill>
                  <a:srgbClr val="FFFFFF"/>
                </a:solidFill>
                <a:latin typeface="Consolas"/>
                <a:ea typeface="Consolas"/>
                <a:cs typeface="Consolas"/>
              </a:rPr>
              <a:t>    while i &lt; len(a):</a:t>
            </a:r>
          </a:p>
        </p:txBody>
      </p:sp>
      <p:sp>
        <p:nvSpPr>
          <p:cNvPr id="56" name="merge-line-number-12">
            <a:extLst>
              <a:ext uri="{FF2B5EF4-FFF2-40B4-BE49-F238E27FC236}">
                <a16:creationId xmlns:a16="http://schemas.microsoft.com/office/drawing/2014/main" id="{C0107F4A-6B5A-4EEA-9BA0-AAA46FAA6760}"/>
              </a:ext>
            </a:extLst>
          </p:cNvPr>
          <p:cNvSpPr>
            <a:spLocks noGrp="1"/>
          </p:cNvSpPr>
          <p:nvPr/>
        </p:nvSpPr>
        <p:spPr>
          <a:xfrm>
            <a:off x="771525" y="4419600"/>
            <a:ext cx="361950" cy="257175"/>
          </a:xfrm>
          <a:prstGeom prst="rect">
            <a:avLst/>
          </a:prstGeom>
          <a:noFill/>
          <a:ln w="0">
            <a:noFill/>
          </a:ln>
        </p:spPr>
        <p:txBody>
          <a:bodyPr wrap="none" lIns="0" tIns="0" rIns="0" bIns="0" anchor="t">
            <a:noAutofit/>
          </a:bodyPr>
          <a:lstStyle>
            <a:defPPr>
              <a:defRPr sz="1200">
                <a:solidFill>
                  <a:srgbClr val="8D8D8D"/>
                </a:solidFill>
                <a:latin typeface="Consolas"/>
                <a:ea typeface="Consolas"/>
                <a:cs typeface="Consolas"/>
              </a:defRPr>
            </a:defPPr>
          </a:lstStyle>
          <a:p>
            <a:pPr>
              <a:lnSpc>
                <a:spcPct val="100000"/>
              </a:lnSpc>
              <a:buNone/>
              <a:defRPr sz="1200">
                <a:solidFill>
                  <a:srgbClr val="8D8D8D"/>
                </a:solidFill>
                <a:latin typeface="Consolas"/>
                <a:ea typeface="Consolas"/>
                <a:cs typeface="Consolas"/>
              </a:defRPr>
            </a:pPr>
            <a:r>
              <a:rPr sz="1200">
                <a:solidFill>
                  <a:srgbClr val="8D8D8D"/>
                </a:solidFill>
                <a:latin typeface="Consolas"/>
                <a:ea typeface="Consolas"/>
                <a:cs typeface="Consolas"/>
              </a:rPr>
              <a:t>12</a:t>
            </a:r>
          </a:p>
        </p:txBody>
      </p:sp>
      <p:sp>
        <p:nvSpPr>
          <p:cNvPr id="57" name="merge-line-code-12">
            <a:extLst>
              <a:ext uri="{FF2B5EF4-FFF2-40B4-BE49-F238E27FC236}">
                <a16:creationId xmlns:a16="http://schemas.microsoft.com/office/drawing/2014/main" id="{049BE4D7-ED89-4E56-992B-9E97F7C10588}"/>
              </a:ext>
            </a:extLst>
          </p:cNvPr>
          <p:cNvSpPr>
            <a:spLocks noGrp="1"/>
          </p:cNvSpPr>
          <p:nvPr/>
        </p:nvSpPr>
        <p:spPr>
          <a:xfrm>
            <a:off x="1285875" y="4419600"/>
            <a:ext cx="10115550" cy="257175"/>
          </a:xfrm>
          <a:prstGeom prst="rect">
            <a:avLst/>
          </a:prstGeom>
          <a:noFill/>
          <a:ln w="0">
            <a:noFill/>
          </a:ln>
        </p:spPr>
        <p:txBody>
          <a:bodyPr wrap="none" lIns="0" tIns="0" rIns="0" bIns="0" anchor="t">
            <a:noAutofit/>
          </a:bodyPr>
          <a:lstStyle>
            <a:defPPr>
              <a:defRPr sz="1575">
                <a:solidFill>
                  <a:srgbClr val="FFFFFF"/>
                </a:solidFill>
                <a:latin typeface="Consolas"/>
                <a:ea typeface="Consolas"/>
                <a:cs typeface="Consolas"/>
              </a:defRPr>
            </a:defPPr>
          </a:lstStyle>
          <a:p>
            <a:pPr>
              <a:lnSpc>
                <a:spcPct val="100000"/>
              </a:lnSpc>
              <a:buNone/>
              <a:defRPr sz="1575">
                <a:solidFill>
                  <a:srgbClr val="FFFFFF"/>
                </a:solidFill>
                <a:latin typeface="Consolas"/>
                <a:ea typeface="Consolas"/>
                <a:cs typeface="Consolas"/>
              </a:defRPr>
            </a:pPr>
            <a:r>
              <a:rPr sz="1575">
                <a:solidFill>
                  <a:srgbClr val="FFFFFF"/>
                </a:solidFill>
                <a:latin typeface="Consolas"/>
                <a:ea typeface="Consolas"/>
                <a:cs typeface="Consolas"/>
              </a:rPr>
              <a:t>        out.append(a[i])</a:t>
            </a:r>
          </a:p>
        </p:txBody>
      </p:sp>
      <p:sp>
        <p:nvSpPr>
          <p:cNvPr id="58" name="merge-line-number-13">
            <a:extLst>
              <a:ext uri="{FF2B5EF4-FFF2-40B4-BE49-F238E27FC236}">
                <a16:creationId xmlns:a16="http://schemas.microsoft.com/office/drawing/2014/main" id="{6A62158A-582E-459B-8839-99D6D9DCFDC4}"/>
              </a:ext>
            </a:extLst>
          </p:cNvPr>
          <p:cNvSpPr>
            <a:spLocks noGrp="1"/>
          </p:cNvSpPr>
          <p:nvPr/>
        </p:nvSpPr>
        <p:spPr>
          <a:xfrm>
            <a:off x="771525" y="4629150"/>
            <a:ext cx="361950" cy="257175"/>
          </a:xfrm>
          <a:prstGeom prst="rect">
            <a:avLst/>
          </a:prstGeom>
          <a:noFill/>
          <a:ln w="0">
            <a:noFill/>
          </a:ln>
        </p:spPr>
        <p:txBody>
          <a:bodyPr wrap="none" lIns="0" tIns="0" rIns="0" bIns="0" anchor="t">
            <a:noAutofit/>
          </a:bodyPr>
          <a:lstStyle>
            <a:defPPr>
              <a:defRPr sz="1200">
                <a:solidFill>
                  <a:srgbClr val="8D8D8D"/>
                </a:solidFill>
                <a:latin typeface="Consolas"/>
                <a:ea typeface="Consolas"/>
                <a:cs typeface="Consolas"/>
              </a:defRPr>
            </a:defPPr>
          </a:lstStyle>
          <a:p>
            <a:pPr>
              <a:lnSpc>
                <a:spcPct val="100000"/>
              </a:lnSpc>
              <a:buNone/>
              <a:defRPr sz="1200">
                <a:solidFill>
                  <a:srgbClr val="8D8D8D"/>
                </a:solidFill>
                <a:latin typeface="Consolas"/>
                <a:ea typeface="Consolas"/>
                <a:cs typeface="Consolas"/>
              </a:defRPr>
            </a:pPr>
            <a:r>
              <a:rPr sz="1200">
                <a:solidFill>
                  <a:srgbClr val="8D8D8D"/>
                </a:solidFill>
                <a:latin typeface="Consolas"/>
                <a:ea typeface="Consolas"/>
                <a:cs typeface="Consolas"/>
              </a:rPr>
              <a:t>13</a:t>
            </a:r>
          </a:p>
        </p:txBody>
      </p:sp>
      <p:sp>
        <p:nvSpPr>
          <p:cNvPr id="59" name="merge-line-code-13">
            <a:extLst>
              <a:ext uri="{FF2B5EF4-FFF2-40B4-BE49-F238E27FC236}">
                <a16:creationId xmlns:a16="http://schemas.microsoft.com/office/drawing/2014/main" id="{819EC844-FD9C-4218-BD49-0354E4C3D624}"/>
              </a:ext>
            </a:extLst>
          </p:cNvPr>
          <p:cNvSpPr>
            <a:spLocks noGrp="1"/>
          </p:cNvSpPr>
          <p:nvPr/>
        </p:nvSpPr>
        <p:spPr>
          <a:xfrm>
            <a:off x="1285875" y="4629150"/>
            <a:ext cx="10115550" cy="257175"/>
          </a:xfrm>
          <a:prstGeom prst="rect">
            <a:avLst/>
          </a:prstGeom>
          <a:noFill/>
          <a:ln w="0">
            <a:noFill/>
          </a:ln>
        </p:spPr>
        <p:txBody>
          <a:bodyPr wrap="none" lIns="0" tIns="0" rIns="0" bIns="0" anchor="t">
            <a:noAutofit/>
          </a:bodyPr>
          <a:lstStyle>
            <a:defPPr>
              <a:defRPr sz="1575">
                <a:solidFill>
                  <a:srgbClr val="FFFFFF"/>
                </a:solidFill>
                <a:latin typeface="Consolas"/>
                <a:ea typeface="Consolas"/>
                <a:cs typeface="Consolas"/>
              </a:defRPr>
            </a:defPPr>
          </a:lstStyle>
          <a:p>
            <a:pPr>
              <a:lnSpc>
                <a:spcPct val="100000"/>
              </a:lnSpc>
              <a:buNone/>
              <a:defRPr sz="1575">
                <a:solidFill>
                  <a:srgbClr val="FFFFFF"/>
                </a:solidFill>
                <a:latin typeface="Consolas"/>
                <a:ea typeface="Consolas"/>
                <a:cs typeface="Consolas"/>
              </a:defRPr>
            </a:pPr>
            <a:r>
              <a:rPr sz="1575">
                <a:solidFill>
                  <a:srgbClr val="FFFFFF"/>
                </a:solidFill>
                <a:latin typeface="Consolas"/>
                <a:ea typeface="Consolas"/>
                <a:cs typeface="Consolas"/>
              </a:rPr>
              <a:t>        i += 1</a:t>
            </a:r>
          </a:p>
        </p:txBody>
      </p:sp>
      <p:sp>
        <p:nvSpPr>
          <p:cNvPr id="60" name="merge-line-number-14">
            <a:extLst>
              <a:ext uri="{FF2B5EF4-FFF2-40B4-BE49-F238E27FC236}">
                <a16:creationId xmlns:a16="http://schemas.microsoft.com/office/drawing/2014/main" id="{8C35D4D9-10A1-4CFE-AC24-BDB513942379}"/>
              </a:ext>
            </a:extLst>
          </p:cNvPr>
          <p:cNvSpPr>
            <a:spLocks noGrp="1"/>
          </p:cNvSpPr>
          <p:nvPr/>
        </p:nvSpPr>
        <p:spPr>
          <a:xfrm>
            <a:off x="771525" y="4838700"/>
            <a:ext cx="361950" cy="257175"/>
          </a:xfrm>
          <a:prstGeom prst="rect">
            <a:avLst/>
          </a:prstGeom>
          <a:noFill/>
          <a:ln w="0">
            <a:noFill/>
          </a:ln>
        </p:spPr>
        <p:txBody>
          <a:bodyPr wrap="none" lIns="0" tIns="0" rIns="0" bIns="0" anchor="t">
            <a:noAutofit/>
          </a:bodyPr>
          <a:lstStyle>
            <a:defPPr>
              <a:defRPr sz="1200">
                <a:solidFill>
                  <a:srgbClr val="8D8D8D"/>
                </a:solidFill>
                <a:latin typeface="Consolas"/>
                <a:ea typeface="Consolas"/>
                <a:cs typeface="Consolas"/>
              </a:defRPr>
            </a:defPPr>
          </a:lstStyle>
          <a:p>
            <a:pPr>
              <a:lnSpc>
                <a:spcPct val="100000"/>
              </a:lnSpc>
              <a:buNone/>
              <a:defRPr sz="1200">
                <a:solidFill>
                  <a:srgbClr val="8D8D8D"/>
                </a:solidFill>
                <a:latin typeface="Consolas"/>
                <a:ea typeface="Consolas"/>
                <a:cs typeface="Consolas"/>
              </a:defRPr>
            </a:pPr>
            <a:r>
              <a:rPr sz="1200">
                <a:solidFill>
                  <a:srgbClr val="8D8D8D"/>
                </a:solidFill>
                <a:latin typeface="Consolas"/>
                <a:ea typeface="Consolas"/>
                <a:cs typeface="Consolas"/>
              </a:rPr>
              <a:t>14</a:t>
            </a:r>
          </a:p>
        </p:txBody>
      </p:sp>
      <p:sp>
        <p:nvSpPr>
          <p:cNvPr id="61" name="merge-line-code-14">
            <a:extLst>
              <a:ext uri="{FF2B5EF4-FFF2-40B4-BE49-F238E27FC236}">
                <a16:creationId xmlns:a16="http://schemas.microsoft.com/office/drawing/2014/main" id="{7F419350-0621-48A7-B0CE-09E9D67580D5}"/>
              </a:ext>
            </a:extLst>
          </p:cNvPr>
          <p:cNvSpPr>
            <a:spLocks noGrp="1"/>
          </p:cNvSpPr>
          <p:nvPr/>
        </p:nvSpPr>
        <p:spPr>
          <a:xfrm>
            <a:off x="1285875" y="4838700"/>
            <a:ext cx="10115550" cy="257175"/>
          </a:xfrm>
          <a:prstGeom prst="rect">
            <a:avLst/>
          </a:prstGeom>
          <a:noFill/>
          <a:ln w="0">
            <a:noFill/>
          </a:ln>
        </p:spPr>
        <p:txBody>
          <a:bodyPr wrap="none" lIns="0" tIns="0" rIns="0" bIns="0" anchor="t">
            <a:noAutofit/>
          </a:bodyPr>
          <a:lstStyle>
            <a:defPPr>
              <a:defRPr sz="1575">
                <a:solidFill>
                  <a:srgbClr val="FFFFFF"/>
                </a:solidFill>
                <a:latin typeface="Consolas"/>
                <a:ea typeface="Consolas"/>
                <a:cs typeface="Consolas"/>
              </a:defRPr>
            </a:defPPr>
          </a:lstStyle>
          <a:p>
            <a:pPr>
              <a:lnSpc>
                <a:spcPct val="100000"/>
              </a:lnSpc>
              <a:buNone/>
              <a:defRPr sz="1575">
                <a:solidFill>
                  <a:srgbClr val="FFFFFF"/>
                </a:solidFill>
                <a:latin typeface="Consolas"/>
                <a:ea typeface="Consolas"/>
                <a:cs typeface="Consolas"/>
              </a:defRPr>
            </a:pPr>
            <a:r>
              <a:rPr sz="1575">
                <a:solidFill>
                  <a:srgbClr val="FFFFFF"/>
                </a:solidFill>
                <a:latin typeface="Consolas"/>
                <a:ea typeface="Consolas"/>
                <a:cs typeface="Consolas"/>
              </a:rPr>
              <a:t>    while j &lt; len(b):</a:t>
            </a:r>
          </a:p>
        </p:txBody>
      </p:sp>
      <p:sp>
        <p:nvSpPr>
          <p:cNvPr id="62" name="merge-line-number-15">
            <a:extLst>
              <a:ext uri="{FF2B5EF4-FFF2-40B4-BE49-F238E27FC236}">
                <a16:creationId xmlns:a16="http://schemas.microsoft.com/office/drawing/2014/main" id="{77C07CD8-E461-4DC5-B786-F9E7ECB01BF5}"/>
              </a:ext>
            </a:extLst>
          </p:cNvPr>
          <p:cNvSpPr>
            <a:spLocks noGrp="1"/>
          </p:cNvSpPr>
          <p:nvPr/>
        </p:nvSpPr>
        <p:spPr>
          <a:xfrm>
            <a:off x="771525" y="5048250"/>
            <a:ext cx="361950" cy="257175"/>
          </a:xfrm>
          <a:prstGeom prst="rect">
            <a:avLst/>
          </a:prstGeom>
          <a:noFill/>
          <a:ln w="0">
            <a:noFill/>
          </a:ln>
        </p:spPr>
        <p:txBody>
          <a:bodyPr wrap="none" lIns="0" tIns="0" rIns="0" bIns="0" anchor="t">
            <a:noAutofit/>
          </a:bodyPr>
          <a:lstStyle>
            <a:defPPr>
              <a:defRPr sz="1200">
                <a:solidFill>
                  <a:srgbClr val="8D8D8D"/>
                </a:solidFill>
                <a:latin typeface="Consolas"/>
                <a:ea typeface="Consolas"/>
                <a:cs typeface="Consolas"/>
              </a:defRPr>
            </a:defPPr>
          </a:lstStyle>
          <a:p>
            <a:pPr>
              <a:lnSpc>
                <a:spcPct val="100000"/>
              </a:lnSpc>
              <a:buNone/>
              <a:defRPr sz="1200">
                <a:solidFill>
                  <a:srgbClr val="8D8D8D"/>
                </a:solidFill>
                <a:latin typeface="Consolas"/>
                <a:ea typeface="Consolas"/>
                <a:cs typeface="Consolas"/>
              </a:defRPr>
            </a:pPr>
            <a:r>
              <a:rPr sz="1200">
                <a:solidFill>
                  <a:srgbClr val="8D8D8D"/>
                </a:solidFill>
                <a:latin typeface="Consolas"/>
                <a:ea typeface="Consolas"/>
                <a:cs typeface="Consolas"/>
              </a:rPr>
              <a:t>15</a:t>
            </a:r>
          </a:p>
        </p:txBody>
      </p:sp>
      <p:sp>
        <p:nvSpPr>
          <p:cNvPr id="63" name="merge-line-code-15">
            <a:extLst>
              <a:ext uri="{FF2B5EF4-FFF2-40B4-BE49-F238E27FC236}">
                <a16:creationId xmlns:a16="http://schemas.microsoft.com/office/drawing/2014/main" id="{414B1C75-87C7-4654-817D-8E023890548F}"/>
              </a:ext>
            </a:extLst>
          </p:cNvPr>
          <p:cNvSpPr>
            <a:spLocks noGrp="1"/>
          </p:cNvSpPr>
          <p:nvPr/>
        </p:nvSpPr>
        <p:spPr>
          <a:xfrm>
            <a:off x="1285875" y="5048250"/>
            <a:ext cx="10115550" cy="257175"/>
          </a:xfrm>
          <a:prstGeom prst="rect">
            <a:avLst/>
          </a:prstGeom>
          <a:noFill/>
          <a:ln w="0">
            <a:noFill/>
          </a:ln>
        </p:spPr>
        <p:txBody>
          <a:bodyPr wrap="none" lIns="0" tIns="0" rIns="0" bIns="0" anchor="t">
            <a:noAutofit/>
          </a:bodyPr>
          <a:lstStyle>
            <a:defPPr>
              <a:defRPr sz="1575">
                <a:solidFill>
                  <a:srgbClr val="FFFFFF"/>
                </a:solidFill>
                <a:latin typeface="Consolas"/>
                <a:ea typeface="Consolas"/>
                <a:cs typeface="Consolas"/>
              </a:defRPr>
            </a:defPPr>
          </a:lstStyle>
          <a:p>
            <a:pPr>
              <a:lnSpc>
                <a:spcPct val="100000"/>
              </a:lnSpc>
              <a:buNone/>
              <a:defRPr sz="1575">
                <a:solidFill>
                  <a:srgbClr val="FFFFFF"/>
                </a:solidFill>
                <a:latin typeface="Consolas"/>
                <a:ea typeface="Consolas"/>
                <a:cs typeface="Consolas"/>
              </a:defRPr>
            </a:pPr>
            <a:r>
              <a:rPr sz="1575">
                <a:solidFill>
                  <a:srgbClr val="FFFFFF"/>
                </a:solidFill>
                <a:latin typeface="Consolas"/>
                <a:ea typeface="Consolas"/>
                <a:cs typeface="Consolas"/>
              </a:rPr>
              <a:t>        out.append(b[j])</a:t>
            </a:r>
          </a:p>
        </p:txBody>
      </p:sp>
      <p:sp>
        <p:nvSpPr>
          <p:cNvPr id="64" name="merge-line-number-16">
            <a:extLst>
              <a:ext uri="{FF2B5EF4-FFF2-40B4-BE49-F238E27FC236}">
                <a16:creationId xmlns:a16="http://schemas.microsoft.com/office/drawing/2014/main" id="{BC837B72-8940-4F6A-BA19-BB8077A3341A}"/>
              </a:ext>
            </a:extLst>
          </p:cNvPr>
          <p:cNvSpPr>
            <a:spLocks noGrp="1"/>
          </p:cNvSpPr>
          <p:nvPr/>
        </p:nvSpPr>
        <p:spPr>
          <a:xfrm>
            <a:off x="771525" y="5257800"/>
            <a:ext cx="361950" cy="257175"/>
          </a:xfrm>
          <a:prstGeom prst="rect">
            <a:avLst/>
          </a:prstGeom>
          <a:noFill/>
          <a:ln w="0">
            <a:noFill/>
          </a:ln>
        </p:spPr>
        <p:txBody>
          <a:bodyPr wrap="none" lIns="0" tIns="0" rIns="0" bIns="0" anchor="t">
            <a:noAutofit/>
          </a:bodyPr>
          <a:lstStyle>
            <a:defPPr>
              <a:defRPr sz="1200">
                <a:solidFill>
                  <a:srgbClr val="8D8D8D"/>
                </a:solidFill>
                <a:latin typeface="Consolas"/>
                <a:ea typeface="Consolas"/>
                <a:cs typeface="Consolas"/>
              </a:defRPr>
            </a:defPPr>
          </a:lstStyle>
          <a:p>
            <a:pPr>
              <a:lnSpc>
                <a:spcPct val="100000"/>
              </a:lnSpc>
              <a:buNone/>
              <a:defRPr sz="1200">
                <a:solidFill>
                  <a:srgbClr val="8D8D8D"/>
                </a:solidFill>
                <a:latin typeface="Consolas"/>
                <a:ea typeface="Consolas"/>
                <a:cs typeface="Consolas"/>
              </a:defRPr>
            </a:pPr>
            <a:r>
              <a:rPr sz="1200">
                <a:solidFill>
                  <a:srgbClr val="8D8D8D"/>
                </a:solidFill>
                <a:latin typeface="Consolas"/>
                <a:ea typeface="Consolas"/>
                <a:cs typeface="Consolas"/>
              </a:rPr>
              <a:t>16</a:t>
            </a:r>
          </a:p>
        </p:txBody>
      </p:sp>
      <p:sp>
        <p:nvSpPr>
          <p:cNvPr id="65" name="merge-line-code-16">
            <a:extLst>
              <a:ext uri="{FF2B5EF4-FFF2-40B4-BE49-F238E27FC236}">
                <a16:creationId xmlns:a16="http://schemas.microsoft.com/office/drawing/2014/main" id="{4E0F8E10-D841-4F19-B52F-0319351A795A}"/>
              </a:ext>
            </a:extLst>
          </p:cNvPr>
          <p:cNvSpPr>
            <a:spLocks noGrp="1"/>
          </p:cNvSpPr>
          <p:nvPr/>
        </p:nvSpPr>
        <p:spPr>
          <a:xfrm>
            <a:off x="1285875" y="5257800"/>
            <a:ext cx="10115550" cy="257175"/>
          </a:xfrm>
          <a:prstGeom prst="rect">
            <a:avLst/>
          </a:prstGeom>
          <a:noFill/>
          <a:ln w="0">
            <a:noFill/>
          </a:ln>
        </p:spPr>
        <p:txBody>
          <a:bodyPr wrap="none" lIns="0" tIns="0" rIns="0" bIns="0" anchor="t">
            <a:noAutofit/>
          </a:bodyPr>
          <a:lstStyle>
            <a:defPPr>
              <a:defRPr sz="1575">
                <a:solidFill>
                  <a:srgbClr val="FFFFFF"/>
                </a:solidFill>
                <a:latin typeface="Consolas"/>
                <a:ea typeface="Consolas"/>
                <a:cs typeface="Consolas"/>
              </a:defRPr>
            </a:defPPr>
          </a:lstStyle>
          <a:p>
            <a:pPr>
              <a:lnSpc>
                <a:spcPct val="100000"/>
              </a:lnSpc>
              <a:buNone/>
              <a:defRPr sz="1575">
                <a:solidFill>
                  <a:srgbClr val="FFFFFF"/>
                </a:solidFill>
                <a:latin typeface="Consolas"/>
                <a:ea typeface="Consolas"/>
                <a:cs typeface="Consolas"/>
              </a:defRPr>
            </a:pPr>
            <a:r>
              <a:rPr sz="1575">
                <a:solidFill>
                  <a:srgbClr val="FFFFFF"/>
                </a:solidFill>
                <a:latin typeface="Consolas"/>
                <a:ea typeface="Consolas"/>
                <a:cs typeface="Consolas"/>
              </a:rPr>
              <a:t>        j += 1</a:t>
            </a:r>
          </a:p>
        </p:txBody>
      </p:sp>
      <p:sp>
        <p:nvSpPr>
          <p:cNvPr id="66" name="merge-line-number-17">
            <a:extLst>
              <a:ext uri="{FF2B5EF4-FFF2-40B4-BE49-F238E27FC236}">
                <a16:creationId xmlns:a16="http://schemas.microsoft.com/office/drawing/2014/main" id="{2EF46BFC-6756-4838-A1E8-D4B622A857B0}"/>
              </a:ext>
            </a:extLst>
          </p:cNvPr>
          <p:cNvSpPr>
            <a:spLocks noGrp="1"/>
          </p:cNvSpPr>
          <p:nvPr/>
        </p:nvSpPr>
        <p:spPr>
          <a:xfrm>
            <a:off x="771525" y="5467350"/>
            <a:ext cx="361950" cy="257175"/>
          </a:xfrm>
          <a:prstGeom prst="rect">
            <a:avLst/>
          </a:prstGeom>
          <a:noFill/>
          <a:ln w="0">
            <a:noFill/>
          </a:ln>
        </p:spPr>
        <p:txBody>
          <a:bodyPr wrap="none" lIns="0" tIns="0" rIns="0" bIns="0" anchor="t">
            <a:noAutofit/>
          </a:bodyPr>
          <a:lstStyle>
            <a:defPPr>
              <a:defRPr sz="1200">
                <a:solidFill>
                  <a:srgbClr val="8D8D8D"/>
                </a:solidFill>
                <a:latin typeface="Consolas"/>
                <a:ea typeface="Consolas"/>
                <a:cs typeface="Consolas"/>
              </a:defRPr>
            </a:defPPr>
          </a:lstStyle>
          <a:p>
            <a:pPr>
              <a:lnSpc>
                <a:spcPct val="100000"/>
              </a:lnSpc>
              <a:buNone/>
              <a:defRPr sz="1200">
                <a:solidFill>
                  <a:srgbClr val="8D8D8D"/>
                </a:solidFill>
                <a:latin typeface="Consolas"/>
                <a:ea typeface="Consolas"/>
                <a:cs typeface="Consolas"/>
              </a:defRPr>
            </a:pPr>
            <a:r>
              <a:rPr sz="1200">
                <a:solidFill>
                  <a:srgbClr val="8D8D8D"/>
                </a:solidFill>
                <a:latin typeface="Consolas"/>
                <a:ea typeface="Consolas"/>
                <a:cs typeface="Consolas"/>
              </a:rPr>
              <a:t>17</a:t>
            </a:r>
          </a:p>
        </p:txBody>
      </p:sp>
      <p:sp>
        <p:nvSpPr>
          <p:cNvPr id="67" name="merge-line-code-17">
            <a:extLst>
              <a:ext uri="{FF2B5EF4-FFF2-40B4-BE49-F238E27FC236}">
                <a16:creationId xmlns:a16="http://schemas.microsoft.com/office/drawing/2014/main" id="{6FD5BCBE-41D7-4BC3-B30A-8F9135183D56}"/>
              </a:ext>
            </a:extLst>
          </p:cNvPr>
          <p:cNvSpPr>
            <a:spLocks noGrp="1"/>
          </p:cNvSpPr>
          <p:nvPr/>
        </p:nvSpPr>
        <p:spPr>
          <a:xfrm>
            <a:off x="1285875" y="5467350"/>
            <a:ext cx="10115550" cy="257175"/>
          </a:xfrm>
          <a:prstGeom prst="rect">
            <a:avLst/>
          </a:prstGeom>
          <a:noFill/>
          <a:ln w="0">
            <a:noFill/>
          </a:ln>
        </p:spPr>
        <p:txBody>
          <a:bodyPr wrap="none" lIns="0" tIns="0" rIns="0" bIns="0" anchor="t">
            <a:noAutofit/>
          </a:bodyPr>
          <a:lstStyle>
            <a:defPPr>
              <a:defRPr sz="1575">
                <a:solidFill>
                  <a:srgbClr val="FFFFFF"/>
                </a:solidFill>
                <a:latin typeface="Consolas"/>
                <a:ea typeface="Consolas"/>
                <a:cs typeface="Consolas"/>
              </a:defRPr>
            </a:defPPr>
          </a:lstStyle>
          <a:p>
            <a:pPr>
              <a:lnSpc>
                <a:spcPct val="100000"/>
              </a:lnSpc>
              <a:buNone/>
              <a:defRPr sz="1575">
                <a:solidFill>
                  <a:srgbClr val="FFFFFF"/>
                </a:solidFill>
                <a:latin typeface="Consolas"/>
                <a:ea typeface="Consolas"/>
                <a:cs typeface="Consolas"/>
              </a:defRPr>
            </a:pPr>
            <a:r>
              <a:rPr sz="1575">
                <a:solidFill>
                  <a:srgbClr val="FFFFFF"/>
                </a:solidFill>
                <a:latin typeface="Consolas"/>
                <a:ea typeface="Consolas"/>
                <a:cs typeface="Consolas"/>
              </a:rPr>
              <a:t>    return out</a:t>
            </a:r>
          </a:p>
        </p:txBody>
      </p:sp>
      <p:sp>
        <p:nvSpPr>
          <p:cNvPr id="32" name="text-635-64">
            <a:extLst>
              <a:ext uri="{FF2B5EF4-FFF2-40B4-BE49-F238E27FC236}">
                <a16:creationId xmlns:a16="http://schemas.microsoft.com/office/drawing/2014/main" id="{6346A824-2D67-4C83-BBAA-3E04CB3EF527}"/>
              </a:ext>
            </a:extLst>
          </p:cNvPr>
          <p:cNvSpPr>
            <a:spLocks noGrp="1"/>
          </p:cNvSpPr>
          <p:nvPr/>
        </p:nvSpPr>
        <p:spPr>
          <a:xfrm>
            <a:off x="609600" y="6048375"/>
            <a:ext cx="10972800" cy="213360"/>
          </a:xfrm>
          <a:prstGeom prst="rect">
            <a:avLst/>
          </a:prstGeom>
          <a:noFill/>
          <a:ln w="0">
            <a:noFill/>
          </a:ln>
        </p:spPr>
        <p:txBody>
          <a:bodyPr wrap="none" lIns="0" tIns="0" rIns="0" bIns="0" anchor="t">
            <a:noAutofit/>
          </a:bodyPr>
          <a:lstStyle/>
          <a:p>
            <a:pPr algn="l">
              <a:lnSpc>
                <a:spcPct val="108000"/>
              </a:lnSpc>
              <a:buNone/>
              <a:defRPr sz="1200" b="0" i="0">
                <a:solidFill>
                  <a:srgbClr val="606060"/>
                </a:solidFill>
                <a:latin typeface="Malgun Gothic"/>
                <a:ea typeface="Malgun Gothic"/>
                <a:cs typeface="Malgun Gothic"/>
              </a:defRPr>
            </a:pPr>
            <a:r>
              <a:rPr sz="1200" b="0" i="0">
                <a:solidFill>
                  <a:srgbClr val="606060"/>
                </a:solidFill>
                <a:latin typeface="Malgun Gothic"/>
                <a:ea typeface="Malgun Gothic"/>
                <a:cs typeface="Malgun Gothic"/>
              </a:rPr>
              <a:t>시간 </a:t>
            </a:r>
            <a:r>
              <a:rPr lang="en-US" sz="1200" b="0" i="0">
                <a:solidFill>
                  <a:srgbClr val="606060"/>
                </a:solidFill>
                <a:latin typeface="Malgun Gothic"/>
                <a:ea typeface="Malgun Gothic"/>
                <a:cs typeface="Malgun Gothic"/>
              </a:rPr>
              <a:t>O(n+m).</a:t>
            </a:r>
            <a:endParaRPr sz="1200" b="0" i="0">
              <a:solidFill>
                <a:srgbClr val="606060"/>
              </a:solidFill>
              <a:latin typeface="Malgun Gothic"/>
              <a:ea typeface="Malgun Gothic"/>
              <a:cs typeface="Malgun Gothic"/>
            </a:endParaRPr>
          </a:p>
        </p:txBody>
      </p:sp>
    </p:spTree>
    <p:extLst>
      <p:ext uri="{BB962C8B-B14F-4D97-AF65-F5344CB8AC3E}">
        <p14:creationId xmlns:p14="http://schemas.microsoft.com/office/powerpoint/2010/main" val="462685519"/>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1" name="text-28-64">
            <a:extLst>
              <a:ext uri="{FF2B5EF4-FFF2-40B4-BE49-F238E27FC236}">
                <a16:creationId xmlns:a16="http://schemas.microsoft.com/office/drawing/2014/main" id="{00DB33EB-361F-4F81-BB35-EE65BCE4E9DE}"/>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Python/C 구현</a:t>
            </a:r>
          </a:p>
        </p:txBody>
      </p:sp>
      <p:sp>
        <p:nvSpPr>
          <p:cNvPr id="2" name="text-28-1080">
            <a:extLst>
              <a:ext uri="{FF2B5EF4-FFF2-40B4-BE49-F238E27FC236}">
                <a16:creationId xmlns:a16="http://schemas.microsoft.com/office/drawing/2014/main" id="{CD100A05-DA42-4C13-8499-D4848F4E1C3F}"/>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8E3A377F-07D1-4DEF-9C84-2E5778993AEB}"/>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91  C 구현</a:t>
            </a:r>
          </a:p>
        </p:txBody>
      </p:sp>
      <p:sp>
        <p:nvSpPr>
          <p:cNvPr id="4" name="직사각형 3">
            <a:extLst>
              <a:ext uri="{FF2B5EF4-FFF2-40B4-BE49-F238E27FC236}">
                <a16:creationId xmlns:a16="http://schemas.microsoft.com/office/drawing/2014/main" id="{59A907F4-490C-4FF3-BE99-29CEF1894AA7}"/>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FCE324B6-7A55-4D54-BBEC-D8D30AF59AD5}"/>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19681009-0668-44DD-ADC0-53EA5B4A25FA}"/>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BFC01065-53B2-4274-BA93-C75B8159288D}"/>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184</a:t>
            </a:r>
            <a:endParaRPr sz="1050" b="1" i="0">
              <a:solidFill>
                <a:srgbClr val="171717"/>
              </a:solidFill>
              <a:latin typeface="Consolas"/>
              <a:ea typeface="Consolas"/>
              <a:cs typeface="Consolas"/>
            </a:endParaRPr>
          </a:p>
        </p:txBody>
      </p:sp>
      <p:sp>
        <p:nvSpPr>
          <p:cNvPr id="8" name="text-163-64">
            <a:extLst>
              <a:ext uri="{FF2B5EF4-FFF2-40B4-BE49-F238E27FC236}">
                <a16:creationId xmlns:a16="http://schemas.microsoft.com/office/drawing/2014/main" id="{07A0A0B3-199D-45F7-B23B-7DCD3DB81148}"/>
              </a:ext>
            </a:extLst>
          </p:cNvPr>
          <p:cNvSpPr>
            <a:spLocks noGrp="1"/>
          </p:cNvSpPr>
          <p:nvPr/>
        </p:nvSpPr>
        <p:spPr>
          <a:xfrm>
            <a:off x="609600" y="1552575"/>
            <a:ext cx="10972800" cy="266700"/>
          </a:xfrm>
          <a:prstGeom prst="rect">
            <a:avLst/>
          </a:prstGeom>
          <a:noFill/>
          <a:ln w="0">
            <a:noFill/>
          </a:ln>
        </p:spPr>
        <p:txBody>
          <a:bodyPr wrap="none" lIns="0" tIns="0" rIns="0" bIns="0" anchor="t">
            <a:noAutofit/>
          </a:bodyPr>
          <a:lstStyle/>
          <a:p>
            <a:pPr algn="l">
              <a:lnSpc>
                <a:spcPct val="108000"/>
              </a:lnSpc>
              <a:buNone/>
              <a:defRPr sz="1500" b="0" i="0">
                <a:solidFill>
                  <a:srgbClr val="606060"/>
                </a:solidFill>
                <a:latin typeface="Malgun Gothic"/>
                <a:ea typeface="Malgun Gothic"/>
                <a:cs typeface="Malgun Gothic"/>
              </a:defRPr>
            </a:pPr>
            <a:r>
              <a:rPr sz="1500" b="0" i="0">
                <a:solidFill>
                  <a:srgbClr val="606060"/>
                </a:solidFill>
                <a:latin typeface="Malgun Gothic"/>
                <a:ea typeface="Malgun Gothic"/>
                <a:cs typeface="Malgun Gothic"/>
              </a:rPr>
              <a:t>정렬 배열 병합</a:t>
            </a:r>
          </a:p>
        </p:txBody>
      </p:sp>
      <p:sp>
        <p:nvSpPr>
          <p:cNvPr id="9" name="직사각형 8">
            <a:extLst>
              <a:ext uri="{FF2B5EF4-FFF2-40B4-BE49-F238E27FC236}">
                <a16:creationId xmlns:a16="http://schemas.microsoft.com/office/drawing/2014/main" id="{AD1BC7F3-4AFF-4EC2-882C-90EC038F1336}"/>
              </a:ext>
            </a:extLst>
          </p:cNvPr>
          <p:cNvSpPr>
            <a:spLocks noGrp="1"/>
          </p:cNvSpPr>
          <p:nvPr/>
        </p:nvSpPr>
        <p:spPr>
          <a:xfrm>
            <a:off x="609600" y="1981200"/>
            <a:ext cx="10972800" cy="3962400"/>
          </a:xfrm>
          <a:prstGeom prst="rect">
            <a:avLst/>
          </a:prstGeom>
          <a:solidFill>
            <a:srgbClr val="171717"/>
          </a:solidFill>
          <a:ln w="0">
            <a:noFill/>
          </a:ln>
        </p:spPr>
      </p:sp>
      <p:sp>
        <p:nvSpPr>
          <p:cNvPr id="10" name="text-222-81">
            <a:extLst>
              <a:ext uri="{FF2B5EF4-FFF2-40B4-BE49-F238E27FC236}">
                <a16:creationId xmlns:a16="http://schemas.microsoft.com/office/drawing/2014/main" id="{AB86A7ED-3420-463E-A933-DC3B2734114A}"/>
              </a:ext>
            </a:extLst>
          </p:cNvPr>
          <p:cNvSpPr>
            <a:spLocks noGrp="1"/>
          </p:cNvSpPr>
          <p:nvPr/>
        </p:nvSpPr>
        <p:spPr>
          <a:xfrm>
            <a:off x="771525" y="211455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01</a:t>
            </a:r>
          </a:p>
        </p:txBody>
      </p:sp>
      <p:sp>
        <p:nvSpPr>
          <p:cNvPr id="11" name="text-222-135">
            <a:extLst>
              <a:ext uri="{FF2B5EF4-FFF2-40B4-BE49-F238E27FC236}">
                <a16:creationId xmlns:a16="http://schemas.microsoft.com/office/drawing/2014/main" id="{ED340B26-2BA3-4A33-AE68-2B2A6DCF22E2}"/>
              </a:ext>
            </a:extLst>
          </p:cNvPr>
          <p:cNvSpPr>
            <a:spLocks noGrp="1"/>
          </p:cNvSpPr>
          <p:nvPr/>
        </p:nvSpPr>
        <p:spPr>
          <a:xfrm>
            <a:off x="1285875" y="211455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void merge_arrays(const int a[], int n, const int b[],</a:t>
            </a:r>
          </a:p>
        </p:txBody>
      </p:sp>
      <p:sp>
        <p:nvSpPr>
          <p:cNvPr id="12" name="text-242.5-81">
            <a:extLst>
              <a:ext uri="{FF2B5EF4-FFF2-40B4-BE49-F238E27FC236}">
                <a16:creationId xmlns:a16="http://schemas.microsoft.com/office/drawing/2014/main" id="{677F7A1F-C7D0-47DF-8DE9-937FD9311FAE}"/>
              </a:ext>
            </a:extLst>
          </p:cNvPr>
          <p:cNvSpPr>
            <a:spLocks noGrp="1"/>
          </p:cNvSpPr>
          <p:nvPr/>
        </p:nvSpPr>
        <p:spPr>
          <a:xfrm>
            <a:off x="771525" y="2309813"/>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02</a:t>
            </a:r>
          </a:p>
        </p:txBody>
      </p:sp>
      <p:sp>
        <p:nvSpPr>
          <p:cNvPr id="13" name="text-242.5-135">
            <a:extLst>
              <a:ext uri="{FF2B5EF4-FFF2-40B4-BE49-F238E27FC236}">
                <a16:creationId xmlns:a16="http://schemas.microsoft.com/office/drawing/2014/main" id="{C7A85FB6-2193-435C-8300-5B1D84E974ED}"/>
              </a:ext>
            </a:extLst>
          </p:cNvPr>
          <p:cNvSpPr>
            <a:spLocks noGrp="1"/>
          </p:cNvSpPr>
          <p:nvPr/>
        </p:nvSpPr>
        <p:spPr>
          <a:xfrm>
            <a:off x="1285875" y="2309813"/>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int m, int out[]) {</a:t>
            </a:r>
          </a:p>
        </p:txBody>
      </p:sp>
      <p:sp>
        <p:nvSpPr>
          <p:cNvPr id="14" name="text-263-81">
            <a:extLst>
              <a:ext uri="{FF2B5EF4-FFF2-40B4-BE49-F238E27FC236}">
                <a16:creationId xmlns:a16="http://schemas.microsoft.com/office/drawing/2014/main" id="{8DA19FD0-5029-43C7-BF69-10C74A4460EA}"/>
              </a:ext>
            </a:extLst>
          </p:cNvPr>
          <p:cNvSpPr>
            <a:spLocks noGrp="1"/>
          </p:cNvSpPr>
          <p:nvPr/>
        </p:nvSpPr>
        <p:spPr>
          <a:xfrm>
            <a:off x="771525" y="2505075"/>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03</a:t>
            </a:r>
          </a:p>
        </p:txBody>
      </p:sp>
      <p:sp>
        <p:nvSpPr>
          <p:cNvPr id="15" name="text-263-135">
            <a:extLst>
              <a:ext uri="{FF2B5EF4-FFF2-40B4-BE49-F238E27FC236}">
                <a16:creationId xmlns:a16="http://schemas.microsoft.com/office/drawing/2014/main" id="{ADAE69E6-60AA-4CFE-9DBC-5E97EF92B389}"/>
              </a:ext>
            </a:extLst>
          </p:cNvPr>
          <p:cNvSpPr>
            <a:spLocks noGrp="1"/>
          </p:cNvSpPr>
          <p:nvPr/>
        </p:nvSpPr>
        <p:spPr>
          <a:xfrm>
            <a:off x="1285875" y="2505075"/>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int i=0, j=0, k=0;</a:t>
            </a:r>
          </a:p>
        </p:txBody>
      </p:sp>
      <p:sp>
        <p:nvSpPr>
          <p:cNvPr id="16" name="text-283.5-81">
            <a:extLst>
              <a:ext uri="{FF2B5EF4-FFF2-40B4-BE49-F238E27FC236}">
                <a16:creationId xmlns:a16="http://schemas.microsoft.com/office/drawing/2014/main" id="{F434739C-775D-4569-8B6C-B35434F9CD8A}"/>
              </a:ext>
            </a:extLst>
          </p:cNvPr>
          <p:cNvSpPr>
            <a:spLocks noGrp="1"/>
          </p:cNvSpPr>
          <p:nvPr/>
        </p:nvSpPr>
        <p:spPr>
          <a:xfrm>
            <a:off x="771525" y="2700338"/>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04</a:t>
            </a:r>
          </a:p>
        </p:txBody>
      </p:sp>
      <p:sp>
        <p:nvSpPr>
          <p:cNvPr id="17" name="text-283.5-135">
            <a:extLst>
              <a:ext uri="{FF2B5EF4-FFF2-40B4-BE49-F238E27FC236}">
                <a16:creationId xmlns:a16="http://schemas.microsoft.com/office/drawing/2014/main" id="{A3714468-74FE-48DB-A621-974CE1580527}"/>
              </a:ext>
            </a:extLst>
          </p:cNvPr>
          <p:cNvSpPr>
            <a:spLocks noGrp="1"/>
          </p:cNvSpPr>
          <p:nvPr/>
        </p:nvSpPr>
        <p:spPr>
          <a:xfrm>
            <a:off x="1285875" y="2700338"/>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while (i&lt;n &amp;&amp; j&lt;m) {</a:t>
            </a:r>
          </a:p>
        </p:txBody>
      </p:sp>
      <p:sp>
        <p:nvSpPr>
          <p:cNvPr id="18" name="text-304-81">
            <a:extLst>
              <a:ext uri="{FF2B5EF4-FFF2-40B4-BE49-F238E27FC236}">
                <a16:creationId xmlns:a16="http://schemas.microsoft.com/office/drawing/2014/main" id="{796C36E3-36D0-44EF-A577-17B0309D4004}"/>
              </a:ext>
            </a:extLst>
          </p:cNvPr>
          <p:cNvSpPr>
            <a:spLocks noGrp="1"/>
          </p:cNvSpPr>
          <p:nvPr/>
        </p:nvSpPr>
        <p:spPr>
          <a:xfrm>
            <a:off x="771525" y="289560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05</a:t>
            </a:r>
          </a:p>
        </p:txBody>
      </p:sp>
      <p:sp>
        <p:nvSpPr>
          <p:cNvPr id="19" name="text-304-135">
            <a:extLst>
              <a:ext uri="{FF2B5EF4-FFF2-40B4-BE49-F238E27FC236}">
                <a16:creationId xmlns:a16="http://schemas.microsoft.com/office/drawing/2014/main" id="{DA601F64-A712-4A58-9A52-266FC4672F09}"/>
              </a:ext>
            </a:extLst>
          </p:cNvPr>
          <p:cNvSpPr>
            <a:spLocks noGrp="1"/>
          </p:cNvSpPr>
          <p:nvPr/>
        </p:nvSpPr>
        <p:spPr>
          <a:xfrm>
            <a:off x="1285875" y="289560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if (a[i]&lt;=b[j]) out[k++]=a[i++];</a:t>
            </a:r>
          </a:p>
        </p:txBody>
      </p:sp>
      <p:sp>
        <p:nvSpPr>
          <p:cNvPr id="20" name="text-324.5-81">
            <a:extLst>
              <a:ext uri="{FF2B5EF4-FFF2-40B4-BE49-F238E27FC236}">
                <a16:creationId xmlns:a16="http://schemas.microsoft.com/office/drawing/2014/main" id="{3E8A304E-8B61-4524-A9CD-92193BD38812}"/>
              </a:ext>
            </a:extLst>
          </p:cNvPr>
          <p:cNvSpPr>
            <a:spLocks noGrp="1"/>
          </p:cNvSpPr>
          <p:nvPr/>
        </p:nvSpPr>
        <p:spPr>
          <a:xfrm>
            <a:off x="771525" y="3090863"/>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06</a:t>
            </a:r>
          </a:p>
        </p:txBody>
      </p:sp>
      <p:sp>
        <p:nvSpPr>
          <p:cNvPr id="21" name="text-324.5-135">
            <a:extLst>
              <a:ext uri="{FF2B5EF4-FFF2-40B4-BE49-F238E27FC236}">
                <a16:creationId xmlns:a16="http://schemas.microsoft.com/office/drawing/2014/main" id="{080CDE26-1221-4B3C-AB39-E58DE2C0DE4E}"/>
              </a:ext>
            </a:extLst>
          </p:cNvPr>
          <p:cNvSpPr>
            <a:spLocks noGrp="1"/>
          </p:cNvSpPr>
          <p:nvPr/>
        </p:nvSpPr>
        <p:spPr>
          <a:xfrm>
            <a:off x="1285875" y="3090863"/>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else out[k++]=b[j++];</a:t>
            </a:r>
          </a:p>
        </p:txBody>
      </p:sp>
      <p:sp>
        <p:nvSpPr>
          <p:cNvPr id="22" name="text-345-81">
            <a:extLst>
              <a:ext uri="{FF2B5EF4-FFF2-40B4-BE49-F238E27FC236}">
                <a16:creationId xmlns:a16="http://schemas.microsoft.com/office/drawing/2014/main" id="{7958FD53-F012-4B13-B2E7-4908A120EEF7}"/>
              </a:ext>
            </a:extLst>
          </p:cNvPr>
          <p:cNvSpPr>
            <a:spLocks noGrp="1"/>
          </p:cNvSpPr>
          <p:nvPr/>
        </p:nvSpPr>
        <p:spPr>
          <a:xfrm>
            <a:off x="771525" y="3286125"/>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07</a:t>
            </a:r>
          </a:p>
        </p:txBody>
      </p:sp>
      <p:sp>
        <p:nvSpPr>
          <p:cNvPr id="23" name="text-345-135">
            <a:extLst>
              <a:ext uri="{FF2B5EF4-FFF2-40B4-BE49-F238E27FC236}">
                <a16:creationId xmlns:a16="http://schemas.microsoft.com/office/drawing/2014/main" id="{D7CED501-BD40-4B2E-A178-839ED40F5B98}"/>
              </a:ext>
            </a:extLst>
          </p:cNvPr>
          <p:cNvSpPr>
            <a:spLocks noGrp="1"/>
          </p:cNvSpPr>
          <p:nvPr/>
        </p:nvSpPr>
        <p:spPr>
          <a:xfrm>
            <a:off x="1285875" y="3286125"/>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a:t>
            </a:r>
          </a:p>
        </p:txBody>
      </p:sp>
      <p:sp>
        <p:nvSpPr>
          <p:cNvPr id="24" name="text-365.5-81">
            <a:extLst>
              <a:ext uri="{FF2B5EF4-FFF2-40B4-BE49-F238E27FC236}">
                <a16:creationId xmlns:a16="http://schemas.microsoft.com/office/drawing/2014/main" id="{A336042E-A0B9-4494-8A9D-9ABA253324DC}"/>
              </a:ext>
            </a:extLst>
          </p:cNvPr>
          <p:cNvSpPr>
            <a:spLocks noGrp="1"/>
          </p:cNvSpPr>
          <p:nvPr/>
        </p:nvSpPr>
        <p:spPr>
          <a:xfrm>
            <a:off x="771525" y="3481388"/>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08</a:t>
            </a:r>
          </a:p>
        </p:txBody>
      </p:sp>
      <p:sp>
        <p:nvSpPr>
          <p:cNvPr id="25" name="text-365.5-135">
            <a:extLst>
              <a:ext uri="{FF2B5EF4-FFF2-40B4-BE49-F238E27FC236}">
                <a16:creationId xmlns:a16="http://schemas.microsoft.com/office/drawing/2014/main" id="{A9ECC481-9E35-42D2-A697-872B2F3E90FF}"/>
              </a:ext>
            </a:extLst>
          </p:cNvPr>
          <p:cNvSpPr>
            <a:spLocks noGrp="1"/>
          </p:cNvSpPr>
          <p:nvPr/>
        </p:nvSpPr>
        <p:spPr>
          <a:xfrm>
            <a:off x="1285875" y="3481388"/>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while (i&lt;n) out[k++]=a[i++];</a:t>
            </a:r>
          </a:p>
        </p:txBody>
      </p:sp>
      <p:sp>
        <p:nvSpPr>
          <p:cNvPr id="26" name="text-386-81">
            <a:extLst>
              <a:ext uri="{FF2B5EF4-FFF2-40B4-BE49-F238E27FC236}">
                <a16:creationId xmlns:a16="http://schemas.microsoft.com/office/drawing/2014/main" id="{52A5EA2C-1FE4-4807-B05B-25BA8B997DF5}"/>
              </a:ext>
            </a:extLst>
          </p:cNvPr>
          <p:cNvSpPr>
            <a:spLocks noGrp="1"/>
          </p:cNvSpPr>
          <p:nvPr/>
        </p:nvSpPr>
        <p:spPr>
          <a:xfrm>
            <a:off x="771525" y="367665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09</a:t>
            </a:r>
          </a:p>
        </p:txBody>
      </p:sp>
      <p:sp>
        <p:nvSpPr>
          <p:cNvPr id="27" name="text-386-135">
            <a:extLst>
              <a:ext uri="{FF2B5EF4-FFF2-40B4-BE49-F238E27FC236}">
                <a16:creationId xmlns:a16="http://schemas.microsoft.com/office/drawing/2014/main" id="{7D0081E7-A709-4438-B2DF-0D5301E7DC09}"/>
              </a:ext>
            </a:extLst>
          </p:cNvPr>
          <p:cNvSpPr>
            <a:spLocks noGrp="1"/>
          </p:cNvSpPr>
          <p:nvPr/>
        </p:nvSpPr>
        <p:spPr>
          <a:xfrm>
            <a:off x="1285875" y="367665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while (j&lt;m) out[k++]=b[j++];</a:t>
            </a:r>
          </a:p>
        </p:txBody>
      </p:sp>
      <p:sp>
        <p:nvSpPr>
          <p:cNvPr id="28" name="text-406.5-81">
            <a:extLst>
              <a:ext uri="{FF2B5EF4-FFF2-40B4-BE49-F238E27FC236}">
                <a16:creationId xmlns:a16="http://schemas.microsoft.com/office/drawing/2014/main" id="{6299DC03-6CD9-43F1-857B-CAFE97B1D80F}"/>
              </a:ext>
            </a:extLst>
          </p:cNvPr>
          <p:cNvSpPr>
            <a:spLocks noGrp="1"/>
          </p:cNvSpPr>
          <p:nvPr/>
        </p:nvSpPr>
        <p:spPr>
          <a:xfrm>
            <a:off x="771525" y="3871913"/>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10</a:t>
            </a:r>
          </a:p>
        </p:txBody>
      </p:sp>
      <p:sp>
        <p:nvSpPr>
          <p:cNvPr id="29" name="text-406.5-135">
            <a:extLst>
              <a:ext uri="{FF2B5EF4-FFF2-40B4-BE49-F238E27FC236}">
                <a16:creationId xmlns:a16="http://schemas.microsoft.com/office/drawing/2014/main" id="{ED222F2D-A267-4DF1-A2DC-D648C69BE6E7}"/>
              </a:ext>
            </a:extLst>
          </p:cNvPr>
          <p:cNvSpPr>
            <a:spLocks noGrp="1"/>
          </p:cNvSpPr>
          <p:nvPr/>
        </p:nvSpPr>
        <p:spPr>
          <a:xfrm>
            <a:off x="1285875" y="3871913"/>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a:t>
            </a:r>
          </a:p>
        </p:txBody>
      </p:sp>
      <p:sp>
        <p:nvSpPr>
          <p:cNvPr id="30" name="text-635-64">
            <a:extLst>
              <a:ext uri="{FF2B5EF4-FFF2-40B4-BE49-F238E27FC236}">
                <a16:creationId xmlns:a16="http://schemas.microsoft.com/office/drawing/2014/main" id="{5255FD67-CE24-4E6F-84EA-E365072D8D00}"/>
              </a:ext>
            </a:extLst>
          </p:cNvPr>
          <p:cNvSpPr>
            <a:spLocks noGrp="1"/>
          </p:cNvSpPr>
          <p:nvPr/>
        </p:nvSpPr>
        <p:spPr>
          <a:xfrm>
            <a:off x="609600" y="6048375"/>
            <a:ext cx="10972800" cy="213360"/>
          </a:xfrm>
          <a:prstGeom prst="rect">
            <a:avLst/>
          </a:prstGeom>
          <a:noFill/>
          <a:ln w="0">
            <a:noFill/>
          </a:ln>
        </p:spPr>
        <p:txBody>
          <a:bodyPr wrap="none" lIns="0" tIns="0" rIns="0" bIns="0" anchor="t">
            <a:noAutofit/>
          </a:bodyPr>
          <a:lstStyle/>
          <a:p>
            <a:pPr algn="l">
              <a:lnSpc>
                <a:spcPct val="108000"/>
              </a:lnSpc>
              <a:buNone/>
              <a:defRPr sz="1200" b="0" i="0">
                <a:solidFill>
                  <a:srgbClr val="606060"/>
                </a:solidFill>
                <a:latin typeface="Malgun Gothic"/>
                <a:ea typeface="Malgun Gothic"/>
                <a:cs typeface="Malgun Gothic"/>
              </a:defRPr>
            </a:pPr>
            <a:r>
              <a:rPr sz="1200" b="0" i="0">
                <a:solidFill>
                  <a:srgbClr val="606060"/>
                </a:solidFill>
                <a:latin typeface="Malgun Gothic"/>
                <a:ea typeface="Malgun Gothic"/>
                <a:cs typeface="Malgun Gothic"/>
              </a:rPr>
              <a:t>시간 </a:t>
            </a:r>
            <a:r>
              <a:rPr lang="en-US" sz="1200" b="0" i="0">
                <a:solidFill>
                  <a:srgbClr val="606060"/>
                </a:solidFill>
                <a:latin typeface="Malgun Gothic"/>
                <a:ea typeface="Malgun Gothic"/>
                <a:cs typeface="Malgun Gothic"/>
              </a:rPr>
              <a:t>O(n+m).</a:t>
            </a:r>
            <a:endParaRPr sz="1200" b="0" i="0">
              <a:solidFill>
                <a:srgbClr val="606060"/>
              </a:solidFill>
              <a:latin typeface="Malgun Gothic"/>
              <a:ea typeface="Malgun Gothic"/>
              <a:cs typeface="Malgun Gothic"/>
            </a:endParaRPr>
          </a:p>
        </p:txBody>
      </p:sp>
    </p:spTree>
    <p:extLst>
      <p:ext uri="{BB962C8B-B14F-4D97-AF65-F5344CB8AC3E}">
        <p14:creationId xmlns:p14="http://schemas.microsoft.com/office/powerpoint/2010/main" val="462685519"/>
      </p:ext>
    </p:extLst>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ext-28-64">
            <a:extLst>
              <a:ext uri="{FF2B5EF4-FFF2-40B4-BE49-F238E27FC236}">
                <a16:creationId xmlns:a16="http://schemas.microsoft.com/office/drawing/2014/main" id="{45CB4A2E-6B96-4ABC-9CA6-1597360D181E}"/>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panose="020B0503020000020004" pitchFamily="50" charset="-127"/>
                <a:ea typeface="Malgun Gothic"/>
                <a:cs typeface="Malgun Gothic"/>
              </a:rPr>
              <a:t>4장 분할 정복  /  Python/C 구현</a:t>
            </a:r>
          </a:p>
        </p:txBody>
      </p:sp>
      <p:sp>
        <p:nvSpPr>
          <p:cNvPr id="2" name="text-28-1080">
            <a:extLst>
              <a:ext uri="{FF2B5EF4-FFF2-40B4-BE49-F238E27FC236}">
                <a16:creationId xmlns:a16="http://schemas.microsoft.com/office/drawing/2014/main" id="{EA6B63EB-056C-4D81-BEC2-A437767A7239}"/>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Malgun Gothic" panose="020B0503020000020004" pitchFamily="50" charset="-127"/>
                <a:ea typeface="Consolas"/>
                <a:cs typeface="Consolas"/>
              </a:rPr>
              <a:t>ALGORITHMS</a:t>
            </a:r>
          </a:p>
        </p:txBody>
      </p:sp>
      <p:sp>
        <p:nvSpPr>
          <p:cNvPr id="3" name="text-72-62">
            <a:extLst>
              <a:ext uri="{FF2B5EF4-FFF2-40B4-BE49-F238E27FC236}">
                <a16:creationId xmlns:a16="http://schemas.microsoft.com/office/drawing/2014/main" id="{C3E937CA-5179-42C1-887E-56757CCC9B99}"/>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panose="020B0503020000020004" pitchFamily="50" charset="-127"/>
                <a:ea typeface="Malgun Gothic"/>
                <a:cs typeface="Malgun Gothic"/>
              </a:rPr>
              <a:t>문제 92  </a:t>
            </a:r>
          </a:p>
        </p:txBody>
      </p:sp>
      <p:sp>
        <p:nvSpPr>
          <p:cNvPr id="4" name="직사각형 3">
            <a:extLst>
              <a:ext uri="{FF2B5EF4-FFF2-40B4-BE49-F238E27FC236}">
                <a16:creationId xmlns:a16="http://schemas.microsoft.com/office/drawing/2014/main" id="{6688364E-6278-4F4A-A132-056336B93B2D}"/>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EA06FD03-D167-4D81-B2EA-4A78410EC8CB}"/>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F2BA4D4E-F221-4410-9A3F-11AC6049DC67}"/>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Malgun Gothic" panose="020B0503020000020004" pitchFamily="50" charset="-127"/>
                <a:ea typeface="Consolas"/>
                <a:cs typeface="Consolas"/>
              </a:rPr>
              <a:t>04 / DIVIDE AND CONQUER · EXERCISES</a:t>
            </a:r>
          </a:p>
        </p:txBody>
      </p:sp>
      <p:sp>
        <p:nvSpPr>
          <p:cNvPr id="7" name="text-689-1160">
            <a:extLst>
              <a:ext uri="{FF2B5EF4-FFF2-40B4-BE49-F238E27FC236}">
                <a16:creationId xmlns:a16="http://schemas.microsoft.com/office/drawing/2014/main" id="{2D4FFA1A-4F58-4D67-8648-FA6A7A556965}"/>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Malgun Gothic" panose="020B0503020000020004" pitchFamily="50" charset="-127"/>
                <a:ea typeface="Consolas"/>
                <a:cs typeface="Consolas"/>
              </a:rPr>
              <a:t>185</a:t>
            </a:r>
            <a:endParaRPr sz="1050" b="1" i="0">
              <a:solidFill>
                <a:srgbClr val="171717"/>
              </a:solidFill>
              <a:latin typeface="Malgun Gothic" panose="020B0503020000020004" pitchFamily="50" charset="-127"/>
              <a:ea typeface="Consolas"/>
              <a:cs typeface="Consolas"/>
            </a:endParaRPr>
          </a:p>
        </p:txBody>
      </p:sp>
      <p:sp>
        <p:nvSpPr>
          <p:cNvPr id="9" name="text-405-64">
            <a:extLst>
              <a:ext uri="{FF2B5EF4-FFF2-40B4-BE49-F238E27FC236}">
                <a16:creationId xmlns:a16="http://schemas.microsoft.com/office/drawing/2014/main" id="{BC3172A3-8B0A-42D1-9692-0B92484FDBFA}"/>
              </a:ext>
            </a:extLst>
          </p:cNvPr>
          <p:cNvSpPr>
            <a:spLocks noGrp="1"/>
          </p:cNvSpPr>
          <p:nvPr/>
        </p:nvSpPr>
        <p:spPr>
          <a:xfrm>
            <a:off x="609600" y="3857625"/>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panose="020B0503020000020004" pitchFamily="50" charset="-127"/>
                <a:ea typeface="Malgun Gothic"/>
                <a:cs typeface="Malgun Gothic"/>
              </a:rPr>
              <a:t>함수의 동작, 경계 처리, 시간 복잡도를 함께 작성하시오.</a:t>
            </a:r>
          </a:p>
        </p:txBody>
      </p:sp>
      <p:sp>
        <p:nvSpPr>
          <p:cNvPr id="10" name="직사각형 9">
            <a:extLst>
              <a:ext uri="{FF2B5EF4-FFF2-40B4-BE49-F238E27FC236}">
                <a16:creationId xmlns:a16="http://schemas.microsoft.com/office/drawing/2014/main" id="{FAD1552B-E9B0-4BC2-A285-6E0824CC44C3}"/>
              </a:ext>
            </a:extLst>
          </p:cNvPr>
          <p:cNvSpPr>
            <a:spLocks noGrp="1"/>
          </p:cNvSpPr>
          <p:nvPr/>
        </p:nvSpPr>
        <p:spPr>
          <a:xfrm>
            <a:off x="609600" y="4495800"/>
            <a:ext cx="10972800" cy="9525"/>
          </a:xfrm>
          <a:prstGeom prst="rect">
            <a:avLst/>
          </a:prstGeom>
          <a:solidFill>
            <a:srgbClr val="D4D4D4"/>
          </a:solidFill>
          <a:ln w="0">
            <a:noFill/>
          </a:ln>
        </p:spPr>
      </p:sp>
      <p:sp>
        <p:nvSpPr>
          <p:cNvPr id="11" name="직사각형 10">
            <a:extLst>
              <a:ext uri="{FF2B5EF4-FFF2-40B4-BE49-F238E27FC236}">
                <a16:creationId xmlns:a16="http://schemas.microsoft.com/office/drawing/2014/main" id="{668028A8-D8FA-4574-A481-D5F998D5B5DE}"/>
              </a:ext>
            </a:extLst>
          </p:cNvPr>
          <p:cNvSpPr>
            <a:spLocks noGrp="1"/>
          </p:cNvSpPr>
          <p:nvPr/>
        </p:nvSpPr>
        <p:spPr>
          <a:xfrm>
            <a:off x="609600" y="5181600"/>
            <a:ext cx="10972800" cy="9525"/>
          </a:xfrm>
          <a:prstGeom prst="rect">
            <a:avLst/>
          </a:prstGeom>
          <a:solidFill>
            <a:srgbClr val="D4D4D4"/>
          </a:solidFill>
          <a:ln w="0">
            <a:noFill/>
          </a:ln>
        </p:spPr>
      </p:sp>
      <p:sp>
        <p:nvSpPr>
          <p:cNvPr id="12" name="직사각형 11">
            <a:extLst>
              <a:ext uri="{FF2B5EF4-FFF2-40B4-BE49-F238E27FC236}">
                <a16:creationId xmlns:a16="http://schemas.microsoft.com/office/drawing/2014/main" id="{2682C0C8-DEEA-44B2-9A82-552DCB20E4CB}"/>
              </a:ext>
            </a:extLst>
          </p:cNvPr>
          <p:cNvSpPr>
            <a:spLocks noGrp="1"/>
          </p:cNvSpPr>
          <p:nvPr/>
        </p:nvSpPr>
        <p:spPr>
          <a:xfrm>
            <a:off x="609600" y="5867400"/>
            <a:ext cx="10972800" cy="9525"/>
          </a:xfrm>
          <a:prstGeom prst="rect">
            <a:avLst/>
          </a:prstGeom>
          <a:solidFill>
            <a:srgbClr val="D4D4D4"/>
          </a:solidFill>
          <a:ln w="0">
            <a:noFill/>
          </a:ln>
        </p:spPr>
      </p:sp>
      <p:sp>
        <p:nvSpPr>
          <p:cNvPr id="14" name="merge-question">
            <a:extLst>
              <a:ext uri="{FF2B5EF4-FFF2-40B4-BE49-F238E27FC236}">
                <a16:creationId xmlns:a16="http://schemas.microsoft.com/office/drawing/2014/main" id="{AA665BF2-B376-83A4-5FE7-B7AA53AA592C}"/>
              </a:ext>
            </a:extLst>
          </p:cNvPr>
          <p:cNvSpPr>
            <a:spLocks noGrp="1"/>
          </p:cNvSpPr>
          <p:nvPr/>
        </p:nvSpPr>
        <p:spPr>
          <a:xfrm>
            <a:off x="609600" y="1695450"/>
            <a:ext cx="10972800" cy="1857375"/>
          </a:xfrm>
          <a:prstGeom prst="rect">
            <a:avLst/>
          </a:prstGeom>
          <a:noFill/>
          <a:ln w="0">
            <a:noFill/>
          </a:ln>
        </p:spPr>
        <p:txBody>
          <a:bodyPr/>
          <a:lstStyle>
            <a:defPPr>
              <a:defRPr sz="1950" b="0">
                <a:solidFill>
                  <a:srgbClr val="151515"/>
                </a:solidFill>
                <a:latin typeface="Malgun Gothic"/>
                <a:ea typeface="Malgun Gothic"/>
                <a:cs typeface="Malgun Gothic"/>
              </a:defRPr>
            </a:defPPr>
          </a:lstStyle>
          <a:p>
            <a:pPr>
              <a:defRPr sz="1950" b="0">
                <a:solidFill>
                  <a:srgbClr val="151515"/>
                </a:solidFill>
                <a:latin typeface="Malgun Gothic"/>
                <a:ea typeface="Malgun Gothic"/>
                <a:cs typeface="Malgun Gothic"/>
              </a:defRPr>
            </a:pPr>
            <a:r>
              <a:rPr sz="1950" b="0">
                <a:solidFill>
                  <a:srgbClr val="151515"/>
                </a:solidFill>
                <a:latin typeface="Malgun Gothic" panose="020B0503020000020004" pitchFamily="50" charset="-127"/>
                <a:ea typeface="Malgun Gothic"/>
                <a:cs typeface="Malgun Gothic"/>
              </a:rPr>
              <a:t>길이 0..1000의 정수 배열을 병합 정렬하시오.</a:t>
            </a:r>
          </a:p>
          <a:p>
            <a:pPr>
              <a:defRPr sz="1950" b="0">
                <a:solidFill>
                  <a:srgbClr val="151515"/>
                </a:solidFill>
                <a:latin typeface="Malgun Gothic"/>
                <a:ea typeface="Malgun Gothic"/>
                <a:cs typeface="Malgun Gothic"/>
              </a:defRPr>
            </a:pPr>
            <a:r>
              <a:rPr sz="1950" b="0">
                <a:solidFill>
                  <a:srgbClr val="151515"/>
                </a:solidFill>
                <a:latin typeface="Malgun Gothic" panose="020B0503020000020004" pitchFamily="50" charset="-127"/>
                <a:ea typeface="Malgun Gothic"/>
                <a:cs typeface="Malgun Gothic"/>
              </a:rPr>
              <a:t>Python merge_sort(a)는 새 배열을 반환한다.</a:t>
            </a:r>
          </a:p>
          <a:p>
            <a:pPr>
              <a:defRPr sz="1950" b="0">
                <a:solidFill>
                  <a:srgbClr val="151515"/>
                </a:solidFill>
                <a:latin typeface="Malgun Gothic"/>
                <a:ea typeface="Malgun Gothic"/>
                <a:cs typeface="Malgun Gothic"/>
              </a:defRPr>
            </a:pPr>
            <a:r>
              <a:rPr sz="1950" b="0">
                <a:solidFill>
                  <a:srgbClr val="151515"/>
                </a:solidFill>
                <a:latin typeface="Malgun Gothic" panose="020B0503020000020004" pitchFamily="50" charset="-127"/>
                <a:ea typeface="Malgun Gothic"/>
                <a:cs typeface="Malgun Gothic"/>
              </a:rPr>
              <a:t>C merge_sort(a,lo,hi,tmp)는 lo 이상 hi 미만인 [lo,hi)를 제자리 정렬한다.</a:t>
            </a:r>
          </a:p>
          <a:p>
            <a:pPr>
              <a:defRPr sz="1950" b="0">
                <a:solidFill>
                  <a:srgbClr val="151515"/>
                </a:solidFill>
                <a:latin typeface="Malgun Gothic"/>
                <a:ea typeface="Malgun Gothic"/>
                <a:cs typeface="Malgun Gothic"/>
              </a:defRPr>
            </a:pPr>
            <a:r>
              <a:rPr sz="1950" b="0">
                <a:solidFill>
                  <a:srgbClr val="151515"/>
                </a:solidFill>
                <a:latin typeface="Malgun Gothic" panose="020B0503020000020004" pitchFamily="50" charset="-127"/>
                <a:ea typeface="Malgun Gothic"/>
                <a:cs typeface="Malgun Gothic"/>
              </a:rPr>
              <a:t>전체 배열의 C 호출은 merge_sort(a,0,n,tmp)이며 tmp는 길이 n이다.</a:t>
            </a:r>
          </a:p>
          <a:p>
            <a:pPr>
              <a:defRPr sz="1950" b="0">
                <a:solidFill>
                  <a:srgbClr val="151515"/>
                </a:solidFill>
                <a:latin typeface="Malgun Gothic"/>
                <a:ea typeface="Malgun Gothic"/>
                <a:cs typeface="Malgun Gothic"/>
              </a:defRPr>
            </a:pPr>
            <a:r>
              <a:rPr sz="1950" b="0">
                <a:solidFill>
                  <a:srgbClr val="151515"/>
                </a:solidFill>
                <a:latin typeface="Malgun Gothic" panose="020B0503020000020004" pitchFamily="50" charset="-127"/>
                <a:ea typeface="Malgun Gothic"/>
                <a:cs typeface="Malgun Gothic"/>
              </a:rPr>
              <a:t>Python의 merge_arrays는 제공된다. Python 또는 C로 함수를 작성하시오.</a:t>
            </a:r>
          </a:p>
        </p:txBody>
      </p:sp>
    </p:spTree>
    <p:extLst>
      <p:ext uri="{BB962C8B-B14F-4D97-AF65-F5344CB8AC3E}">
        <p14:creationId xmlns:p14="http://schemas.microsoft.com/office/powerpoint/2010/main" val="462685519"/>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62DE6D6E-D4FA-4319-84E6-173A29458D7C}"/>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Python/C 구현</a:t>
            </a:r>
          </a:p>
        </p:txBody>
      </p:sp>
      <p:sp>
        <p:nvSpPr>
          <p:cNvPr id="2" name="text-28-1080">
            <a:extLst>
              <a:ext uri="{FF2B5EF4-FFF2-40B4-BE49-F238E27FC236}">
                <a16:creationId xmlns:a16="http://schemas.microsoft.com/office/drawing/2014/main" id="{64E4C01C-0519-4608-85AB-E753CF3392E2}"/>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9263D561-2D2C-44DD-A694-9017D1D6873B}"/>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92  정답과 해설</a:t>
            </a:r>
          </a:p>
        </p:txBody>
      </p:sp>
      <p:sp>
        <p:nvSpPr>
          <p:cNvPr id="4" name="직사각형 3">
            <a:extLst>
              <a:ext uri="{FF2B5EF4-FFF2-40B4-BE49-F238E27FC236}">
                <a16:creationId xmlns:a16="http://schemas.microsoft.com/office/drawing/2014/main" id="{840F235B-71A4-4655-A221-5AD1DA559AA6}"/>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7E375154-5168-4FF5-8CFF-BCD9386F9299}"/>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EE8D699A-DFFF-47D7-9013-91567DA05791}"/>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B49466B5-5CA3-4DF5-B9A4-83C094770E39}"/>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186</a:t>
            </a:r>
            <a:endParaRPr sz="1050" b="1" i="0">
              <a:solidFill>
                <a:srgbClr val="171717"/>
              </a:solidFill>
              <a:latin typeface="Consolas"/>
              <a:ea typeface="Consolas"/>
              <a:cs typeface="Consolas"/>
            </a:endParaRPr>
          </a:p>
        </p:txBody>
      </p:sp>
      <p:sp>
        <p:nvSpPr>
          <p:cNvPr id="8" name="text-178-64">
            <a:extLst>
              <a:ext uri="{FF2B5EF4-FFF2-40B4-BE49-F238E27FC236}">
                <a16:creationId xmlns:a16="http://schemas.microsoft.com/office/drawing/2014/main" id="{EB29A44B-CFA5-4E03-99DC-A2427F380185}"/>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병합 정렬</a:t>
            </a:r>
          </a:p>
        </p:txBody>
      </p:sp>
      <p:sp>
        <p:nvSpPr>
          <p:cNvPr id="9" name="직사각형 8">
            <a:extLst>
              <a:ext uri="{FF2B5EF4-FFF2-40B4-BE49-F238E27FC236}">
                <a16:creationId xmlns:a16="http://schemas.microsoft.com/office/drawing/2014/main" id="{0EF7B60E-EA6F-49A0-B7BF-A123085CBC05}"/>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D6B560AA-1EA6-4AB6-AAA6-0BC0A218DF62}"/>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길이 1 이하에서 멈추고 양쪽 정렬 결과를 안정적으로 병합한다.</a:t>
            </a:r>
          </a:p>
        </p:txBody>
      </p:sp>
      <p:sp>
        <p:nvSpPr>
          <p:cNvPr id="11" name="text-324.4-64">
            <a:extLst>
              <a:ext uri="{FF2B5EF4-FFF2-40B4-BE49-F238E27FC236}">
                <a16:creationId xmlns:a16="http://schemas.microsoft.com/office/drawing/2014/main" id="{B7D0DE78-1EA1-4DC3-A9DE-CD8F979CF06B}"/>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34062165-48EF-4293-9718-CCCAE68B0C2D}"/>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1B15FD8B-3F9F-498C-BC19-4F726228C01F}"/>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시간 O(n log(n+1)). Python은 앞 문항 merge_arrays를 사용한다.</a:t>
            </a:r>
          </a:p>
        </p:txBody>
      </p:sp>
    </p:spTree>
    <p:extLst>
      <p:ext uri="{BB962C8B-B14F-4D97-AF65-F5344CB8AC3E}">
        <p14:creationId xmlns:p14="http://schemas.microsoft.com/office/powerpoint/2010/main" val="462685519"/>
      </p:ext>
    </p:extLst>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3" name="text-28-64">
            <a:extLst>
              <a:ext uri="{FF2B5EF4-FFF2-40B4-BE49-F238E27FC236}">
                <a16:creationId xmlns:a16="http://schemas.microsoft.com/office/drawing/2014/main" id="{8F04A76A-3778-46EB-BE03-AEA791DB5276}"/>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Python/C 구현</a:t>
            </a:r>
          </a:p>
        </p:txBody>
      </p:sp>
      <p:sp>
        <p:nvSpPr>
          <p:cNvPr id="2" name="text-28-1080">
            <a:extLst>
              <a:ext uri="{FF2B5EF4-FFF2-40B4-BE49-F238E27FC236}">
                <a16:creationId xmlns:a16="http://schemas.microsoft.com/office/drawing/2014/main" id="{CA3DFCEA-5CF6-4B0B-95BF-95CAF93A2588}"/>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AEBF1B4D-4C52-4217-82C3-3053BE2E7FE7}"/>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92  Python 구현</a:t>
            </a:r>
          </a:p>
        </p:txBody>
      </p:sp>
      <p:sp>
        <p:nvSpPr>
          <p:cNvPr id="4" name="직사각형 3">
            <a:extLst>
              <a:ext uri="{FF2B5EF4-FFF2-40B4-BE49-F238E27FC236}">
                <a16:creationId xmlns:a16="http://schemas.microsoft.com/office/drawing/2014/main" id="{3ABDC855-2787-4E63-8543-CDF20023F4B1}"/>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B1351C1D-F56A-4363-B2A2-5A22DD0F3015}"/>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6B3A55C3-F9E9-41D6-A5B2-98EB705FB551}"/>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8A590B26-58EE-4964-A8D4-98ACA48737D4}"/>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187</a:t>
            </a:r>
            <a:endParaRPr sz="1050" b="1" i="0">
              <a:solidFill>
                <a:srgbClr val="171717"/>
              </a:solidFill>
              <a:latin typeface="Consolas"/>
              <a:ea typeface="Consolas"/>
              <a:cs typeface="Consolas"/>
            </a:endParaRPr>
          </a:p>
        </p:txBody>
      </p:sp>
      <p:sp>
        <p:nvSpPr>
          <p:cNvPr id="8" name="text-163-64">
            <a:extLst>
              <a:ext uri="{FF2B5EF4-FFF2-40B4-BE49-F238E27FC236}">
                <a16:creationId xmlns:a16="http://schemas.microsoft.com/office/drawing/2014/main" id="{C8EBCF12-3E82-4D0D-AA58-CD0154BD9545}"/>
              </a:ext>
            </a:extLst>
          </p:cNvPr>
          <p:cNvSpPr>
            <a:spLocks noGrp="1"/>
          </p:cNvSpPr>
          <p:nvPr/>
        </p:nvSpPr>
        <p:spPr>
          <a:xfrm>
            <a:off x="609600" y="1552575"/>
            <a:ext cx="10972800" cy="266700"/>
          </a:xfrm>
          <a:prstGeom prst="rect">
            <a:avLst/>
          </a:prstGeom>
          <a:noFill/>
          <a:ln w="0">
            <a:noFill/>
          </a:ln>
        </p:spPr>
        <p:txBody>
          <a:bodyPr wrap="none" lIns="0" tIns="0" rIns="0" bIns="0" anchor="t">
            <a:noAutofit/>
          </a:bodyPr>
          <a:lstStyle/>
          <a:p>
            <a:pPr algn="l">
              <a:lnSpc>
                <a:spcPct val="108000"/>
              </a:lnSpc>
              <a:buNone/>
              <a:defRPr sz="1500" b="0" i="0">
                <a:solidFill>
                  <a:srgbClr val="606060"/>
                </a:solidFill>
                <a:latin typeface="Malgun Gothic"/>
                <a:ea typeface="Malgun Gothic"/>
                <a:cs typeface="Malgun Gothic"/>
              </a:defRPr>
            </a:pPr>
            <a:r>
              <a:rPr sz="1500" b="0" i="0">
                <a:solidFill>
                  <a:srgbClr val="606060"/>
                </a:solidFill>
                <a:latin typeface="Malgun Gothic"/>
                <a:ea typeface="Malgun Gothic"/>
                <a:cs typeface="Malgun Gothic"/>
              </a:rPr>
              <a:t>병합 정렬</a:t>
            </a:r>
          </a:p>
        </p:txBody>
      </p:sp>
      <p:sp>
        <p:nvSpPr>
          <p:cNvPr id="9" name="직사각형 8">
            <a:extLst>
              <a:ext uri="{FF2B5EF4-FFF2-40B4-BE49-F238E27FC236}">
                <a16:creationId xmlns:a16="http://schemas.microsoft.com/office/drawing/2014/main" id="{12AFB8A6-F256-454A-9E50-15677CCD84D9}"/>
              </a:ext>
            </a:extLst>
          </p:cNvPr>
          <p:cNvSpPr>
            <a:spLocks noGrp="1"/>
          </p:cNvSpPr>
          <p:nvPr/>
        </p:nvSpPr>
        <p:spPr>
          <a:xfrm>
            <a:off x="609600" y="1981200"/>
            <a:ext cx="10972800" cy="3962400"/>
          </a:xfrm>
          <a:prstGeom prst="rect">
            <a:avLst/>
          </a:prstGeom>
          <a:solidFill>
            <a:srgbClr val="171717"/>
          </a:solidFill>
          <a:ln w="0">
            <a:noFill/>
          </a:ln>
        </p:spPr>
      </p:sp>
      <p:sp>
        <p:nvSpPr>
          <p:cNvPr id="10" name="text-222-81">
            <a:extLst>
              <a:ext uri="{FF2B5EF4-FFF2-40B4-BE49-F238E27FC236}">
                <a16:creationId xmlns:a16="http://schemas.microsoft.com/office/drawing/2014/main" id="{DE9AD4E4-3952-463D-AEBE-70342E6AB33C}"/>
              </a:ext>
            </a:extLst>
          </p:cNvPr>
          <p:cNvSpPr>
            <a:spLocks noGrp="1"/>
          </p:cNvSpPr>
          <p:nvPr/>
        </p:nvSpPr>
        <p:spPr>
          <a:xfrm>
            <a:off x="771525" y="211455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01</a:t>
            </a:r>
          </a:p>
        </p:txBody>
      </p:sp>
      <p:sp>
        <p:nvSpPr>
          <p:cNvPr id="11" name="text-222-135">
            <a:extLst>
              <a:ext uri="{FF2B5EF4-FFF2-40B4-BE49-F238E27FC236}">
                <a16:creationId xmlns:a16="http://schemas.microsoft.com/office/drawing/2014/main" id="{F4778A98-DC0B-455A-B944-89B93F2092BC}"/>
              </a:ext>
            </a:extLst>
          </p:cNvPr>
          <p:cNvSpPr>
            <a:spLocks noGrp="1"/>
          </p:cNvSpPr>
          <p:nvPr/>
        </p:nvSpPr>
        <p:spPr>
          <a:xfrm>
            <a:off x="1285875" y="211455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def merge_sort(a):</a:t>
            </a:r>
          </a:p>
        </p:txBody>
      </p:sp>
      <p:sp>
        <p:nvSpPr>
          <p:cNvPr id="12" name="text-242.5-81">
            <a:extLst>
              <a:ext uri="{FF2B5EF4-FFF2-40B4-BE49-F238E27FC236}">
                <a16:creationId xmlns:a16="http://schemas.microsoft.com/office/drawing/2014/main" id="{F415C4F6-0755-4897-9F24-B59BAEBB028F}"/>
              </a:ext>
            </a:extLst>
          </p:cNvPr>
          <p:cNvSpPr>
            <a:spLocks noGrp="1"/>
          </p:cNvSpPr>
          <p:nvPr/>
        </p:nvSpPr>
        <p:spPr>
          <a:xfrm>
            <a:off x="771525" y="2309813"/>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02</a:t>
            </a:r>
          </a:p>
        </p:txBody>
      </p:sp>
      <p:sp>
        <p:nvSpPr>
          <p:cNvPr id="13" name="text-242.5-135">
            <a:extLst>
              <a:ext uri="{FF2B5EF4-FFF2-40B4-BE49-F238E27FC236}">
                <a16:creationId xmlns:a16="http://schemas.microsoft.com/office/drawing/2014/main" id="{B03FEFE2-28C8-4A04-B9AA-B8FA3FA9AEC8}"/>
              </a:ext>
            </a:extLst>
          </p:cNvPr>
          <p:cNvSpPr>
            <a:spLocks noGrp="1"/>
          </p:cNvSpPr>
          <p:nvPr/>
        </p:nvSpPr>
        <p:spPr>
          <a:xfrm>
            <a:off x="1285875" y="2309813"/>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if len(a) &lt;= 1:</a:t>
            </a:r>
          </a:p>
        </p:txBody>
      </p:sp>
      <p:sp>
        <p:nvSpPr>
          <p:cNvPr id="14" name="text-263-81">
            <a:extLst>
              <a:ext uri="{FF2B5EF4-FFF2-40B4-BE49-F238E27FC236}">
                <a16:creationId xmlns:a16="http://schemas.microsoft.com/office/drawing/2014/main" id="{B230E91F-5014-4EC6-87C2-9BBC5F96BAA0}"/>
              </a:ext>
            </a:extLst>
          </p:cNvPr>
          <p:cNvSpPr>
            <a:spLocks noGrp="1"/>
          </p:cNvSpPr>
          <p:nvPr/>
        </p:nvSpPr>
        <p:spPr>
          <a:xfrm>
            <a:off x="771525" y="2505075"/>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03</a:t>
            </a:r>
          </a:p>
        </p:txBody>
      </p:sp>
      <p:sp>
        <p:nvSpPr>
          <p:cNvPr id="15" name="text-263-135">
            <a:extLst>
              <a:ext uri="{FF2B5EF4-FFF2-40B4-BE49-F238E27FC236}">
                <a16:creationId xmlns:a16="http://schemas.microsoft.com/office/drawing/2014/main" id="{9156D342-3AE1-471F-B416-172D6802C127}"/>
              </a:ext>
            </a:extLst>
          </p:cNvPr>
          <p:cNvSpPr>
            <a:spLocks noGrp="1"/>
          </p:cNvSpPr>
          <p:nvPr/>
        </p:nvSpPr>
        <p:spPr>
          <a:xfrm>
            <a:off x="1285875" y="2505075"/>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return a[:]</a:t>
            </a:r>
          </a:p>
        </p:txBody>
      </p:sp>
      <p:sp>
        <p:nvSpPr>
          <p:cNvPr id="16" name="text-283.5-81">
            <a:extLst>
              <a:ext uri="{FF2B5EF4-FFF2-40B4-BE49-F238E27FC236}">
                <a16:creationId xmlns:a16="http://schemas.microsoft.com/office/drawing/2014/main" id="{12EF6A3B-03FC-40C2-947A-F5DA272A2985}"/>
              </a:ext>
            </a:extLst>
          </p:cNvPr>
          <p:cNvSpPr>
            <a:spLocks noGrp="1"/>
          </p:cNvSpPr>
          <p:nvPr/>
        </p:nvSpPr>
        <p:spPr>
          <a:xfrm>
            <a:off x="771525" y="2700338"/>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04</a:t>
            </a:r>
          </a:p>
        </p:txBody>
      </p:sp>
      <p:sp>
        <p:nvSpPr>
          <p:cNvPr id="17" name="text-283.5-135">
            <a:extLst>
              <a:ext uri="{FF2B5EF4-FFF2-40B4-BE49-F238E27FC236}">
                <a16:creationId xmlns:a16="http://schemas.microsoft.com/office/drawing/2014/main" id="{D3E176DA-F92F-4798-8B3B-3DE5F2BF2419}"/>
              </a:ext>
            </a:extLst>
          </p:cNvPr>
          <p:cNvSpPr>
            <a:spLocks noGrp="1"/>
          </p:cNvSpPr>
          <p:nvPr/>
        </p:nvSpPr>
        <p:spPr>
          <a:xfrm>
            <a:off x="1285875" y="2700338"/>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mid = len(a) // 2</a:t>
            </a:r>
          </a:p>
        </p:txBody>
      </p:sp>
      <p:sp>
        <p:nvSpPr>
          <p:cNvPr id="18" name="text-304-81">
            <a:extLst>
              <a:ext uri="{FF2B5EF4-FFF2-40B4-BE49-F238E27FC236}">
                <a16:creationId xmlns:a16="http://schemas.microsoft.com/office/drawing/2014/main" id="{07E0D67E-751E-47EF-AB8A-7E6C4B234411}"/>
              </a:ext>
            </a:extLst>
          </p:cNvPr>
          <p:cNvSpPr>
            <a:spLocks noGrp="1"/>
          </p:cNvSpPr>
          <p:nvPr/>
        </p:nvSpPr>
        <p:spPr>
          <a:xfrm>
            <a:off x="771525" y="289560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05</a:t>
            </a:r>
          </a:p>
        </p:txBody>
      </p:sp>
      <p:sp>
        <p:nvSpPr>
          <p:cNvPr id="19" name="text-304-135">
            <a:extLst>
              <a:ext uri="{FF2B5EF4-FFF2-40B4-BE49-F238E27FC236}">
                <a16:creationId xmlns:a16="http://schemas.microsoft.com/office/drawing/2014/main" id="{E31B5F9B-4F7B-4A53-9B60-96765DC0A620}"/>
              </a:ext>
            </a:extLst>
          </p:cNvPr>
          <p:cNvSpPr>
            <a:spLocks noGrp="1"/>
          </p:cNvSpPr>
          <p:nvPr/>
        </p:nvSpPr>
        <p:spPr>
          <a:xfrm>
            <a:off x="1285875" y="289560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return merge_arrays(merge_sort(a[:mid]),</a:t>
            </a:r>
          </a:p>
        </p:txBody>
      </p:sp>
      <p:sp>
        <p:nvSpPr>
          <p:cNvPr id="20" name="text-324.5-81">
            <a:extLst>
              <a:ext uri="{FF2B5EF4-FFF2-40B4-BE49-F238E27FC236}">
                <a16:creationId xmlns:a16="http://schemas.microsoft.com/office/drawing/2014/main" id="{33AE02D3-4FA2-40F1-8C7E-94F887947820}"/>
              </a:ext>
            </a:extLst>
          </p:cNvPr>
          <p:cNvSpPr>
            <a:spLocks noGrp="1"/>
          </p:cNvSpPr>
          <p:nvPr/>
        </p:nvSpPr>
        <p:spPr>
          <a:xfrm>
            <a:off x="771525" y="3090863"/>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06</a:t>
            </a:r>
          </a:p>
        </p:txBody>
      </p:sp>
      <p:sp>
        <p:nvSpPr>
          <p:cNvPr id="21" name="text-324.5-135">
            <a:extLst>
              <a:ext uri="{FF2B5EF4-FFF2-40B4-BE49-F238E27FC236}">
                <a16:creationId xmlns:a16="http://schemas.microsoft.com/office/drawing/2014/main" id="{E16424F5-1B08-4F82-B283-97489B682330}"/>
              </a:ext>
            </a:extLst>
          </p:cNvPr>
          <p:cNvSpPr>
            <a:spLocks noGrp="1"/>
          </p:cNvSpPr>
          <p:nvPr/>
        </p:nvSpPr>
        <p:spPr>
          <a:xfrm>
            <a:off x="1285875" y="3090863"/>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merge_sort(a[mid:]))</a:t>
            </a:r>
          </a:p>
        </p:txBody>
      </p:sp>
      <p:sp>
        <p:nvSpPr>
          <p:cNvPr id="22" name="text-635-64">
            <a:extLst>
              <a:ext uri="{FF2B5EF4-FFF2-40B4-BE49-F238E27FC236}">
                <a16:creationId xmlns:a16="http://schemas.microsoft.com/office/drawing/2014/main" id="{746DD2DD-24A2-4F00-8FFA-156E2EA7AE6A}"/>
              </a:ext>
            </a:extLst>
          </p:cNvPr>
          <p:cNvSpPr>
            <a:spLocks noGrp="1"/>
          </p:cNvSpPr>
          <p:nvPr/>
        </p:nvSpPr>
        <p:spPr>
          <a:xfrm>
            <a:off x="609600" y="6048375"/>
            <a:ext cx="10972800" cy="213360"/>
          </a:xfrm>
          <a:prstGeom prst="rect">
            <a:avLst/>
          </a:prstGeom>
          <a:noFill/>
          <a:ln w="0">
            <a:noFill/>
          </a:ln>
        </p:spPr>
        <p:txBody>
          <a:bodyPr wrap="none" lIns="0" tIns="0" rIns="0" bIns="0" anchor="t">
            <a:noAutofit/>
          </a:bodyPr>
          <a:lstStyle/>
          <a:p>
            <a:pPr algn="l">
              <a:lnSpc>
                <a:spcPct val="108000"/>
              </a:lnSpc>
              <a:buNone/>
              <a:defRPr sz="1200" b="0" i="0">
                <a:solidFill>
                  <a:srgbClr val="606060"/>
                </a:solidFill>
                <a:latin typeface="Malgun Gothic"/>
                <a:ea typeface="Malgun Gothic"/>
                <a:cs typeface="Malgun Gothic"/>
              </a:defRPr>
            </a:pPr>
            <a:r>
              <a:rPr sz="1200" b="0" i="0">
                <a:solidFill>
                  <a:srgbClr val="606060"/>
                </a:solidFill>
                <a:latin typeface="Malgun Gothic"/>
                <a:ea typeface="Malgun Gothic"/>
                <a:cs typeface="Malgun Gothic"/>
              </a:rPr>
              <a:t>시간 O(n log(n+1)). Python은 앞 문항 merge_arrays를 사용한다.</a:t>
            </a:r>
          </a:p>
        </p:txBody>
      </p:sp>
    </p:spTree>
    <p:extLst>
      <p:ext uri="{BB962C8B-B14F-4D97-AF65-F5344CB8AC3E}">
        <p14:creationId xmlns:p14="http://schemas.microsoft.com/office/powerpoint/2010/main" val="462685519"/>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9" name="text-28-64">
            <a:extLst>
              <a:ext uri="{FF2B5EF4-FFF2-40B4-BE49-F238E27FC236}">
                <a16:creationId xmlns:a16="http://schemas.microsoft.com/office/drawing/2014/main" id="{C099F8D1-6BFC-4B32-B8FB-85D273E481E1}"/>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Python/C 구현</a:t>
            </a:r>
          </a:p>
        </p:txBody>
      </p:sp>
      <p:sp>
        <p:nvSpPr>
          <p:cNvPr id="2" name="text-28-1080">
            <a:extLst>
              <a:ext uri="{FF2B5EF4-FFF2-40B4-BE49-F238E27FC236}">
                <a16:creationId xmlns:a16="http://schemas.microsoft.com/office/drawing/2014/main" id="{E5A71E4E-2126-4697-8A58-0B349F8848B6}"/>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39B6CE00-9FC1-4655-95D8-F736B41C45C7}"/>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92  C 구현</a:t>
            </a:r>
          </a:p>
        </p:txBody>
      </p:sp>
      <p:sp>
        <p:nvSpPr>
          <p:cNvPr id="4" name="직사각형 3">
            <a:extLst>
              <a:ext uri="{FF2B5EF4-FFF2-40B4-BE49-F238E27FC236}">
                <a16:creationId xmlns:a16="http://schemas.microsoft.com/office/drawing/2014/main" id="{71E0DFC2-67E6-4A00-AA67-0F101B648B3F}"/>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AB4BECFD-D2DD-4E01-8C2C-5DF9CCB53891}"/>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952387AE-BBB6-4BA9-986F-C4256A42E9DA}"/>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CBEB7FA9-A673-40BA-AE4B-881A4763C462}"/>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188</a:t>
            </a:r>
            <a:endParaRPr sz="1050" b="1" i="0">
              <a:solidFill>
                <a:srgbClr val="171717"/>
              </a:solidFill>
              <a:latin typeface="Consolas"/>
              <a:ea typeface="Consolas"/>
              <a:cs typeface="Consolas"/>
            </a:endParaRPr>
          </a:p>
        </p:txBody>
      </p:sp>
      <p:sp>
        <p:nvSpPr>
          <p:cNvPr id="8" name="text-163-64">
            <a:extLst>
              <a:ext uri="{FF2B5EF4-FFF2-40B4-BE49-F238E27FC236}">
                <a16:creationId xmlns:a16="http://schemas.microsoft.com/office/drawing/2014/main" id="{C581655A-1669-489A-8169-BA10259ADF2F}"/>
              </a:ext>
            </a:extLst>
          </p:cNvPr>
          <p:cNvSpPr>
            <a:spLocks noGrp="1"/>
          </p:cNvSpPr>
          <p:nvPr/>
        </p:nvSpPr>
        <p:spPr>
          <a:xfrm>
            <a:off x="609600" y="1552575"/>
            <a:ext cx="10972800" cy="266700"/>
          </a:xfrm>
          <a:prstGeom prst="rect">
            <a:avLst/>
          </a:prstGeom>
          <a:noFill/>
          <a:ln w="0">
            <a:noFill/>
          </a:ln>
        </p:spPr>
        <p:txBody>
          <a:bodyPr wrap="none" lIns="0" tIns="0" rIns="0" bIns="0" anchor="t">
            <a:noAutofit/>
          </a:bodyPr>
          <a:lstStyle/>
          <a:p>
            <a:pPr algn="l">
              <a:lnSpc>
                <a:spcPct val="108000"/>
              </a:lnSpc>
              <a:buNone/>
              <a:defRPr sz="1500" b="0" i="0">
                <a:solidFill>
                  <a:srgbClr val="606060"/>
                </a:solidFill>
                <a:latin typeface="Malgun Gothic"/>
                <a:ea typeface="Malgun Gothic"/>
                <a:cs typeface="Malgun Gothic"/>
              </a:defRPr>
            </a:pPr>
            <a:r>
              <a:rPr sz="1500" b="0" i="0">
                <a:solidFill>
                  <a:srgbClr val="606060"/>
                </a:solidFill>
                <a:latin typeface="Malgun Gothic"/>
                <a:ea typeface="Malgun Gothic"/>
                <a:cs typeface="Malgun Gothic"/>
              </a:rPr>
              <a:t>병합 정렬</a:t>
            </a:r>
          </a:p>
        </p:txBody>
      </p:sp>
      <p:sp>
        <p:nvSpPr>
          <p:cNvPr id="9" name="직사각형 8">
            <a:extLst>
              <a:ext uri="{FF2B5EF4-FFF2-40B4-BE49-F238E27FC236}">
                <a16:creationId xmlns:a16="http://schemas.microsoft.com/office/drawing/2014/main" id="{1EA3B848-597B-41BF-9E7B-AC058398C367}"/>
              </a:ext>
            </a:extLst>
          </p:cNvPr>
          <p:cNvSpPr>
            <a:spLocks noGrp="1"/>
          </p:cNvSpPr>
          <p:nvPr/>
        </p:nvSpPr>
        <p:spPr>
          <a:xfrm>
            <a:off x="609600" y="1981200"/>
            <a:ext cx="10972800" cy="3962400"/>
          </a:xfrm>
          <a:prstGeom prst="rect">
            <a:avLst/>
          </a:prstGeom>
          <a:solidFill>
            <a:srgbClr val="171717"/>
          </a:solidFill>
          <a:ln w="0">
            <a:noFill/>
          </a:ln>
        </p:spPr>
      </p:sp>
      <p:sp>
        <p:nvSpPr>
          <p:cNvPr id="10" name="text-222-81">
            <a:extLst>
              <a:ext uri="{FF2B5EF4-FFF2-40B4-BE49-F238E27FC236}">
                <a16:creationId xmlns:a16="http://schemas.microsoft.com/office/drawing/2014/main" id="{E006C6A4-59AF-43FD-9310-4358D267D3F7}"/>
              </a:ext>
            </a:extLst>
          </p:cNvPr>
          <p:cNvSpPr>
            <a:spLocks noGrp="1"/>
          </p:cNvSpPr>
          <p:nvPr/>
        </p:nvSpPr>
        <p:spPr>
          <a:xfrm>
            <a:off x="771525" y="211455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01</a:t>
            </a:r>
          </a:p>
        </p:txBody>
      </p:sp>
      <p:sp>
        <p:nvSpPr>
          <p:cNvPr id="11" name="text-222-135">
            <a:extLst>
              <a:ext uri="{FF2B5EF4-FFF2-40B4-BE49-F238E27FC236}">
                <a16:creationId xmlns:a16="http://schemas.microsoft.com/office/drawing/2014/main" id="{259A58C1-3573-4FB9-9625-5AC4994FF281}"/>
              </a:ext>
            </a:extLst>
          </p:cNvPr>
          <p:cNvSpPr>
            <a:spLocks noGrp="1"/>
          </p:cNvSpPr>
          <p:nvPr/>
        </p:nvSpPr>
        <p:spPr>
          <a:xfrm>
            <a:off x="1285875" y="211455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void merge_sort(int a[], int lo, int hi, int tmp[]) {</a:t>
            </a:r>
          </a:p>
        </p:txBody>
      </p:sp>
      <p:sp>
        <p:nvSpPr>
          <p:cNvPr id="12" name="text-242.5-81">
            <a:extLst>
              <a:ext uri="{FF2B5EF4-FFF2-40B4-BE49-F238E27FC236}">
                <a16:creationId xmlns:a16="http://schemas.microsoft.com/office/drawing/2014/main" id="{BCB86B0C-330F-42FC-870C-EB2BE983D427}"/>
              </a:ext>
            </a:extLst>
          </p:cNvPr>
          <p:cNvSpPr>
            <a:spLocks noGrp="1"/>
          </p:cNvSpPr>
          <p:nvPr/>
        </p:nvSpPr>
        <p:spPr>
          <a:xfrm>
            <a:off x="771525" y="2309813"/>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02</a:t>
            </a:r>
          </a:p>
        </p:txBody>
      </p:sp>
      <p:sp>
        <p:nvSpPr>
          <p:cNvPr id="13" name="text-242.5-135">
            <a:extLst>
              <a:ext uri="{FF2B5EF4-FFF2-40B4-BE49-F238E27FC236}">
                <a16:creationId xmlns:a16="http://schemas.microsoft.com/office/drawing/2014/main" id="{8F0164B8-05D2-49F1-8FFE-DA801A6A4A3F}"/>
              </a:ext>
            </a:extLst>
          </p:cNvPr>
          <p:cNvSpPr>
            <a:spLocks noGrp="1"/>
          </p:cNvSpPr>
          <p:nvPr/>
        </p:nvSpPr>
        <p:spPr>
          <a:xfrm>
            <a:off x="1285875" y="2309813"/>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if (hi-lo &lt;= 1) return;</a:t>
            </a:r>
          </a:p>
        </p:txBody>
      </p:sp>
      <p:sp>
        <p:nvSpPr>
          <p:cNvPr id="14" name="text-263-81">
            <a:extLst>
              <a:ext uri="{FF2B5EF4-FFF2-40B4-BE49-F238E27FC236}">
                <a16:creationId xmlns:a16="http://schemas.microsoft.com/office/drawing/2014/main" id="{CFA2F736-DF97-4969-8CB8-2E88CB6F524F}"/>
              </a:ext>
            </a:extLst>
          </p:cNvPr>
          <p:cNvSpPr>
            <a:spLocks noGrp="1"/>
          </p:cNvSpPr>
          <p:nvPr/>
        </p:nvSpPr>
        <p:spPr>
          <a:xfrm>
            <a:off x="771525" y="2505075"/>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03</a:t>
            </a:r>
          </a:p>
        </p:txBody>
      </p:sp>
      <p:sp>
        <p:nvSpPr>
          <p:cNvPr id="15" name="text-263-135">
            <a:extLst>
              <a:ext uri="{FF2B5EF4-FFF2-40B4-BE49-F238E27FC236}">
                <a16:creationId xmlns:a16="http://schemas.microsoft.com/office/drawing/2014/main" id="{09802F7F-C2E5-473D-9553-F6BE89357949}"/>
              </a:ext>
            </a:extLst>
          </p:cNvPr>
          <p:cNvSpPr>
            <a:spLocks noGrp="1"/>
          </p:cNvSpPr>
          <p:nvPr/>
        </p:nvSpPr>
        <p:spPr>
          <a:xfrm>
            <a:off x="1285875" y="2505075"/>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int mid=(lo+hi)/2;</a:t>
            </a:r>
          </a:p>
        </p:txBody>
      </p:sp>
      <p:sp>
        <p:nvSpPr>
          <p:cNvPr id="16" name="text-283.5-81">
            <a:extLst>
              <a:ext uri="{FF2B5EF4-FFF2-40B4-BE49-F238E27FC236}">
                <a16:creationId xmlns:a16="http://schemas.microsoft.com/office/drawing/2014/main" id="{FA5C2A9F-E973-48D4-8ACF-F0BE964613A8}"/>
              </a:ext>
            </a:extLst>
          </p:cNvPr>
          <p:cNvSpPr>
            <a:spLocks noGrp="1"/>
          </p:cNvSpPr>
          <p:nvPr/>
        </p:nvSpPr>
        <p:spPr>
          <a:xfrm>
            <a:off x="771525" y="2700338"/>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04</a:t>
            </a:r>
          </a:p>
        </p:txBody>
      </p:sp>
      <p:sp>
        <p:nvSpPr>
          <p:cNvPr id="17" name="text-283.5-135">
            <a:extLst>
              <a:ext uri="{FF2B5EF4-FFF2-40B4-BE49-F238E27FC236}">
                <a16:creationId xmlns:a16="http://schemas.microsoft.com/office/drawing/2014/main" id="{83EA565C-9DCD-4D2C-B345-8FDC715553B0}"/>
              </a:ext>
            </a:extLst>
          </p:cNvPr>
          <p:cNvSpPr>
            <a:spLocks noGrp="1"/>
          </p:cNvSpPr>
          <p:nvPr/>
        </p:nvSpPr>
        <p:spPr>
          <a:xfrm>
            <a:off x="1285875" y="2700338"/>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merge_sort(a,lo,mid,tmp);</a:t>
            </a:r>
          </a:p>
        </p:txBody>
      </p:sp>
      <p:sp>
        <p:nvSpPr>
          <p:cNvPr id="18" name="text-304-81">
            <a:extLst>
              <a:ext uri="{FF2B5EF4-FFF2-40B4-BE49-F238E27FC236}">
                <a16:creationId xmlns:a16="http://schemas.microsoft.com/office/drawing/2014/main" id="{2509F46D-1D46-4969-8DD4-F1C8E5A43F52}"/>
              </a:ext>
            </a:extLst>
          </p:cNvPr>
          <p:cNvSpPr>
            <a:spLocks noGrp="1"/>
          </p:cNvSpPr>
          <p:nvPr/>
        </p:nvSpPr>
        <p:spPr>
          <a:xfrm>
            <a:off x="771525" y="289560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05</a:t>
            </a:r>
          </a:p>
        </p:txBody>
      </p:sp>
      <p:sp>
        <p:nvSpPr>
          <p:cNvPr id="19" name="text-304-135">
            <a:extLst>
              <a:ext uri="{FF2B5EF4-FFF2-40B4-BE49-F238E27FC236}">
                <a16:creationId xmlns:a16="http://schemas.microsoft.com/office/drawing/2014/main" id="{34721F34-1EC0-4B18-905D-04C6DE97133E}"/>
              </a:ext>
            </a:extLst>
          </p:cNvPr>
          <p:cNvSpPr>
            <a:spLocks noGrp="1"/>
          </p:cNvSpPr>
          <p:nvPr/>
        </p:nvSpPr>
        <p:spPr>
          <a:xfrm>
            <a:off x="1285875" y="289560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merge_sort(a,mid,hi,tmp);</a:t>
            </a:r>
          </a:p>
        </p:txBody>
      </p:sp>
      <p:sp>
        <p:nvSpPr>
          <p:cNvPr id="20" name="text-324.5-81">
            <a:extLst>
              <a:ext uri="{FF2B5EF4-FFF2-40B4-BE49-F238E27FC236}">
                <a16:creationId xmlns:a16="http://schemas.microsoft.com/office/drawing/2014/main" id="{8997C10B-F9C1-406F-8ADF-228896A942DB}"/>
              </a:ext>
            </a:extLst>
          </p:cNvPr>
          <p:cNvSpPr>
            <a:spLocks noGrp="1"/>
          </p:cNvSpPr>
          <p:nvPr/>
        </p:nvSpPr>
        <p:spPr>
          <a:xfrm>
            <a:off x="771525" y="3090863"/>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06</a:t>
            </a:r>
          </a:p>
        </p:txBody>
      </p:sp>
      <p:sp>
        <p:nvSpPr>
          <p:cNvPr id="21" name="text-324.5-135">
            <a:extLst>
              <a:ext uri="{FF2B5EF4-FFF2-40B4-BE49-F238E27FC236}">
                <a16:creationId xmlns:a16="http://schemas.microsoft.com/office/drawing/2014/main" id="{230AA800-BF6A-4B22-B9A2-2C31C91F979A}"/>
              </a:ext>
            </a:extLst>
          </p:cNvPr>
          <p:cNvSpPr>
            <a:spLocks noGrp="1"/>
          </p:cNvSpPr>
          <p:nvPr/>
        </p:nvSpPr>
        <p:spPr>
          <a:xfrm>
            <a:off x="1285875" y="3090863"/>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int i=lo, j=mid, k=lo;</a:t>
            </a:r>
          </a:p>
        </p:txBody>
      </p:sp>
      <p:sp>
        <p:nvSpPr>
          <p:cNvPr id="22" name="text-345-81">
            <a:extLst>
              <a:ext uri="{FF2B5EF4-FFF2-40B4-BE49-F238E27FC236}">
                <a16:creationId xmlns:a16="http://schemas.microsoft.com/office/drawing/2014/main" id="{123CA49A-33B9-4643-91AB-965E85818D3D}"/>
              </a:ext>
            </a:extLst>
          </p:cNvPr>
          <p:cNvSpPr>
            <a:spLocks noGrp="1"/>
          </p:cNvSpPr>
          <p:nvPr/>
        </p:nvSpPr>
        <p:spPr>
          <a:xfrm>
            <a:off x="771525" y="3286125"/>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07</a:t>
            </a:r>
          </a:p>
        </p:txBody>
      </p:sp>
      <p:sp>
        <p:nvSpPr>
          <p:cNvPr id="23" name="text-345-135">
            <a:extLst>
              <a:ext uri="{FF2B5EF4-FFF2-40B4-BE49-F238E27FC236}">
                <a16:creationId xmlns:a16="http://schemas.microsoft.com/office/drawing/2014/main" id="{896E0A49-1BC6-4D76-BA07-7EDEA677BE14}"/>
              </a:ext>
            </a:extLst>
          </p:cNvPr>
          <p:cNvSpPr>
            <a:spLocks noGrp="1"/>
          </p:cNvSpPr>
          <p:nvPr/>
        </p:nvSpPr>
        <p:spPr>
          <a:xfrm>
            <a:off x="1285875" y="3286125"/>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while (i&lt;mid &amp;&amp; j&lt;hi) {</a:t>
            </a:r>
          </a:p>
        </p:txBody>
      </p:sp>
      <p:sp>
        <p:nvSpPr>
          <p:cNvPr id="24" name="text-365.5-81">
            <a:extLst>
              <a:ext uri="{FF2B5EF4-FFF2-40B4-BE49-F238E27FC236}">
                <a16:creationId xmlns:a16="http://schemas.microsoft.com/office/drawing/2014/main" id="{826406FE-735B-4EB7-B6D8-61CCD4E2D33D}"/>
              </a:ext>
            </a:extLst>
          </p:cNvPr>
          <p:cNvSpPr>
            <a:spLocks noGrp="1"/>
          </p:cNvSpPr>
          <p:nvPr/>
        </p:nvSpPr>
        <p:spPr>
          <a:xfrm>
            <a:off x="771525" y="3481388"/>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08</a:t>
            </a:r>
          </a:p>
        </p:txBody>
      </p:sp>
      <p:sp>
        <p:nvSpPr>
          <p:cNvPr id="25" name="text-365.5-135">
            <a:extLst>
              <a:ext uri="{FF2B5EF4-FFF2-40B4-BE49-F238E27FC236}">
                <a16:creationId xmlns:a16="http://schemas.microsoft.com/office/drawing/2014/main" id="{3868398D-D20B-4BF7-AEC2-D6DF4B33A6ED}"/>
              </a:ext>
            </a:extLst>
          </p:cNvPr>
          <p:cNvSpPr>
            <a:spLocks noGrp="1"/>
          </p:cNvSpPr>
          <p:nvPr/>
        </p:nvSpPr>
        <p:spPr>
          <a:xfrm>
            <a:off x="1285875" y="3481388"/>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if (a[i]&lt;=a[j]) tmp[k++]=a[i++];</a:t>
            </a:r>
          </a:p>
        </p:txBody>
      </p:sp>
      <p:sp>
        <p:nvSpPr>
          <p:cNvPr id="26" name="text-386-81">
            <a:extLst>
              <a:ext uri="{FF2B5EF4-FFF2-40B4-BE49-F238E27FC236}">
                <a16:creationId xmlns:a16="http://schemas.microsoft.com/office/drawing/2014/main" id="{1AF10E35-3EE7-4516-A25A-B9D85F63C6E2}"/>
              </a:ext>
            </a:extLst>
          </p:cNvPr>
          <p:cNvSpPr>
            <a:spLocks noGrp="1"/>
          </p:cNvSpPr>
          <p:nvPr/>
        </p:nvSpPr>
        <p:spPr>
          <a:xfrm>
            <a:off x="771525" y="367665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09</a:t>
            </a:r>
          </a:p>
        </p:txBody>
      </p:sp>
      <p:sp>
        <p:nvSpPr>
          <p:cNvPr id="27" name="text-386-135">
            <a:extLst>
              <a:ext uri="{FF2B5EF4-FFF2-40B4-BE49-F238E27FC236}">
                <a16:creationId xmlns:a16="http://schemas.microsoft.com/office/drawing/2014/main" id="{F2260924-DA94-4701-AF22-32ECB8EC6493}"/>
              </a:ext>
            </a:extLst>
          </p:cNvPr>
          <p:cNvSpPr>
            <a:spLocks noGrp="1"/>
          </p:cNvSpPr>
          <p:nvPr/>
        </p:nvSpPr>
        <p:spPr>
          <a:xfrm>
            <a:off x="1285875" y="367665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else tmp[k++]=a[j++];</a:t>
            </a:r>
          </a:p>
        </p:txBody>
      </p:sp>
      <p:sp>
        <p:nvSpPr>
          <p:cNvPr id="28" name="text-406.5-81">
            <a:extLst>
              <a:ext uri="{FF2B5EF4-FFF2-40B4-BE49-F238E27FC236}">
                <a16:creationId xmlns:a16="http://schemas.microsoft.com/office/drawing/2014/main" id="{30CD2C67-6BBA-45FE-9A88-C257C1839531}"/>
              </a:ext>
            </a:extLst>
          </p:cNvPr>
          <p:cNvSpPr>
            <a:spLocks noGrp="1"/>
          </p:cNvSpPr>
          <p:nvPr/>
        </p:nvSpPr>
        <p:spPr>
          <a:xfrm>
            <a:off x="771525" y="3871913"/>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10</a:t>
            </a:r>
          </a:p>
        </p:txBody>
      </p:sp>
      <p:sp>
        <p:nvSpPr>
          <p:cNvPr id="29" name="text-406.5-135">
            <a:extLst>
              <a:ext uri="{FF2B5EF4-FFF2-40B4-BE49-F238E27FC236}">
                <a16:creationId xmlns:a16="http://schemas.microsoft.com/office/drawing/2014/main" id="{9D6332E9-9C9F-4093-8C9B-A92B99CD49A6}"/>
              </a:ext>
            </a:extLst>
          </p:cNvPr>
          <p:cNvSpPr>
            <a:spLocks noGrp="1"/>
          </p:cNvSpPr>
          <p:nvPr/>
        </p:nvSpPr>
        <p:spPr>
          <a:xfrm>
            <a:off x="1285875" y="3871913"/>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a:t>
            </a:r>
          </a:p>
        </p:txBody>
      </p:sp>
      <p:sp>
        <p:nvSpPr>
          <p:cNvPr id="30" name="text-427-81">
            <a:extLst>
              <a:ext uri="{FF2B5EF4-FFF2-40B4-BE49-F238E27FC236}">
                <a16:creationId xmlns:a16="http://schemas.microsoft.com/office/drawing/2014/main" id="{74AAA4C8-D9AA-47B0-A93A-75F204443387}"/>
              </a:ext>
            </a:extLst>
          </p:cNvPr>
          <p:cNvSpPr>
            <a:spLocks noGrp="1"/>
          </p:cNvSpPr>
          <p:nvPr/>
        </p:nvSpPr>
        <p:spPr>
          <a:xfrm>
            <a:off x="771525" y="4067175"/>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11</a:t>
            </a:r>
          </a:p>
        </p:txBody>
      </p:sp>
      <p:sp>
        <p:nvSpPr>
          <p:cNvPr id="31" name="text-427-135">
            <a:extLst>
              <a:ext uri="{FF2B5EF4-FFF2-40B4-BE49-F238E27FC236}">
                <a16:creationId xmlns:a16="http://schemas.microsoft.com/office/drawing/2014/main" id="{F5650B08-2F60-4393-85B5-3265A42427D3}"/>
              </a:ext>
            </a:extLst>
          </p:cNvPr>
          <p:cNvSpPr>
            <a:spLocks noGrp="1"/>
          </p:cNvSpPr>
          <p:nvPr/>
        </p:nvSpPr>
        <p:spPr>
          <a:xfrm>
            <a:off x="1285875" y="4067175"/>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while (i&lt;mid) tmp[k++]=a[i++];</a:t>
            </a:r>
          </a:p>
        </p:txBody>
      </p:sp>
      <p:sp>
        <p:nvSpPr>
          <p:cNvPr id="32" name="text-447.5-81">
            <a:extLst>
              <a:ext uri="{FF2B5EF4-FFF2-40B4-BE49-F238E27FC236}">
                <a16:creationId xmlns:a16="http://schemas.microsoft.com/office/drawing/2014/main" id="{BA438DA6-2461-4E85-8F1D-6E71A3EBD1C8}"/>
              </a:ext>
            </a:extLst>
          </p:cNvPr>
          <p:cNvSpPr>
            <a:spLocks noGrp="1"/>
          </p:cNvSpPr>
          <p:nvPr/>
        </p:nvSpPr>
        <p:spPr>
          <a:xfrm>
            <a:off x="771525" y="4262438"/>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12</a:t>
            </a:r>
          </a:p>
        </p:txBody>
      </p:sp>
      <p:sp>
        <p:nvSpPr>
          <p:cNvPr id="33" name="text-447.5-135">
            <a:extLst>
              <a:ext uri="{FF2B5EF4-FFF2-40B4-BE49-F238E27FC236}">
                <a16:creationId xmlns:a16="http://schemas.microsoft.com/office/drawing/2014/main" id="{3A876BE3-A6EF-4A8F-BE28-382D0F17C6BE}"/>
              </a:ext>
            </a:extLst>
          </p:cNvPr>
          <p:cNvSpPr>
            <a:spLocks noGrp="1"/>
          </p:cNvSpPr>
          <p:nvPr/>
        </p:nvSpPr>
        <p:spPr>
          <a:xfrm>
            <a:off x="1285875" y="4262438"/>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while (j&lt;hi) tmp[k++]=a[j++];</a:t>
            </a:r>
          </a:p>
        </p:txBody>
      </p:sp>
      <p:sp>
        <p:nvSpPr>
          <p:cNvPr id="34" name="text-468-81">
            <a:extLst>
              <a:ext uri="{FF2B5EF4-FFF2-40B4-BE49-F238E27FC236}">
                <a16:creationId xmlns:a16="http://schemas.microsoft.com/office/drawing/2014/main" id="{6D2FBE1F-B2BE-4271-B77C-40A3D4B38CC4}"/>
              </a:ext>
            </a:extLst>
          </p:cNvPr>
          <p:cNvSpPr>
            <a:spLocks noGrp="1"/>
          </p:cNvSpPr>
          <p:nvPr/>
        </p:nvSpPr>
        <p:spPr>
          <a:xfrm>
            <a:off x="771525" y="445770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13</a:t>
            </a:r>
          </a:p>
        </p:txBody>
      </p:sp>
      <p:sp>
        <p:nvSpPr>
          <p:cNvPr id="35" name="text-468-135">
            <a:extLst>
              <a:ext uri="{FF2B5EF4-FFF2-40B4-BE49-F238E27FC236}">
                <a16:creationId xmlns:a16="http://schemas.microsoft.com/office/drawing/2014/main" id="{0F2FAEE6-E0FC-4FC7-ADAD-68924FC501E3}"/>
              </a:ext>
            </a:extLst>
          </p:cNvPr>
          <p:cNvSpPr>
            <a:spLocks noGrp="1"/>
          </p:cNvSpPr>
          <p:nvPr/>
        </p:nvSpPr>
        <p:spPr>
          <a:xfrm>
            <a:off x="1285875" y="445770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for (i=lo; i&lt;hi; ++i) a[i]=tmp[i];</a:t>
            </a:r>
          </a:p>
        </p:txBody>
      </p:sp>
      <p:sp>
        <p:nvSpPr>
          <p:cNvPr id="36" name="text-488.5-81">
            <a:extLst>
              <a:ext uri="{FF2B5EF4-FFF2-40B4-BE49-F238E27FC236}">
                <a16:creationId xmlns:a16="http://schemas.microsoft.com/office/drawing/2014/main" id="{9AD6F39B-1424-4B00-8509-6639E1BD15AB}"/>
              </a:ext>
            </a:extLst>
          </p:cNvPr>
          <p:cNvSpPr>
            <a:spLocks noGrp="1"/>
          </p:cNvSpPr>
          <p:nvPr/>
        </p:nvSpPr>
        <p:spPr>
          <a:xfrm>
            <a:off x="771525" y="4652963"/>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14</a:t>
            </a:r>
          </a:p>
        </p:txBody>
      </p:sp>
      <p:sp>
        <p:nvSpPr>
          <p:cNvPr id="37" name="text-488.5-135">
            <a:extLst>
              <a:ext uri="{FF2B5EF4-FFF2-40B4-BE49-F238E27FC236}">
                <a16:creationId xmlns:a16="http://schemas.microsoft.com/office/drawing/2014/main" id="{E9666210-A589-4966-827F-C906AA771CB3}"/>
              </a:ext>
            </a:extLst>
          </p:cNvPr>
          <p:cNvSpPr>
            <a:spLocks noGrp="1"/>
          </p:cNvSpPr>
          <p:nvPr/>
        </p:nvSpPr>
        <p:spPr>
          <a:xfrm>
            <a:off x="1285875" y="4652963"/>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a:t>
            </a:r>
          </a:p>
        </p:txBody>
      </p:sp>
      <p:sp>
        <p:nvSpPr>
          <p:cNvPr id="38" name="text-635-64">
            <a:extLst>
              <a:ext uri="{FF2B5EF4-FFF2-40B4-BE49-F238E27FC236}">
                <a16:creationId xmlns:a16="http://schemas.microsoft.com/office/drawing/2014/main" id="{B51E676F-081C-440A-BAFB-ABB9E000ED92}"/>
              </a:ext>
            </a:extLst>
          </p:cNvPr>
          <p:cNvSpPr>
            <a:spLocks noGrp="1"/>
          </p:cNvSpPr>
          <p:nvPr/>
        </p:nvSpPr>
        <p:spPr>
          <a:xfrm>
            <a:off x="609600" y="6048375"/>
            <a:ext cx="10972800" cy="213360"/>
          </a:xfrm>
          <a:prstGeom prst="rect">
            <a:avLst/>
          </a:prstGeom>
          <a:noFill/>
          <a:ln w="0">
            <a:noFill/>
          </a:ln>
        </p:spPr>
        <p:txBody>
          <a:bodyPr wrap="none" lIns="0" tIns="0" rIns="0" bIns="0" anchor="t">
            <a:noAutofit/>
          </a:bodyPr>
          <a:lstStyle/>
          <a:p>
            <a:pPr algn="l">
              <a:lnSpc>
                <a:spcPct val="108000"/>
              </a:lnSpc>
              <a:buNone/>
              <a:defRPr sz="1200" b="0" i="0">
                <a:solidFill>
                  <a:srgbClr val="606060"/>
                </a:solidFill>
                <a:latin typeface="Malgun Gothic"/>
                <a:ea typeface="Malgun Gothic"/>
                <a:cs typeface="Malgun Gothic"/>
              </a:defRPr>
            </a:pPr>
            <a:r>
              <a:rPr sz="1200" b="0" i="0">
                <a:solidFill>
                  <a:srgbClr val="606060"/>
                </a:solidFill>
                <a:latin typeface="Malgun Gothic"/>
                <a:ea typeface="Malgun Gothic"/>
                <a:cs typeface="Malgun Gothic"/>
              </a:rPr>
              <a:t>시간 O(n log(n+1)). Python은 앞 문항 merge_arrays를 사용한다.</a:t>
            </a:r>
          </a:p>
        </p:txBody>
      </p:sp>
    </p:spTree>
    <p:extLst>
      <p:ext uri="{BB962C8B-B14F-4D97-AF65-F5344CB8AC3E}">
        <p14:creationId xmlns:p14="http://schemas.microsoft.com/office/powerpoint/2010/main" val="462685519"/>
      </p:ext>
    </p:extLst>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ext-28-64">
            <a:extLst>
              <a:ext uri="{FF2B5EF4-FFF2-40B4-BE49-F238E27FC236}">
                <a16:creationId xmlns:a16="http://schemas.microsoft.com/office/drawing/2014/main" id="{3C4D8410-6996-44CB-9D71-E0D5DC04C3FD}"/>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Python/C 구현</a:t>
            </a:r>
          </a:p>
        </p:txBody>
      </p:sp>
      <p:sp>
        <p:nvSpPr>
          <p:cNvPr id="2" name="text-28-1080">
            <a:extLst>
              <a:ext uri="{FF2B5EF4-FFF2-40B4-BE49-F238E27FC236}">
                <a16:creationId xmlns:a16="http://schemas.microsoft.com/office/drawing/2014/main" id="{C44D50F5-59E4-4121-A01E-AC1F2A74BE7E}"/>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6B33BB9F-1788-4023-BA70-F339308F9C28}"/>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93  </a:t>
            </a:r>
          </a:p>
        </p:txBody>
      </p:sp>
      <p:sp>
        <p:nvSpPr>
          <p:cNvPr id="4" name="직사각형 3">
            <a:extLst>
              <a:ext uri="{FF2B5EF4-FFF2-40B4-BE49-F238E27FC236}">
                <a16:creationId xmlns:a16="http://schemas.microsoft.com/office/drawing/2014/main" id="{456F4132-BD6B-4D43-8F3A-14D34D19D012}"/>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4407FED0-A496-4871-820D-770DEEAF9A90}"/>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9EBD7E91-C81E-4EAC-B30B-91161EE2E114}"/>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6592E1C3-A3E0-46B6-8D91-6ABF0E77E046}"/>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189</a:t>
            </a:r>
            <a:endParaRPr sz="1050" b="1" i="0">
              <a:solidFill>
                <a:srgbClr val="171717"/>
              </a:solidFill>
              <a:latin typeface="Consolas"/>
              <a:ea typeface="Consolas"/>
              <a:cs typeface="Consolas"/>
            </a:endParaRPr>
          </a:p>
        </p:txBody>
      </p:sp>
      <p:sp>
        <p:nvSpPr>
          <p:cNvPr id="8" name="text-178-64">
            <a:extLst>
              <a:ext uri="{FF2B5EF4-FFF2-40B4-BE49-F238E27FC236}">
                <a16:creationId xmlns:a16="http://schemas.microsoft.com/office/drawing/2014/main" id="{D292DA55-A050-4B0F-AE37-5C83FC626467}"/>
              </a:ext>
            </a:extLst>
          </p:cNvPr>
          <p:cNvSpPr>
            <a:spLocks noGrp="1"/>
          </p:cNvSpPr>
          <p:nvPr/>
        </p:nvSpPr>
        <p:spPr>
          <a:xfrm>
            <a:off x="609600" y="1695450"/>
            <a:ext cx="10972800" cy="112014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정수 배열의 [lo,hi)에서 lo&lt;mid&lt;hi다. 양쪽에 적어도 한 원소를 포함하는 최대 연속합</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cross_sum을 작성한다. n≤1000, 값은 −10⁶..10⁶. Python 또는 C 중 하나로</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함수를 작성하시오.</a:t>
            </a:r>
          </a:p>
        </p:txBody>
      </p:sp>
      <p:sp>
        <p:nvSpPr>
          <p:cNvPr id="9" name="text-405-64">
            <a:extLst>
              <a:ext uri="{FF2B5EF4-FFF2-40B4-BE49-F238E27FC236}">
                <a16:creationId xmlns:a16="http://schemas.microsoft.com/office/drawing/2014/main" id="{17866F94-822B-41CF-942E-D30DD4DFBA17}"/>
              </a:ext>
            </a:extLst>
          </p:cNvPr>
          <p:cNvSpPr>
            <a:spLocks noGrp="1"/>
          </p:cNvSpPr>
          <p:nvPr/>
        </p:nvSpPr>
        <p:spPr>
          <a:xfrm>
            <a:off x="609600" y="3857625"/>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함수의 동작, 경계 처리, 시간 복잡도를 함께 작성하시오.</a:t>
            </a:r>
          </a:p>
        </p:txBody>
      </p:sp>
      <p:sp>
        <p:nvSpPr>
          <p:cNvPr id="10" name="직사각형 9">
            <a:extLst>
              <a:ext uri="{FF2B5EF4-FFF2-40B4-BE49-F238E27FC236}">
                <a16:creationId xmlns:a16="http://schemas.microsoft.com/office/drawing/2014/main" id="{D78E9887-47F4-467F-81D1-A5EE7BBA7256}"/>
              </a:ext>
            </a:extLst>
          </p:cNvPr>
          <p:cNvSpPr>
            <a:spLocks noGrp="1"/>
          </p:cNvSpPr>
          <p:nvPr/>
        </p:nvSpPr>
        <p:spPr>
          <a:xfrm>
            <a:off x="609600" y="4495800"/>
            <a:ext cx="10972800" cy="9525"/>
          </a:xfrm>
          <a:prstGeom prst="rect">
            <a:avLst/>
          </a:prstGeom>
          <a:solidFill>
            <a:srgbClr val="D4D4D4"/>
          </a:solidFill>
          <a:ln w="0">
            <a:noFill/>
          </a:ln>
        </p:spPr>
      </p:sp>
      <p:sp>
        <p:nvSpPr>
          <p:cNvPr id="11" name="직사각형 10">
            <a:extLst>
              <a:ext uri="{FF2B5EF4-FFF2-40B4-BE49-F238E27FC236}">
                <a16:creationId xmlns:a16="http://schemas.microsoft.com/office/drawing/2014/main" id="{3342B63B-A605-4A43-9CB9-44CF93EF0D6B}"/>
              </a:ext>
            </a:extLst>
          </p:cNvPr>
          <p:cNvSpPr>
            <a:spLocks noGrp="1"/>
          </p:cNvSpPr>
          <p:nvPr/>
        </p:nvSpPr>
        <p:spPr>
          <a:xfrm>
            <a:off x="609600" y="5181600"/>
            <a:ext cx="10972800" cy="9525"/>
          </a:xfrm>
          <a:prstGeom prst="rect">
            <a:avLst/>
          </a:prstGeom>
          <a:solidFill>
            <a:srgbClr val="D4D4D4"/>
          </a:solidFill>
          <a:ln w="0">
            <a:noFill/>
          </a:ln>
        </p:spPr>
      </p:sp>
      <p:sp>
        <p:nvSpPr>
          <p:cNvPr id="12" name="직사각형 11">
            <a:extLst>
              <a:ext uri="{FF2B5EF4-FFF2-40B4-BE49-F238E27FC236}">
                <a16:creationId xmlns:a16="http://schemas.microsoft.com/office/drawing/2014/main" id="{0938341F-4BDE-470E-B28F-CE2048360128}"/>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p14:creationId xmlns:p14="http://schemas.microsoft.com/office/powerpoint/2010/main" val="462685519"/>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18EDF9CE-0EB2-4BB9-9D36-F11B2D597798}"/>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Python/C 구현</a:t>
            </a:r>
          </a:p>
        </p:txBody>
      </p:sp>
      <p:sp>
        <p:nvSpPr>
          <p:cNvPr id="2" name="text-28-1080">
            <a:extLst>
              <a:ext uri="{FF2B5EF4-FFF2-40B4-BE49-F238E27FC236}">
                <a16:creationId xmlns:a16="http://schemas.microsoft.com/office/drawing/2014/main" id="{0B41F60F-C563-4C0C-85FB-8150339F0ED7}"/>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7307DBA2-D8EF-451F-A7F1-78AD5A7641B8}"/>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93  정답과 해설</a:t>
            </a:r>
          </a:p>
        </p:txBody>
      </p:sp>
      <p:sp>
        <p:nvSpPr>
          <p:cNvPr id="4" name="직사각형 3">
            <a:extLst>
              <a:ext uri="{FF2B5EF4-FFF2-40B4-BE49-F238E27FC236}">
                <a16:creationId xmlns:a16="http://schemas.microsoft.com/office/drawing/2014/main" id="{4FBD6B9A-4797-4006-9824-A522E4751C6D}"/>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CAD45EF9-556F-4E48-B413-252D79F2CE76}"/>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82743C37-8746-424E-8CCD-2EB061FBE490}"/>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489EFF3F-99C1-4740-A97C-44930E0CFCA3}"/>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190</a:t>
            </a:r>
            <a:endParaRPr sz="1050" b="1" i="0">
              <a:solidFill>
                <a:srgbClr val="171717"/>
              </a:solidFill>
              <a:latin typeface="Consolas"/>
              <a:ea typeface="Consolas"/>
              <a:cs typeface="Consolas"/>
            </a:endParaRPr>
          </a:p>
        </p:txBody>
      </p:sp>
      <p:sp>
        <p:nvSpPr>
          <p:cNvPr id="8" name="text-178-64">
            <a:extLst>
              <a:ext uri="{FF2B5EF4-FFF2-40B4-BE49-F238E27FC236}">
                <a16:creationId xmlns:a16="http://schemas.microsoft.com/office/drawing/2014/main" id="{0FAB0ECC-5C09-4959-96D2-14E7818FD1AD}"/>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경계를 가로지르는 합</a:t>
            </a:r>
          </a:p>
        </p:txBody>
      </p:sp>
      <p:sp>
        <p:nvSpPr>
          <p:cNvPr id="9" name="직사각형 8">
            <a:extLst>
              <a:ext uri="{FF2B5EF4-FFF2-40B4-BE49-F238E27FC236}">
                <a16:creationId xmlns:a16="http://schemas.microsoft.com/office/drawing/2014/main" id="{F9D651A1-E5BC-488F-B0EC-C5C7D942F860}"/>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4C574492-7881-412E-8CFD-D3EEF69FC0FB}"/>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왼쪽의 최대 접미사 합과 오른쪽의 최대 접두사 합을 더한다.</a:t>
            </a:r>
          </a:p>
        </p:txBody>
      </p:sp>
      <p:sp>
        <p:nvSpPr>
          <p:cNvPr id="11" name="text-324.4-64">
            <a:extLst>
              <a:ext uri="{FF2B5EF4-FFF2-40B4-BE49-F238E27FC236}">
                <a16:creationId xmlns:a16="http://schemas.microsoft.com/office/drawing/2014/main" id="{E898781A-5D10-451D-94A5-2F8878805C5A}"/>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0D299E49-859B-450E-9007-F7CEF652E715}"/>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27CDF117-2219-442D-AF4D-3ACFD833C9BA}"/>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시간 O(hi−lo). 모두 음수여도 빈 구간을 허용하지 않는다.</a:t>
            </a:r>
          </a:p>
        </p:txBody>
      </p:sp>
    </p:spTree>
    <p:extLst>
      <p:ext uri="{BB962C8B-B14F-4D97-AF65-F5344CB8AC3E}">
        <p14:creationId xmlns:p14="http://schemas.microsoft.com/office/powerpoint/2010/main" val="462685519"/>
      </p:ext>
    </p:extLst>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5" name="text-28-64">
            <a:extLst>
              <a:ext uri="{FF2B5EF4-FFF2-40B4-BE49-F238E27FC236}">
                <a16:creationId xmlns:a16="http://schemas.microsoft.com/office/drawing/2014/main" id="{667B4306-9AE9-4818-8E93-ACFC266ECC7B}"/>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Python/C 구현</a:t>
            </a:r>
          </a:p>
        </p:txBody>
      </p:sp>
      <p:sp>
        <p:nvSpPr>
          <p:cNvPr id="2" name="text-28-1080">
            <a:extLst>
              <a:ext uri="{FF2B5EF4-FFF2-40B4-BE49-F238E27FC236}">
                <a16:creationId xmlns:a16="http://schemas.microsoft.com/office/drawing/2014/main" id="{EE833A5B-C376-4557-BFFD-91A0FD2DE64E}"/>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9FC2BA00-CF7D-4076-B293-7CC2CA23A674}"/>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93  Python 구현</a:t>
            </a:r>
          </a:p>
        </p:txBody>
      </p:sp>
      <p:sp>
        <p:nvSpPr>
          <p:cNvPr id="4" name="직사각형 3">
            <a:extLst>
              <a:ext uri="{FF2B5EF4-FFF2-40B4-BE49-F238E27FC236}">
                <a16:creationId xmlns:a16="http://schemas.microsoft.com/office/drawing/2014/main" id="{EF990A09-09C7-4BC1-A281-9623D84BC59A}"/>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9E83B683-E695-4359-ADAD-5AB01AE29CA5}"/>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2A15C7CA-CD24-4BFD-8788-9F380539C8B2}"/>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B542651F-6341-471F-A6BF-8CE14BB4E597}"/>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191</a:t>
            </a:r>
            <a:endParaRPr sz="1050" b="1" i="0">
              <a:solidFill>
                <a:srgbClr val="171717"/>
              </a:solidFill>
              <a:latin typeface="Consolas"/>
              <a:ea typeface="Consolas"/>
              <a:cs typeface="Consolas"/>
            </a:endParaRPr>
          </a:p>
        </p:txBody>
      </p:sp>
      <p:sp>
        <p:nvSpPr>
          <p:cNvPr id="8" name="text-163-64">
            <a:extLst>
              <a:ext uri="{FF2B5EF4-FFF2-40B4-BE49-F238E27FC236}">
                <a16:creationId xmlns:a16="http://schemas.microsoft.com/office/drawing/2014/main" id="{C84B2278-815D-40D5-9055-9C200609EF55}"/>
              </a:ext>
            </a:extLst>
          </p:cNvPr>
          <p:cNvSpPr>
            <a:spLocks noGrp="1"/>
          </p:cNvSpPr>
          <p:nvPr/>
        </p:nvSpPr>
        <p:spPr>
          <a:xfrm>
            <a:off x="609600" y="1552575"/>
            <a:ext cx="10972800" cy="266700"/>
          </a:xfrm>
          <a:prstGeom prst="rect">
            <a:avLst/>
          </a:prstGeom>
          <a:noFill/>
          <a:ln w="0">
            <a:noFill/>
          </a:ln>
        </p:spPr>
        <p:txBody>
          <a:bodyPr wrap="none" lIns="0" tIns="0" rIns="0" bIns="0" anchor="t">
            <a:noAutofit/>
          </a:bodyPr>
          <a:lstStyle/>
          <a:p>
            <a:pPr algn="l">
              <a:lnSpc>
                <a:spcPct val="108000"/>
              </a:lnSpc>
              <a:buNone/>
              <a:defRPr sz="1500" b="0" i="0">
                <a:solidFill>
                  <a:srgbClr val="606060"/>
                </a:solidFill>
                <a:latin typeface="Malgun Gothic"/>
                <a:ea typeface="Malgun Gothic"/>
                <a:cs typeface="Malgun Gothic"/>
              </a:defRPr>
            </a:pPr>
            <a:r>
              <a:rPr sz="1500" b="0" i="0">
                <a:solidFill>
                  <a:srgbClr val="606060"/>
                </a:solidFill>
                <a:latin typeface="Malgun Gothic"/>
                <a:ea typeface="Malgun Gothic"/>
                <a:cs typeface="Malgun Gothic"/>
              </a:rPr>
              <a:t>경계를 가로지르는 합</a:t>
            </a:r>
          </a:p>
        </p:txBody>
      </p:sp>
      <p:sp>
        <p:nvSpPr>
          <p:cNvPr id="9" name="직사각형 8">
            <a:extLst>
              <a:ext uri="{FF2B5EF4-FFF2-40B4-BE49-F238E27FC236}">
                <a16:creationId xmlns:a16="http://schemas.microsoft.com/office/drawing/2014/main" id="{BCFFFCDC-D74C-4FB0-8812-824FF72B0E27}"/>
              </a:ext>
            </a:extLst>
          </p:cNvPr>
          <p:cNvSpPr>
            <a:spLocks noGrp="1"/>
          </p:cNvSpPr>
          <p:nvPr/>
        </p:nvSpPr>
        <p:spPr>
          <a:xfrm>
            <a:off x="609600" y="1981200"/>
            <a:ext cx="10972800" cy="3962400"/>
          </a:xfrm>
          <a:prstGeom prst="rect">
            <a:avLst/>
          </a:prstGeom>
          <a:solidFill>
            <a:srgbClr val="171717"/>
          </a:solidFill>
          <a:ln w="0">
            <a:noFill/>
          </a:ln>
        </p:spPr>
      </p:sp>
      <p:sp>
        <p:nvSpPr>
          <p:cNvPr id="10" name="text-222-81">
            <a:extLst>
              <a:ext uri="{FF2B5EF4-FFF2-40B4-BE49-F238E27FC236}">
                <a16:creationId xmlns:a16="http://schemas.microsoft.com/office/drawing/2014/main" id="{752143ED-FB2C-47D0-A089-2299E86ADE60}"/>
              </a:ext>
            </a:extLst>
          </p:cNvPr>
          <p:cNvSpPr>
            <a:spLocks noGrp="1"/>
          </p:cNvSpPr>
          <p:nvPr/>
        </p:nvSpPr>
        <p:spPr>
          <a:xfrm>
            <a:off x="771525" y="211455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01</a:t>
            </a:r>
          </a:p>
        </p:txBody>
      </p:sp>
      <p:sp>
        <p:nvSpPr>
          <p:cNvPr id="11" name="text-222-135">
            <a:extLst>
              <a:ext uri="{FF2B5EF4-FFF2-40B4-BE49-F238E27FC236}">
                <a16:creationId xmlns:a16="http://schemas.microsoft.com/office/drawing/2014/main" id="{5D88B421-8FFE-49FC-A99F-CBB50CB459E3}"/>
              </a:ext>
            </a:extLst>
          </p:cNvPr>
          <p:cNvSpPr>
            <a:spLocks noGrp="1"/>
          </p:cNvSpPr>
          <p:nvPr/>
        </p:nvSpPr>
        <p:spPr>
          <a:xfrm>
            <a:off x="1285875" y="211455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def cross_sum(a, lo, mid, hi):</a:t>
            </a:r>
          </a:p>
        </p:txBody>
      </p:sp>
      <p:sp>
        <p:nvSpPr>
          <p:cNvPr id="12" name="text-242.5-81">
            <a:extLst>
              <a:ext uri="{FF2B5EF4-FFF2-40B4-BE49-F238E27FC236}">
                <a16:creationId xmlns:a16="http://schemas.microsoft.com/office/drawing/2014/main" id="{466CA9DE-9C81-4BF3-ADDA-FB3B8139FA05}"/>
              </a:ext>
            </a:extLst>
          </p:cNvPr>
          <p:cNvSpPr>
            <a:spLocks noGrp="1"/>
          </p:cNvSpPr>
          <p:nvPr/>
        </p:nvSpPr>
        <p:spPr>
          <a:xfrm>
            <a:off x="771525" y="2309813"/>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02</a:t>
            </a:r>
          </a:p>
        </p:txBody>
      </p:sp>
      <p:sp>
        <p:nvSpPr>
          <p:cNvPr id="13" name="text-242.5-135">
            <a:extLst>
              <a:ext uri="{FF2B5EF4-FFF2-40B4-BE49-F238E27FC236}">
                <a16:creationId xmlns:a16="http://schemas.microsoft.com/office/drawing/2014/main" id="{12EB8BDE-272C-4682-9379-8982B7DFA2C7}"/>
              </a:ext>
            </a:extLst>
          </p:cNvPr>
          <p:cNvSpPr>
            <a:spLocks noGrp="1"/>
          </p:cNvSpPr>
          <p:nvPr/>
        </p:nvSpPr>
        <p:spPr>
          <a:xfrm>
            <a:off x="1285875" y="2309813"/>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total = 0</a:t>
            </a:r>
          </a:p>
        </p:txBody>
      </p:sp>
      <p:sp>
        <p:nvSpPr>
          <p:cNvPr id="14" name="text-263-81">
            <a:extLst>
              <a:ext uri="{FF2B5EF4-FFF2-40B4-BE49-F238E27FC236}">
                <a16:creationId xmlns:a16="http://schemas.microsoft.com/office/drawing/2014/main" id="{ABC7D886-7143-4AC9-8DF6-161DD0E78547}"/>
              </a:ext>
            </a:extLst>
          </p:cNvPr>
          <p:cNvSpPr>
            <a:spLocks noGrp="1"/>
          </p:cNvSpPr>
          <p:nvPr/>
        </p:nvSpPr>
        <p:spPr>
          <a:xfrm>
            <a:off x="771525" y="2505075"/>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03</a:t>
            </a:r>
          </a:p>
        </p:txBody>
      </p:sp>
      <p:sp>
        <p:nvSpPr>
          <p:cNvPr id="15" name="text-263-135">
            <a:extLst>
              <a:ext uri="{FF2B5EF4-FFF2-40B4-BE49-F238E27FC236}">
                <a16:creationId xmlns:a16="http://schemas.microsoft.com/office/drawing/2014/main" id="{3CFF1169-C4E7-4DCE-B5D6-13B50F5A1260}"/>
              </a:ext>
            </a:extLst>
          </p:cNvPr>
          <p:cNvSpPr>
            <a:spLocks noGrp="1"/>
          </p:cNvSpPr>
          <p:nvPr/>
        </p:nvSpPr>
        <p:spPr>
          <a:xfrm>
            <a:off x="1285875" y="2505075"/>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left = a[mid - 1]</a:t>
            </a:r>
          </a:p>
        </p:txBody>
      </p:sp>
      <p:sp>
        <p:nvSpPr>
          <p:cNvPr id="16" name="text-283.5-81">
            <a:extLst>
              <a:ext uri="{FF2B5EF4-FFF2-40B4-BE49-F238E27FC236}">
                <a16:creationId xmlns:a16="http://schemas.microsoft.com/office/drawing/2014/main" id="{5C68E946-2C3E-4EF8-BC68-715F2A3C3C87}"/>
              </a:ext>
            </a:extLst>
          </p:cNvPr>
          <p:cNvSpPr>
            <a:spLocks noGrp="1"/>
          </p:cNvSpPr>
          <p:nvPr/>
        </p:nvSpPr>
        <p:spPr>
          <a:xfrm>
            <a:off x="771525" y="2700338"/>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04</a:t>
            </a:r>
          </a:p>
        </p:txBody>
      </p:sp>
      <p:sp>
        <p:nvSpPr>
          <p:cNvPr id="17" name="text-283.5-135">
            <a:extLst>
              <a:ext uri="{FF2B5EF4-FFF2-40B4-BE49-F238E27FC236}">
                <a16:creationId xmlns:a16="http://schemas.microsoft.com/office/drawing/2014/main" id="{73C4692C-0EC7-478E-8A81-EA571C8F208A}"/>
              </a:ext>
            </a:extLst>
          </p:cNvPr>
          <p:cNvSpPr>
            <a:spLocks noGrp="1"/>
          </p:cNvSpPr>
          <p:nvPr/>
        </p:nvSpPr>
        <p:spPr>
          <a:xfrm>
            <a:off x="1285875" y="2700338"/>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for i in range(mid - 1, lo - 1, -1):</a:t>
            </a:r>
          </a:p>
        </p:txBody>
      </p:sp>
      <p:sp>
        <p:nvSpPr>
          <p:cNvPr id="18" name="text-304-81">
            <a:extLst>
              <a:ext uri="{FF2B5EF4-FFF2-40B4-BE49-F238E27FC236}">
                <a16:creationId xmlns:a16="http://schemas.microsoft.com/office/drawing/2014/main" id="{DFEBD2F6-4757-491C-A788-F9574E0B58A8}"/>
              </a:ext>
            </a:extLst>
          </p:cNvPr>
          <p:cNvSpPr>
            <a:spLocks noGrp="1"/>
          </p:cNvSpPr>
          <p:nvPr/>
        </p:nvSpPr>
        <p:spPr>
          <a:xfrm>
            <a:off x="771525" y="289560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05</a:t>
            </a:r>
          </a:p>
        </p:txBody>
      </p:sp>
      <p:sp>
        <p:nvSpPr>
          <p:cNvPr id="19" name="text-304-135">
            <a:extLst>
              <a:ext uri="{FF2B5EF4-FFF2-40B4-BE49-F238E27FC236}">
                <a16:creationId xmlns:a16="http://schemas.microsoft.com/office/drawing/2014/main" id="{250F7C4E-113D-4457-BD3F-2EACFB4CD4B5}"/>
              </a:ext>
            </a:extLst>
          </p:cNvPr>
          <p:cNvSpPr>
            <a:spLocks noGrp="1"/>
          </p:cNvSpPr>
          <p:nvPr/>
        </p:nvSpPr>
        <p:spPr>
          <a:xfrm>
            <a:off x="1285875" y="289560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total += a[i]</a:t>
            </a:r>
          </a:p>
        </p:txBody>
      </p:sp>
      <p:sp>
        <p:nvSpPr>
          <p:cNvPr id="20" name="text-324.5-81">
            <a:extLst>
              <a:ext uri="{FF2B5EF4-FFF2-40B4-BE49-F238E27FC236}">
                <a16:creationId xmlns:a16="http://schemas.microsoft.com/office/drawing/2014/main" id="{E3C54103-19C4-4ECD-BE1A-B59805BCD788}"/>
              </a:ext>
            </a:extLst>
          </p:cNvPr>
          <p:cNvSpPr>
            <a:spLocks noGrp="1"/>
          </p:cNvSpPr>
          <p:nvPr/>
        </p:nvSpPr>
        <p:spPr>
          <a:xfrm>
            <a:off x="771525" y="3090863"/>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06</a:t>
            </a:r>
          </a:p>
        </p:txBody>
      </p:sp>
      <p:sp>
        <p:nvSpPr>
          <p:cNvPr id="21" name="text-324.5-135">
            <a:extLst>
              <a:ext uri="{FF2B5EF4-FFF2-40B4-BE49-F238E27FC236}">
                <a16:creationId xmlns:a16="http://schemas.microsoft.com/office/drawing/2014/main" id="{D38CFF19-9062-4FE7-B1F9-F8F8DF2C39E8}"/>
              </a:ext>
            </a:extLst>
          </p:cNvPr>
          <p:cNvSpPr>
            <a:spLocks noGrp="1"/>
          </p:cNvSpPr>
          <p:nvPr/>
        </p:nvSpPr>
        <p:spPr>
          <a:xfrm>
            <a:off x="1285875" y="3090863"/>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left = max(left, total)</a:t>
            </a:r>
          </a:p>
        </p:txBody>
      </p:sp>
      <p:sp>
        <p:nvSpPr>
          <p:cNvPr id="22" name="text-345-81">
            <a:extLst>
              <a:ext uri="{FF2B5EF4-FFF2-40B4-BE49-F238E27FC236}">
                <a16:creationId xmlns:a16="http://schemas.microsoft.com/office/drawing/2014/main" id="{F8892CB8-E423-4178-A431-0E3540FA7763}"/>
              </a:ext>
            </a:extLst>
          </p:cNvPr>
          <p:cNvSpPr>
            <a:spLocks noGrp="1"/>
          </p:cNvSpPr>
          <p:nvPr/>
        </p:nvSpPr>
        <p:spPr>
          <a:xfrm>
            <a:off x="771525" y="3286125"/>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07</a:t>
            </a:r>
          </a:p>
        </p:txBody>
      </p:sp>
      <p:sp>
        <p:nvSpPr>
          <p:cNvPr id="23" name="text-345-135">
            <a:extLst>
              <a:ext uri="{FF2B5EF4-FFF2-40B4-BE49-F238E27FC236}">
                <a16:creationId xmlns:a16="http://schemas.microsoft.com/office/drawing/2014/main" id="{57742B90-BFC5-4D11-9EEC-097589A4FC95}"/>
              </a:ext>
            </a:extLst>
          </p:cNvPr>
          <p:cNvSpPr>
            <a:spLocks noGrp="1"/>
          </p:cNvSpPr>
          <p:nvPr/>
        </p:nvSpPr>
        <p:spPr>
          <a:xfrm>
            <a:off x="1285875" y="3286125"/>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total = 0</a:t>
            </a:r>
          </a:p>
        </p:txBody>
      </p:sp>
      <p:sp>
        <p:nvSpPr>
          <p:cNvPr id="24" name="text-365.5-81">
            <a:extLst>
              <a:ext uri="{FF2B5EF4-FFF2-40B4-BE49-F238E27FC236}">
                <a16:creationId xmlns:a16="http://schemas.microsoft.com/office/drawing/2014/main" id="{916990C1-914F-49DD-B012-A40CC7E1EE1C}"/>
              </a:ext>
            </a:extLst>
          </p:cNvPr>
          <p:cNvSpPr>
            <a:spLocks noGrp="1"/>
          </p:cNvSpPr>
          <p:nvPr/>
        </p:nvSpPr>
        <p:spPr>
          <a:xfrm>
            <a:off x="771525" y="3481388"/>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08</a:t>
            </a:r>
          </a:p>
        </p:txBody>
      </p:sp>
      <p:sp>
        <p:nvSpPr>
          <p:cNvPr id="25" name="text-365.5-135">
            <a:extLst>
              <a:ext uri="{FF2B5EF4-FFF2-40B4-BE49-F238E27FC236}">
                <a16:creationId xmlns:a16="http://schemas.microsoft.com/office/drawing/2014/main" id="{429D39FD-561A-472D-A3D2-B26DF5808D29}"/>
              </a:ext>
            </a:extLst>
          </p:cNvPr>
          <p:cNvSpPr>
            <a:spLocks noGrp="1"/>
          </p:cNvSpPr>
          <p:nvPr/>
        </p:nvSpPr>
        <p:spPr>
          <a:xfrm>
            <a:off x="1285875" y="3481388"/>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right = a[mid]</a:t>
            </a:r>
          </a:p>
        </p:txBody>
      </p:sp>
      <p:sp>
        <p:nvSpPr>
          <p:cNvPr id="26" name="text-386-81">
            <a:extLst>
              <a:ext uri="{FF2B5EF4-FFF2-40B4-BE49-F238E27FC236}">
                <a16:creationId xmlns:a16="http://schemas.microsoft.com/office/drawing/2014/main" id="{471E9503-7384-447E-B063-C67315C2FA64}"/>
              </a:ext>
            </a:extLst>
          </p:cNvPr>
          <p:cNvSpPr>
            <a:spLocks noGrp="1"/>
          </p:cNvSpPr>
          <p:nvPr/>
        </p:nvSpPr>
        <p:spPr>
          <a:xfrm>
            <a:off x="771525" y="367665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09</a:t>
            </a:r>
          </a:p>
        </p:txBody>
      </p:sp>
      <p:sp>
        <p:nvSpPr>
          <p:cNvPr id="27" name="text-386-135">
            <a:extLst>
              <a:ext uri="{FF2B5EF4-FFF2-40B4-BE49-F238E27FC236}">
                <a16:creationId xmlns:a16="http://schemas.microsoft.com/office/drawing/2014/main" id="{50523E53-737F-4788-AB9B-FB73D2D1A1D4}"/>
              </a:ext>
            </a:extLst>
          </p:cNvPr>
          <p:cNvSpPr>
            <a:spLocks noGrp="1"/>
          </p:cNvSpPr>
          <p:nvPr/>
        </p:nvSpPr>
        <p:spPr>
          <a:xfrm>
            <a:off x="1285875" y="367665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for i in range(mid, hi):</a:t>
            </a:r>
          </a:p>
        </p:txBody>
      </p:sp>
      <p:sp>
        <p:nvSpPr>
          <p:cNvPr id="28" name="text-406.5-81">
            <a:extLst>
              <a:ext uri="{FF2B5EF4-FFF2-40B4-BE49-F238E27FC236}">
                <a16:creationId xmlns:a16="http://schemas.microsoft.com/office/drawing/2014/main" id="{E028C8AA-DAAC-42E6-A1BF-580C87D5F791}"/>
              </a:ext>
            </a:extLst>
          </p:cNvPr>
          <p:cNvSpPr>
            <a:spLocks noGrp="1"/>
          </p:cNvSpPr>
          <p:nvPr/>
        </p:nvSpPr>
        <p:spPr>
          <a:xfrm>
            <a:off x="771525" y="3871913"/>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10</a:t>
            </a:r>
          </a:p>
        </p:txBody>
      </p:sp>
      <p:sp>
        <p:nvSpPr>
          <p:cNvPr id="29" name="text-406.5-135">
            <a:extLst>
              <a:ext uri="{FF2B5EF4-FFF2-40B4-BE49-F238E27FC236}">
                <a16:creationId xmlns:a16="http://schemas.microsoft.com/office/drawing/2014/main" id="{9C886FA8-BB2B-46FE-9B9F-5F4EB612809E}"/>
              </a:ext>
            </a:extLst>
          </p:cNvPr>
          <p:cNvSpPr>
            <a:spLocks noGrp="1"/>
          </p:cNvSpPr>
          <p:nvPr/>
        </p:nvSpPr>
        <p:spPr>
          <a:xfrm>
            <a:off x="1285875" y="3871913"/>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total += a[i]</a:t>
            </a:r>
          </a:p>
        </p:txBody>
      </p:sp>
      <p:sp>
        <p:nvSpPr>
          <p:cNvPr id="30" name="text-427-81">
            <a:extLst>
              <a:ext uri="{FF2B5EF4-FFF2-40B4-BE49-F238E27FC236}">
                <a16:creationId xmlns:a16="http://schemas.microsoft.com/office/drawing/2014/main" id="{B15FC21A-CF8D-4623-BBB7-E419D171927D}"/>
              </a:ext>
            </a:extLst>
          </p:cNvPr>
          <p:cNvSpPr>
            <a:spLocks noGrp="1"/>
          </p:cNvSpPr>
          <p:nvPr/>
        </p:nvSpPr>
        <p:spPr>
          <a:xfrm>
            <a:off x="771525" y="4067175"/>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11</a:t>
            </a:r>
          </a:p>
        </p:txBody>
      </p:sp>
      <p:sp>
        <p:nvSpPr>
          <p:cNvPr id="31" name="text-427-135">
            <a:extLst>
              <a:ext uri="{FF2B5EF4-FFF2-40B4-BE49-F238E27FC236}">
                <a16:creationId xmlns:a16="http://schemas.microsoft.com/office/drawing/2014/main" id="{59644B9A-1856-4516-8BB5-E7385BD5D14A}"/>
              </a:ext>
            </a:extLst>
          </p:cNvPr>
          <p:cNvSpPr>
            <a:spLocks noGrp="1"/>
          </p:cNvSpPr>
          <p:nvPr/>
        </p:nvSpPr>
        <p:spPr>
          <a:xfrm>
            <a:off x="1285875" y="4067175"/>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right = max(right, total)</a:t>
            </a:r>
          </a:p>
        </p:txBody>
      </p:sp>
      <p:sp>
        <p:nvSpPr>
          <p:cNvPr id="32" name="text-447.5-81">
            <a:extLst>
              <a:ext uri="{FF2B5EF4-FFF2-40B4-BE49-F238E27FC236}">
                <a16:creationId xmlns:a16="http://schemas.microsoft.com/office/drawing/2014/main" id="{CB325FF2-F6B6-495D-B6F7-B5AB298939C4}"/>
              </a:ext>
            </a:extLst>
          </p:cNvPr>
          <p:cNvSpPr>
            <a:spLocks noGrp="1"/>
          </p:cNvSpPr>
          <p:nvPr/>
        </p:nvSpPr>
        <p:spPr>
          <a:xfrm>
            <a:off x="771525" y="4262438"/>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12</a:t>
            </a:r>
          </a:p>
        </p:txBody>
      </p:sp>
      <p:sp>
        <p:nvSpPr>
          <p:cNvPr id="33" name="text-447.5-135">
            <a:extLst>
              <a:ext uri="{FF2B5EF4-FFF2-40B4-BE49-F238E27FC236}">
                <a16:creationId xmlns:a16="http://schemas.microsoft.com/office/drawing/2014/main" id="{2AD5B0F8-957B-45F8-AA34-AA52809725A3}"/>
              </a:ext>
            </a:extLst>
          </p:cNvPr>
          <p:cNvSpPr>
            <a:spLocks noGrp="1"/>
          </p:cNvSpPr>
          <p:nvPr/>
        </p:nvSpPr>
        <p:spPr>
          <a:xfrm>
            <a:off x="1285875" y="4262438"/>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return left + right</a:t>
            </a:r>
          </a:p>
        </p:txBody>
      </p:sp>
      <p:sp>
        <p:nvSpPr>
          <p:cNvPr id="34" name="text-635-64">
            <a:extLst>
              <a:ext uri="{FF2B5EF4-FFF2-40B4-BE49-F238E27FC236}">
                <a16:creationId xmlns:a16="http://schemas.microsoft.com/office/drawing/2014/main" id="{CC115E36-0669-4992-A7AB-E1E6166D41E4}"/>
              </a:ext>
            </a:extLst>
          </p:cNvPr>
          <p:cNvSpPr>
            <a:spLocks noGrp="1"/>
          </p:cNvSpPr>
          <p:nvPr/>
        </p:nvSpPr>
        <p:spPr>
          <a:xfrm>
            <a:off x="609600" y="6048375"/>
            <a:ext cx="10972800" cy="213360"/>
          </a:xfrm>
          <a:prstGeom prst="rect">
            <a:avLst/>
          </a:prstGeom>
          <a:noFill/>
          <a:ln w="0">
            <a:noFill/>
          </a:ln>
        </p:spPr>
        <p:txBody>
          <a:bodyPr wrap="none" lIns="0" tIns="0" rIns="0" bIns="0" anchor="t">
            <a:noAutofit/>
          </a:bodyPr>
          <a:lstStyle/>
          <a:p>
            <a:pPr algn="l">
              <a:lnSpc>
                <a:spcPct val="108000"/>
              </a:lnSpc>
              <a:buNone/>
              <a:defRPr sz="1200" b="0" i="0">
                <a:solidFill>
                  <a:srgbClr val="606060"/>
                </a:solidFill>
                <a:latin typeface="Malgun Gothic"/>
                <a:ea typeface="Malgun Gothic"/>
                <a:cs typeface="Malgun Gothic"/>
              </a:defRPr>
            </a:pPr>
            <a:r>
              <a:rPr sz="1200" b="0" i="0">
                <a:solidFill>
                  <a:srgbClr val="606060"/>
                </a:solidFill>
                <a:latin typeface="Malgun Gothic"/>
                <a:ea typeface="Malgun Gothic"/>
                <a:cs typeface="Malgun Gothic"/>
              </a:rPr>
              <a:t>시간 O(hi−lo). 모두 음수여도 빈 구간을 허용하지 않는다.</a:t>
            </a:r>
          </a:p>
        </p:txBody>
      </p:sp>
    </p:spTree>
    <p:extLst>
      <p:ext uri="{BB962C8B-B14F-4D97-AF65-F5344CB8AC3E}">
        <p14:creationId xmlns:p14="http://schemas.microsoft.com/office/powerpoint/2010/main" val="462685519"/>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7" name="text-28-64">
            <a:extLst>
              <a:ext uri="{FF2B5EF4-FFF2-40B4-BE49-F238E27FC236}">
                <a16:creationId xmlns:a16="http://schemas.microsoft.com/office/drawing/2014/main" id="{B1051255-C174-4445-8C01-2B4AA980940F}"/>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Python/C 구현</a:t>
            </a:r>
          </a:p>
        </p:txBody>
      </p:sp>
      <p:sp>
        <p:nvSpPr>
          <p:cNvPr id="2" name="text-28-1080">
            <a:extLst>
              <a:ext uri="{FF2B5EF4-FFF2-40B4-BE49-F238E27FC236}">
                <a16:creationId xmlns:a16="http://schemas.microsoft.com/office/drawing/2014/main" id="{E5B089BA-F09A-4437-A22C-F54ACB2D3613}"/>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09AB49DF-7350-4D8F-A5BB-3B2C7A72793B}"/>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93  C 구현</a:t>
            </a:r>
          </a:p>
        </p:txBody>
      </p:sp>
      <p:sp>
        <p:nvSpPr>
          <p:cNvPr id="4" name="직사각형 3">
            <a:extLst>
              <a:ext uri="{FF2B5EF4-FFF2-40B4-BE49-F238E27FC236}">
                <a16:creationId xmlns:a16="http://schemas.microsoft.com/office/drawing/2014/main" id="{185CC7EF-5AC3-4F9D-BF25-65356E19C926}"/>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470D03E4-0E30-4FFB-BFAE-C5C3B2006321}"/>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A87321E8-27B6-4464-BEC4-37F3CCCACE6A}"/>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10EFB0F4-8505-4B59-B015-A0C67B84F571}"/>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192</a:t>
            </a:r>
            <a:endParaRPr sz="1050" b="1" i="0">
              <a:solidFill>
                <a:srgbClr val="171717"/>
              </a:solidFill>
              <a:latin typeface="Consolas"/>
              <a:ea typeface="Consolas"/>
              <a:cs typeface="Consolas"/>
            </a:endParaRPr>
          </a:p>
        </p:txBody>
      </p:sp>
      <p:sp>
        <p:nvSpPr>
          <p:cNvPr id="8" name="text-163-64">
            <a:extLst>
              <a:ext uri="{FF2B5EF4-FFF2-40B4-BE49-F238E27FC236}">
                <a16:creationId xmlns:a16="http://schemas.microsoft.com/office/drawing/2014/main" id="{CE505D66-040C-4240-A3A9-77EA07FA2835}"/>
              </a:ext>
            </a:extLst>
          </p:cNvPr>
          <p:cNvSpPr>
            <a:spLocks noGrp="1"/>
          </p:cNvSpPr>
          <p:nvPr/>
        </p:nvSpPr>
        <p:spPr>
          <a:xfrm>
            <a:off x="609600" y="1552575"/>
            <a:ext cx="10972800" cy="266700"/>
          </a:xfrm>
          <a:prstGeom prst="rect">
            <a:avLst/>
          </a:prstGeom>
          <a:noFill/>
          <a:ln w="0">
            <a:noFill/>
          </a:ln>
        </p:spPr>
        <p:txBody>
          <a:bodyPr wrap="none" lIns="0" tIns="0" rIns="0" bIns="0" anchor="t">
            <a:noAutofit/>
          </a:bodyPr>
          <a:lstStyle/>
          <a:p>
            <a:pPr algn="l">
              <a:lnSpc>
                <a:spcPct val="108000"/>
              </a:lnSpc>
              <a:buNone/>
              <a:defRPr sz="1500" b="0" i="0">
                <a:solidFill>
                  <a:srgbClr val="606060"/>
                </a:solidFill>
                <a:latin typeface="Malgun Gothic"/>
                <a:ea typeface="Malgun Gothic"/>
                <a:cs typeface="Malgun Gothic"/>
              </a:defRPr>
            </a:pPr>
            <a:r>
              <a:rPr sz="1500" b="0" i="0">
                <a:solidFill>
                  <a:srgbClr val="606060"/>
                </a:solidFill>
                <a:latin typeface="Malgun Gothic"/>
                <a:ea typeface="Malgun Gothic"/>
                <a:cs typeface="Malgun Gothic"/>
              </a:rPr>
              <a:t>경계를 가로지르는 합</a:t>
            </a:r>
          </a:p>
        </p:txBody>
      </p:sp>
      <p:sp>
        <p:nvSpPr>
          <p:cNvPr id="9" name="직사각형 8">
            <a:extLst>
              <a:ext uri="{FF2B5EF4-FFF2-40B4-BE49-F238E27FC236}">
                <a16:creationId xmlns:a16="http://schemas.microsoft.com/office/drawing/2014/main" id="{8CC068BE-E63B-421A-8482-26A5A431EE5A}"/>
              </a:ext>
            </a:extLst>
          </p:cNvPr>
          <p:cNvSpPr>
            <a:spLocks noGrp="1"/>
          </p:cNvSpPr>
          <p:nvPr/>
        </p:nvSpPr>
        <p:spPr>
          <a:xfrm>
            <a:off x="609600" y="1981200"/>
            <a:ext cx="10972800" cy="3962400"/>
          </a:xfrm>
          <a:prstGeom prst="rect">
            <a:avLst/>
          </a:prstGeom>
          <a:solidFill>
            <a:srgbClr val="171717"/>
          </a:solidFill>
          <a:ln w="0">
            <a:noFill/>
          </a:ln>
        </p:spPr>
      </p:sp>
      <p:sp>
        <p:nvSpPr>
          <p:cNvPr id="10" name="text-222-81">
            <a:extLst>
              <a:ext uri="{FF2B5EF4-FFF2-40B4-BE49-F238E27FC236}">
                <a16:creationId xmlns:a16="http://schemas.microsoft.com/office/drawing/2014/main" id="{511F4F18-74ED-461B-8FB8-90B5DD33DE00}"/>
              </a:ext>
            </a:extLst>
          </p:cNvPr>
          <p:cNvSpPr>
            <a:spLocks noGrp="1"/>
          </p:cNvSpPr>
          <p:nvPr/>
        </p:nvSpPr>
        <p:spPr>
          <a:xfrm>
            <a:off x="771525" y="211455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01</a:t>
            </a:r>
          </a:p>
        </p:txBody>
      </p:sp>
      <p:sp>
        <p:nvSpPr>
          <p:cNvPr id="11" name="text-222-135">
            <a:extLst>
              <a:ext uri="{FF2B5EF4-FFF2-40B4-BE49-F238E27FC236}">
                <a16:creationId xmlns:a16="http://schemas.microsoft.com/office/drawing/2014/main" id="{AB53C328-1402-436F-A0A8-8C086271CD14}"/>
              </a:ext>
            </a:extLst>
          </p:cNvPr>
          <p:cNvSpPr>
            <a:spLocks noGrp="1"/>
          </p:cNvSpPr>
          <p:nvPr/>
        </p:nvSpPr>
        <p:spPr>
          <a:xfrm>
            <a:off x="1285875" y="211455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long long cross_sum(const int a[], int lo, int mid, int hi) {</a:t>
            </a:r>
          </a:p>
        </p:txBody>
      </p:sp>
      <p:sp>
        <p:nvSpPr>
          <p:cNvPr id="12" name="text-242.5-81">
            <a:extLst>
              <a:ext uri="{FF2B5EF4-FFF2-40B4-BE49-F238E27FC236}">
                <a16:creationId xmlns:a16="http://schemas.microsoft.com/office/drawing/2014/main" id="{49EC7406-7D23-44BD-A7DB-732C8F0EB9FC}"/>
              </a:ext>
            </a:extLst>
          </p:cNvPr>
          <p:cNvSpPr>
            <a:spLocks noGrp="1"/>
          </p:cNvSpPr>
          <p:nvPr/>
        </p:nvSpPr>
        <p:spPr>
          <a:xfrm>
            <a:off x="771525" y="2309813"/>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02</a:t>
            </a:r>
          </a:p>
        </p:txBody>
      </p:sp>
      <p:sp>
        <p:nvSpPr>
          <p:cNvPr id="13" name="text-242.5-135">
            <a:extLst>
              <a:ext uri="{FF2B5EF4-FFF2-40B4-BE49-F238E27FC236}">
                <a16:creationId xmlns:a16="http://schemas.microsoft.com/office/drawing/2014/main" id="{C81766FB-5630-4105-BCC5-3F1671F5EEE7}"/>
              </a:ext>
            </a:extLst>
          </p:cNvPr>
          <p:cNvSpPr>
            <a:spLocks noGrp="1"/>
          </p:cNvSpPr>
          <p:nvPr/>
        </p:nvSpPr>
        <p:spPr>
          <a:xfrm>
            <a:off x="1285875" y="2309813"/>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long long sum=0, left=a[mid-1], right=a[mid];</a:t>
            </a:r>
          </a:p>
        </p:txBody>
      </p:sp>
      <p:sp>
        <p:nvSpPr>
          <p:cNvPr id="14" name="text-263-81">
            <a:extLst>
              <a:ext uri="{FF2B5EF4-FFF2-40B4-BE49-F238E27FC236}">
                <a16:creationId xmlns:a16="http://schemas.microsoft.com/office/drawing/2014/main" id="{15C4E1A4-DB28-461B-A856-5E2DE658F395}"/>
              </a:ext>
            </a:extLst>
          </p:cNvPr>
          <p:cNvSpPr>
            <a:spLocks noGrp="1"/>
          </p:cNvSpPr>
          <p:nvPr/>
        </p:nvSpPr>
        <p:spPr>
          <a:xfrm>
            <a:off x="771525" y="2505075"/>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03</a:t>
            </a:r>
          </a:p>
        </p:txBody>
      </p:sp>
      <p:sp>
        <p:nvSpPr>
          <p:cNvPr id="15" name="text-263-135">
            <a:extLst>
              <a:ext uri="{FF2B5EF4-FFF2-40B4-BE49-F238E27FC236}">
                <a16:creationId xmlns:a16="http://schemas.microsoft.com/office/drawing/2014/main" id="{2254106B-9041-4994-9591-226948241E11}"/>
              </a:ext>
            </a:extLst>
          </p:cNvPr>
          <p:cNvSpPr>
            <a:spLocks noGrp="1"/>
          </p:cNvSpPr>
          <p:nvPr/>
        </p:nvSpPr>
        <p:spPr>
          <a:xfrm>
            <a:off x="1285875" y="2505075"/>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for (int i=mid-1; i&gt;=lo; --i) {</a:t>
            </a:r>
          </a:p>
        </p:txBody>
      </p:sp>
      <p:sp>
        <p:nvSpPr>
          <p:cNvPr id="16" name="text-283.5-81">
            <a:extLst>
              <a:ext uri="{FF2B5EF4-FFF2-40B4-BE49-F238E27FC236}">
                <a16:creationId xmlns:a16="http://schemas.microsoft.com/office/drawing/2014/main" id="{6BB57565-63AF-4BC5-BFF0-F40407E86A43}"/>
              </a:ext>
            </a:extLst>
          </p:cNvPr>
          <p:cNvSpPr>
            <a:spLocks noGrp="1"/>
          </p:cNvSpPr>
          <p:nvPr/>
        </p:nvSpPr>
        <p:spPr>
          <a:xfrm>
            <a:off x="771525" y="2700338"/>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04</a:t>
            </a:r>
          </a:p>
        </p:txBody>
      </p:sp>
      <p:sp>
        <p:nvSpPr>
          <p:cNvPr id="17" name="text-283.5-135">
            <a:extLst>
              <a:ext uri="{FF2B5EF4-FFF2-40B4-BE49-F238E27FC236}">
                <a16:creationId xmlns:a16="http://schemas.microsoft.com/office/drawing/2014/main" id="{B0C25CE9-CFE5-4B16-B7A4-B3BFFA84F4F1}"/>
              </a:ext>
            </a:extLst>
          </p:cNvPr>
          <p:cNvSpPr>
            <a:spLocks noGrp="1"/>
          </p:cNvSpPr>
          <p:nvPr/>
        </p:nvSpPr>
        <p:spPr>
          <a:xfrm>
            <a:off x="1285875" y="2700338"/>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sum+=a[i];</a:t>
            </a:r>
          </a:p>
        </p:txBody>
      </p:sp>
      <p:sp>
        <p:nvSpPr>
          <p:cNvPr id="18" name="text-304-81">
            <a:extLst>
              <a:ext uri="{FF2B5EF4-FFF2-40B4-BE49-F238E27FC236}">
                <a16:creationId xmlns:a16="http://schemas.microsoft.com/office/drawing/2014/main" id="{60F179AE-7D32-4EED-A5D6-585CFF764B1E}"/>
              </a:ext>
            </a:extLst>
          </p:cNvPr>
          <p:cNvSpPr>
            <a:spLocks noGrp="1"/>
          </p:cNvSpPr>
          <p:nvPr/>
        </p:nvSpPr>
        <p:spPr>
          <a:xfrm>
            <a:off x="771525" y="289560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05</a:t>
            </a:r>
          </a:p>
        </p:txBody>
      </p:sp>
      <p:sp>
        <p:nvSpPr>
          <p:cNvPr id="19" name="text-304-135">
            <a:extLst>
              <a:ext uri="{FF2B5EF4-FFF2-40B4-BE49-F238E27FC236}">
                <a16:creationId xmlns:a16="http://schemas.microsoft.com/office/drawing/2014/main" id="{A5BF98EB-4E54-40B2-8C95-43107257A293}"/>
              </a:ext>
            </a:extLst>
          </p:cNvPr>
          <p:cNvSpPr>
            <a:spLocks noGrp="1"/>
          </p:cNvSpPr>
          <p:nvPr/>
        </p:nvSpPr>
        <p:spPr>
          <a:xfrm>
            <a:off x="1285875" y="289560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if (sum&gt;left) left=sum;</a:t>
            </a:r>
          </a:p>
        </p:txBody>
      </p:sp>
      <p:sp>
        <p:nvSpPr>
          <p:cNvPr id="20" name="text-324.5-81">
            <a:extLst>
              <a:ext uri="{FF2B5EF4-FFF2-40B4-BE49-F238E27FC236}">
                <a16:creationId xmlns:a16="http://schemas.microsoft.com/office/drawing/2014/main" id="{F26D8FC7-64CD-4976-81E2-EC0465482388}"/>
              </a:ext>
            </a:extLst>
          </p:cNvPr>
          <p:cNvSpPr>
            <a:spLocks noGrp="1"/>
          </p:cNvSpPr>
          <p:nvPr/>
        </p:nvSpPr>
        <p:spPr>
          <a:xfrm>
            <a:off x="771525" y="3090863"/>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06</a:t>
            </a:r>
          </a:p>
        </p:txBody>
      </p:sp>
      <p:sp>
        <p:nvSpPr>
          <p:cNvPr id="21" name="text-324.5-135">
            <a:extLst>
              <a:ext uri="{FF2B5EF4-FFF2-40B4-BE49-F238E27FC236}">
                <a16:creationId xmlns:a16="http://schemas.microsoft.com/office/drawing/2014/main" id="{F2109EA8-5EEB-4EEA-86BC-EC01FE442EEB}"/>
              </a:ext>
            </a:extLst>
          </p:cNvPr>
          <p:cNvSpPr>
            <a:spLocks noGrp="1"/>
          </p:cNvSpPr>
          <p:nvPr/>
        </p:nvSpPr>
        <p:spPr>
          <a:xfrm>
            <a:off x="1285875" y="3090863"/>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a:t>
            </a:r>
          </a:p>
        </p:txBody>
      </p:sp>
      <p:sp>
        <p:nvSpPr>
          <p:cNvPr id="22" name="text-345-81">
            <a:extLst>
              <a:ext uri="{FF2B5EF4-FFF2-40B4-BE49-F238E27FC236}">
                <a16:creationId xmlns:a16="http://schemas.microsoft.com/office/drawing/2014/main" id="{0CA3C930-5BD4-4401-B158-1FC213B7A917}"/>
              </a:ext>
            </a:extLst>
          </p:cNvPr>
          <p:cNvSpPr>
            <a:spLocks noGrp="1"/>
          </p:cNvSpPr>
          <p:nvPr/>
        </p:nvSpPr>
        <p:spPr>
          <a:xfrm>
            <a:off x="771525" y="3286125"/>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07</a:t>
            </a:r>
          </a:p>
        </p:txBody>
      </p:sp>
      <p:sp>
        <p:nvSpPr>
          <p:cNvPr id="23" name="text-345-135">
            <a:extLst>
              <a:ext uri="{FF2B5EF4-FFF2-40B4-BE49-F238E27FC236}">
                <a16:creationId xmlns:a16="http://schemas.microsoft.com/office/drawing/2014/main" id="{9F9E6769-DBD4-49F6-ACD9-68CF0D14B80C}"/>
              </a:ext>
            </a:extLst>
          </p:cNvPr>
          <p:cNvSpPr>
            <a:spLocks noGrp="1"/>
          </p:cNvSpPr>
          <p:nvPr/>
        </p:nvSpPr>
        <p:spPr>
          <a:xfrm>
            <a:off x="1285875" y="3286125"/>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sum=0;</a:t>
            </a:r>
          </a:p>
        </p:txBody>
      </p:sp>
      <p:sp>
        <p:nvSpPr>
          <p:cNvPr id="24" name="text-365.5-81">
            <a:extLst>
              <a:ext uri="{FF2B5EF4-FFF2-40B4-BE49-F238E27FC236}">
                <a16:creationId xmlns:a16="http://schemas.microsoft.com/office/drawing/2014/main" id="{6C59AF74-CCD8-4902-B7A3-891AB2C30058}"/>
              </a:ext>
            </a:extLst>
          </p:cNvPr>
          <p:cNvSpPr>
            <a:spLocks noGrp="1"/>
          </p:cNvSpPr>
          <p:nvPr/>
        </p:nvSpPr>
        <p:spPr>
          <a:xfrm>
            <a:off x="771525" y="3481388"/>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08</a:t>
            </a:r>
          </a:p>
        </p:txBody>
      </p:sp>
      <p:sp>
        <p:nvSpPr>
          <p:cNvPr id="25" name="text-365.5-135">
            <a:extLst>
              <a:ext uri="{FF2B5EF4-FFF2-40B4-BE49-F238E27FC236}">
                <a16:creationId xmlns:a16="http://schemas.microsoft.com/office/drawing/2014/main" id="{F53BE238-0109-4A2E-A48D-D83FFD91D91D}"/>
              </a:ext>
            </a:extLst>
          </p:cNvPr>
          <p:cNvSpPr>
            <a:spLocks noGrp="1"/>
          </p:cNvSpPr>
          <p:nvPr/>
        </p:nvSpPr>
        <p:spPr>
          <a:xfrm>
            <a:off x="1285875" y="3481388"/>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for (int i=mid; i&lt;hi; ++i) {</a:t>
            </a:r>
          </a:p>
        </p:txBody>
      </p:sp>
      <p:sp>
        <p:nvSpPr>
          <p:cNvPr id="26" name="text-386-81">
            <a:extLst>
              <a:ext uri="{FF2B5EF4-FFF2-40B4-BE49-F238E27FC236}">
                <a16:creationId xmlns:a16="http://schemas.microsoft.com/office/drawing/2014/main" id="{2A58FD33-C767-46B9-BD46-8D828343D14F}"/>
              </a:ext>
            </a:extLst>
          </p:cNvPr>
          <p:cNvSpPr>
            <a:spLocks noGrp="1"/>
          </p:cNvSpPr>
          <p:nvPr/>
        </p:nvSpPr>
        <p:spPr>
          <a:xfrm>
            <a:off x="771525" y="367665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09</a:t>
            </a:r>
          </a:p>
        </p:txBody>
      </p:sp>
      <p:sp>
        <p:nvSpPr>
          <p:cNvPr id="27" name="text-386-135">
            <a:extLst>
              <a:ext uri="{FF2B5EF4-FFF2-40B4-BE49-F238E27FC236}">
                <a16:creationId xmlns:a16="http://schemas.microsoft.com/office/drawing/2014/main" id="{FCE1A649-64D8-4246-92E4-2C60EEB31CAE}"/>
              </a:ext>
            </a:extLst>
          </p:cNvPr>
          <p:cNvSpPr>
            <a:spLocks noGrp="1"/>
          </p:cNvSpPr>
          <p:nvPr/>
        </p:nvSpPr>
        <p:spPr>
          <a:xfrm>
            <a:off x="1285875" y="367665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sum+=a[i];</a:t>
            </a:r>
          </a:p>
        </p:txBody>
      </p:sp>
      <p:sp>
        <p:nvSpPr>
          <p:cNvPr id="28" name="text-406.5-81">
            <a:extLst>
              <a:ext uri="{FF2B5EF4-FFF2-40B4-BE49-F238E27FC236}">
                <a16:creationId xmlns:a16="http://schemas.microsoft.com/office/drawing/2014/main" id="{443F1C0B-9D32-48DF-8BD3-08E4B3D3B5F8}"/>
              </a:ext>
            </a:extLst>
          </p:cNvPr>
          <p:cNvSpPr>
            <a:spLocks noGrp="1"/>
          </p:cNvSpPr>
          <p:nvPr/>
        </p:nvSpPr>
        <p:spPr>
          <a:xfrm>
            <a:off x="771525" y="3871913"/>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10</a:t>
            </a:r>
          </a:p>
        </p:txBody>
      </p:sp>
      <p:sp>
        <p:nvSpPr>
          <p:cNvPr id="29" name="text-406.5-135">
            <a:extLst>
              <a:ext uri="{FF2B5EF4-FFF2-40B4-BE49-F238E27FC236}">
                <a16:creationId xmlns:a16="http://schemas.microsoft.com/office/drawing/2014/main" id="{6C4D6E83-847F-40AE-8BD2-9D9770B49542}"/>
              </a:ext>
            </a:extLst>
          </p:cNvPr>
          <p:cNvSpPr>
            <a:spLocks noGrp="1"/>
          </p:cNvSpPr>
          <p:nvPr/>
        </p:nvSpPr>
        <p:spPr>
          <a:xfrm>
            <a:off x="1285875" y="3871913"/>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if (sum&gt;right) right=sum;</a:t>
            </a:r>
          </a:p>
        </p:txBody>
      </p:sp>
      <p:sp>
        <p:nvSpPr>
          <p:cNvPr id="30" name="text-427-81">
            <a:extLst>
              <a:ext uri="{FF2B5EF4-FFF2-40B4-BE49-F238E27FC236}">
                <a16:creationId xmlns:a16="http://schemas.microsoft.com/office/drawing/2014/main" id="{70988222-1309-4DF1-A6A1-C37103DAEF36}"/>
              </a:ext>
            </a:extLst>
          </p:cNvPr>
          <p:cNvSpPr>
            <a:spLocks noGrp="1"/>
          </p:cNvSpPr>
          <p:nvPr/>
        </p:nvSpPr>
        <p:spPr>
          <a:xfrm>
            <a:off x="771525" y="4067175"/>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11</a:t>
            </a:r>
          </a:p>
        </p:txBody>
      </p:sp>
      <p:sp>
        <p:nvSpPr>
          <p:cNvPr id="31" name="text-427-135">
            <a:extLst>
              <a:ext uri="{FF2B5EF4-FFF2-40B4-BE49-F238E27FC236}">
                <a16:creationId xmlns:a16="http://schemas.microsoft.com/office/drawing/2014/main" id="{9474BBF3-AF4F-490C-9B9D-30ECFFBFFB46}"/>
              </a:ext>
            </a:extLst>
          </p:cNvPr>
          <p:cNvSpPr>
            <a:spLocks noGrp="1"/>
          </p:cNvSpPr>
          <p:nvPr/>
        </p:nvSpPr>
        <p:spPr>
          <a:xfrm>
            <a:off x="1285875" y="4067175"/>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a:t>
            </a:r>
          </a:p>
        </p:txBody>
      </p:sp>
      <p:sp>
        <p:nvSpPr>
          <p:cNvPr id="32" name="text-447.5-81">
            <a:extLst>
              <a:ext uri="{FF2B5EF4-FFF2-40B4-BE49-F238E27FC236}">
                <a16:creationId xmlns:a16="http://schemas.microsoft.com/office/drawing/2014/main" id="{D39CF56A-7A96-4376-91F6-9C03D1C49AF9}"/>
              </a:ext>
            </a:extLst>
          </p:cNvPr>
          <p:cNvSpPr>
            <a:spLocks noGrp="1"/>
          </p:cNvSpPr>
          <p:nvPr/>
        </p:nvSpPr>
        <p:spPr>
          <a:xfrm>
            <a:off x="771525" y="4262438"/>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12</a:t>
            </a:r>
          </a:p>
        </p:txBody>
      </p:sp>
      <p:sp>
        <p:nvSpPr>
          <p:cNvPr id="33" name="text-447.5-135">
            <a:extLst>
              <a:ext uri="{FF2B5EF4-FFF2-40B4-BE49-F238E27FC236}">
                <a16:creationId xmlns:a16="http://schemas.microsoft.com/office/drawing/2014/main" id="{8C90BDE0-D180-404C-AB04-58C304765021}"/>
              </a:ext>
            </a:extLst>
          </p:cNvPr>
          <p:cNvSpPr>
            <a:spLocks noGrp="1"/>
          </p:cNvSpPr>
          <p:nvPr/>
        </p:nvSpPr>
        <p:spPr>
          <a:xfrm>
            <a:off x="1285875" y="4262438"/>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return left+right;</a:t>
            </a:r>
          </a:p>
        </p:txBody>
      </p:sp>
      <p:sp>
        <p:nvSpPr>
          <p:cNvPr id="34" name="text-468-81">
            <a:extLst>
              <a:ext uri="{FF2B5EF4-FFF2-40B4-BE49-F238E27FC236}">
                <a16:creationId xmlns:a16="http://schemas.microsoft.com/office/drawing/2014/main" id="{579D4F02-2D53-42AE-9834-B7EB4C5C8D3F}"/>
              </a:ext>
            </a:extLst>
          </p:cNvPr>
          <p:cNvSpPr>
            <a:spLocks noGrp="1"/>
          </p:cNvSpPr>
          <p:nvPr/>
        </p:nvSpPr>
        <p:spPr>
          <a:xfrm>
            <a:off x="771525" y="445770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13</a:t>
            </a:r>
          </a:p>
        </p:txBody>
      </p:sp>
      <p:sp>
        <p:nvSpPr>
          <p:cNvPr id="35" name="text-468-135">
            <a:extLst>
              <a:ext uri="{FF2B5EF4-FFF2-40B4-BE49-F238E27FC236}">
                <a16:creationId xmlns:a16="http://schemas.microsoft.com/office/drawing/2014/main" id="{C33CED8B-818C-4446-AD77-AC0A571849B1}"/>
              </a:ext>
            </a:extLst>
          </p:cNvPr>
          <p:cNvSpPr>
            <a:spLocks noGrp="1"/>
          </p:cNvSpPr>
          <p:nvPr/>
        </p:nvSpPr>
        <p:spPr>
          <a:xfrm>
            <a:off x="1285875" y="445770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a:t>
            </a:r>
          </a:p>
        </p:txBody>
      </p:sp>
      <p:sp>
        <p:nvSpPr>
          <p:cNvPr id="36" name="text-635-64">
            <a:extLst>
              <a:ext uri="{FF2B5EF4-FFF2-40B4-BE49-F238E27FC236}">
                <a16:creationId xmlns:a16="http://schemas.microsoft.com/office/drawing/2014/main" id="{9B546910-890E-4F86-BC93-5A996D35185D}"/>
              </a:ext>
            </a:extLst>
          </p:cNvPr>
          <p:cNvSpPr>
            <a:spLocks noGrp="1"/>
          </p:cNvSpPr>
          <p:nvPr/>
        </p:nvSpPr>
        <p:spPr>
          <a:xfrm>
            <a:off x="609600" y="6048375"/>
            <a:ext cx="10972800" cy="213360"/>
          </a:xfrm>
          <a:prstGeom prst="rect">
            <a:avLst/>
          </a:prstGeom>
          <a:noFill/>
          <a:ln w="0">
            <a:noFill/>
          </a:ln>
        </p:spPr>
        <p:txBody>
          <a:bodyPr wrap="none" lIns="0" tIns="0" rIns="0" bIns="0" anchor="t">
            <a:noAutofit/>
          </a:bodyPr>
          <a:lstStyle/>
          <a:p>
            <a:pPr algn="l">
              <a:lnSpc>
                <a:spcPct val="108000"/>
              </a:lnSpc>
              <a:buNone/>
              <a:defRPr sz="1200" b="0" i="0">
                <a:solidFill>
                  <a:srgbClr val="606060"/>
                </a:solidFill>
                <a:latin typeface="Malgun Gothic"/>
                <a:ea typeface="Malgun Gothic"/>
                <a:cs typeface="Malgun Gothic"/>
              </a:defRPr>
            </a:pPr>
            <a:r>
              <a:rPr sz="1200" b="0" i="0">
                <a:solidFill>
                  <a:srgbClr val="606060"/>
                </a:solidFill>
                <a:latin typeface="Malgun Gothic"/>
                <a:ea typeface="Malgun Gothic"/>
                <a:cs typeface="Malgun Gothic"/>
              </a:rPr>
              <a:t>시간 O(hi−lo). 모두 음수여도 빈 구간을 허용하지 않는다.</a:t>
            </a:r>
          </a:p>
        </p:txBody>
      </p:sp>
    </p:spTree>
    <p:extLst>
      <p:ext uri="{BB962C8B-B14F-4D97-AF65-F5344CB8AC3E}">
        <p14:creationId xmlns:p14="http://schemas.microsoft.com/office/powerpoint/2010/main" val="462685519"/>
      </p:ext>
    </p:extLst>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ext-28-64">
            <a:extLst>
              <a:ext uri="{FF2B5EF4-FFF2-40B4-BE49-F238E27FC236}">
                <a16:creationId xmlns:a16="http://schemas.microsoft.com/office/drawing/2014/main" id="{C2352DCA-FE3C-46F5-9BC9-FDF3C4F9E75C}"/>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Python/C 구현</a:t>
            </a:r>
          </a:p>
        </p:txBody>
      </p:sp>
      <p:sp>
        <p:nvSpPr>
          <p:cNvPr id="2" name="text-28-1080">
            <a:extLst>
              <a:ext uri="{FF2B5EF4-FFF2-40B4-BE49-F238E27FC236}">
                <a16:creationId xmlns:a16="http://schemas.microsoft.com/office/drawing/2014/main" id="{ED0E02E9-9EB6-4324-ADF5-87D30C35C8EE}"/>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C4BCD2B9-611F-4797-8E14-FFC5703784D4}"/>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94  </a:t>
            </a:r>
          </a:p>
        </p:txBody>
      </p:sp>
      <p:sp>
        <p:nvSpPr>
          <p:cNvPr id="4" name="직사각형 3">
            <a:extLst>
              <a:ext uri="{FF2B5EF4-FFF2-40B4-BE49-F238E27FC236}">
                <a16:creationId xmlns:a16="http://schemas.microsoft.com/office/drawing/2014/main" id="{575E4E91-C59C-4127-9279-135B1810CB74}"/>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F60DF10B-0452-45F7-AC79-0ED89AD2042F}"/>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3C733FC5-1A5E-43FB-B5AA-0D1295D886E8}"/>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23B9DAC4-4921-4821-972F-8F84A33A07FB}"/>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193</a:t>
            </a:r>
            <a:endParaRPr sz="1050" b="1" i="0">
              <a:solidFill>
                <a:srgbClr val="171717"/>
              </a:solidFill>
              <a:latin typeface="Consolas"/>
              <a:ea typeface="Consolas"/>
              <a:cs typeface="Consolas"/>
            </a:endParaRPr>
          </a:p>
        </p:txBody>
      </p:sp>
      <p:sp>
        <p:nvSpPr>
          <p:cNvPr id="8" name="text-178-64">
            <a:extLst>
              <a:ext uri="{FF2B5EF4-FFF2-40B4-BE49-F238E27FC236}">
                <a16:creationId xmlns:a16="http://schemas.microsoft.com/office/drawing/2014/main" id="{EB76EB69-A9FB-457B-AC7D-504F73D5FA09}"/>
              </a:ext>
            </a:extLst>
          </p:cNvPr>
          <p:cNvSpPr>
            <a:spLocks noGrp="1"/>
          </p:cNvSpPr>
          <p:nvPr/>
        </p:nvSpPr>
        <p:spPr>
          <a:xfrm>
            <a:off x="609600" y="1695450"/>
            <a:ext cx="10972800" cy="112014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비어 있지 않은 배열 [lo,hi)의 최대 연속합 max_subarray를 분할 정복으로 구하시오.</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빈 구간은 금지한다. n≤1000, 값은 −10⁶..10⁶. cross_sum은 제공된다. Python</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또는 C 중 하나로 함수를 작성하시오.</a:t>
            </a:r>
          </a:p>
        </p:txBody>
      </p:sp>
      <p:sp>
        <p:nvSpPr>
          <p:cNvPr id="9" name="text-405-64">
            <a:extLst>
              <a:ext uri="{FF2B5EF4-FFF2-40B4-BE49-F238E27FC236}">
                <a16:creationId xmlns:a16="http://schemas.microsoft.com/office/drawing/2014/main" id="{1C8D40F0-40D0-417D-A0BF-0CD8F3042316}"/>
              </a:ext>
            </a:extLst>
          </p:cNvPr>
          <p:cNvSpPr>
            <a:spLocks noGrp="1"/>
          </p:cNvSpPr>
          <p:nvPr/>
        </p:nvSpPr>
        <p:spPr>
          <a:xfrm>
            <a:off x="609600" y="3857625"/>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함수의 동작, 경계 처리, 시간 복잡도를 함께 작성하시오.</a:t>
            </a:r>
          </a:p>
        </p:txBody>
      </p:sp>
      <p:sp>
        <p:nvSpPr>
          <p:cNvPr id="10" name="직사각형 9">
            <a:extLst>
              <a:ext uri="{FF2B5EF4-FFF2-40B4-BE49-F238E27FC236}">
                <a16:creationId xmlns:a16="http://schemas.microsoft.com/office/drawing/2014/main" id="{990A3C54-C17B-4170-8C10-B03E8873C47A}"/>
              </a:ext>
            </a:extLst>
          </p:cNvPr>
          <p:cNvSpPr>
            <a:spLocks noGrp="1"/>
          </p:cNvSpPr>
          <p:nvPr/>
        </p:nvSpPr>
        <p:spPr>
          <a:xfrm>
            <a:off x="609600" y="4495800"/>
            <a:ext cx="10972800" cy="9525"/>
          </a:xfrm>
          <a:prstGeom prst="rect">
            <a:avLst/>
          </a:prstGeom>
          <a:solidFill>
            <a:srgbClr val="D4D4D4"/>
          </a:solidFill>
          <a:ln w="0">
            <a:noFill/>
          </a:ln>
        </p:spPr>
      </p:sp>
      <p:sp>
        <p:nvSpPr>
          <p:cNvPr id="11" name="직사각형 10">
            <a:extLst>
              <a:ext uri="{FF2B5EF4-FFF2-40B4-BE49-F238E27FC236}">
                <a16:creationId xmlns:a16="http://schemas.microsoft.com/office/drawing/2014/main" id="{26C3AFAA-66A2-43C3-A51B-24B2F543A748}"/>
              </a:ext>
            </a:extLst>
          </p:cNvPr>
          <p:cNvSpPr>
            <a:spLocks noGrp="1"/>
          </p:cNvSpPr>
          <p:nvPr/>
        </p:nvSpPr>
        <p:spPr>
          <a:xfrm>
            <a:off x="609600" y="5181600"/>
            <a:ext cx="10972800" cy="9525"/>
          </a:xfrm>
          <a:prstGeom prst="rect">
            <a:avLst/>
          </a:prstGeom>
          <a:solidFill>
            <a:srgbClr val="D4D4D4"/>
          </a:solidFill>
          <a:ln w="0">
            <a:noFill/>
          </a:ln>
        </p:spPr>
      </p:sp>
      <p:sp>
        <p:nvSpPr>
          <p:cNvPr id="12" name="직사각형 11">
            <a:extLst>
              <a:ext uri="{FF2B5EF4-FFF2-40B4-BE49-F238E27FC236}">
                <a16:creationId xmlns:a16="http://schemas.microsoft.com/office/drawing/2014/main" id="{4349E5D9-57D1-49F1-A251-0AEB857F0E67}"/>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p14:creationId xmlns:p14="http://schemas.microsoft.com/office/powerpoint/2010/main" val="462685519"/>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3B616C1F-5068-43FD-8B91-94229D1CF633}"/>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Python/C 구현</a:t>
            </a:r>
          </a:p>
        </p:txBody>
      </p:sp>
      <p:sp>
        <p:nvSpPr>
          <p:cNvPr id="2" name="text-28-1080">
            <a:extLst>
              <a:ext uri="{FF2B5EF4-FFF2-40B4-BE49-F238E27FC236}">
                <a16:creationId xmlns:a16="http://schemas.microsoft.com/office/drawing/2014/main" id="{BB41E968-BB18-4197-B291-6FCBA4962B65}"/>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3DC27028-2B8F-47B8-A686-514F2DCC6BC2}"/>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94  정답과 해설</a:t>
            </a:r>
          </a:p>
        </p:txBody>
      </p:sp>
      <p:sp>
        <p:nvSpPr>
          <p:cNvPr id="4" name="직사각형 3">
            <a:extLst>
              <a:ext uri="{FF2B5EF4-FFF2-40B4-BE49-F238E27FC236}">
                <a16:creationId xmlns:a16="http://schemas.microsoft.com/office/drawing/2014/main" id="{0C774490-E6BD-4859-8D05-7F70A1DFD38E}"/>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C45D0249-852B-4438-BC3A-D9B677F16C8F}"/>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42A0DD2E-BDA9-4BAF-BD8C-67F9C8CDF8D6}"/>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368A1BAF-3AEE-4A66-9DEF-7DE66566CB52}"/>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194</a:t>
            </a:r>
            <a:endParaRPr sz="1050" b="1" i="0">
              <a:solidFill>
                <a:srgbClr val="171717"/>
              </a:solidFill>
              <a:latin typeface="Consolas"/>
              <a:ea typeface="Consolas"/>
              <a:cs typeface="Consolas"/>
            </a:endParaRPr>
          </a:p>
        </p:txBody>
      </p:sp>
      <p:sp>
        <p:nvSpPr>
          <p:cNvPr id="8" name="text-178-64">
            <a:extLst>
              <a:ext uri="{FF2B5EF4-FFF2-40B4-BE49-F238E27FC236}">
                <a16:creationId xmlns:a16="http://schemas.microsoft.com/office/drawing/2014/main" id="{43A966C0-95FD-467B-9E67-2631CAB11FB3}"/>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분할 정복 최대 연속합</a:t>
            </a:r>
          </a:p>
        </p:txBody>
      </p:sp>
      <p:sp>
        <p:nvSpPr>
          <p:cNvPr id="9" name="직사각형 8">
            <a:extLst>
              <a:ext uri="{FF2B5EF4-FFF2-40B4-BE49-F238E27FC236}">
                <a16:creationId xmlns:a16="http://schemas.microsoft.com/office/drawing/2014/main" id="{A543BF0A-EBA0-403A-A520-A2B73B206DA5}"/>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609E89D9-06C7-4103-B8EE-2EEF2CC490AD}"/>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왼쪽, 오른쪽, 경계를 가로지르는 세 후보 중 최댓값을 반환한다.</a:t>
            </a:r>
          </a:p>
        </p:txBody>
      </p:sp>
      <p:sp>
        <p:nvSpPr>
          <p:cNvPr id="11" name="text-324.4-64">
            <a:extLst>
              <a:ext uri="{FF2B5EF4-FFF2-40B4-BE49-F238E27FC236}">
                <a16:creationId xmlns:a16="http://schemas.microsoft.com/office/drawing/2014/main" id="{A829AD6B-8AD3-4881-9811-485B8F89CAA4}"/>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9AEC9692-A479-465A-97D5-59867694D893}"/>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5B02DE4C-B78D-489E-B416-14DABF15F7BB}"/>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시간 O(n log n).</a:t>
            </a:r>
          </a:p>
        </p:txBody>
      </p:sp>
    </p:spTree>
    <p:extLst>
      <p:ext uri="{BB962C8B-B14F-4D97-AF65-F5344CB8AC3E}">
        <p14:creationId xmlns:p14="http://schemas.microsoft.com/office/powerpoint/2010/main" val="462685519"/>
      </p:ext>
    </p:extLst>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5" name="text-28-64">
            <a:extLst>
              <a:ext uri="{FF2B5EF4-FFF2-40B4-BE49-F238E27FC236}">
                <a16:creationId xmlns:a16="http://schemas.microsoft.com/office/drawing/2014/main" id="{E867776B-4423-4A1B-8844-0B2DED556558}"/>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Python/C 구현</a:t>
            </a:r>
          </a:p>
        </p:txBody>
      </p:sp>
      <p:sp>
        <p:nvSpPr>
          <p:cNvPr id="2" name="text-28-1080">
            <a:extLst>
              <a:ext uri="{FF2B5EF4-FFF2-40B4-BE49-F238E27FC236}">
                <a16:creationId xmlns:a16="http://schemas.microsoft.com/office/drawing/2014/main" id="{1A443B0E-96F4-4411-B879-EC65BB0F482B}"/>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B8F45B0A-C92A-487A-85CA-6E20F3EB5992}"/>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94  Python 구현</a:t>
            </a:r>
          </a:p>
        </p:txBody>
      </p:sp>
      <p:sp>
        <p:nvSpPr>
          <p:cNvPr id="4" name="직사각형 3">
            <a:extLst>
              <a:ext uri="{FF2B5EF4-FFF2-40B4-BE49-F238E27FC236}">
                <a16:creationId xmlns:a16="http://schemas.microsoft.com/office/drawing/2014/main" id="{C6D5962F-1AC9-4433-B53B-5E270F38D992}"/>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2E7FE3F5-E1C6-467F-8024-694F7E7C12FB}"/>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C44CEA49-98FE-4D09-9D43-6C762B1E7244}"/>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27195748-4874-4278-88F2-D958A5FEAEAC}"/>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195</a:t>
            </a:r>
            <a:endParaRPr sz="1050" b="1" i="0">
              <a:solidFill>
                <a:srgbClr val="171717"/>
              </a:solidFill>
              <a:latin typeface="Consolas"/>
              <a:ea typeface="Consolas"/>
              <a:cs typeface="Consolas"/>
            </a:endParaRPr>
          </a:p>
        </p:txBody>
      </p:sp>
      <p:sp>
        <p:nvSpPr>
          <p:cNvPr id="8" name="text-163-64">
            <a:extLst>
              <a:ext uri="{FF2B5EF4-FFF2-40B4-BE49-F238E27FC236}">
                <a16:creationId xmlns:a16="http://schemas.microsoft.com/office/drawing/2014/main" id="{D48F5B82-52BB-4965-91DA-FE8CC36CA305}"/>
              </a:ext>
            </a:extLst>
          </p:cNvPr>
          <p:cNvSpPr>
            <a:spLocks noGrp="1"/>
          </p:cNvSpPr>
          <p:nvPr/>
        </p:nvSpPr>
        <p:spPr>
          <a:xfrm>
            <a:off x="609600" y="1552575"/>
            <a:ext cx="10972800" cy="266700"/>
          </a:xfrm>
          <a:prstGeom prst="rect">
            <a:avLst/>
          </a:prstGeom>
          <a:noFill/>
          <a:ln w="0">
            <a:noFill/>
          </a:ln>
        </p:spPr>
        <p:txBody>
          <a:bodyPr wrap="none" lIns="0" tIns="0" rIns="0" bIns="0" anchor="t">
            <a:noAutofit/>
          </a:bodyPr>
          <a:lstStyle/>
          <a:p>
            <a:pPr algn="l">
              <a:lnSpc>
                <a:spcPct val="108000"/>
              </a:lnSpc>
              <a:buNone/>
              <a:defRPr sz="1500" b="0" i="0">
                <a:solidFill>
                  <a:srgbClr val="606060"/>
                </a:solidFill>
                <a:latin typeface="Malgun Gothic"/>
                <a:ea typeface="Malgun Gothic"/>
                <a:cs typeface="Malgun Gothic"/>
              </a:defRPr>
            </a:pPr>
            <a:r>
              <a:rPr sz="1500" b="0" i="0">
                <a:solidFill>
                  <a:srgbClr val="606060"/>
                </a:solidFill>
                <a:latin typeface="Malgun Gothic"/>
                <a:ea typeface="Malgun Gothic"/>
                <a:cs typeface="Malgun Gothic"/>
              </a:rPr>
              <a:t>분할 정복 최대 연속합</a:t>
            </a:r>
          </a:p>
        </p:txBody>
      </p:sp>
      <p:sp>
        <p:nvSpPr>
          <p:cNvPr id="9" name="직사각형 8">
            <a:extLst>
              <a:ext uri="{FF2B5EF4-FFF2-40B4-BE49-F238E27FC236}">
                <a16:creationId xmlns:a16="http://schemas.microsoft.com/office/drawing/2014/main" id="{11A59B3A-0739-4838-BA1E-2DD090A6465F}"/>
              </a:ext>
            </a:extLst>
          </p:cNvPr>
          <p:cNvSpPr>
            <a:spLocks noGrp="1"/>
          </p:cNvSpPr>
          <p:nvPr/>
        </p:nvSpPr>
        <p:spPr>
          <a:xfrm>
            <a:off x="609600" y="1981200"/>
            <a:ext cx="10972800" cy="3962400"/>
          </a:xfrm>
          <a:prstGeom prst="rect">
            <a:avLst/>
          </a:prstGeom>
          <a:solidFill>
            <a:srgbClr val="171717"/>
          </a:solidFill>
          <a:ln w="0">
            <a:noFill/>
          </a:ln>
        </p:spPr>
      </p:sp>
      <p:sp>
        <p:nvSpPr>
          <p:cNvPr id="10" name="text-222-81">
            <a:extLst>
              <a:ext uri="{FF2B5EF4-FFF2-40B4-BE49-F238E27FC236}">
                <a16:creationId xmlns:a16="http://schemas.microsoft.com/office/drawing/2014/main" id="{50E21E62-2289-4D28-8A3A-2C0E0FCD944C}"/>
              </a:ext>
            </a:extLst>
          </p:cNvPr>
          <p:cNvSpPr>
            <a:spLocks noGrp="1"/>
          </p:cNvSpPr>
          <p:nvPr/>
        </p:nvSpPr>
        <p:spPr>
          <a:xfrm>
            <a:off x="771525" y="211455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01</a:t>
            </a:r>
          </a:p>
        </p:txBody>
      </p:sp>
      <p:sp>
        <p:nvSpPr>
          <p:cNvPr id="11" name="text-222-135">
            <a:extLst>
              <a:ext uri="{FF2B5EF4-FFF2-40B4-BE49-F238E27FC236}">
                <a16:creationId xmlns:a16="http://schemas.microsoft.com/office/drawing/2014/main" id="{D791440F-4831-458B-A761-B932CD8643B8}"/>
              </a:ext>
            </a:extLst>
          </p:cNvPr>
          <p:cNvSpPr>
            <a:spLocks noGrp="1"/>
          </p:cNvSpPr>
          <p:nvPr/>
        </p:nvSpPr>
        <p:spPr>
          <a:xfrm>
            <a:off x="1285875" y="211455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def max_subarray(a, lo, hi):</a:t>
            </a:r>
          </a:p>
        </p:txBody>
      </p:sp>
      <p:sp>
        <p:nvSpPr>
          <p:cNvPr id="12" name="text-242.5-81">
            <a:extLst>
              <a:ext uri="{FF2B5EF4-FFF2-40B4-BE49-F238E27FC236}">
                <a16:creationId xmlns:a16="http://schemas.microsoft.com/office/drawing/2014/main" id="{37EBFC2E-9203-4812-A08E-AE50663C2593}"/>
              </a:ext>
            </a:extLst>
          </p:cNvPr>
          <p:cNvSpPr>
            <a:spLocks noGrp="1"/>
          </p:cNvSpPr>
          <p:nvPr/>
        </p:nvSpPr>
        <p:spPr>
          <a:xfrm>
            <a:off x="771525" y="2309813"/>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02</a:t>
            </a:r>
          </a:p>
        </p:txBody>
      </p:sp>
      <p:sp>
        <p:nvSpPr>
          <p:cNvPr id="13" name="text-242.5-135">
            <a:extLst>
              <a:ext uri="{FF2B5EF4-FFF2-40B4-BE49-F238E27FC236}">
                <a16:creationId xmlns:a16="http://schemas.microsoft.com/office/drawing/2014/main" id="{D3D334B4-F97A-4814-AEAB-826F4240FD58}"/>
              </a:ext>
            </a:extLst>
          </p:cNvPr>
          <p:cNvSpPr>
            <a:spLocks noGrp="1"/>
          </p:cNvSpPr>
          <p:nvPr/>
        </p:nvSpPr>
        <p:spPr>
          <a:xfrm>
            <a:off x="1285875" y="2309813"/>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if hi - lo == 1:</a:t>
            </a:r>
          </a:p>
        </p:txBody>
      </p:sp>
      <p:sp>
        <p:nvSpPr>
          <p:cNvPr id="14" name="text-263-81">
            <a:extLst>
              <a:ext uri="{FF2B5EF4-FFF2-40B4-BE49-F238E27FC236}">
                <a16:creationId xmlns:a16="http://schemas.microsoft.com/office/drawing/2014/main" id="{3BE7D9E1-2F03-45D2-ACC4-3CB78511C2C6}"/>
              </a:ext>
            </a:extLst>
          </p:cNvPr>
          <p:cNvSpPr>
            <a:spLocks noGrp="1"/>
          </p:cNvSpPr>
          <p:nvPr/>
        </p:nvSpPr>
        <p:spPr>
          <a:xfrm>
            <a:off x="771525" y="2505075"/>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03</a:t>
            </a:r>
          </a:p>
        </p:txBody>
      </p:sp>
      <p:sp>
        <p:nvSpPr>
          <p:cNvPr id="15" name="text-263-135">
            <a:extLst>
              <a:ext uri="{FF2B5EF4-FFF2-40B4-BE49-F238E27FC236}">
                <a16:creationId xmlns:a16="http://schemas.microsoft.com/office/drawing/2014/main" id="{52AC325F-7681-4A7A-BFD7-42D3FCE814A9}"/>
              </a:ext>
            </a:extLst>
          </p:cNvPr>
          <p:cNvSpPr>
            <a:spLocks noGrp="1"/>
          </p:cNvSpPr>
          <p:nvPr/>
        </p:nvSpPr>
        <p:spPr>
          <a:xfrm>
            <a:off x="1285875" y="2505075"/>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return a[lo]</a:t>
            </a:r>
          </a:p>
        </p:txBody>
      </p:sp>
      <p:sp>
        <p:nvSpPr>
          <p:cNvPr id="16" name="text-283.5-81">
            <a:extLst>
              <a:ext uri="{FF2B5EF4-FFF2-40B4-BE49-F238E27FC236}">
                <a16:creationId xmlns:a16="http://schemas.microsoft.com/office/drawing/2014/main" id="{A2831B7C-3D70-408A-97CC-709F6766C7AB}"/>
              </a:ext>
            </a:extLst>
          </p:cNvPr>
          <p:cNvSpPr>
            <a:spLocks noGrp="1"/>
          </p:cNvSpPr>
          <p:nvPr/>
        </p:nvSpPr>
        <p:spPr>
          <a:xfrm>
            <a:off x="771525" y="2700338"/>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04</a:t>
            </a:r>
          </a:p>
        </p:txBody>
      </p:sp>
      <p:sp>
        <p:nvSpPr>
          <p:cNvPr id="17" name="text-283.5-135">
            <a:extLst>
              <a:ext uri="{FF2B5EF4-FFF2-40B4-BE49-F238E27FC236}">
                <a16:creationId xmlns:a16="http://schemas.microsoft.com/office/drawing/2014/main" id="{711AF8C1-7A11-44AB-B78D-D9A48600B160}"/>
              </a:ext>
            </a:extLst>
          </p:cNvPr>
          <p:cNvSpPr>
            <a:spLocks noGrp="1"/>
          </p:cNvSpPr>
          <p:nvPr/>
        </p:nvSpPr>
        <p:spPr>
          <a:xfrm>
            <a:off x="1285875" y="2700338"/>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mid = (lo + hi) // 2</a:t>
            </a:r>
          </a:p>
        </p:txBody>
      </p:sp>
      <p:sp>
        <p:nvSpPr>
          <p:cNvPr id="18" name="text-304-81">
            <a:extLst>
              <a:ext uri="{FF2B5EF4-FFF2-40B4-BE49-F238E27FC236}">
                <a16:creationId xmlns:a16="http://schemas.microsoft.com/office/drawing/2014/main" id="{3A4B7ACC-CBD0-4B7C-B797-1C5F998DC5E9}"/>
              </a:ext>
            </a:extLst>
          </p:cNvPr>
          <p:cNvSpPr>
            <a:spLocks noGrp="1"/>
          </p:cNvSpPr>
          <p:nvPr/>
        </p:nvSpPr>
        <p:spPr>
          <a:xfrm>
            <a:off x="771525" y="289560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05</a:t>
            </a:r>
          </a:p>
        </p:txBody>
      </p:sp>
      <p:sp>
        <p:nvSpPr>
          <p:cNvPr id="19" name="text-304-135">
            <a:extLst>
              <a:ext uri="{FF2B5EF4-FFF2-40B4-BE49-F238E27FC236}">
                <a16:creationId xmlns:a16="http://schemas.microsoft.com/office/drawing/2014/main" id="{BA91A93F-DD13-40CF-9AC1-8D53004DCC8A}"/>
              </a:ext>
            </a:extLst>
          </p:cNvPr>
          <p:cNvSpPr>
            <a:spLocks noGrp="1"/>
          </p:cNvSpPr>
          <p:nvPr/>
        </p:nvSpPr>
        <p:spPr>
          <a:xfrm>
            <a:off x="1285875" y="289560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return max(max_subarray(a, lo, mid),</a:t>
            </a:r>
          </a:p>
        </p:txBody>
      </p:sp>
      <p:sp>
        <p:nvSpPr>
          <p:cNvPr id="20" name="text-324.5-81">
            <a:extLst>
              <a:ext uri="{FF2B5EF4-FFF2-40B4-BE49-F238E27FC236}">
                <a16:creationId xmlns:a16="http://schemas.microsoft.com/office/drawing/2014/main" id="{DC84D66F-8D51-4522-9F13-0023CDB162A1}"/>
              </a:ext>
            </a:extLst>
          </p:cNvPr>
          <p:cNvSpPr>
            <a:spLocks noGrp="1"/>
          </p:cNvSpPr>
          <p:nvPr/>
        </p:nvSpPr>
        <p:spPr>
          <a:xfrm>
            <a:off x="771525" y="3090863"/>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06</a:t>
            </a:r>
          </a:p>
        </p:txBody>
      </p:sp>
      <p:sp>
        <p:nvSpPr>
          <p:cNvPr id="21" name="text-324.5-135">
            <a:extLst>
              <a:ext uri="{FF2B5EF4-FFF2-40B4-BE49-F238E27FC236}">
                <a16:creationId xmlns:a16="http://schemas.microsoft.com/office/drawing/2014/main" id="{C86B58B1-F53C-440D-9634-BA7F7C17AA5E}"/>
              </a:ext>
            </a:extLst>
          </p:cNvPr>
          <p:cNvSpPr>
            <a:spLocks noGrp="1"/>
          </p:cNvSpPr>
          <p:nvPr/>
        </p:nvSpPr>
        <p:spPr>
          <a:xfrm>
            <a:off x="1285875" y="3090863"/>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max_subarray(a, mid, hi),</a:t>
            </a:r>
          </a:p>
        </p:txBody>
      </p:sp>
      <p:sp>
        <p:nvSpPr>
          <p:cNvPr id="22" name="text-345-81">
            <a:extLst>
              <a:ext uri="{FF2B5EF4-FFF2-40B4-BE49-F238E27FC236}">
                <a16:creationId xmlns:a16="http://schemas.microsoft.com/office/drawing/2014/main" id="{9DE0AD4A-ECD5-4365-B55A-2F4BF3E79FC2}"/>
              </a:ext>
            </a:extLst>
          </p:cNvPr>
          <p:cNvSpPr>
            <a:spLocks noGrp="1"/>
          </p:cNvSpPr>
          <p:nvPr/>
        </p:nvSpPr>
        <p:spPr>
          <a:xfrm>
            <a:off x="771525" y="3286125"/>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07</a:t>
            </a:r>
          </a:p>
        </p:txBody>
      </p:sp>
      <p:sp>
        <p:nvSpPr>
          <p:cNvPr id="23" name="text-345-135">
            <a:extLst>
              <a:ext uri="{FF2B5EF4-FFF2-40B4-BE49-F238E27FC236}">
                <a16:creationId xmlns:a16="http://schemas.microsoft.com/office/drawing/2014/main" id="{82621CD1-42C4-4D39-8A73-67EBE6B3361F}"/>
              </a:ext>
            </a:extLst>
          </p:cNvPr>
          <p:cNvSpPr>
            <a:spLocks noGrp="1"/>
          </p:cNvSpPr>
          <p:nvPr/>
        </p:nvSpPr>
        <p:spPr>
          <a:xfrm>
            <a:off x="1285875" y="3286125"/>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cross_sum(a, lo, mid, hi))</a:t>
            </a:r>
          </a:p>
        </p:txBody>
      </p:sp>
      <p:sp>
        <p:nvSpPr>
          <p:cNvPr id="24" name="text-635-64">
            <a:extLst>
              <a:ext uri="{FF2B5EF4-FFF2-40B4-BE49-F238E27FC236}">
                <a16:creationId xmlns:a16="http://schemas.microsoft.com/office/drawing/2014/main" id="{EF9C9A77-92E3-471C-AF80-052A4E1AAA4C}"/>
              </a:ext>
            </a:extLst>
          </p:cNvPr>
          <p:cNvSpPr>
            <a:spLocks noGrp="1"/>
          </p:cNvSpPr>
          <p:nvPr/>
        </p:nvSpPr>
        <p:spPr>
          <a:xfrm>
            <a:off x="609600" y="6048375"/>
            <a:ext cx="10972800" cy="213360"/>
          </a:xfrm>
          <a:prstGeom prst="rect">
            <a:avLst/>
          </a:prstGeom>
          <a:noFill/>
          <a:ln w="0">
            <a:noFill/>
          </a:ln>
        </p:spPr>
        <p:txBody>
          <a:bodyPr wrap="none" lIns="0" tIns="0" rIns="0" bIns="0" anchor="t">
            <a:noAutofit/>
          </a:bodyPr>
          <a:lstStyle/>
          <a:p>
            <a:pPr algn="l">
              <a:lnSpc>
                <a:spcPct val="108000"/>
              </a:lnSpc>
              <a:buNone/>
              <a:defRPr sz="1200" b="0" i="0">
                <a:solidFill>
                  <a:srgbClr val="606060"/>
                </a:solidFill>
                <a:latin typeface="Malgun Gothic"/>
                <a:ea typeface="Malgun Gothic"/>
                <a:cs typeface="Malgun Gothic"/>
              </a:defRPr>
            </a:pPr>
            <a:r>
              <a:rPr sz="1200" b="0" i="0">
                <a:solidFill>
                  <a:srgbClr val="606060"/>
                </a:solidFill>
                <a:latin typeface="Malgun Gothic"/>
                <a:ea typeface="Malgun Gothic"/>
                <a:cs typeface="Malgun Gothic"/>
              </a:rPr>
              <a:t>시간 O(n log n).</a:t>
            </a:r>
          </a:p>
        </p:txBody>
      </p:sp>
    </p:spTree>
    <p:extLst>
      <p:ext uri="{BB962C8B-B14F-4D97-AF65-F5344CB8AC3E}">
        <p14:creationId xmlns:p14="http://schemas.microsoft.com/office/powerpoint/2010/main" val="462685519"/>
      </p:ext>
    </p:extLst>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9" name="text-28-64">
            <a:extLst>
              <a:ext uri="{FF2B5EF4-FFF2-40B4-BE49-F238E27FC236}">
                <a16:creationId xmlns:a16="http://schemas.microsoft.com/office/drawing/2014/main" id="{0B1CD6A9-5E62-44DF-A1D2-88158DCFFBD4}"/>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Python/C 구현</a:t>
            </a:r>
          </a:p>
        </p:txBody>
      </p:sp>
      <p:sp>
        <p:nvSpPr>
          <p:cNvPr id="2" name="text-28-1080">
            <a:extLst>
              <a:ext uri="{FF2B5EF4-FFF2-40B4-BE49-F238E27FC236}">
                <a16:creationId xmlns:a16="http://schemas.microsoft.com/office/drawing/2014/main" id="{C9BE3370-E1B0-41B5-AC42-6482E39FBBC9}"/>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F797C0A5-62D4-4F7C-B646-2226FC2A8546}"/>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94  C 구현</a:t>
            </a:r>
          </a:p>
        </p:txBody>
      </p:sp>
      <p:sp>
        <p:nvSpPr>
          <p:cNvPr id="4" name="직사각형 3">
            <a:extLst>
              <a:ext uri="{FF2B5EF4-FFF2-40B4-BE49-F238E27FC236}">
                <a16:creationId xmlns:a16="http://schemas.microsoft.com/office/drawing/2014/main" id="{A0B00E14-5E05-4A2E-9AC0-D36B30BB9ADE}"/>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6E44DFB6-AB5B-4F03-BD15-E05E00D70A2B}"/>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6ADBF137-102E-4713-8072-73A234C5E22F}"/>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94943BF6-CAED-453F-8E88-B4D3E1792C56}"/>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196</a:t>
            </a:r>
            <a:endParaRPr sz="1050" b="1" i="0">
              <a:solidFill>
                <a:srgbClr val="171717"/>
              </a:solidFill>
              <a:latin typeface="Consolas"/>
              <a:ea typeface="Consolas"/>
              <a:cs typeface="Consolas"/>
            </a:endParaRPr>
          </a:p>
        </p:txBody>
      </p:sp>
      <p:sp>
        <p:nvSpPr>
          <p:cNvPr id="8" name="text-163-64">
            <a:extLst>
              <a:ext uri="{FF2B5EF4-FFF2-40B4-BE49-F238E27FC236}">
                <a16:creationId xmlns:a16="http://schemas.microsoft.com/office/drawing/2014/main" id="{8C042624-7F62-42C6-8B2E-9AB579C9CD54}"/>
              </a:ext>
            </a:extLst>
          </p:cNvPr>
          <p:cNvSpPr>
            <a:spLocks noGrp="1"/>
          </p:cNvSpPr>
          <p:nvPr/>
        </p:nvSpPr>
        <p:spPr>
          <a:xfrm>
            <a:off x="609600" y="1552575"/>
            <a:ext cx="10972800" cy="266700"/>
          </a:xfrm>
          <a:prstGeom prst="rect">
            <a:avLst/>
          </a:prstGeom>
          <a:noFill/>
          <a:ln w="0">
            <a:noFill/>
          </a:ln>
        </p:spPr>
        <p:txBody>
          <a:bodyPr wrap="none" lIns="0" tIns="0" rIns="0" bIns="0" anchor="t">
            <a:noAutofit/>
          </a:bodyPr>
          <a:lstStyle/>
          <a:p>
            <a:pPr algn="l">
              <a:lnSpc>
                <a:spcPct val="108000"/>
              </a:lnSpc>
              <a:buNone/>
              <a:defRPr sz="1500" b="0" i="0">
                <a:solidFill>
                  <a:srgbClr val="606060"/>
                </a:solidFill>
                <a:latin typeface="Malgun Gothic"/>
                <a:ea typeface="Malgun Gothic"/>
                <a:cs typeface="Malgun Gothic"/>
              </a:defRPr>
            </a:pPr>
            <a:r>
              <a:rPr sz="1500" b="0" i="0">
                <a:solidFill>
                  <a:srgbClr val="606060"/>
                </a:solidFill>
                <a:latin typeface="Malgun Gothic"/>
                <a:ea typeface="Malgun Gothic"/>
                <a:cs typeface="Malgun Gothic"/>
              </a:rPr>
              <a:t>분할 정복 최대 연속합</a:t>
            </a:r>
          </a:p>
        </p:txBody>
      </p:sp>
      <p:sp>
        <p:nvSpPr>
          <p:cNvPr id="9" name="직사각형 8">
            <a:extLst>
              <a:ext uri="{FF2B5EF4-FFF2-40B4-BE49-F238E27FC236}">
                <a16:creationId xmlns:a16="http://schemas.microsoft.com/office/drawing/2014/main" id="{156DA38C-A9F2-49BB-9893-E7ADE9DFC685}"/>
              </a:ext>
            </a:extLst>
          </p:cNvPr>
          <p:cNvSpPr>
            <a:spLocks noGrp="1"/>
          </p:cNvSpPr>
          <p:nvPr/>
        </p:nvSpPr>
        <p:spPr>
          <a:xfrm>
            <a:off x="609600" y="1981200"/>
            <a:ext cx="10972800" cy="3962400"/>
          </a:xfrm>
          <a:prstGeom prst="rect">
            <a:avLst/>
          </a:prstGeom>
          <a:solidFill>
            <a:srgbClr val="171717"/>
          </a:solidFill>
          <a:ln w="0">
            <a:noFill/>
          </a:ln>
        </p:spPr>
      </p:sp>
      <p:sp>
        <p:nvSpPr>
          <p:cNvPr id="10" name="text-222-81">
            <a:extLst>
              <a:ext uri="{FF2B5EF4-FFF2-40B4-BE49-F238E27FC236}">
                <a16:creationId xmlns:a16="http://schemas.microsoft.com/office/drawing/2014/main" id="{F7674759-3D41-4A8F-A38E-C6DC1B9083C6}"/>
              </a:ext>
            </a:extLst>
          </p:cNvPr>
          <p:cNvSpPr>
            <a:spLocks noGrp="1"/>
          </p:cNvSpPr>
          <p:nvPr/>
        </p:nvSpPr>
        <p:spPr>
          <a:xfrm>
            <a:off x="771525" y="211455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01</a:t>
            </a:r>
          </a:p>
        </p:txBody>
      </p:sp>
      <p:sp>
        <p:nvSpPr>
          <p:cNvPr id="11" name="text-222-135">
            <a:extLst>
              <a:ext uri="{FF2B5EF4-FFF2-40B4-BE49-F238E27FC236}">
                <a16:creationId xmlns:a16="http://schemas.microsoft.com/office/drawing/2014/main" id="{33F4CA22-9081-497C-9F74-5FE84A1E34EA}"/>
              </a:ext>
            </a:extLst>
          </p:cNvPr>
          <p:cNvSpPr>
            <a:spLocks noGrp="1"/>
          </p:cNvSpPr>
          <p:nvPr/>
        </p:nvSpPr>
        <p:spPr>
          <a:xfrm>
            <a:off x="1285875" y="211455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long long max_subarray(const int a[], int lo, int hi) {</a:t>
            </a:r>
          </a:p>
        </p:txBody>
      </p:sp>
      <p:sp>
        <p:nvSpPr>
          <p:cNvPr id="12" name="text-242.5-81">
            <a:extLst>
              <a:ext uri="{FF2B5EF4-FFF2-40B4-BE49-F238E27FC236}">
                <a16:creationId xmlns:a16="http://schemas.microsoft.com/office/drawing/2014/main" id="{F9D8B941-FF80-4953-A509-5DA9E88046A0}"/>
              </a:ext>
            </a:extLst>
          </p:cNvPr>
          <p:cNvSpPr>
            <a:spLocks noGrp="1"/>
          </p:cNvSpPr>
          <p:nvPr/>
        </p:nvSpPr>
        <p:spPr>
          <a:xfrm>
            <a:off x="771525" y="2309813"/>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02</a:t>
            </a:r>
          </a:p>
        </p:txBody>
      </p:sp>
      <p:sp>
        <p:nvSpPr>
          <p:cNvPr id="13" name="text-242.5-135">
            <a:extLst>
              <a:ext uri="{FF2B5EF4-FFF2-40B4-BE49-F238E27FC236}">
                <a16:creationId xmlns:a16="http://schemas.microsoft.com/office/drawing/2014/main" id="{1B79ED85-9407-41D2-89CC-0A4CADB09384}"/>
              </a:ext>
            </a:extLst>
          </p:cNvPr>
          <p:cNvSpPr>
            <a:spLocks noGrp="1"/>
          </p:cNvSpPr>
          <p:nvPr/>
        </p:nvSpPr>
        <p:spPr>
          <a:xfrm>
            <a:off x="1285875" y="2309813"/>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if (hi-lo == 1) return a[lo];</a:t>
            </a:r>
          </a:p>
        </p:txBody>
      </p:sp>
      <p:sp>
        <p:nvSpPr>
          <p:cNvPr id="14" name="text-263-81">
            <a:extLst>
              <a:ext uri="{FF2B5EF4-FFF2-40B4-BE49-F238E27FC236}">
                <a16:creationId xmlns:a16="http://schemas.microsoft.com/office/drawing/2014/main" id="{B53C26B2-527A-4085-A66D-DE24B934A356}"/>
              </a:ext>
            </a:extLst>
          </p:cNvPr>
          <p:cNvSpPr>
            <a:spLocks noGrp="1"/>
          </p:cNvSpPr>
          <p:nvPr/>
        </p:nvSpPr>
        <p:spPr>
          <a:xfrm>
            <a:off x="771525" y="2505075"/>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03</a:t>
            </a:r>
          </a:p>
        </p:txBody>
      </p:sp>
      <p:sp>
        <p:nvSpPr>
          <p:cNvPr id="15" name="text-263-135">
            <a:extLst>
              <a:ext uri="{FF2B5EF4-FFF2-40B4-BE49-F238E27FC236}">
                <a16:creationId xmlns:a16="http://schemas.microsoft.com/office/drawing/2014/main" id="{95C154FE-0402-4EC7-B7C6-B8B5E3C27586}"/>
              </a:ext>
            </a:extLst>
          </p:cNvPr>
          <p:cNvSpPr>
            <a:spLocks noGrp="1"/>
          </p:cNvSpPr>
          <p:nvPr/>
        </p:nvSpPr>
        <p:spPr>
          <a:xfrm>
            <a:off x="1285875" y="2505075"/>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int mid=(lo+hi)/2;</a:t>
            </a:r>
          </a:p>
        </p:txBody>
      </p:sp>
      <p:sp>
        <p:nvSpPr>
          <p:cNvPr id="16" name="text-283.5-81">
            <a:extLst>
              <a:ext uri="{FF2B5EF4-FFF2-40B4-BE49-F238E27FC236}">
                <a16:creationId xmlns:a16="http://schemas.microsoft.com/office/drawing/2014/main" id="{3B8FC092-792E-4EF6-8CF1-DD22198F2AA3}"/>
              </a:ext>
            </a:extLst>
          </p:cNvPr>
          <p:cNvSpPr>
            <a:spLocks noGrp="1"/>
          </p:cNvSpPr>
          <p:nvPr/>
        </p:nvSpPr>
        <p:spPr>
          <a:xfrm>
            <a:off x="771525" y="2700338"/>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04</a:t>
            </a:r>
          </a:p>
        </p:txBody>
      </p:sp>
      <p:sp>
        <p:nvSpPr>
          <p:cNvPr id="17" name="text-283.5-135">
            <a:extLst>
              <a:ext uri="{FF2B5EF4-FFF2-40B4-BE49-F238E27FC236}">
                <a16:creationId xmlns:a16="http://schemas.microsoft.com/office/drawing/2014/main" id="{76FCF16C-930C-424B-8F04-2E3633C49DB7}"/>
              </a:ext>
            </a:extLst>
          </p:cNvPr>
          <p:cNvSpPr>
            <a:spLocks noGrp="1"/>
          </p:cNvSpPr>
          <p:nvPr/>
        </p:nvSpPr>
        <p:spPr>
          <a:xfrm>
            <a:off x="1285875" y="2700338"/>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long long left=max_subarray(a,lo,mid);</a:t>
            </a:r>
          </a:p>
        </p:txBody>
      </p:sp>
      <p:sp>
        <p:nvSpPr>
          <p:cNvPr id="18" name="text-304-81">
            <a:extLst>
              <a:ext uri="{FF2B5EF4-FFF2-40B4-BE49-F238E27FC236}">
                <a16:creationId xmlns:a16="http://schemas.microsoft.com/office/drawing/2014/main" id="{35D2D888-3BFF-48CA-9681-A72F2E226DFB}"/>
              </a:ext>
            </a:extLst>
          </p:cNvPr>
          <p:cNvSpPr>
            <a:spLocks noGrp="1"/>
          </p:cNvSpPr>
          <p:nvPr/>
        </p:nvSpPr>
        <p:spPr>
          <a:xfrm>
            <a:off x="771525" y="289560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05</a:t>
            </a:r>
          </a:p>
        </p:txBody>
      </p:sp>
      <p:sp>
        <p:nvSpPr>
          <p:cNvPr id="19" name="text-304-135">
            <a:extLst>
              <a:ext uri="{FF2B5EF4-FFF2-40B4-BE49-F238E27FC236}">
                <a16:creationId xmlns:a16="http://schemas.microsoft.com/office/drawing/2014/main" id="{CD465FD2-B179-4361-B9BD-FED57849BA35}"/>
              </a:ext>
            </a:extLst>
          </p:cNvPr>
          <p:cNvSpPr>
            <a:spLocks noGrp="1"/>
          </p:cNvSpPr>
          <p:nvPr/>
        </p:nvSpPr>
        <p:spPr>
          <a:xfrm>
            <a:off x="1285875" y="289560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long long right=max_subarray(a,mid,hi);</a:t>
            </a:r>
          </a:p>
        </p:txBody>
      </p:sp>
      <p:sp>
        <p:nvSpPr>
          <p:cNvPr id="20" name="text-324.5-81">
            <a:extLst>
              <a:ext uri="{FF2B5EF4-FFF2-40B4-BE49-F238E27FC236}">
                <a16:creationId xmlns:a16="http://schemas.microsoft.com/office/drawing/2014/main" id="{A07F6DAE-8CEF-416E-AF80-D20D90B0B94D}"/>
              </a:ext>
            </a:extLst>
          </p:cNvPr>
          <p:cNvSpPr>
            <a:spLocks noGrp="1"/>
          </p:cNvSpPr>
          <p:nvPr/>
        </p:nvSpPr>
        <p:spPr>
          <a:xfrm>
            <a:off x="771525" y="3090863"/>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06</a:t>
            </a:r>
          </a:p>
        </p:txBody>
      </p:sp>
      <p:sp>
        <p:nvSpPr>
          <p:cNvPr id="21" name="text-324.5-135">
            <a:extLst>
              <a:ext uri="{FF2B5EF4-FFF2-40B4-BE49-F238E27FC236}">
                <a16:creationId xmlns:a16="http://schemas.microsoft.com/office/drawing/2014/main" id="{15DE735C-C0D7-44EF-B25D-BC2B7DC5C4C7}"/>
              </a:ext>
            </a:extLst>
          </p:cNvPr>
          <p:cNvSpPr>
            <a:spLocks noGrp="1"/>
          </p:cNvSpPr>
          <p:nvPr/>
        </p:nvSpPr>
        <p:spPr>
          <a:xfrm>
            <a:off x="1285875" y="3090863"/>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long long cross=cross_sum(a,lo,mid,hi);</a:t>
            </a:r>
          </a:p>
        </p:txBody>
      </p:sp>
      <p:sp>
        <p:nvSpPr>
          <p:cNvPr id="22" name="text-345-81">
            <a:extLst>
              <a:ext uri="{FF2B5EF4-FFF2-40B4-BE49-F238E27FC236}">
                <a16:creationId xmlns:a16="http://schemas.microsoft.com/office/drawing/2014/main" id="{590E6C20-1A9E-4494-8D7D-661B99AD0126}"/>
              </a:ext>
            </a:extLst>
          </p:cNvPr>
          <p:cNvSpPr>
            <a:spLocks noGrp="1"/>
          </p:cNvSpPr>
          <p:nvPr/>
        </p:nvSpPr>
        <p:spPr>
          <a:xfrm>
            <a:off x="771525" y="3286125"/>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07</a:t>
            </a:r>
          </a:p>
        </p:txBody>
      </p:sp>
      <p:sp>
        <p:nvSpPr>
          <p:cNvPr id="23" name="text-345-135">
            <a:extLst>
              <a:ext uri="{FF2B5EF4-FFF2-40B4-BE49-F238E27FC236}">
                <a16:creationId xmlns:a16="http://schemas.microsoft.com/office/drawing/2014/main" id="{92A0D6B4-7D82-4949-BD78-DFAAD363E785}"/>
              </a:ext>
            </a:extLst>
          </p:cNvPr>
          <p:cNvSpPr>
            <a:spLocks noGrp="1"/>
          </p:cNvSpPr>
          <p:nvPr/>
        </p:nvSpPr>
        <p:spPr>
          <a:xfrm>
            <a:off x="1285875" y="3286125"/>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long long best=left&gt;right ? left:right;</a:t>
            </a:r>
          </a:p>
        </p:txBody>
      </p:sp>
      <p:sp>
        <p:nvSpPr>
          <p:cNvPr id="24" name="text-365.5-81">
            <a:extLst>
              <a:ext uri="{FF2B5EF4-FFF2-40B4-BE49-F238E27FC236}">
                <a16:creationId xmlns:a16="http://schemas.microsoft.com/office/drawing/2014/main" id="{D308A536-C0A5-4D81-8350-B5AFB0799CD4}"/>
              </a:ext>
            </a:extLst>
          </p:cNvPr>
          <p:cNvSpPr>
            <a:spLocks noGrp="1"/>
          </p:cNvSpPr>
          <p:nvPr/>
        </p:nvSpPr>
        <p:spPr>
          <a:xfrm>
            <a:off x="771525" y="3481388"/>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08</a:t>
            </a:r>
          </a:p>
        </p:txBody>
      </p:sp>
      <p:sp>
        <p:nvSpPr>
          <p:cNvPr id="25" name="text-365.5-135">
            <a:extLst>
              <a:ext uri="{FF2B5EF4-FFF2-40B4-BE49-F238E27FC236}">
                <a16:creationId xmlns:a16="http://schemas.microsoft.com/office/drawing/2014/main" id="{7E8363A7-6BAE-4F91-B616-79F2ABA5B03F}"/>
              </a:ext>
            </a:extLst>
          </p:cNvPr>
          <p:cNvSpPr>
            <a:spLocks noGrp="1"/>
          </p:cNvSpPr>
          <p:nvPr/>
        </p:nvSpPr>
        <p:spPr>
          <a:xfrm>
            <a:off x="1285875" y="3481388"/>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return best&gt;cross ? best:cross;</a:t>
            </a:r>
          </a:p>
        </p:txBody>
      </p:sp>
      <p:sp>
        <p:nvSpPr>
          <p:cNvPr id="26" name="text-386-81">
            <a:extLst>
              <a:ext uri="{FF2B5EF4-FFF2-40B4-BE49-F238E27FC236}">
                <a16:creationId xmlns:a16="http://schemas.microsoft.com/office/drawing/2014/main" id="{439EEE1A-4E44-47A1-A13E-4B94B09855FD}"/>
              </a:ext>
            </a:extLst>
          </p:cNvPr>
          <p:cNvSpPr>
            <a:spLocks noGrp="1"/>
          </p:cNvSpPr>
          <p:nvPr/>
        </p:nvSpPr>
        <p:spPr>
          <a:xfrm>
            <a:off x="771525" y="367665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09</a:t>
            </a:r>
          </a:p>
        </p:txBody>
      </p:sp>
      <p:sp>
        <p:nvSpPr>
          <p:cNvPr id="27" name="text-386-135">
            <a:extLst>
              <a:ext uri="{FF2B5EF4-FFF2-40B4-BE49-F238E27FC236}">
                <a16:creationId xmlns:a16="http://schemas.microsoft.com/office/drawing/2014/main" id="{B9806B9D-D69A-4467-B470-2C1D119EB72A}"/>
              </a:ext>
            </a:extLst>
          </p:cNvPr>
          <p:cNvSpPr>
            <a:spLocks noGrp="1"/>
          </p:cNvSpPr>
          <p:nvPr/>
        </p:nvSpPr>
        <p:spPr>
          <a:xfrm>
            <a:off x="1285875" y="367665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a:t>
            </a:r>
          </a:p>
        </p:txBody>
      </p:sp>
      <p:sp>
        <p:nvSpPr>
          <p:cNvPr id="28" name="text-635-64">
            <a:extLst>
              <a:ext uri="{FF2B5EF4-FFF2-40B4-BE49-F238E27FC236}">
                <a16:creationId xmlns:a16="http://schemas.microsoft.com/office/drawing/2014/main" id="{3527C051-12CB-44D2-949E-5D591B291188}"/>
              </a:ext>
            </a:extLst>
          </p:cNvPr>
          <p:cNvSpPr>
            <a:spLocks noGrp="1"/>
          </p:cNvSpPr>
          <p:nvPr/>
        </p:nvSpPr>
        <p:spPr>
          <a:xfrm>
            <a:off x="609600" y="6048375"/>
            <a:ext cx="10972800" cy="213360"/>
          </a:xfrm>
          <a:prstGeom prst="rect">
            <a:avLst/>
          </a:prstGeom>
          <a:noFill/>
          <a:ln w="0">
            <a:noFill/>
          </a:ln>
        </p:spPr>
        <p:txBody>
          <a:bodyPr wrap="none" lIns="0" tIns="0" rIns="0" bIns="0" anchor="t">
            <a:noAutofit/>
          </a:bodyPr>
          <a:lstStyle/>
          <a:p>
            <a:pPr algn="l">
              <a:lnSpc>
                <a:spcPct val="108000"/>
              </a:lnSpc>
              <a:buNone/>
              <a:defRPr sz="1200" b="0" i="0">
                <a:solidFill>
                  <a:srgbClr val="606060"/>
                </a:solidFill>
                <a:latin typeface="Malgun Gothic"/>
                <a:ea typeface="Malgun Gothic"/>
                <a:cs typeface="Malgun Gothic"/>
              </a:defRPr>
            </a:pPr>
            <a:r>
              <a:rPr sz="1200" b="0" i="0">
                <a:solidFill>
                  <a:srgbClr val="606060"/>
                </a:solidFill>
                <a:latin typeface="Malgun Gothic"/>
                <a:ea typeface="Malgun Gothic"/>
                <a:cs typeface="Malgun Gothic"/>
              </a:rPr>
              <a:t>시간 O(n log n).</a:t>
            </a:r>
          </a:p>
        </p:txBody>
      </p:sp>
    </p:spTree>
    <p:extLst>
      <p:ext uri="{BB962C8B-B14F-4D97-AF65-F5344CB8AC3E}">
        <p14:creationId xmlns:p14="http://schemas.microsoft.com/office/powerpoint/2010/main" val="462685519"/>
      </p:ext>
    </p:extLst>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ext-28-64">
            <a:extLst>
              <a:ext uri="{FF2B5EF4-FFF2-40B4-BE49-F238E27FC236}">
                <a16:creationId xmlns:a16="http://schemas.microsoft.com/office/drawing/2014/main" id="{40712BD2-4680-4C6E-A8F1-37A77238FB27}"/>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Python/C 구현</a:t>
            </a:r>
          </a:p>
        </p:txBody>
      </p:sp>
      <p:sp>
        <p:nvSpPr>
          <p:cNvPr id="2" name="text-28-1080">
            <a:extLst>
              <a:ext uri="{FF2B5EF4-FFF2-40B4-BE49-F238E27FC236}">
                <a16:creationId xmlns:a16="http://schemas.microsoft.com/office/drawing/2014/main" id="{7A5FA034-DB00-48D4-A82A-C3DFF2507267}"/>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25A60F2B-3E8F-4268-A43D-E5DC863DB7F0}"/>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95  </a:t>
            </a:r>
          </a:p>
        </p:txBody>
      </p:sp>
      <p:sp>
        <p:nvSpPr>
          <p:cNvPr id="4" name="직사각형 3">
            <a:extLst>
              <a:ext uri="{FF2B5EF4-FFF2-40B4-BE49-F238E27FC236}">
                <a16:creationId xmlns:a16="http://schemas.microsoft.com/office/drawing/2014/main" id="{7D644268-34C5-4624-9685-416633B883AB}"/>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9C4F2380-F22E-4F6B-A305-3DF07AE53C1D}"/>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F476B7AC-BC8D-474F-9068-335106BFE904}"/>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0DDC4B6F-2686-46B8-994A-68800FE0D3AE}"/>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197</a:t>
            </a:r>
            <a:endParaRPr sz="1050" b="1" i="0">
              <a:solidFill>
                <a:srgbClr val="171717"/>
              </a:solidFill>
              <a:latin typeface="Consolas"/>
              <a:ea typeface="Consolas"/>
              <a:cs typeface="Consolas"/>
            </a:endParaRPr>
          </a:p>
        </p:txBody>
      </p:sp>
      <p:sp>
        <p:nvSpPr>
          <p:cNvPr id="8" name="text-178-64">
            <a:extLst>
              <a:ext uri="{FF2B5EF4-FFF2-40B4-BE49-F238E27FC236}">
                <a16:creationId xmlns:a16="http://schemas.microsoft.com/office/drawing/2014/main" id="{60BB214E-1007-442C-9B43-85DA45B1D2B6}"/>
              </a:ext>
            </a:extLst>
          </p:cNvPr>
          <p:cNvSpPr>
            <a:spLocks noGrp="1"/>
          </p:cNvSpPr>
          <p:nvPr/>
        </p:nvSpPr>
        <p:spPr>
          <a:xfrm>
            <a:off x="609600" y="1695450"/>
            <a:ext cx="10972800" cy="112014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최근접 쌍 분할 정복의 기저 함수 closest_base를 작성한다. 점 2~3개이며 좌표는</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−10000..10000의 정수다. 최소 거리의 제곱을 반환한다. C 입력은 x[],y[],n이다.</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Python 또는 C 중 하나로 함수를 작성하시오.</a:t>
            </a:r>
          </a:p>
        </p:txBody>
      </p:sp>
      <p:sp>
        <p:nvSpPr>
          <p:cNvPr id="9" name="text-405-64">
            <a:extLst>
              <a:ext uri="{FF2B5EF4-FFF2-40B4-BE49-F238E27FC236}">
                <a16:creationId xmlns:a16="http://schemas.microsoft.com/office/drawing/2014/main" id="{480A05C8-5426-4785-8D4D-75C568209841}"/>
              </a:ext>
            </a:extLst>
          </p:cNvPr>
          <p:cNvSpPr>
            <a:spLocks noGrp="1"/>
          </p:cNvSpPr>
          <p:nvPr/>
        </p:nvSpPr>
        <p:spPr>
          <a:xfrm>
            <a:off x="609600" y="3857625"/>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함수의 동작, 경계 처리, 시간 복잡도를 함께 작성하시오.</a:t>
            </a:r>
          </a:p>
        </p:txBody>
      </p:sp>
      <p:sp>
        <p:nvSpPr>
          <p:cNvPr id="10" name="직사각형 9">
            <a:extLst>
              <a:ext uri="{FF2B5EF4-FFF2-40B4-BE49-F238E27FC236}">
                <a16:creationId xmlns:a16="http://schemas.microsoft.com/office/drawing/2014/main" id="{C4F192A6-69E6-49A7-8A73-91456BA0E74F}"/>
              </a:ext>
            </a:extLst>
          </p:cNvPr>
          <p:cNvSpPr>
            <a:spLocks noGrp="1"/>
          </p:cNvSpPr>
          <p:nvPr/>
        </p:nvSpPr>
        <p:spPr>
          <a:xfrm>
            <a:off x="609600" y="4495800"/>
            <a:ext cx="10972800" cy="9525"/>
          </a:xfrm>
          <a:prstGeom prst="rect">
            <a:avLst/>
          </a:prstGeom>
          <a:solidFill>
            <a:srgbClr val="D4D4D4"/>
          </a:solidFill>
          <a:ln w="0">
            <a:noFill/>
          </a:ln>
        </p:spPr>
      </p:sp>
      <p:sp>
        <p:nvSpPr>
          <p:cNvPr id="11" name="직사각형 10">
            <a:extLst>
              <a:ext uri="{FF2B5EF4-FFF2-40B4-BE49-F238E27FC236}">
                <a16:creationId xmlns:a16="http://schemas.microsoft.com/office/drawing/2014/main" id="{EB40A46F-7326-44DE-9E50-50EE52D8802E}"/>
              </a:ext>
            </a:extLst>
          </p:cNvPr>
          <p:cNvSpPr>
            <a:spLocks noGrp="1"/>
          </p:cNvSpPr>
          <p:nvPr/>
        </p:nvSpPr>
        <p:spPr>
          <a:xfrm>
            <a:off x="609600" y="5181600"/>
            <a:ext cx="10972800" cy="9525"/>
          </a:xfrm>
          <a:prstGeom prst="rect">
            <a:avLst/>
          </a:prstGeom>
          <a:solidFill>
            <a:srgbClr val="D4D4D4"/>
          </a:solidFill>
          <a:ln w="0">
            <a:noFill/>
          </a:ln>
        </p:spPr>
      </p:sp>
      <p:sp>
        <p:nvSpPr>
          <p:cNvPr id="12" name="직사각형 11">
            <a:extLst>
              <a:ext uri="{FF2B5EF4-FFF2-40B4-BE49-F238E27FC236}">
                <a16:creationId xmlns:a16="http://schemas.microsoft.com/office/drawing/2014/main" id="{8C9A6255-ECC0-4F88-956B-BAB3E7275E9F}"/>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p14:creationId xmlns:p14="http://schemas.microsoft.com/office/powerpoint/2010/main" val="462685519"/>
      </p:ext>
    </p:extLst>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FA23CB0A-B5AD-4595-AD0A-B8203BC659B2}"/>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Python/C 구현</a:t>
            </a:r>
          </a:p>
        </p:txBody>
      </p:sp>
      <p:sp>
        <p:nvSpPr>
          <p:cNvPr id="2" name="text-28-1080">
            <a:extLst>
              <a:ext uri="{FF2B5EF4-FFF2-40B4-BE49-F238E27FC236}">
                <a16:creationId xmlns:a16="http://schemas.microsoft.com/office/drawing/2014/main" id="{D3D179E7-53D2-4418-887D-16B73BBC11A0}"/>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4B378E3C-826C-4091-A982-257BE4160948}"/>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95  정답과 해설</a:t>
            </a:r>
          </a:p>
        </p:txBody>
      </p:sp>
      <p:sp>
        <p:nvSpPr>
          <p:cNvPr id="4" name="직사각형 3">
            <a:extLst>
              <a:ext uri="{FF2B5EF4-FFF2-40B4-BE49-F238E27FC236}">
                <a16:creationId xmlns:a16="http://schemas.microsoft.com/office/drawing/2014/main" id="{11A58383-AF0B-4E9A-95B7-02D475461039}"/>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BD4C4B01-629E-4CE8-B2D8-4C2E81C57970}"/>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E0695E5C-4CD7-484D-8B16-A53CF52B47C5}"/>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5AE63233-1E65-4F13-AC03-649164509316}"/>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198</a:t>
            </a:r>
            <a:endParaRPr sz="1050" b="1" i="0">
              <a:solidFill>
                <a:srgbClr val="171717"/>
              </a:solidFill>
              <a:latin typeface="Consolas"/>
              <a:ea typeface="Consolas"/>
              <a:cs typeface="Consolas"/>
            </a:endParaRPr>
          </a:p>
        </p:txBody>
      </p:sp>
      <p:sp>
        <p:nvSpPr>
          <p:cNvPr id="8" name="text-178-64">
            <a:extLst>
              <a:ext uri="{FF2B5EF4-FFF2-40B4-BE49-F238E27FC236}">
                <a16:creationId xmlns:a16="http://schemas.microsoft.com/office/drawing/2014/main" id="{B352CBD6-5EF3-4269-8522-D54A347ECF00}"/>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최근접 쌍의 기저 사례</a:t>
            </a:r>
          </a:p>
        </p:txBody>
      </p:sp>
      <p:sp>
        <p:nvSpPr>
          <p:cNvPr id="9" name="직사각형 8">
            <a:extLst>
              <a:ext uri="{FF2B5EF4-FFF2-40B4-BE49-F238E27FC236}">
                <a16:creationId xmlns:a16="http://schemas.microsoft.com/office/drawing/2014/main" id="{4F47ADF5-4C5A-407E-81DD-4D88588D7860}"/>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A6C4D02D-053A-48F5-AC29-1183742F25EF}"/>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기저 구간의 모든 두 점을 비교하며 제곱 거리의 최솟값을 구한다.</a:t>
            </a:r>
          </a:p>
        </p:txBody>
      </p:sp>
      <p:sp>
        <p:nvSpPr>
          <p:cNvPr id="11" name="text-324.4-64">
            <a:extLst>
              <a:ext uri="{FF2B5EF4-FFF2-40B4-BE49-F238E27FC236}">
                <a16:creationId xmlns:a16="http://schemas.microsoft.com/office/drawing/2014/main" id="{6597D395-3A0E-4CF9-9AF4-5FD0C7AEC466}"/>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5F345002-7BE2-4A12-A8E6-EFE3992C181C}"/>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B4C42E75-4FE3-4B02-8E2B-EB20F211014E}"/>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O(k²) 비교, 이 기저에서는 k≤3이므로 O(1). 전체 최근접 쌍 알고리즘의 시간과 구별한다.</a:t>
            </a:r>
          </a:p>
        </p:txBody>
      </p:sp>
    </p:spTree>
    <p:extLst>
      <p:ext uri="{BB962C8B-B14F-4D97-AF65-F5344CB8AC3E}">
        <p14:creationId xmlns:p14="http://schemas.microsoft.com/office/powerpoint/2010/main" val="462685519"/>
      </p:ext>
    </p:extLst>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7" name="text-28-64">
            <a:extLst>
              <a:ext uri="{FF2B5EF4-FFF2-40B4-BE49-F238E27FC236}">
                <a16:creationId xmlns:a16="http://schemas.microsoft.com/office/drawing/2014/main" id="{A343F1FB-EF03-47B3-BC53-FCCDCB699017}"/>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Python/C 구현</a:t>
            </a:r>
          </a:p>
        </p:txBody>
      </p:sp>
      <p:sp>
        <p:nvSpPr>
          <p:cNvPr id="2" name="text-28-1080">
            <a:extLst>
              <a:ext uri="{FF2B5EF4-FFF2-40B4-BE49-F238E27FC236}">
                <a16:creationId xmlns:a16="http://schemas.microsoft.com/office/drawing/2014/main" id="{8B3DC27D-8A41-40AB-9A5D-0E10BCC145F4}"/>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DC0E3C40-9D58-4B1B-A5C7-CCED7E97581F}"/>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95  Python 구현</a:t>
            </a:r>
          </a:p>
        </p:txBody>
      </p:sp>
      <p:sp>
        <p:nvSpPr>
          <p:cNvPr id="4" name="직사각형 3">
            <a:extLst>
              <a:ext uri="{FF2B5EF4-FFF2-40B4-BE49-F238E27FC236}">
                <a16:creationId xmlns:a16="http://schemas.microsoft.com/office/drawing/2014/main" id="{95B73315-0EF6-41C3-9925-2C92E5B9ED99}"/>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170EEBB3-8602-491F-A59B-A6A6915CE87F}"/>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AE36580E-7333-4168-AF2D-5BD9FE0FFF7E}"/>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768580E5-DCAA-4067-8859-DAD7A1A21E0D}"/>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199</a:t>
            </a:r>
            <a:endParaRPr sz="1050" b="1" i="0">
              <a:solidFill>
                <a:srgbClr val="171717"/>
              </a:solidFill>
              <a:latin typeface="Consolas"/>
              <a:ea typeface="Consolas"/>
              <a:cs typeface="Consolas"/>
            </a:endParaRPr>
          </a:p>
        </p:txBody>
      </p:sp>
      <p:sp>
        <p:nvSpPr>
          <p:cNvPr id="8" name="text-163-64">
            <a:extLst>
              <a:ext uri="{FF2B5EF4-FFF2-40B4-BE49-F238E27FC236}">
                <a16:creationId xmlns:a16="http://schemas.microsoft.com/office/drawing/2014/main" id="{9A45E572-2C63-4FD1-9826-41AC81890728}"/>
              </a:ext>
            </a:extLst>
          </p:cNvPr>
          <p:cNvSpPr>
            <a:spLocks noGrp="1"/>
          </p:cNvSpPr>
          <p:nvPr/>
        </p:nvSpPr>
        <p:spPr>
          <a:xfrm>
            <a:off x="609600" y="1552575"/>
            <a:ext cx="10972800" cy="266700"/>
          </a:xfrm>
          <a:prstGeom prst="rect">
            <a:avLst/>
          </a:prstGeom>
          <a:noFill/>
          <a:ln w="0">
            <a:noFill/>
          </a:ln>
        </p:spPr>
        <p:txBody>
          <a:bodyPr wrap="none" lIns="0" tIns="0" rIns="0" bIns="0" anchor="t">
            <a:noAutofit/>
          </a:bodyPr>
          <a:lstStyle/>
          <a:p>
            <a:pPr algn="l">
              <a:lnSpc>
                <a:spcPct val="108000"/>
              </a:lnSpc>
              <a:buNone/>
              <a:defRPr sz="1500" b="0" i="0">
                <a:solidFill>
                  <a:srgbClr val="606060"/>
                </a:solidFill>
                <a:latin typeface="Malgun Gothic"/>
                <a:ea typeface="Malgun Gothic"/>
                <a:cs typeface="Malgun Gothic"/>
              </a:defRPr>
            </a:pPr>
            <a:r>
              <a:rPr sz="1500" b="0" i="0">
                <a:solidFill>
                  <a:srgbClr val="606060"/>
                </a:solidFill>
                <a:latin typeface="Malgun Gothic"/>
                <a:ea typeface="Malgun Gothic"/>
                <a:cs typeface="Malgun Gothic"/>
              </a:rPr>
              <a:t>최근접 쌍의 기저 사례</a:t>
            </a:r>
          </a:p>
        </p:txBody>
      </p:sp>
      <p:sp>
        <p:nvSpPr>
          <p:cNvPr id="9" name="직사각형 8">
            <a:extLst>
              <a:ext uri="{FF2B5EF4-FFF2-40B4-BE49-F238E27FC236}">
                <a16:creationId xmlns:a16="http://schemas.microsoft.com/office/drawing/2014/main" id="{3974D448-5369-4629-847B-B43F6A467181}"/>
              </a:ext>
            </a:extLst>
          </p:cNvPr>
          <p:cNvSpPr>
            <a:spLocks noGrp="1"/>
          </p:cNvSpPr>
          <p:nvPr/>
        </p:nvSpPr>
        <p:spPr>
          <a:xfrm>
            <a:off x="609600" y="1981200"/>
            <a:ext cx="10972800" cy="3962400"/>
          </a:xfrm>
          <a:prstGeom prst="rect">
            <a:avLst/>
          </a:prstGeom>
          <a:solidFill>
            <a:srgbClr val="171717"/>
          </a:solidFill>
          <a:ln w="0">
            <a:noFill/>
          </a:ln>
        </p:spPr>
      </p:sp>
      <p:sp>
        <p:nvSpPr>
          <p:cNvPr id="10" name="text-222-81">
            <a:extLst>
              <a:ext uri="{FF2B5EF4-FFF2-40B4-BE49-F238E27FC236}">
                <a16:creationId xmlns:a16="http://schemas.microsoft.com/office/drawing/2014/main" id="{9C075156-BB74-4A15-BE1A-C58BB6088B99}"/>
              </a:ext>
            </a:extLst>
          </p:cNvPr>
          <p:cNvSpPr>
            <a:spLocks noGrp="1"/>
          </p:cNvSpPr>
          <p:nvPr/>
        </p:nvSpPr>
        <p:spPr>
          <a:xfrm>
            <a:off x="771525" y="211455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01</a:t>
            </a:r>
          </a:p>
        </p:txBody>
      </p:sp>
      <p:sp>
        <p:nvSpPr>
          <p:cNvPr id="11" name="text-222-135">
            <a:extLst>
              <a:ext uri="{FF2B5EF4-FFF2-40B4-BE49-F238E27FC236}">
                <a16:creationId xmlns:a16="http://schemas.microsoft.com/office/drawing/2014/main" id="{2FD5D7B3-F2ED-4B30-908E-A7A6BF757326}"/>
              </a:ext>
            </a:extLst>
          </p:cNvPr>
          <p:cNvSpPr>
            <a:spLocks noGrp="1"/>
          </p:cNvSpPr>
          <p:nvPr/>
        </p:nvSpPr>
        <p:spPr>
          <a:xfrm>
            <a:off x="1285875" y="211455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def closest_base(points):</a:t>
            </a:r>
          </a:p>
        </p:txBody>
      </p:sp>
      <p:sp>
        <p:nvSpPr>
          <p:cNvPr id="12" name="text-242.5-81">
            <a:extLst>
              <a:ext uri="{FF2B5EF4-FFF2-40B4-BE49-F238E27FC236}">
                <a16:creationId xmlns:a16="http://schemas.microsoft.com/office/drawing/2014/main" id="{1675B3EA-D54B-408B-B2B9-F0C33BCC2E8E}"/>
              </a:ext>
            </a:extLst>
          </p:cNvPr>
          <p:cNvSpPr>
            <a:spLocks noGrp="1"/>
          </p:cNvSpPr>
          <p:nvPr/>
        </p:nvSpPr>
        <p:spPr>
          <a:xfrm>
            <a:off x="771525" y="2309813"/>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02</a:t>
            </a:r>
          </a:p>
        </p:txBody>
      </p:sp>
      <p:sp>
        <p:nvSpPr>
          <p:cNvPr id="13" name="text-242.5-135">
            <a:extLst>
              <a:ext uri="{FF2B5EF4-FFF2-40B4-BE49-F238E27FC236}">
                <a16:creationId xmlns:a16="http://schemas.microsoft.com/office/drawing/2014/main" id="{329CE053-7753-4215-9E33-BAFFE9F6F15B}"/>
              </a:ext>
            </a:extLst>
          </p:cNvPr>
          <p:cNvSpPr>
            <a:spLocks noGrp="1"/>
          </p:cNvSpPr>
          <p:nvPr/>
        </p:nvSpPr>
        <p:spPr>
          <a:xfrm>
            <a:off x="1285875" y="2309813"/>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best = float('inf')</a:t>
            </a:r>
          </a:p>
        </p:txBody>
      </p:sp>
      <p:sp>
        <p:nvSpPr>
          <p:cNvPr id="14" name="text-263-81">
            <a:extLst>
              <a:ext uri="{FF2B5EF4-FFF2-40B4-BE49-F238E27FC236}">
                <a16:creationId xmlns:a16="http://schemas.microsoft.com/office/drawing/2014/main" id="{A44C000E-38C5-4BBA-B0D3-3CE610013ECD}"/>
              </a:ext>
            </a:extLst>
          </p:cNvPr>
          <p:cNvSpPr>
            <a:spLocks noGrp="1"/>
          </p:cNvSpPr>
          <p:nvPr/>
        </p:nvSpPr>
        <p:spPr>
          <a:xfrm>
            <a:off x="771525" y="2505075"/>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03</a:t>
            </a:r>
          </a:p>
        </p:txBody>
      </p:sp>
      <p:sp>
        <p:nvSpPr>
          <p:cNvPr id="15" name="text-263-135">
            <a:extLst>
              <a:ext uri="{FF2B5EF4-FFF2-40B4-BE49-F238E27FC236}">
                <a16:creationId xmlns:a16="http://schemas.microsoft.com/office/drawing/2014/main" id="{891C7271-D542-4025-A74E-21ECA7E13BAE}"/>
              </a:ext>
            </a:extLst>
          </p:cNvPr>
          <p:cNvSpPr>
            <a:spLocks noGrp="1"/>
          </p:cNvSpPr>
          <p:nvPr/>
        </p:nvSpPr>
        <p:spPr>
          <a:xfrm>
            <a:off x="1285875" y="2505075"/>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for i in range(len(points)):</a:t>
            </a:r>
          </a:p>
        </p:txBody>
      </p:sp>
      <p:sp>
        <p:nvSpPr>
          <p:cNvPr id="16" name="text-283.5-81">
            <a:extLst>
              <a:ext uri="{FF2B5EF4-FFF2-40B4-BE49-F238E27FC236}">
                <a16:creationId xmlns:a16="http://schemas.microsoft.com/office/drawing/2014/main" id="{711483F1-6D4A-4095-833A-F5BE9413CB8B}"/>
              </a:ext>
            </a:extLst>
          </p:cNvPr>
          <p:cNvSpPr>
            <a:spLocks noGrp="1"/>
          </p:cNvSpPr>
          <p:nvPr/>
        </p:nvSpPr>
        <p:spPr>
          <a:xfrm>
            <a:off x="771525" y="2700338"/>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04</a:t>
            </a:r>
          </a:p>
        </p:txBody>
      </p:sp>
      <p:sp>
        <p:nvSpPr>
          <p:cNvPr id="17" name="text-283.5-135">
            <a:extLst>
              <a:ext uri="{FF2B5EF4-FFF2-40B4-BE49-F238E27FC236}">
                <a16:creationId xmlns:a16="http://schemas.microsoft.com/office/drawing/2014/main" id="{4C4D8431-03A4-4051-BE4C-1CDFC79A750F}"/>
              </a:ext>
            </a:extLst>
          </p:cNvPr>
          <p:cNvSpPr>
            <a:spLocks noGrp="1"/>
          </p:cNvSpPr>
          <p:nvPr/>
        </p:nvSpPr>
        <p:spPr>
          <a:xfrm>
            <a:off x="1285875" y="2700338"/>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for j in range(i + 1, len(points)):</a:t>
            </a:r>
          </a:p>
        </p:txBody>
      </p:sp>
      <p:sp>
        <p:nvSpPr>
          <p:cNvPr id="18" name="text-304-81">
            <a:extLst>
              <a:ext uri="{FF2B5EF4-FFF2-40B4-BE49-F238E27FC236}">
                <a16:creationId xmlns:a16="http://schemas.microsoft.com/office/drawing/2014/main" id="{30569EFA-3F5D-4563-8237-CDE52D834382}"/>
              </a:ext>
            </a:extLst>
          </p:cNvPr>
          <p:cNvSpPr>
            <a:spLocks noGrp="1"/>
          </p:cNvSpPr>
          <p:nvPr/>
        </p:nvSpPr>
        <p:spPr>
          <a:xfrm>
            <a:off x="771525" y="289560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05</a:t>
            </a:r>
          </a:p>
        </p:txBody>
      </p:sp>
      <p:sp>
        <p:nvSpPr>
          <p:cNvPr id="19" name="text-304-135">
            <a:extLst>
              <a:ext uri="{FF2B5EF4-FFF2-40B4-BE49-F238E27FC236}">
                <a16:creationId xmlns:a16="http://schemas.microsoft.com/office/drawing/2014/main" id="{4FC8EE1E-572B-4603-A162-4350219D9630}"/>
              </a:ext>
            </a:extLst>
          </p:cNvPr>
          <p:cNvSpPr>
            <a:spLocks noGrp="1"/>
          </p:cNvSpPr>
          <p:nvPr/>
        </p:nvSpPr>
        <p:spPr>
          <a:xfrm>
            <a:off x="1285875" y="289560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dx = points[i][0] - points[j][0]</a:t>
            </a:r>
          </a:p>
        </p:txBody>
      </p:sp>
      <p:sp>
        <p:nvSpPr>
          <p:cNvPr id="20" name="text-324.5-81">
            <a:extLst>
              <a:ext uri="{FF2B5EF4-FFF2-40B4-BE49-F238E27FC236}">
                <a16:creationId xmlns:a16="http://schemas.microsoft.com/office/drawing/2014/main" id="{75FDEDCD-DB92-465D-8354-31A33EEA89FF}"/>
              </a:ext>
            </a:extLst>
          </p:cNvPr>
          <p:cNvSpPr>
            <a:spLocks noGrp="1"/>
          </p:cNvSpPr>
          <p:nvPr/>
        </p:nvSpPr>
        <p:spPr>
          <a:xfrm>
            <a:off x="771525" y="3090863"/>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06</a:t>
            </a:r>
          </a:p>
        </p:txBody>
      </p:sp>
      <p:sp>
        <p:nvSpPr>
          <p:cNvPr id="21" name="text-324.5-135">
            <a:extLst>
              <a:ext uri="{FF2B5EF4-FFF2-40B4-BE49-F238E27FC236}">
                <a16:creationId xmlns:a16="http://schemas.microsoft.com/office/drawing/2014/main" id="{04854A25-5A16-470E-9F49-78E71422A366}"/>
              </a:ext>
            </a:extLst>
          </p:cNvPr>
          <p:cNvSpPr>
            <a:spLocks noGrp="1"/>
          </p:cNvSpPr>
          <p:nvPr/>
        </p:nvSpPr>
        <p:spPr>
          <a:xfrm>
            <a:off x="1285875" y="3090863"/>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dy = points[i][1] - points[j][1]</a:t>
            </a:r>
          </a:p>
        </p:txBody>
      </p:sp>
      <p:sp>
        <p:nvSpPr>
          <p:cNvPr id="22" name="text-345-81">
            <a:extLst>
              <a:ext uri="{FF2B5EF4-FFF2-40B4-BE49-F238E27FC236}">
                <a16:creationId xmlns:a16="http://schemas.microsoft.com/office/drawing/2014/main" id="{FB601333-9658-4F73-845F-BD01E0E81A01}"/>
              </a:ext>
            </a:extLst>
          </p:cNvPr>
          <p:cNvSpPr>
            <a:spLocks noGrp="1"/>
          </p:cNvSpPr>
          <p:nvPr/>
        </p:nvSpPr>
        <p:spPr>
          <a:xfrm>
            <a:off x="771525" y="3286125"/>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07</a:t>
            </a:r>
          </a:p>
        </p:txBody>
      </p:sp>
      <p:sp>
        <p:nvSpPr>
          <p:cNvPr id="23" name="text-345-135">
            <a:extLst>
              <a:ext uri="{FF2B5EF4-FFF2-40B4-BE49-F238E27FC236}">
                <a16:creationId xmlns:a16="http://schemas.microsoft.com/office/drawing/2014/main" id="{95AD24E4-7772-416B-B9FE-FC9E2B9CCD99}"/>
              </a:ext>
            </a:extLst>
          </p:cNvPr>
          <p:cNvSpPr>
            <a:spLocks noGrp="1"/>
          </p:cNvSpPr>
          <p:nvPr/>
        </p:nvSpPr>
        <p:spPr>
          <a:xfrm>
            <a:off x="1285875" y="3286125"/>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best = min(best, dx * dx + dy * dy)</a:t>
            </a:r>
          </a:p>
        </p:txBody>
      </p:sp>
      <p:sp>
        <p:nvSpPr>
          <p:cNvPr id="24" name="text-365.5-81">
            <a:extLst>
              <a:ext uri="{FF2B5EF4-FFF2-40B4-BE49-F238E27FC236}">
                <a16:creationId xmlns:a16="http://schemas.microsoft.com/office/drawing/2014/main" id="{50449E90-251F-4748-8D03-F2673159500A}"/>
              </a:ext>
            </a:extLst>
          </p:cNvPr>
          <p:cNvSpPr>
            <a:spLocks noGrp="1"/>
          </p:cNvSpPr>
          <p:nvPr/>
        </p:nvSpPr>
        <p:spPr>
          <a:xfrm>
            <a:off x="771525" y="3481388"/>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08</a:t>
            </a:r>
          </a:p>
        </p:txBody>
      </p:sp>
      <p:sp>
        <p:nvSpPr>
          <p:cNvPr id="25" name="text-365.5-135">
            <a:extLst>
              <a:ext uri="{FF2B5EF4-FFF2-40B4-BE49-F238E27FC236}">
                <a16:creationId xmlns:a16="http://schemas.microsoft.com/office/drawing/2014/main" id="{AC450BF2-8632-4C60-B242-0A577A571B89}"/>
              </a:ext>
            </a:extLst>
          </p:cNvPr>
          <p:cNvSpPr>
            <a:spLocks noGrp="1"/>
          </p:cNvSpPr>
          <p:nvPr/>
        </p:nvSpPr>
        <p:spPr>
          <a:xfrm>
            <a:off x="1285875" y="3481388"/>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return best</a:t>
            </a:r>
          </a:p>
        </p:txBody>
      </p:sp>
      <p:sp>
        <p:nvSpPr>
          <p:cNvPr id="26" name="text-635-64">
            <a:extLst>
              <a:ext uri="{FF2B5EF4-FFF2-40B4-BE49-F238E27FC236}">
                <a16:creationId xmlns:a16="http://schemas.microsoft.com/office/drawing/2014/main" id="{2F6131C8-4AB9-4B51-ADF3-ED700E5D8527}"/>
              </a:ext>
            </a:extLst>
          </p:cNvPr>
          <p:cNvSpPr>
            <a:spLocks noGrp="1"/>
          </p:cNvSpPr>
          <p:nvPr/>
        </p:nvSpPr>
        <p:spPr>
          <a:xfrm>
            <a:off x="609600" y="6048375"/>
            <a:ext cx="10972800" cy="213360"/>
          </a:xfrm>
          <a:prstGeom prst="rect">
            <a:avLst/>
          </a:prstGeom>
          <a:noFill/>
          <a:ln w="0">
            <a:noFill/>
          </a:ln>
        </p:spPr>
        <p:txBody>
          <a:bodyPr wrap="none" lIns="0" tIns="0" rIns="0" bIns="0" anchor="t">
            <a:noAutofit/>
          </a:bodyPr>
          <a:lstStyle/>
          <a:p>
            <a:pPr algn="l">
              <a:lnSpc>
                <a:spcPct val="108000"/>
              </a:lnSpc>
              <a:buNone/>
              <a:defRPr sz="1200" b="0" i="0">
                <a:solidFill>
                  <a:srgbClr val="606060"/>
                </a:solidFill>
                <a:latin typeface="Malgun Gothic"/>
                <a:ea typeface="Malgun Gothic"/>
                <a:cs typeface="Malgun Gothic"/>
              </a:defRPr>
            </a:pPr>
            <a:r>
              <a:rPr sz="1200" b="0" i="0">
                <a:solidFill>
                  <a:srgbClr val="606060"/>
                </a:solidFill>
                <a:latin typeface="Malgun Gothic"/>
                <a:ea typeface="Malgun Gothic"/>
                <a:cs typeface="Malgun Gothic"/>
              </a:rPr>
              <a:t>O(k²) 비교, 이 기저에서는 k≤3이므로 O(1). 전체 최근접 쌍 알고리즘의 시간과 구별한다.</a:t>
            </a:r>
          </a:p>
        </p:txBody>
      </p:sp>
    </p:spTree>
    <p:extLst>
      <p:ext uri="{BB962C8B-B14F-4D97-AF65-F5344CB8AC3E}">
        <p14:creationId xmlns:p14="http://schemas.microsoft.com/office/powerpoint/2010/main" val="462685519"/>
      </p:ext>
    </p:extLst>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5" name="text-28-64">
            <a:extLst>
              <a:ext uri="{FF2B5EF4-FFF2-40B4-BE49-F238E27FC236}">
                <a16:creationId xmlns:a16="http://schemas.microsoft.com/office/drawing/2014/main" id="{F1E12C9E-FD74-473C-90DD-6EF1F218D8EC}"/>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Python/C 구현</a:t>
            </a:r>
          </a:p>
        </p:txBody>
      </p:sp>
      <p:sp>
        <p:nvSpPr>
          <p:cNvPr id="2" name="text-28-1080">
            <a:extLst>
              <a:ext uri="{FF2B5EF4-FFF2-40B4-BE49-F238E27FC236}">
                <a16:creationId xmlns:a16="http://schemas.microsoft.com/office/drawing/2014/main" id="{4FA4E953-97ED-473A-962B-5D73D22FF718}"/>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48923873-BCBB-452D-BA21-78C4BC37B6B9}"/>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95  C 구현</a:t>
            </a:r>
          </a:p>
        </p:txBody>
      </p:sp>
      <p:sp>
        <p:nvSpPr>
          <p:cNvPr id="4" name="직사각형 3">
            <a:extLst>
              <a:ext uri="{FF2B5EF4-FFF2-40B4-BE49-F238E27FC236}">
                <a16:creationId xmlns:a16="http://schemas.microsoft.com/office/drawing/2014/main" id="{CDCCCF29-05F2-49A5-9024-3C62E90F4696}"/>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BD791464-A321-4417-81C3-890519DF2591}"/>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441E8F58-2B0A-4675-88C8-689D335F93CD}"/>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523C0865-A338-4AE6-9F3C-3462FE8C7849}"/>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200</a:t>
            </a:r>
            <a:endParaRPr sz="1050" b="1" i="0">
              <a:solidFill>
                <a:srgbClr val="171717"/>
              </a:solidFill>
              <a:latin typeface="Consolas"/>
              <a:ea typeface="Consolas"/>
              <a:cs typeface="Consolas"/>
            </a:endParaRPr>
          </a:p>
        </p:txBody>
      </p:sp>
      <p:sp>
        <p:nvSpPr>
          <p:cNvPr id="8" name="text-163-64">
            <a:extLst>
              <a:ext uri="{FF2B5EF4-FFF2-40B4-BE49-F238E27FC236}">
                <a16:creationId xmlns:a16="http://schemas.microsoft.com/office/drawing/2014/main" id="{B44ACF18-16A0-4546-B99C-5A0411189680}"/>
              </a:ext>
            </a:extLst>
          </p:cNvPr>
          <p:cNvSpPr>
            <a:spLocks noGrp="1"/>
          </p:cNvSpPr>
          <p:nvPr/>
        </p:nvSpPr>
        <p:spPr>
          <a:xfrm>
            <a:off x="609600" y="1552575"/>
            <a:ext cx="10972800" cy="266700"/>
          </a:xfrm>
          <a:prstGeom prst="rect">
            <a:avLst/>
          </a:prstGeom>
          <a:noFill/>
          <a:ln w="0">
            <a:noFill/>
          </a:ln>
        </p:spPr>
        <p:txBody>
          <a:bodyPr wrap="none" lIns="0" tIns="0" rIns="0" bIns="0" anchor="t">
            <a:noAutofit/>
          </a:bodyPr>
          <a:lstStyle/>
          <a:p>
            <a:pPr algn="l">
              <a:lnSpc>
                <a:spcPct val="108000"/>
              </a:lnSpc>
              <a:buNone/>
              <a:defRPr sz="1500" b="0" i="0">
                <a:solidFill>
                  <a:srgbClr val="606060"/>
                </a:solidFill>
                <a:latin typeface="Malgun Gothic"/>
                <a:ea typeface="Malgun Gothic"/>
                <a:cs typeface="Malgun Gothic"/>
              </a:defRPr>
            </a:pPr>
            <a:r>
              <a:rPr sz="1500" b="0" i="0">
                <a:solidFill>
                  <a:srgbClr val="606060"/>
                </a:solidFill>
                <a:latin typeface="Malgun Gothic"/>
                <a:ea typeface="Malgun Gothic"/>
                <a:cs typeface="Malgun Gothic"/>
              </a:rPr>
              <a:t>최근접 쌍의 기저 사례</a:t>
            </a:r>
          </a:p>
        </p:txBody>
      </p:sp>
      <p:sp>
        <p:nvSpPr>
          <p:cNvPr id="9" name="직사각형 8">
            <a:extLst>
              <a:ext uri="{FF2B5EF4-FFF2-40B4-BE49-F238E27FC236}">
                <a16:creationId xmlns:a16="http://schemas.microsoft.com/office/drawing/2014/main" id="{D8449EBB-0826-457E-8A3A-EEF44496C51C}"/>
              </a:ext>
            </a:extLst>
          </p:cNvPr>
          <p:cNvSpPr>
            <a:spLocks noGrp="1"/>
          </p:cNvSpPr>
          <p:nvPr/>
        </p:nvSpPr>
        <p:spPr>
          <a:xfrm>
            <a:off x="609600" y="1981200"/>
            <a:ext cx="10972800" cy="3962400"/>
          </a:xfrm>
          <a:prstGeom prst="rect">
            <a:avLst/>
          </a:prstGeom>
          <a:solidFill>
            <a:srgbClr val="171717"/>
          </a:solidFill>
          <a:ln w="0">
            <a:noFill/>
          </a:ln>
        </p:spPr>
      </p:sp>
      <p:sp>
        <p:nvSpPr>
          <p:cNvPr id="10" name="text-222-81">
            <a:extLst>
              <a:ext uri="{FF2B5EF4-FFF2-40B4-BE49-F238E27FC236}">
                <a16:creationId xmlns:a16="http://schemas.microsoft.com/office/drawing/2014/main" id="{D23BC8B6-E5E3-48DD-97ED-375AAC1676AD}"/>
              </a:ext>
            </a:extLst>
          </p:cNvPr>
          <p:cNvSpPr>
            <a:spLocks noGrp="1"/>
          </p:cNvSpPr>
          <p:nvPr/>
        </p:nvSpPr>
        <p:spPr>
          <a:xfrm>
            <a:off x="771525" y="211455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01</a:t>
            </a:r>
          </a:p>
        </p:txBody>
      </p:sp>
      <p:sp>
        <p:nvSpPr>
          <p:cNvPr id="11" name="text-222-135">
            <a:extLst>
              <a:ext uri="{FF2B5EF4-FFF2-40B4-BE49-F238E27FC236}">
                <a16:creationId xmlns:a16="http://schemas.microsoft.com/office/drawing/2014/main" id="{EFF5C23C-44C7-49E7-BD23-66366A5BED54}"/>
              </a:ext>
            </a:extLst>
          </p:cNvPr>
          <p:cNvSpPr>
            <a:spLocks noGrp="1"/>
          </p:cNvSpPr>
          <p:nvPr/>
        </p:nvSpPr>
        <p:spPr>
          <a:xfrm>
            <a:off x="1285875" y="211455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long long closest_base(const int x[], const int y[], int n) {</a:t>
            </a:r>
          </a:p>
        </p:txBody>
      </p:sp>
      <p:sp>
        <p:nvSpPr>
          <p:cNvPr id="12" name="text-242.5-81">
            <a:extLst>
              <a:ext uri="{FF2B5EF4-FFF2-40B4-BE49-F238E27FC236}">
                <a16:creationId xmlns:a16="http://schemas.microsoft.com/office/drawing/2014/main" id="{32354EBF-CDAA-4D59-A69C-8C1358A41025}"/>
              </a:ext>
            </a:extLst>
          </p:cNvPr>
          <p:cNvSpPr>
            <a:spLocks noGrp="1"/>
          </p:cNvSpPr>
          <p:nvPr/>
        </p:nvSpPr>
        <p:spPr>
          <a:xfrm>
            <a:off x="771525" y="2309813"/>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02</a:t>
            </a:r>
          </a:p>
        </p:txBody>
      </p:sp>
      <p:sp>
        <p:nvSpPr>
          <p:cNvPr id="13" name="text-242.5-135">
            <a:extLst>
              <a:ext uri="{FF2B5EF4-FFF2-40B4-BE49-F238E27FC236}">
                <a16:creationId xmlns:a16="http://schemas.microsoft.com/office/drawing/2014/main" id="{287E99B0-3133-46C3-998C-9EFF56DEC9C4}"/>
              </a:ext>
            </a:extLst>
          </p:cNvPr>
          <p:cNvSpPr>
            <a:spLocks noGrp="1"/>
          </p:cNvSpPr>
          <p:nvPr/>
        </p:nvSpPr>
        <p:spPr>
          <a:xfrm>
            <a:off x="1285875" y="2309813"/>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long long best=800000001LL;</a:t>
            </a:r>
          </a:p>
        </p:txBody>
      </p:sp>
      <p:sp>
        <p:nvSpPr>
          <p:cNvPr id="14" name="text-263-81">
            <a:extLst>
              <a:ext uri="{FF2B5EF4-FFF2-40B4-BE49-F238E27FC236}">
                <a16:creationId xmlns:a16="http://schemas.microsoft.com/office/drawing/2014/main" id="{AE14B509-7F49-45B7-8177-04026FF5D2E7}"/>
              </a:ext>
            </a:extLst>
          </p:cNvPr>
          <p:cNvSpPr>
            <a:spLocks noGrp="1"/>
          </p:cNvSpPr>
          <p:nvPr/>
        </p:nvSpPr>
        <p:spPr>
          <a:xfrm>
            <a:off x="771525" y="2505075"/>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03</a:t>
            </a:r>
          </a:p>
        </p:txBody>
      </p:sp>
      <p:sp>
        <p:nvSpPr>
          <p:cNvPr id="15" name="text-263-135">
            <a:extLst>
              <a:ext uri="{FF2B5EF4-FFF2-40B4-BE49-F238E27FC236}">
                <a16:creationId xmlns:a16="http://schemas.microsoft.com/office/drawing/2014/main" id="{261DD105-6FD3-4B3D-AE24-EA1FDC10E460}"/>
              </a:ext>
            </a:extLst>
          </p:cNvPr>
          <p:cNvSpPr>
            <a:spLocks noGrp="1"/>
          </p:cNvSpPr>
          <p:nvPr/>
        </p:nvSpPr>
        <p:spPr>
          <a:xfrm>
            <a:off x="1285875" y="2505075"/>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for (int i=0; i&lt;n; ++i) {</a:t>
            </a:r>
          </a:p>
        </p:txBody>
      </p:sp>
      <p:sp>
        <p:nvSpPr>
          <p:cNvPr id="16" name="text-283.5-81">
            <a:extLst>
              <a:ext uri="{FF2B5EF4-FFF2-40B4-BE49-F238E27FC236}">
                <a16:creationId xmlns:a16="http://schemas.microsoft.com/office/drawing/2014/main" id="{1D4E3F25-444D-4F93-BE19-CD6F866C83C7}"/>
              </a:ext>
            </a:extLst>
          </p:cNvPr>
          <p:cNvSpPr>
            <a:spLocks noGrp="1"/>
          </p:cNvSpPr>
          <p:nvPr/>
        </p:nvSpPr>
        <p:spPr>
          <a:xfrm>
            <a:off x="771525" y="2700338"/>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04</a:t>
            </a:r>
          </a:p>
        </p:txBody>
      </p:sp>
      <p:sp>
        <p:nvSpPr>
          <p:cNvPr id="17" name="text-283.5-135">
            <a:extLst>
              <a:ext uri="{FF2B5EF4-FFF2-40B4-BE49-F238E27FC236}">
                <a16:creationId xmlns:a16="http://schemas.microsoft.com/office/drawing/2014/main" id="{D54ECAB6-4497-47CA-8773-C4FC8A266D22}"/>
              </a:ext>
            </a:extLst>
          </p:cNvPr>
          <p:cNvSpPr>
            <a:spLocks noGrp="1"/>
          </p:cNvSpPr>
          <p:nvPr/>
        </p:nvSpPr>
        <p:spPr>
          <a:xfrm>
            <a:off x="1285875" y="2700338"/>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for (int j=i+1; j&lt;n; ++j) {</a:t>
            </a:r>
          </a:p>
        </p:txBody>
      </p:sp>
      <p:sp>
        <p:nvSpPr>
          <p:cNvPr id="18" name="text-304-81">
            <a:extLst>
              <a:ext uri="{FF2B5EF4-FFF2-40B4-BE49-F238E27FC236}">
                <a16:creationId xmlns:a16="http://schemas.microsoft.com/office/drawing/2014/main" id="{1995842E-222B-4596-968D-75578A9E5B3E}"/>
              </a:ext>
            </a:extLst>
          </p:cNvPr>
          <p:cNvSpPr>
            <a:spLocks noGrp="1"/>
          </p:cNvSpPr>
          <p:nvPr/>
        </p:nvSpPr>
        <p:spPr>
          <a:xfrm>
            <a:off x="771525" y="289560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05</a:t>
            </a:r>
          </a:p>
        </p:txBody>
      </p:sp>
      <p:sp>
        <p:nvSpPr>
          <p:cNvPr id="19" name="text-304-135">
            <a:extLst>
              <a:ext uri="{FF2B5EF4-FFF2-40B4-BE49-F238E27FC236}">
                <a16:creationId xmlns:a16="http://schemas.microsoft.com/office/drawing/2014/main" id="{C038473C-A091-4925-9C38-FEA42C1BCBF8}"/>
              </a:ext>
            </a:extLst>
          </p:cNvPr>
          <p:cNvSpPr>
            <a:spLocks noGrp="1"/>
          </p:cNvSpPr>
          <p:nvPr/>
        </p:nvSpPr>
        <p:spPr>
          <a:xfrm>
            <a:off x="1285875" y="289560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long long dx=(long long)x[i]-x[j];</a:t>
            </a:r>
          </a:p>
        </p:txBody>
      </p:sp>
      <p:sp>
        <p:nvSpPr>
          <p:cNvPr id="20" name="text-324.5-81">
            <a:extLst>
              <a:ext uri="{FF2B5EF4-FFF2-40B4-BE49-F238E27FC236}">
                <a16:creationId xmlns:a16="http://schemas.microsoft.com/office/drawing/2014/main" id="{948D884F-979B-40EB-B872-721229BEA3C2}"/>
              </a:ext>
            </a:extLst>
          </p:cNvPr>
          <p:cNvSpPr>
            <a:spLocks noGrp="1"/>
          </p:cNvSpPr>
          <p:nvPr/>
        </p:nvSpPr>
        <p:spPr>
          <a:xfrm>
            <a:off x="771525" y="3090863"/>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06</a:t>
            </a:r>
          </a:p>
        </p:txBody>
      </p:sp>
      <p:sp>
        <p:nvSpPr>
          <p:cNvPr id="21" name="text-324.5-135">
            <a:extLst>
              <a:ext uri="{FF2B5EF4-FFF2-40B4-BE49-F238E27FC236}">
                <a16:creationId xmlns:a16="http://schemas.microsoft.com/office/drawing/2014/main" id="{0A58D4A3-DBED-4098-B65D-D42C4EA7A920}"/>
              </a:ext>
            </a:extLst>
          </p:cNvPr>
          <p:cNvSpPr>
            <a:spLocks noGrp="1"/>
          </p:cNvSpPr>
          <p:nvPr/>
        </p:nvSpPr>
        <p:spPr>
          <a:xfrm>
            <a:off x="1285875" y="3090863"/>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long long dy=(long long)y[i]-y[j];</a:t>
            </a:r>
          </a:p>
        </p:txBody>
      </p:sp>
      <p:sp>
        <p:nvSpPr>
          <p:cNvPr id="22" name="text-345-81">
            <a:extLst>
              <a:ext uri="{FF2B5EF4-FFF2-40B4-BE49-F238E27FC236}">
                <a16:creationId xmlns:a16="http://schemas.microsoft.com/office/drawing/2014/main" id="{D06CA131-6FDF-4717-BBB8-D320F11D7E5D}"/>
              </a:ext>
            </a:extLst>
          </p:cNvPr>
          <p:cNvSpPr>
            <a:spLocks noGrp="1"/>
          </p:cNvSpPr>
          <p:nvPr/>
        </p:nvSpPr>
        <p:spPr>
          <a:xfrm>
            <a:off x="771525" y="3286125"/>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07</a:t>
            </a:r>
          </a:p>
        </p:txBody>
      </p:sp>
      <p:sp>
        <p:nvSpPr>
          <p:cNvPr id="23" name="text-345-135">
            <a:extLst>
              <a:ext uri="{FF2B5EF4-FFF2-40B4-BE49-F238E27FC236}">
                <a16:creationId xmlns:a16="http://schemas.microsoft.com/office/drawing/2014/main" id="{DF7C6760-9CA2-4058-B12F-1A4B424ABDAA}"/>
              </a:ext>
            </a:extLst>
          </p:cNvPr>
          <p:cNvSpPr>
            <a:spLocks noGrp="1"/>
          </p:cNvSpPr>
          <p:nvPr/>
        </p:nvSpPr>
        <p:spPr>
          <a:xfrm>
            <a:off x="1285875" y="3286125"/>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long long d=dx*dx+dy*dy;</a:t>
            </a:r>
          </a:p>
        </p:txBody>
      </p:sp>
      <p:sp>
        <p:nvSpPr>
          <p:cNvPr id="24" name="text-365.5-81">
            <a:extLst>
              <a:ext uri="{FF2B5EF4-FFF2-40B4-BE49-F238E27FC236}">
                <a16:creationId xmlns:a16="http://schemas.microsoft.com/office/drawing/2014/main" id="{AA59847C-9BCE-4A5F-A2A0-E8966C581236}"/>
              </a:ext>
            </a:extLst>
          </p:cNvPr>
          <p:cNvSpPr>
            <a:spLocks noGrp="1"/>
          </p:cNvSpPr>
          <p:nvPr/>
        </p:nvSpPr>
        <p:spPr>
          <a:xfrm>
            <a:off x="771525" y="3481388"/>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08</a:t>
            </a:r>
          </a:p>
        </p:txBody>
      </p:sp>
      <p:sp>
        <p:nvSpPr>
          <p:cNvPr id="25" name="text-365.5-135">
            <a:extLst>
              <a:ext uri="{FF2B5EF4-FFF2-40B4-BE49-F238E27FC236}">
                <a16:creationId xmlns:a16="http://schemas.microsoft.com/office/drawing/2014/main" id="{6879EB09-8332-4758-9B45-9EC5CAC85C70}"/>
              </a:ext>
            </a:extLst>
          </p:cNvPr>
          <p:cNvSpPr>
            <a:spLocks noGrp="1"/>
          </p:cNvSpPr>
          <p:nvPr/>
        </p:nvSpPr>
        <p:spPr>
          <a:xfrm>
            <a:off x="1285875" y="3481388"/>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if (d&lt;best) best=d;</a:t>
            </a:r>
          </a:p>
        </p:txBody>
      </p:sp>
      <p:sp>
        <p:nvSpPr>
          <p:cNvPr id="26" name="text-386-81">
            <a:extLst>
              <a:ext uri="{FF2B5EF4-FFF2-40B4-BE49-F238E27FC236}">
                <a16:creationId xmlns:a16="http://schemas.microsoft.com/office/drawing/2014/main" id="{9100E8BB-14DF-4903-8BF8-90BB24910510}"/>
              </a:ext>
            </a:extLst>
          </p:cNvPr>
          <p:cNvSpPr>
            <a:spLocks noGrp="1"/>
          </p:cNvSpPr>
          <p:nvPr/>
        </p:nvSpPr>
        <p:spPr>
          <a:xfrm>
            <a:off x="771525" y="367665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09</a:t>
            </a:r>
          </a:p>
        </p:txBody>
      </p:sp>
      <p:sp>
        <p:nvSpPr>
          <p:cNvPr id="27" name="text-386-135">
            <a:extLst>
              <a:ext uri="{FF2B5EF4-FFF2-40B4-BE49-F238E27FC236}">
                <a16:creationId xmlns:a16="http://schemas.microsoft.com/office/drawing/2014/main" id="{B3CF4987-E9E3-49B7-9DD1-5AA85466D559}"/>
              </a:ext>
            </a:extLst>
          </p:cNvPr>
          <p:cNvSpPr>
            <a:spLocks noGrp="1"/>
          </p:cNvSpPr>
          <p:nvPr/>
        </p:nvSpPr>
        <p:spPr>
          <a:xfrm>
            <a:off x="1285875" y="367665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a:t>
            </a:r>
          </a:p>
        </p:txBody>
      </p:sp>
      <p:sp>
        <p:nvSpPr>
          <p:cNvPr id="28" name="text-406.5-81">
            <a:extLst>
              <a:ext uri="{FF2B5EF4-FFF2-40B4-BE49-F238E27FC236}">
                <a16:creationId xmlns:a16="http://schemas.microsoft.com/office/drawing/2014/main" id="{D6763A76-7220-4BDE-A338-227A8ADC7B8C}"/>
              </a:ext>
            </a:extLst>
          </p:cNvPr>
          <p:cNvSpPr>
            <a:spLocks noGrp="1"/>
          </p:cNvSpPr>
          <p:nvPr/>
        </p:nvSpPr>
        <p:spPr>
          <a:xfrm>
            <a:off x="771525" y="3871913"/>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10</a:t>
            </a:r>
          </a:p>
        </p:txBody>
      </p:sp>
      <p:sp>
        <p:nvSpPr>
          <p:cNvPr id="29" name="text-406.5-135">
            <a:extLst>
              <a:ext uri="{FF2B5EF4-FFF2-40B4-BE49-F238E27FC236}">
                <a16:creationId xmlns:a16="http://schemas.microsoft.com/office/drawing/2014/main" id="{B03AB9C9-A7EA-4213-A256-E0DDD4F89CFF}"/>
              </a:ext>
            </a:extLst>
          </p:cNvPr>
          <p:cNvSpPr>
            <a:spLocks noGrp="1"/>
          </p:cNvSpPr>
          <p:nvPr/>
        </p:nvSpPr>
        <p:spPr>
          <a:xfrm>
            <a:off x="1285875" y="3871913"/>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a:t>
            </a:r>
          </a:p>
        </p:txBody>
      </p:sp>
      <p:sp>
        <p:nvSpPr>
          <p:cNvPr id="30" name="text-427-81">
            <a:extLst>
              <a:ext uri="{FF2B5EF4-FFF2-40B4-BE49-F238E27FC236}">
                <a16:creationId xmlns:a16="http://schemas.microsoft.com/office/drawing/2014/main" id="{159374EF-4BCB-4D40-9FB6-C359E0F97A6D}"/>
              </a:ext>
            </a:extLst>
          </p:cNvPr>
          <p:cNvSpPr>
            <a:spLocks noGrp="1"/>
          </p:cNvSpPr>
          <p:nvPr/>
        </p:nvSpPr>
        <p:spPr>
          <a:xfrm>
            <a:off x="771525" y="4067175"/>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11</a:t>
            </a:r>
          </a:p>
        </p:txBody>
      </p:sp>
      <p:sp>
        <p:nvSpPr>
          <p:cNvPr id="31" name="text-427-135">
            <a:extLst>
              <a:ext uri="{FF2B5EF4-FFF2-40B4-BE49-F238E27FC236}">
                <a16:creationId xmlns:a16="http://schemas.microsoft.com/office/drawing/2014/main" id="{9B104897-AD1A-4D10-BB9B-75344E349024}"/>
              </a:ext>
            </a:extLst>
          </p:cNvPr>
          <p:cNvSpPr>
            <a:spLocks noGrp="1"/>
          </p:cNvSpPr>
          <p:nvPr/>
        </p:nvSpPr>
        <p:spPr>
          <a:xfrm>
            <a:off x="1285875" y="4067175"/>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return best;</a:t>
            </a:r>
          </a:p>
        </p:txBody>
      </p:sp>
      <p:sp>
        <p:nvSpPr>
          <p:cNvPr id="32" name="text-447.5-81">
            <a:extLst>
              <a:ext uri="{FF2B5EF4-FFF2-40B4-BE49-F238E27FC236}">
                <a16:creationId xmlns:a16="http://schemas.microsoft.com/office/drawing/2014/main" id="{F8B143C5-57FE-4B83-8163-F2D347D6A873}"/>
              </a:ext>
            </a:extLst>
          </p:cNvPr>
          <p:cNvSpPr>
            <a:spLocks noGrp="1"/>
          </p:cNvSpPr>
          <p:nvPr/>
        </p:nvSpPr>
        <p:spPr>
          <a:xfrm>
            <a:off x="771525" y="4262438"/>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12</a:t>
            </a:r>
          </a:p>
        </p:txBody>
      </p:sp>
      <p:sp>
        <p:nvSpPr>
          <p:cNvPr id="33" name="text-447.5-135">
            <a:extLst>
              <a:ext uri="{FF2B5EF4-FFF2-40B4-BE49-F238E27FC236}">
                <a16:creationId xmlns:a16="http://schemas.microsoft.com/office/drawing/2014/main" id="{93760311-A1A5-494E-AFBE-B94EC031ECF6}"/>
              </a:ext>
            </a:extLst>
          </p:cNvPr>
          <p:cNvSpPr>
            <a:spLocks noGrp="1"/>
          </p:cNvSpPr>
          <p:nvPr/>
        </p:nvSpPr>
        <p:spPr>
          <a:xfrm>
            <a:off x="1285875" y="4262438"/>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a:t>
            </a:r>
          </a:p>
        </p:txBody>
      </p:sp>
      <p:sp>
        <p:nvSpPr>
          <p:cNvPr id="34" name="text-635-64">
            <a:extLst>
              <a:ext uri="{FF2B5EF4-FFF2-40B4-BE49-F238E27FC236}">
                <a16:creationId xmlns:a16="http://schemas.microsoft.com/office/drawing/2014/main" id="{2A35C405-7819-4DD4-87B5-9739146AB47B}"/>
              </a:ext>
            </a:extLst>
          </p:cNvPr>
          <p:cNvSpPr>
            <a:spLocks noGrp="1"/>
          </p:cNvSpPr>
          <p:nvPr/>
        </p:nvSpPr>
        <p:spPr>
          <a:xfrm>
            <a:off x="609600" y="6048375"/>
            <a:ext cx="10972800" cy="213360"/>
          </a:xfrm>
          <a:prstGeom prst="rect">
            <a:avLst/>
          </a:prstGeom>
          <a:noFill/>
          <a:ln w="0">
            <a:noFill/>
          </a:ln>
        </p:spPr>
        <p:txBody>
          <a:bodyPr wrap="none" lIns="0" tIns="0" rIns="0" bIns="0" anchor="t">
            <a:noAutofit/>
          </a:bodyPr>
          <a:lstStyle/>
          <a:p>
            <a:pPr algn="l">
              <a:lnSpc>
                <a:spcPct val="108000"/>
              </a:lnSpc>
              <a:buNone/>
              <a:defRPr sz="1200" b="0" i="0">
                <a:solidFill>
                  <a:srgbClr val="606060"/>
                </a:solidFill>
                <a:latin typeface="Malgun Gothic"/>
                <a:ea typeface="Malgun Gothic"/>
                <a:cs typeface="Malgun Gothic"/>
              </a:defRPr>
            </a:pPr>
            <a:r>
              <a:rPr sz="1200" b="0" i="0">
                <a:solidFill>
                  <a:srgbClr val="606060"/>
                </a:solidFill>
                <a:latin typeface="Malgun Gothic"/>
                <a:ea typeface="Malgun Gothic"/>
                <a:cs typeface="Malgun Gothic"/>
              </a:rPr>
              <a:t>O(k²) 비교, 이 기저에서는 k≤3이므로 O(1). 전체 최근접 쌍 알고리즘의 시간과 구별한다.</a:t>
            </a:r>
          </a:p>
        </p:txBody>
      </p:sp>
    </p:spTree>
    <p:extLst>
      <p:ext uri="{BB962C8B-B14F-4D97-AF65-F5344CB8AC3E}">
        <p14:creationId xmlns:p14="http://schemas.microsoft.com/office/powerpoint/2010/main" val="462685519"/>
      </p:ext>
    </p:extLst>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ext-28-64">
            <a:extLst>
              <a:ext uri="{FF2B5EF4-FFF2-40B4-BE49-F238E27FC236}">
                <a16:creationId xmlns:a16="http://schemas.microsoft.com/office/drawing/2014/main" id="{C82EFFF6-7FCE-467C-8F39-7A61797D0157}"/>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Python/C 구현</a:t>
            </a:r>
          </a:p>
        </p:txBody>
      </p:sp>
      <p:sp>
        <p:nvSpPr>
          <p:cNvPr id="2" name="text-28-1080">
            <a:extLst>
              <a:ext uri="{FF2B5EF4-FFF2-40B4-BE49-F238E27FC236}">
                <a16:creationId xmlns:a16="http://schemas.microsoft.com/office/drawing/2014/main" id="{079EB455-8866-47DD-91E5-F0C1B8728829}"/>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7E371965-9D1C-4EAC-8B5B-41051BFA4A8B}"/>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96  </a:t>
            </a:r>
          </a:p>
        </p:txBody>
      </p:sp>
      <p:sp>
        <p:nvSpPr>
          <p:cNvPr id="4" name="직사각형 3">
            <a:extLst>
              <a:ext uri="{FF2B5EF4-FFF2-40B4-BE49-F238E27FC236}">
                <a16:creationId xmlns:a16="http://schemas.microsoft.com/office/drawing/2014/main" id="{57E55CEB-DB07-47A4-9A0C-5FF5757584AF}"/>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037BDE0D-239F-4210-8F45-A8CF5AD07896}"/>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567EA10B-4803-46E9-AD03-42A2BC8631AF}"/>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BC5AD892-0712-411D-ACEE-4620B74E5AE1}"/>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201</a:t>
            </a:r>
            <a:endParaRPr sz="1050" b="1" i="0">
              <a:solidFill>
                <a:srgbClr val="171717"/>
              </a:solidFill>
              <a:latin typeface="Consolas"/>
              <a:ea typeface="Consolas"/>
              <a:cs typeface="Consolas"/>
            </a:endParaRPr>
          </a:p>
        </p:txBody>
      </p:sp>
      <p:sp>
        <p:nvSpPr>
          <p:cNvPr id="8" name="text-178-64">
            <a:extLst>
              <a:ext uri="{FF2B5EF4-FFF2-40B4-BE49-F238E27FC236}">
                <a16:creationId xmlns:a16="http://schemas.microsoft.com/office/drawing/2014/main" id="{5A7B5C0D-0E10-4A98-AB29-3D8A7EB45908}"/>
              </a:ext>
            </a:extLst>
          </p:cNvPr>
          <p:cNvSpPr>
            <a:spLocks noGrp="1"/>
          </p:cNvSpPr>
          <p:nvPr/>
        </p:nvSpPr>
        <p:spPr>
          <a:xfrm>
            <a:off x="609600" y="1695450"/>
            <a:ext cx="10972800" cy="112014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n=2ᵏ, 1≤n≤32인 0/1 정사각형을 부호화한다. 균일하면 값 하나, 아니면 (왼위</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오른위 왼아래 오른아래) 순서로 붙인다. quad(a,r,c,n)을 작성한다. C a의 열 폭은</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32다. Python 또는 C 중 하나로 함수를 작성하시오.</a:t>
            </a:r>
          </a:p>
        </p:txBody>
      </p:sp>
      <p:sp>
        <p:nvSpPr>
          <p:cNvPr id="9" name="text-405-64">
            <a:extLst>
              <a:ext uri="{FF2B5EF4-FFF2-40B4-BE49-F238E27FC236}">
                <a16:creationId xmlns:a16="http://schemas.microsoft.com/office/drawing/2014/main" id="{CC5BA834-210C-45A9-985C-48A5FB7F7211}"/>
              </a:ext>
            </a:extLst>
          </p:cNvPr>
          <p:cNvSpPr>
            <a:spLocks noGrp="1"/>
          </p:cNvSpPr>
          <p:nvPr/>
        </p:nvSpPr>
        <p:spPr>
          <a:xfrm>
            <a:off x="609600" y="3857625"/>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함수의 동작, 경계 처리, 시간 복잡도를 함께 작성하시오.</a:t>
            </a:r>
          </a:p>
        </p:txBody>
      </p:sp>
      <p:sp>
        <p:nvSpPr>
          <p:cNvPr id="10" name="직사각형 9">
            <a:extLst>
              <a:ext uri="{FF2B5EF4-FFF2-40B4-BE49-F238E27FC236}">
                <a16:creationId xmlns:a16="http://schemas.microsoft.com/office/drawing/2014/main" id="{2FB2630D-1CC9-4DA4-A48F-0E5876526878}"/>
              </a:ext>
            </a:extLst>
          </p:cNvPr>
          <p:cNvSpPr>
            <a:spLocks noGrp="1"/>
          </p:cNvSpPr>
          <p:nvPr/>
        </p:nvSpPr>
        <p:spPr>
          <a:xfrm>
            <a:off x="609600" y="4495800"/>
            <a:ext cx="10972800" cy="9525"/>
          </a:xfrm>
          <a:prstGeom prst="rect">
            <a:avLst/>
          </a:prstGeom>
          <a:solidFill>
            <a:srgbClr val="D4D4D4"/>
          </a:solidFill>
          <a:ln w="0">
            <a:noFill/>
          </a:ln>
        </p:spPr>
      </p:sp>
      <p:sp>
        <p:nvSpPr>
          <p:cNvPr id="11" name="직사각형 10">
            <a:extLst>
              <a:ext uri="{FF2B5EF4-FFF2-40B4-BE49-F238E27FC236}">
                <a16:creationId xmlns:a16="http://schemas.microsoft.com/office/drawing/2014/main" id="{5A73A64E-463A-44C1-A61C-A475744C249A}"/>
              </a:ext>
            </a:extLst>
          </p:cNvPr>
          <p:cNvSpPr>
            <a:spLocks noGrp="1"/>
          </p:cNvSpPr>
          <p:nvPr/>
        </p:nvSpPr>
        <p:spPr>
          <a:xfrm>
            <a:off x="609600" y="5181600"/>
            <a:ext cx="10972800" cy="9525"/>
          </a:xfrm>
          <a:prstGeom prst="rect">
            <a:avLst/>
          </a:prstGeom>
          <a:solidFill>
            <a:srgbClr val="D4D4D4"/>
          </a:solidFill>
          <a:ln w="0">
            <a:noFill/>
          </a:ln>
        </p:spPr>
      </p:sp>
      <p:sp>
        <p:nvSpPr>
          <p:cNvPr id="12" name="직사각형 11">
            <a:extLst>
              <a:ext uri="{FF2B5EF4-FFF2-40B4-BE49-F238E27FC236}">
                <a16:creationId xmlns:a16="http://schemas.microsoft.com/office/drawing/2014/main" id="{2C75F2DA-49FA-4B7F-9C27-F4D4760ED936}"/>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p14:creationId xmlns:p14="http://schemas.microsoft.com/office/powerpoint/2010/main" val="462685519"/>
      </p:ext>
    </p:extLst>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DD8F27A0-8794-422D-BEE0-45552EBA6F97}"/>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Python/C 구현</a:t>
            </a:r>
          </a:p>
        </p:txBody>
      </p:sp>
      <p:sp>
        <p:nvSpPr>
          <p:cNvPr id="2" name="text-28-1080">
            <a:extLst>
              <a:ext uri="{FF2B5EF4-FFF2-40B4-BE49-F238E27FC236}">
                <a16:creationId xmlns:a16="http://schemas.microsoft.com/office/drawing/2014/main" id="{CA5E69D9-0E18-42E9-BA97-7382E58B7C2B}"/>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87901450-1A96-4F59-A153-39E5A66814A6}"/>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96  정답과 해설</a:t>
            </a:r>
          </a:p>
        </p:txBody>
      </p:sp>
      <p:sp>
        <p:nvSpPr>
          <p:cNvPr id="4" name="직사각형 3">
            <a:extLst>
              <a:ext uri="{FF2B5EF4-FFF2-40B4-BE49-F238E27FC236}">
                <a16:creationId xmlns:a16="http://schemas.microsoft.com/office/drawing/2014/main" id="{D5191512-B2E1-4DD1-8301-2766ADE4E652}"/>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7AE11C0D-DC42-4D1B-9E80-B79E1BECA31A}"/>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F6D77717-21A7-468D-B61E-94A573D4686C}"/>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578D87A0-EA99-400F-88B7-8A2B01B5F14E}"/>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202</a:t>
            </a:r>
            <a:endParaRPr sz="1050" b="1" i="0">
              <a:solidFill>
                <a:srgbClr val="171717"/>
              </a:solidFill>
              <a:latin typeface="Consolas"/>
              <a:ea typeface="Consolas"/>
              <a:cs typeface="Consolas"/>
            </a:endParaRPr>
          </a:p>
        </p:txBody>
      </p:sp>
      <p:sp>
        <p:nvSpPr>
          <p:cNvPr id="8" name="text-178-64">
            <a:extLst>
              <a:ext uri="{FF2B5EF4-FFF2-40B4-BE49-F238E27FC236}">
                <a16:creationId xmlns:a16="http://schemas.microsoft.com/office/drawing/2014/main" id="{8254D2D9-4B5D-4AD8-997C-38E0B93D839F}"/>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쿼드트리 부호화</a:t>
            </a:r>
          </a:p>
        </p:txBody>
      </p:sp>
      <p:sp>
        <p:nvSpPr>
          <p:cNvPr id="9" name="직사각형 8">
            <a:extLst>
              <a:ext uri="{FF2B5EF4-FFF2-40B4-BE49-F238E27FC236}">
                <a16:creationId xmlns:a16="http://schemas.microsoft.com/office/drawing/2014/main" id="{4383A3B1-E46D-4F54-AB37-1206BF24E992}"/>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239D8522-1C8C-4F79-95BF-ED30E32157C6}"/>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균일성을 검사하고 서로 다르면 네 사분면을 재귀 호출한다.</a:t>
            </a:r>
          </a:p>
        </p:txBody>
      </p:sp>
      <p:sp>
        <p:nvSpPr>
          <p:cNvPr id="11" name="text-324.4-64">
            <a:extLst>
              <a:ext uri="{FF2B5EF4-FFF2-40B4-BE49-F238E27FC236}">
                <a16:creationId xmlns:a16="http://schemas.microsoft.com/office/drawing/2014/main" id="{0782E2BE-E151-4606-B195-31CF867F218A}"/>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B1014F91-5A57-4F26-BC03-B3B2F77DA14F}"/>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1B7DFF98-FEF7-40D0-A097-B6CFDB80FEDB}"/>
              </a:ext>
            </a:extLst>
          </p:cNvPr>
          <p:cNvSpPr>
            <a:spLocks noGrp="1"/>
          </p:cNvSpPr>
          <p:nvPr/>
        </p:nvSpPr>
        <p:spPr>
          <a:xfrm>
            <a:off x="609600" y="3547110"/>
            <a:ext cx="10972800" cy="320040"/>
          </a:xfrm>
          <a:prstGeom prst="rect">
            <a:avLst/>
          </a:prstGeom>
          <a:noFill/>
          <a:ln w="0">
            <a:noFill/>
          </a:ln>
        </p:spPr>
        <p:txBody>
          <a:bodyPr wrap="squar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이 전체 균일성 검사 구현은 O(n² log(n+1)) 시간 상한. .</a:t>
            </a:r>
          </a:p>
        </p:txBody>
      </p:sp>
    </p:spTree>
    <p:extLst>
      <p:ext uri="{BB962C8B-B14F-4D97-AF65-F5344CB8AC3E}">
        <p14:creationId xmlns:p14="http://schemas.microsoft.com/office/powerpoint/2010/main" val="462685519"/>
      </p:ext>
    </p:extLst>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9" name="text-28-64">
            <a:extLst>
              <a:ext uri="{FF2B5EF4-FFF2-40B4-BE49-F238E27FC236}">
                <a16:creationId xmlns:a16="http://schemas.microsoft.com/office/drawing/2014/main" id="{6339A17C-5921-41C9-A7BB-DA652373C29F}"/>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Python/C 구현</a:t>
            </a:r>
          </a:p>
        </p:txBody>
      </p:sp>
      <p:sp>
        <p:nvSpPr>
          <p:cNvPr id="2" name="text-28-1080">
            <a:extLst>
              <a:ext uri="{FF2B5EF4-FFF2-40B4-BE49-F238E27FC236}">
                <a16:creationId xmlns:a16="http://schemas.microsoft.com/office/drawing/2014/main" id="{9998DF94-D3DF-4327-A6DF-348CEDFA3C2E}"/>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2B2B5C14-8BB3-4984-8E47-36910365ED54}"/>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96  Python 구현</a:t>
            </a:r>
          </a:p>
        </p:txBody>
      </p:sp>
      <p:sp>
        <p:nvSpPr>
          <p:cNvPr id="4" name="직사각형 3">
            <a:extLst>
              <a:ext uri="{FF2B5EF4-FFF2-40B4-BE49-F238E27FC236}">
                <a16:creationId xmlns:a16="http://schemas.microsoft.com/office/drawing/2014/main" id="{694EA297-D111-4534-A729-78273E13769F}"/>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6DFF8311-B8AB-4E3D-B762-499D4294ACC2}"/>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C5CD42E7-FD36-46D3-BE23-88961CCE18CB}"/>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1BB76F7A-F4D2-4547-82F0-766D4EE104C6}"/>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203</a:t>
            </a:r>
            <a:endParaRPr sz="1050" b="1" i="0">
              <a:solidFill>
                <a:srgbClr val="171717"/>
              </a:solidFill>
              <a:latin typeface="Consolas"/>
              <a:ea typeface="Consolas"/>
              <a:cs typeface="Consolas"/>
            </a:endParaRPr>
          </a:p>
        </p:txBody>
      </p:sp>
      <p:sp>
        <p:nvSpPr>
          <p:cNvPr id="8" name="text-163-64">
            <a:extLst>
              <a:ext uri="{FF2B5EF4-FFF2-40B4-BE49-F238E27FC236}">
                <a16:creationId xmlns:a16="http://schemas.microsoft.com/office/drawing/2014/main" id="{12F0148C-3BEF-480D-80B4-5E36942BC53A}"/>
              </a:ext>
            </a:extLst>
          </p:cNvPr>
          <p:cNvSpPr>
            <a:spLocks noGrp="1"/>
          </p:cNvSpPr>
          <p:nvPr/>
        </p:nvSpPr>
        <p:spPr>
          <a:xfrm>
            <a:off x="609600" y="1552575"/>
            <a:ext cx="10972800" cy="266700"/>
          </a:xfrm>
          <a:prstGeom prst="rect">
            <a:avLst/>
          </a:prstGeom>
          <a:noFill/>
          <a:ln w="0">
            <a:noFill/>
          </a:ln>
        </p:spPr>
        <p:txBody>
          <a:bodyPr wrap="none" lIns="0" tIns="0" rIns="0" bIns="0" anchor="t">
            <a:noAutofit/>
          </a:bodyPr>
          <a:lstStyle/>
          <a:p>
            <a:pPr algn="l">
              <a:lnSpc>
                <a:spcPct val="108000"/>
              </a:lnSpc>
              <a:buNone/>
              <a:defRPr sz="1500" b="0" i="0">
                <a:solidFill>
                  <a:srgbClr val="606060"/>
                </a:solidFill>
                <a:latin typeface="Malgun Gothic"/>
                <a:ea typeface="Malgun Gothic"/>
                <a:cs typeface="Malgun Gothic"/>
              </a:defRPr>
            </a:pPr>
            <a:r>
              <a:rPr sz="1500" b="0" i="0">
                <a:solidFill>
                  <a:srgbClr val="606060"/>
                </a:solidFill>
                <a:latin typeface="Malgun Gothic"/>
                <a:ea typeface="Malgun Gothic"/>
                <a:cs typeface="Malgun Gothic"/>
              </a:rPr>
              <a:t>쿼드트리 부호화</a:t>
            </a:r>
          </a:p>
        </p:txBody>
      </p:sp>
      <p:sp>
        <p:nvSpPr>
          <p:cNvPr id="9" name="직사각형 8">
            <a:extLst>
              <a:ext uri="{FF2B5EF4-FFF2-40B4-BE49-F238E27FC236}">
                <a16:creationId xmlns:a16="http://schemas.microsoft.com/office/drawing/2014/main" id="{39C932F0-2644-4826-A4C6-97684DEDB236}"/>
              </a:ext>
            </a:extLst>
          </p:cNvPr>
          <p:cNvSpPr>
            <a:spLocks noGrp="1"/>
          </p:cNvSpPr>
          <p:nvPr/>
        </p:nvSpPr>
        <p:spPr>
          <a:xfrm>
            <a:off x="609600" y="1981200"/>
            <a:ext cx="10972800" cy="3962400"/>
          </a:xfrm>
          <a:prstGeom prst="rect">
            <a:avLst/>
          </a:prstGeom>
          <a:solidFill>
            <a:srgbClr val="171717"/>
          </a:solidFill>
          <a:ln w="0">
            <a:noFill/>
          </a:ln>
        </p:spPr>
      </p:sp>
      <p:sp>
        <p:nvSpPr>
          <p:cNvPr id="10" name="text-222-81">
            <a:extLst>
              <a:ext uri="{FF2B5EF4-FFF2-40B4-BE49-F238E27FC236}">
                <a16:creationId xmlns:a16="http://schemas.microsoft.com/office/drawing/2014/main" id="{03A885F6-9DAC-436A-9E6B-81FFDEA253B7}"/>
              </a:ext>
            </a:extLst>
          </p:cNvPr>
          <p:cNvSpPr>
            <a:spLocks noGrp="1"/>
          </p:cNvSpPr>
          <p:nvPr/>
        </p:nvSpPr>
        <p:spPr>
          <a:xfrm>
            <a:off x="771525" y="211455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01</a:t>
            </a:r>
          </a:p>
        </p:txBody>
      </p:sp>
      <p:sp>
        <p:nvSpPr>
          <p:cNvPr id="11" name="text-222-135">
            <a:extLst>
              <a:ext uri="{FF2B5EF4-FFF2-40B4-BE49-F238E27FC236}">
                <a16:creationId xmlns:a16="http://schemas.microsoft.com/office/drawing/2014/main" id="{87BED8DA-52BE-459B-99D2-1099ACE6A831}"/>
              </a:ext>
            </a:extLst>
          </p:cNvPr>
          <p:cNvSpPr>
            <a:spLocks noGrp="1"/>
          </p:cNvSpPr>
          <p:nvPr/>
        </p:nvSpPr>
        <p:spPr>
          <a:xfrm>
            <a:off x="1285875" y="211455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def quad(a, r, c, n):</a:t>
            </a:r>
          </a:p>
        </p:txBody>
      </p:sp>
      <p:sp>
        <p:nvSpPr>
          <p:cNvPr id="12" name="text-242.5-81">
            <a:extLst>
              <a:ext uri="{FF2B5EF4-FFF2-40B4-BE49-F238E27FC236}">
                <a16:creationId xmlns:a16="http://schemas.microsoft.com/office/drawing/2014/main" id="{0D9879D2-4072-41DD-A9AF-8B10ADA0E80C}"/>
              </a:ext>
            </a:extLst>
          </p:cNvPr>
          <p:cNvSpPr>
            <a:spLocks noGrp="1"/>
          </p:cNvSpPr>
          <p:nvPr/>
        </p:nvSpPr>
        <p:spPr>
          <a:xfrm>
            <a:off x="771525" y="2309813"/>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02</a:t>
            </a:r>
          </a:p>
        </p:txBody>
      </p:sp>
      <p:sp>
        <p:nvSpPr>
          <p:cNvPr id="13" name="text-242.5-135">
            <a:extLst>
              <a:ext uri="{FF2B5EF4-FFF2-40B4-BE49-F238E27FC236}">
                <a16:creationId xmlns:a16="http://schemas.microsoft.com/office/drawing/2014/main" id="{B805A815-97FE-42C8-B832-4066B6EB6F2D}"/>
              </a:ext>
            </a:extLst>
          </p:cNvPr>
          <p:cNvSpPr>
            <a:spLocks noGrp="1"/>
          </p:cNvSpPr>
          <p:nvPr/>
        </p:nvSpPr>
        <p:spPr>
          <a:xfrm>
            <a:off x="1285875" y="2309813"/>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value = a[r][c]</a:t>
            </a:r>
          </a:p>
        </p:txBody>
      </p:sp>
      <p:sp>
        <p:nvSpPr>
          <p:cNvPr id="14" name="text-263-81">
            <a:extLst>
              <a:ext uri="{FF2B5EF4-FFF2-40B4-BE49-F238E27FC236}">
                <a16:creationId xmlns:a16="http://schemas.microsoft.com/office/drawing/2014/main" id="{66F64B0E-5147-4461-B95E-598388BDABB1}"/>
              </a:ext>
            </a:extLst>
          </p:cNvPr>
          <p:cNvSpPr>
            <a:spLocks noGrp="1"/>
          </p:cNvSpPr>
          <p:nvPr/>
        </p:nvSpPr>
        <p:spPr>
          <a:xfrm>
            <a:off x="771525" y="2505075"/>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03</a:t>
            </a:r>
          </a:p>
        </p:txBody>
      </p:sp>
      <p:sp>
        <p:nvSpPr>
          <p:cNvPr id="15" name="text-263-135">
            <a:extLst>
              <a:ext uri="{FF2B5EF4-FFF2-40B4-BE49-F238E27FC236}">
                <a16:creationId xmlns:a16="http://schemas.microsoft.com/office/drawing/2014/main" id="{BFF28367-366E-4496-861F-380088423610}"/>
              </a:ext>
            </a:extLst>
          </p:cNvPr>
          <p:cNvSpPr>
            <a:spLocks noGrp="1"/>
          </p:cNvSpPr>
          <p:nvPr/>
        </p:nvSpPr>
        <p:spPr>
          <a:xfrm>
            <a:off x="1285875" y="2505075"/>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if all(a[i][j] == value</a:t>
            </a:r>
          </a:p>
        </p:txBody>
      </p:sp>
      <p:sp>
        <p:nvSpPr>
          <p:cNvPr id="16" name="text-283.5-81">
            <a:extLst>
              <a:ext uri="{FF2B5EF4-FFF2-40B4-BE49-F238E27FC236}">
                <a16:creationId xmlns:a16="http://schemas.microsoft.com/office/drawing/2014/main" id="{245089E3-E605-4620-8A91-895F928EBA22}"/>
              </a:ext>
            </a:extLst>
          </p:cNvPr>
          <p:cNvSpPr>
            <a:spLocks noGrp="1"/>
          </p:cNvSpPr>
          <p:nvPr/>
        </p:nvSpPr>
        <p:spPr>
          <a:xfrm>
            <a:off x="771525" y="2700338"/>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04</a:t>
            </a:r>
          </a:p>
        </p:txBody>
      </p:sp>
      <p:sp>
        <p:nvSpPr>
          <p:cNvPr id="17" name="text-283.5-135">
            <a:extLst>
              <a:ext uri="{FF2B5EF4-FFF2-40B4-BE49-F238E27FC236}">
                <a16:creationId xmlns:a16="http://schemas.microsoft.com/office/drawing/2014/main" id="{A01A0A22-72B7-4DA2-9A86-08BAEA27AB8A}"/>
              </a:ext>
            </a:extLst>
          </p:cNvPr>
          <p:cNvSpPr>
            <a:spLocks noGrp="1"/>
          </p:cNvSpPr>
          <p:nvPr/>
        </p:nvSpPr>
        <p:spPr>
          <a:xfrm>
            <a:off x="1285875" y="2700338"/>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for i in range(r, r + n)</a:t>
            </a:r>
          </a:p>
        </p:txBody>
      </p:sp>
      <p:sp>
        <p:nvSpPr>
          <p:cNvPr id="18" name="text-304-81">
            <a:extLst>
              <a:ext uri="{FF2B5EF4-FFF2-40B4-BE49-F238E27FC236}">
                <a16:creationId xmlns:a16="http://schemas.microsoft.com/office/drawing/2014/main" id="{56549AB6-0CEB-48BD-A7B8-6E4065CDDAB5}"/>
              </a:ext>
            </a:extLst>
          </p:cNvPr>
          <p:cNvSpPr>
            <a:spLocks noGrp="1"/>
          </p:cNvSpPr>
          <p:nvPr/>
        </p:nvSpPr>
        <p:spPr>
          <a:xfrm>
            <a:off x="771525" y="289560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05</a:t>
            </a:r>
          </a:p>
        </p:txBody>
      </p:sp>
      <p:sp>
        <p:nvSpPr>
          <p:cNvPr id="19" name="text-304-135">
            <a:extLst>
              <a:ext uri="{FF2B5EF4-FFF2-40B4-BE49-F238E27FC236}">
                <a16:creationId xmlns:a16="http://schemas.microsoft.com/office/drawing/2014/main" id="{478F6F86-76AE-4251-9BE9-11D9AF38617F}"/>
              </a:ext>
            </a:extLst>
          </p:cNvPr>
          <p:cNvSpPr>
            <a:spLocks noGrp="1"/>
          </p:cNvSpPr>
          <p:nvPr/>
        </p:nvSpPr>
        <p:spPr>
          <a:xfrm>
            <a:off x="1285875" y="289560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for j in range(c, c + n)):</a:t>
            </a:r>
          </a:p>
        </p:txBody>
      </p:sp>
      <p:sp>
        <p:nvSpPr>
          <p:cNvPr id="20" name="text-324.5-81">
            <a:extLst>
              <a:ext uri="{FF2B5EF4-FFF2-40B4-BE49-F238E27FC236}">
                <a16:creationId xmlns:a16="http://schemas.microsoft.com/office/drawing/2014/main" id="{3B02F0A6-983C-40E3-B485-F0056721746D}"/>
              </a:ext>
            </a:extLst>
          </p:cNvPr>
          <p:cNvSpPr>
            <a:spLocks noGrp="1"/>
          </p:cNvSpPr>
          <p:nvPr/>
        </p:nvSpPr>
        <p:spPr>
          <a:xfrm>
            <a:off x="771525" y="3090863"/>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06</a:t>
            </a:r>
          </a:p>
        </p:txBody>
      </p:sp>
      <p:sp>
        <p:nvSpPr>
          <p:cNvPr id="21" name="text-324.5-135">
            <a:extLst>
              <a:ext uri="{FF2B5EF4-FFF2-40B4-BE49-F238E27FC236}">
                <a16:creationId xmlns:a16="http://schemas.microsoft.com/office/drawing/2014/main" id="{2CF13B85-316A-4A9F-B9D0-4E6453C9926D}"/>
              </a:ext>
            </a:extLst>
          </p:cNvPr>
          <p:cNvSpPr>
            <a:spLocks noGrp="1"/>
          </p:cNvSpPr>
          <p:nvPr/>
        </p:nvSpPr>
        <p:spPr>
          <a:xfrm>
            <a:off x="1285875" y="3090863"/>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return str(value)</a:t>
            </a:r>
          </a:p>
        </p:txBody>
      </p:sp>
      <p:sp>
        <p:nvSpPr>
          <p:cNvPr id="22" name="text-345-81">
            <a:extLst>
              <a:ext uri="{FF2B5EF4-FFF2-40B4-BE49-F238E27FC236}">
                <a16:creationId xmlns:a16="http://schemas.microsoft.com/office/drawing/2014/main" id="{4BF567B0-C768-4C80-BEAC-66E84E4ADAFD}"/>
              </a:ext>
            </a:extLst>
          </p:cNvPr>
          <p:cNvSpPr>
            <a:spLocks noGrp="1"/>
          </p:cNvSpPr>
          <p:nvPr/>
        </p:nvSpPr>
        <p:spPr>
          <a:xfrm>
            <a:off x="771525" y="3286125"/>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07</a:t>
            </a:r>
          </a:p>
        </p:txBody>
      </p:sp>
      <p:sp>
        <p:nvSpPr>
          <p:cNvPr id="23" name="text-345-135">
            <a:extLst>
              <a:ext uri="{FF2B5EF4-FFF2-40B4-BE49-F238E27FC236}">
                <a16:creationId xmlns:a16="http://schemas.microsoft.com/office/drawing/2014/main" id="{673DA8CE-A8EB-4759-996A-92E853E6DA8E}"/>
              </a:ext>
            </a:extLst>
          </p:cNvPr>
          <p:cNvSpPr>
            <a:spLocks noGrp="1"/>
          </p:cNvSpPr>
          <p:nvPr/>
        </p:nvSpPr>
        <p:spPr>
          <a:xfrm>
            <a:off x="1285875" y="3286125"/>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h = n // 2</a:t>
            </a:r>
          </a:p>
        </p:txBody>
      </p:sp>
      <p:sp>
        <p:nvSpPr>
          <p:cNvPr id="24" name="text-365.5-81">
            <a:extLst>
              <a:ext uri="{FF2B5EF4-FFF2-40B4-BE49-F238E27FC236}">
                <a16:creationId xmlns:a16="http://schemas.microsoft.com/office/drawing/2014/main" id="{D38B65EA-F06A-49B1-ACD8-295AEC47FC96}"/>
              </a:ext>
            </a:extLst>
          </p:cNvPr>
          <p:cNvSpPr>
            <a:spLocks noGrp="1"/>
          </p:cNvSpPr>
          <p:nvPr/>
        </p:nvSpPr>
        <p:spPr>
          <a:xfrm>
            <a:off x="771525" y="3481388"/>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08</a:t>
            </a:r>
          </a:p>
        </p:txBody>
      </p:sp>
      <p:sp>
        <p:nvSpPr>
          <p:cNvPr id="25" name="text-365.5-135">
            <a:extLst>
              <a:ext uri="{FF2B5EF4-FFF2-40B4-BE49-F238E27FC236}">
                <a16:creationId xmlns:a16="http://schemas.microsoft.com/office/drawing/2014/main" id="{3F35378C-A198-4E66-9270-A3FAF8A5C65B}"/>
              </a:ext>
            </a:extLst>
          </p:cNvPr>
          <p:cNvSpPr>
            <a:spLocks noGrp="1"/>
          </p:cNvSpPr>
          <p:nvPr/>
        </p:nvSpPr>
        <p:spPr>
          <a:xfrm>
            <a:off x="1285875" y="3481388"/>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return ('(' + quad(a,r,c,h) + quad(a,r,c+h,h)</a:t>
            </a:r>
          </a:p>
        </p:txBody>
      </p:sp>
      <p:sp>
        <p:nvSpPr>
          <p:cNvPr id="26" name="text-386-81">
            <a:extLst>
              <a:ext uri="{FF2B5EF4-FFF2-40B4-BE49-F238E27FC236}">
                <a16:creationId xmlns:a16="http://schemas.microsoft.com/office/drawing/2014/main" id="{4FF36A85-BBC7-4CDD-9F93-197BEC75D819}"/>
              </a:ext>
            </a:extLst>
          </p:cNvPr>
          <p:cNvSpPr>
            <a:spLocks noGrp="1"/>
          </p:cNvSpPr>
          <p:nvPr/>
        </p:nvSpPr>
        <p:spPr>
          <a:xfrm>
            <a:off x="771525" y="367665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09</a:t>
            </a:r>
          </a:p>
        </p:txBody>
      </p:sp>
      <p:sp>
        <p:nvSpPr>
          <p:cNvPr id="27" name="text-386-135">
            <a:extLst>
              <a:ext uri="{FF2B5EF4-FFF2-40B4-BE49-F238E27FC236}">
                <a16:creationId xmlns:a16="http://schemas.microsoft.com/office/drawing/2014/main" id="{B27838F3-DC47-4CEE-AB8F-3D744293DEAF}"/>
              </a:ext>
            </a:extLst>
          </p:cNvPr>
          <p:cNvSpPr>
            <a:spLocks noGrp="1"/>
          </p:cNvSpPr>
          <p:nvPr/>
        </p:nvSpPr>
        <p:spPr>
          <a:xfrm>
            <a:off x="1285875" y="367665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 quad(a,r+h,c,h) + quad(a,r+h,c+h,h) + ')')</a:t>
            </a:r>
          </a:p>
        </p:txBody>
      </p:sp>
      <p:sp>
        <p:nvSpPr>
          <p:cNvPr id="28" name="text-635-64">
            <a:extLst>
              <a:ext uri="{FF2B5EF4-FFF2-40B4-BE49-F238E27FC236}">
                <a16:creationId xmlns:a16="http://schemas.microsoft.com/office/drawing/2014/main" id="{B6EB443A-F7DE-46E9-A2F8-7BD8248708F4}"/>
              </a:ext>
            </a:extLst>
          </p:cNvPr>
          <p:cNvSpPr>
            <a:spLocks noGrp="1"/>
          </p:cNvSpPr>
          <p:nvPr/>
        </p:nvSpPr>
        <p:spPr>
          <a:xfrm>
            <a:off x="609600" y="6048375"/>
            <a:ext cx="10972800" cy="213360"/>
          </a:xfrm>
          <a:prstGeom prst="rect">
            <a:avLst/>
          </a:prstGeom>
          <a:noFill/>
          <a:ln w="0">
            <a:noFill/>
          </a:ln>
        </p:spPr>
        <p:txBody>
          <a:bodyPr wrap="square" lIns="0" tIns="0" rIns="0" bIns="0" anchor="t">
            <a:noAutofit/>
          </a:bodyPr>
          <a:lstStyle/>
          <a:p>
            <a:pPr algn="l">
              <a:lnSpc>
                <a:spcPct val="108000"/>
              </a:lnSpc>
              <a:buNone/>
              <a:defRPr sz="1200" b="0" i="0">
                <a:solidFill>
                  <a:srgbClr val="606060"/>
                </a:solidFill>
                <a:latin typeface="Malgun Gothic"/>
                <a:ea typeface="Malgun Gothic"/>
                <a:cs typeface="Malgun Gothic"/>
              </a:defRPr>
            </a:pPr>
            <a:r>
              <a:rPr sz="1200" b="0" i="0">
                <a:solidFill>
                  <a:srgbClr val="606060"/>
                </a:solidFill>
                <a:latin typeface="Malgun Gothic"/>
                <a:ea typeface="Malgun Gothic"/>
                <a:cs typeface="Malgun Gothic"/>
              </a:rPr>
              <a:t>이 전체 균일성 검사 구현은 O(n² log(n+1)) 시간 상한. .</a:t>
            </a:r>
          </a:p>
        </p:txBody>
      </p:sp>
    </p:spTree>
    <p:extLst>
      <p:ext uri="{BB962C8B-B14F-4D97-AF65-F5344CB8AC3E}">
        <p14:creationId xmlns:p14="http://schemas.microsoft.com/office/powerpoint/2010/main" val="462685519"/>
      </p:ext>
    </p:extLst>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3" name="text-28-64">
            <a:extLst>
              <a:ext uri="{FF2B5EF4-FFF2-40B4-BE49-F238E27FC236}">
                <a16:creationId xmlns:a16="http://schemas.microsoft.com/office/drawing/2014/main" id="{13FFF9FD-1928-4F3B-A2B2-FFA47EC0304A}"/>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Python/C 구현</a:t>
            </a:r>
          </a:p>
        </p:txBody>
      </p:sp>
      <p:sp>
        <p:nvSpPr>
          <p:cNvPr id="2" name="text-28-1080">
            <a:extLst>
              <a:ext uri="{FF2B5EF4-FFF2-40B4-BE49-F238E27FC236}">
                <a16:creationId xmlns:a16="http://schemas.microsoft.com/office/drawing/2014/main" id="{4E9B2EBA-7A30-4EA4-9D7C-6451D5E3B321}"/>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75A9BCB4-D8C9-406A-A0F7-7FA1D3985ACB}"/>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96  C 구현</a:t>
            </a:r>
          </a:p>
        </p:txBody>
      </p:sp>
      <p:sp>
        <p:nvSpPr>
          <p:cNvPr id="4" name="직사각형 3">
            <a:extLst>
              <a:ext uri="{FF2B5EF4-FFF2-40B4-BE49-F238E27FC236}">
                <a16:creationId xmlns:a16="http://schemas.microsoft.com/office/drawing/2014/main" id="{D647065C-B950-4E2F-A49A-D61844F1516B}"/>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B68D74A6-6DB6-4849-96B1-28D90CA1099B}"/>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56C1B103-C5C8-4388-B160-A56B8AC0CEEF}"/>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088E62BA-217B-46A8-B1A6-C6C8487F20B7}"/>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204</a:t>
            </a:r>
            <a:endParaRPr sz="1050" b="1" i="0">
              <a:solidFill>
                <a:srgbClr val="171717"/>
              </a:solidFill>
              <a:latin typeface="Consolas"/>
              <a:ea typeface="Consolas"/>
              <a:cs typeface="Consolas"/>
            </a:endParaRPr>
          </a:p>
        </p:txBody>
      </p:sp>
      <p:sp>
        <p:nvSpPr>
          <p:cNvPr id="8" name="text-163-64">
            <a:extLst>
              <a:ext uri="{FF2B5EF4-FFF2-40B4-BE49-F238E27FC236}">
                <a16:creationId xmlns:a16="http://schemas.microsoft.com/office/drawing/2014/main" id="{0A1822AB-47D1-4453-8FE3-20BAFD498542}"/>
              </a:ext>
            </a:extLst>
          </p:cNvPr>
          <p:cNvSpPr>
            <a:spLocks noGrp="1"/>
          </p:cNvSpPr>
          <p:nvPr/>
        </p:nvSpPr>
        <p:spPr>
          <a:xfrm>
            <a:off x="609600" y="1552575"/>
            <a:ext cx="10972800" cy="266700"/>
          </a:xfrm>
          <a:prstGeom prst="rect">
            <a:avLst/>
          </a:prstGeom>
          <a:noFill/>
          <a:ln w="0">
            <a:noFill/>
          </a:ln>
        </p:spPr>
        <p:txBody>
          <a:bodyPr wrap="none" lIns="0" tIns="0" rIns="0" bIns="0" anchor="t">
            <a:noAutofit/>
          </a:bodyPr>
          <a:lstStyle/>
          <a:p>
            <a:pPr algn="l">
              <a:lnSpc>
                <a:spcPct val="108000"/>
              </a:lnSpc>
              <a:buNone/>
              <a:defRPr sz="1500" b="0" i="0">
                <a:solidFill>
                  <a:srgbClr val="606060"/>
                </a:solidFill>
                <a:latin typeface="Malgun Gothic"/>
                <a:ea typeface="Malgun Gothic"/>
                <a:cs typeface="Malgun Gothic"/>
              </a:defRPr>
            </a:pPr>
            <a:r>
              <a:rPr sz="1500" b="0" i="0">
                <a:solidFill>
                  <a:srgbClr val="606060"/>
                </a:solidFill>
                <a:latin typeface="Malgun Gothic"/>
                <a:ea typeface="Malgun Gothic"/>
                <a:cs typeface="Malgun Gothic"/>
              </a:rPr>
              <a:t>쿼드트리 부호화</a:t>
            </a:r>
          </a:p>
        </p:txBody>
      </p:sp>
      <p:sp>
        <p:nvSpPr>
          <p:cNvPr id="9" name="직사각형 8">
            <a:extLst>
              <a:ext uri="{FF2B5EF4-FFF2-40B4-BE49-F238E27FC236}">
                <a16:creationId xmlns:a16="http://schemas.microsoft.com/office/drawing/2014/main" id="{B78A9B75-BFDE-4DE7-A94B-826E855D28DD}"/>
              </a:ext>
            </a:extLst>
          </p:cNvPr>
          <p:cNvSpPr>
            <a:spLocks noGrp="1"/>
          </p:cNvSpPr>
          <p:nvPr/>
        </p:nvSpPr>
        <p:spPr>
          <a:xfrm>
            <a:off x="609600" y="1981200"/>
            <a:ext cx="10972800" cy="3962400"/>
          </a:xfrm>
          <a:prstGeom prst="rect">
            <a:avLst/>
          </a:prstGeom>
          <a:solidFill>
            <a:srgbClr val="171717"/>
          </a:solidFill>
          <a:ln w="0">
            <a:noFill/>
          </a:ln>
        </p:spPr>
      </p:sp>
      <p:sp>
        <p:nvSpPr>
          <p:cNvPr id="10" name="text-222-81">
            <a:extLst>
              <a:ext uri="{FF2B5EF4-FFF2-40B4-BE49-F238E27FC236}">
                <a16:creationId xmlns:a16="http://schemas.microsoft.com/office/drawing/2014/main" id="{B9E6B09F-3C87-4202-A860-1F822A61BBA6}"/>
              </a:ext>
            </a:extLst>
          </p:cNvPr>
          <p:cNvSpPr>
            <a:spLocks noGrp="1"/>
          </p:cNvSpPr>
          <p:nvPr/>
        </p:nvSpPr>
        <p:spPr>
          <a:xfrm>
            <a:off x="771525" y="211455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01</a:t>
            </a:r>
          </a:p>
        </p:txBody>
      </p:sp>
      <p:sp>
        <p:nvSpPr>
          <p:cNvPr id="11" name="text-222-135">
            <a:extLst>
              <a:ext uri="{FF2B5EF4-FFF2-40B4-BE49-F238E27FC236}">
                <a16:creationId xmlns:a16="http://schemas.microsoft.com/office/drawing/2014/main" id="{621D2103-D60F-4A28-980D-2F8E4BB871C1}"/>
              </a:ext>
            </a:extLst>
          </p:cNvPr>
          <p:cNvSpPr>
            <a:spLocks noGrp="1"/>
          </p:cNvSpPr>
          <p:nvPr/>
        </p:nvSpPr>
        <p:spPr>
          <a:xfrm>
            <a:off x="1285875" y="211455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out has &gt;= 4*n*n+1 bytes; start *p=0. */</a:t>
            </a:r>
          </a:p>
        </p:txBody>
      </p:sp>
      <p:sp>
        <p:nvSpPr>
          <p:cNvPr id="12" name="text-242.5-81">
            <a:extLst>
              <a:ext uri="{FF2B5EF4-FFF2-40B4-BE49-F238E27FC236}">
                <a16:creationId xmlns:a16="http://schemas.microsoft.com/office/drawing/2014/main" id="{CF700A86-B56F-4EBA-A74B-E2E464C7D3B7}"/>
              </a:ext>
            </a:extLst>
          </p:cNvPr>
          <p:cNvSpPr>
            <a:spLocks noGrp="1"/>
          </p:cNvSpPr>
          <p:nvPr/>
        </p:nvSpPr>
        <p:spPr>
          <a:xfrm>
            <a:off x="771525" y="2309813"/>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02</a:t>
            </a:r>
          </a:p>
        </p:txBody>
      </p:sp>
      <p:sp>
        <p:nvSpPr>
          <p:cNvPr id="13" name="text-242.5-135">
            <a:extLst>
              <a:ext uri="{FF2B5EF4-FFF2-40B4-BE49-F238E27FC236}">
                <a16:creationId xmlns:a16="http://schemas.microsoft.com/office/drawing/2014/main" id="{A87B2B76-7434-418F-A76D-644DBBF471E4}"/>
              </a:ext>
            </a:extLst>
          </p:cNvPr>
          <p:cNvSpPr>
            <a:spLocks noGrp="1"/>
          </p:cNvSpPr>
          <p:nvPr/>
        </p:nvSpPr>
        <p:spPr>
          <a:xfrm>
            <a:off x="1285875" y="2309813"/>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void quad(const int a[][32], int r, int c, int n,</a:t>
            </a:r>
          </a:p>
        </p:txBody>
      </p:sp>
      <p:sp>
        <p:nvSpPr>
          <p:cNvPr id="14" name="text-263-81">
            <a:extLst>
              <a:ext uri="{FF2B5EF4-FFF2-40B4-BE49-F238E27FC236}">
                <a16:creationId xmlns:a16="http://schemas.microsoft.com/office/drawing/2014/main" id="{9CB14500-BFF0-472A-8E0E-88B39A461F93}"/>
              </a:ext>
            </a:extLst>
          </p:cNvPr>
          <p:cNvSpPr>
            <a:spLocks noGrp="1"/>
          </p:cNvSpPr>
          <p:nvPr/>
        </p:nvSpPr>
        <p:spPr>
          <a:xfrm>
            <a:off x="771525" y="2505075"/>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03</a:t>
            </a:r>
          </a:p>
        </p:txBody>
      </p:sp>
      <p:sp>
        <p:nvSpPr>
          <p:cNvPr id="15" name="text-263-135">
            <a:extLst>
              <a:ext uri="{FF2B5EF4-FFF2-40B4-BE49-F238E27FC236}">
                <a16:creationId xmlns:a16="http://schemas.microsoft.com/office/drawing/2014/main" id="{092C7F07-F2B7-473D-AE99-16A44C21197C}"/>
              </a:ext>
            </a:extLst>
          </p:cNvPr>
          <p:cNvSpPr>
            <a:spLocks noGrp="1"/>
          </p:cNvSpPr>
          <p:nvPr/>
        </p:nvSpPr>
        <p:spPr>
          <a:xfrm>
            <a:off x="1285875" y="2505075"/>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char out[], int *p) {</a:t>
            </a:r>
          </a:p>
        </p:txBody>
      </p:sp>
      <p:sp>
        <p:nvSpPr>
          <p:cNvPr id="16" name="text-283.5-81">
            <a:extLst>
              <a:ext uri="{FF2B5EF4-FFF2-40B4-BE49-F238E27FC236}">
                <a16:creationId xmlns:a16="http://schemas.microsoft.com/office/drawing/2014/main" id="{9F869DD4-5DEA-4769-8C2D-E51E1A08552C}"/>
              </a:ext>
            </a:extLst>
          </p:cNvPr>
          <p:cNvSpPr>
            <a:spLocks noGrp="1"/>
          </p:cNvSpPr>
          <p:nvPr/>
        </p:nvSpPr>
        <p:spPr>
          <a:xfrm>
            <a:off x="771525" y="2700338"/>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04</a:t>
            </a:r>
          </a:p>
        </p:txBody>
      </p:sp>
      <p:sp>
        <p:nvSpPr>
          <p:cNvPr id="17" name="text-283.5-135">
            <a:extLst>
              <a:ext uri="{FF2B5EF4-FFF2-40B4-BE49-F238E27FC236}">
                <a16:creationId xmlns:a16="http://schemas.microsoft.com/office/drawing/2014/main" id="{6848CB6C-5262-4956-9517-C45FA3FCB4D0}"/>
              </a:ext>
            </a:extLst>
          </p:cNvPr>
          <p:cNvSpPr>
            <a:spLocks noGrp="1"/>
          </p:cNvSpPr>
          <p:nvPr/>
        </p:nvSpPr>
        <p:spPr>
          <a:xfrm>
            <a:off x="1285875" y="2700338"/>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int same=1, value=a[r][c];</a:t>
            </a:r>
          </a:p>
        </p:txBody>
      </p:sp>
      <p:sp>
        <p:nvSpPr>
          <p:cNvPr id="18" name="text-304-81">
            <a:extLst>
              <a:ext uri="{FF2B5EF4-FFF2-40B4-BE49-F238E27FC236}">
                <a16:creationId xmlns:a16="http://schemas.microsoft.com/office/drawing/2014/main" id="{192CB023-BB55-43C6-AFE8-D128EFE70DE8}"/>
              </a:ext>
            </a:extLst>
          </p:cNvPr>
          <p:cNvSpPr>
            <a:spLocks noGrp="1"/>
          </p:cNvSpPr>
          <p:nvPr/>
        </p:nvSpPr>
        <p:spPr>
          <a:xfrm>
            <a:off x="771525" y="289560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05</a:t>
            </a:r>
          </a:p>
        </p:txBody>
      </p:sp>
      <p:sp>
        <p:nvSpPr>
          <p:cNvPr id="19" name="text-304-135">
            <a:extLst>
              <a:ext uri="{FF2B5EF4-FFF2-40B4-BE49-F238E27FC236}">
                <a16:creationId xmlns:a16="http://schemas.microsoft.com/office/drawing/2014/main" id="{1CC5A011-AEA5-4509-B277-4680D1FDF29A}"/>
              </a:ext>
            </a:extLst>
          </p:cNvPr>
          <p:cNvSpPr>
            <a:spLocks noGrp="1"/>
          </p:cNvSpPr>
          <p:nvPr/>
        </p:nvSpPr>
        <p:spPr>
          <a:xfrm>
            <a:off x="1285875" y="289560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for (int i=r; i&lt;r+n; ++i)</a:t>
            </a:r>
          </a:p>
        </p:txBody>
      </p:sp>
      <p:sp>
        <p:nvSpPr>
          <p:cNvPr id="20" name="text-324.5-81">
            <a:extLst>
              <a:ext uri="{FF2B5EF4-FFF2-40B4-BE49-F238E27FC236}">
                <a16:creationId xmlns:a16="http://schemas.microsoft.com/office/drawing/2014/main" id="{8DC84CAB-AF1B-4396-8855-ACB017617AF6}"/>
              </a:ext>
            </a:extLst>
          </p:cNvPr>
          <p:cNvSpPr>
            <a:spLocks noGrp="1"/>
          </p:cNvSpPr>
          <p:nvPr/>
        </p:nvSpPr>
        <p:spPr>
          <a:xfrm>
            <a:off x="771525" y="3090863"/>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06</a:t>
            </a:r>
          </a:p>
        </p:txBody>
      </p:sp>
      <p:sp>
        <p:nvSpPr>
          <p:cNvPr id="21" name="text-324.5-135">
            <a:extLst>
              <a:ext uri="{FF2B5EF4-FFF2-40B4-BE49-F238E27FC236}">
                <a16:creationId xmlns:a16="http://schemas.microsoft.com/office/drawing/2014/main" id="{36A83CC6-BEE0-4C2B-B128-7DB29020FD0E}"/>
              </a:ext>
            </a:extLst>
          </p:cNvPr>
          <p:cNvSpPr>
            <a:spLocks noGrp="1"/>
          </p:cNvSpPr>
          <p:nvPr/>
        </p:nvSpPr>
        <p:spPr>
          <a:xfrm>
            <a:off x="1285875" y="3090863"/>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for (int j=c; j&lt;c+n; ++j)</a:t>
            </a:r>
          </a:p>
        </p:txBody>
      </p:sp>
      <p:sp>
        <p:nvSpPr>
          <p:cNvPr id="22" name="text-345-81">
            <a:extLst>
              <a:ext uri="{FF2B5EF4-FFF2-40B4-BE49-F238E27FC236}">
                <a16:creationId xmlns:a16="http://schemas.microsoft.com/office/drawing/2014/main" id="{60055C31-6934-4F59-989F-2D4F6CB9CC9A}"/>
              </a:ext>
            </a:extLst>
          </p:cNvPr>
          <p:cNvSpPr>
            <a:spLocks noGrp="1"/>
          </p:cNvSpPr>
          <p:nvPr/>
        </p:nvSpPr>
        <p:spPr>
          <a:xfrm>
            <a:off x="771525" y="3286125"/>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07</a:t>
            </a:r>
          </a:p>
        </p:txBody>
      </p:sp>
      <p:sp>
        <p:nvSpPr>
          <p:cNvPr id="23" name="text-345-135">
            <a:extLst>
              <a:ext uri="{FF2B5EF4-FFF2-40B4-BE49-F238E27FC236}">
                <a16:creationId xmlns:a16="http://schemas.microsoft.com/office/drawing/2014/main" id="{8B4A879F-C22E-4BE7-A91D-5C5036E61C13}"/>
              </a:ext>
            </a:extLst>
          </p:cNvPr>
          <p:cNvSpPr>
            <a:spLocks noGrp="1"/>
          </p:cNvSpPr>
          <p:nvPr/>
        </p:nvSpPr>
        <p:spPr>
          <a:xfrm>
            <a:off x="1285875" y="3286125"/>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if (a[i][j]!=value) same=0;</a:t>
            </a:r>
          </a:p>
        </p:txBody>
      </p:sp>
      <p:sp>
        <p:nvSpPr>
          <p:cNvPr id="24" name="text-365.5-81">
            <a:extLst>
              <a:ext uri="{FF2B5EF4-FFF2-40B4-BE49-F238E27FC236}">
                <a16:creationId xmlns:a16="http://schemas.microsoft.com/office/drawing/2014/main" id="{68DDE3B4-4047-406B-B0A4-225988265D8A}"/>
              </a:ext>
            </a:extLst>
          </p:cNvPr>
          <p:cNvSpPr>
            <a:spLocks noGrp="1"/>
          </p:cNvSpPr>
          <p:nvPr/>
        </p:nvSpPr>
        <p:spPr>
          <a:xfrm>
            <a:off x="771525" y="3481388"/>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08</a:t>
            </a:r>
          </a:p>
        </p:txBody>
      </p:sp>
      <p:sp>
        <p:nvSpPr>
          <p:cNvPr id="25" name="text-365.5-135">
            <a:extLst>
              <a:ext uri="{FF2B5EF4-FFF2-40B4-BE49-F238E27FC236}">
                <a16:creationId xmlns:a16="http://schemas.microsoft.com/office/drawing/2014/main" id="{A1624FDA-F5D0-449E-89B3-06C9CF75DEFC}"/>
              </a:ext>
            </a:extLst>
          </p:cNvPr>
          <p:cNvSpPr>
            <a:spLocks noGrp="1"/>
          </p:cNvSpPr>
          <p:nvPr/>
        </p:nvSpPr>
        <p:spPr>
          <a:xfrm>
            <a:off x="1285875" y="3481388"/>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if (same) out[(*p)++]=(char)('0'+value);</a:t>
            </a:r>
          </a:p>
        </p:txBody>
      </p:sp>
      <p:sp>
        <p:nvSpPr>
          <p:cNvPr id="26" name="text-386-81">
            <a:extLst>
              <a:ext uri="{FF2B5EF4-FFF2-40B4-BE49-F238E27FC236}">
                <a16:creationId xmlns:a16="http://schemas.microsoft.com/office/drawing/2014/main" id="{E41BBFB0-4CBA-40B0-B979-86D47C036F09}"/>
              </a:ext>
            </a:extLst>
          </p:cNvPr>
          <p:cNvSpPr>
            <a:spLocks noGrp="1"/>
          </p:cNvSpPr>
          <p:nvPr/>
        </p:nvSpPr>
        <p:spPr>
          <a:xfrm>
            <a:off x="771525" y="367665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09</a:t>
            </a:r>
          </a:p>
        </p:txBody>
      </p:sp>
      <p:sp>
        <p:nvSpPr>
          <p:cNvPr id="27" name="text-386-135">
            <a:extLst>
              <a:ext uri="{FF2B5EF4-FFF2-40B4-BE49-F238E27FC236}">
                <a16:creationId xmlns:a16="http://schemas.microsoft.com/office/drawing/2014/main" id="{2BD928E7-2F05-482E-A46A-B55099687EC4}"/>
              </a:ext>
            </a:extLst>
          </p:cNvPr>
          <p:cNvSpPr>
            <a:spLocks noGrp="1"/>
          </p:cNvSpPr>
          <p:nvPr/>
        </p:nvSpPr>
        <p:spPr>
          <a:xfrm>
            <a:off x="1285875" y="367665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else {</a:t>
            </a:r>
          </a:p>
        </p:txBody>
      </p:sp>
      <p:sp>
        <p:nvSpPr>
          <p:cNvPr id="28" name="text-406.5-81">
            <a:extLst>
              <a:ext uri="{FF2B5EF4-FFF2-40B4-BE49-F238E27FC236}">
                <a16:creationId xmlns:a16="http://schemas.microsoft.com/office/drawing/2014/main" id="{53A49649-FD9B-4B6E-A5FE-BA04C622BD7D}"/>
              </a:ext>
            </a:extLst>
          </p:cNvPr>
          <p:cNvSpPr>
            <a:spLocks noGrp="1"/>
          </p:cNvSpPr>
          <p:nvPr/>
        </p:nvSpPr>
        <p:spPr>
          <a:xfrm>
            <a:off x="771525" y="3871913"/>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10</a:t>
            </a:r>
          </a:p>
        </p:txBody>
      </p:sp>
      <p:sp>
        <p:nvSpPr>
          <p:cNvPr id="29" name="text-406.5-135">
            <a:extLst>
              <a:ext uri="{FF2B5EF4-FFF2-40B4-BE49-F238E27FC236}">
                <a16:creationId xmlns:a16="http://schemas.microsoft.com/office/drawing/2014/main" id="{E142041B-5683-42EB-BF50-29DE01ADAEB5}"/>
              </a:ext>
            </a:extLst>
          </p:cNvPr>
          <p:cNvSpPr>
            <a:spLocks noGrp="1"/>
          </p:cNvSpPr>
          <p:nvPr/>
        </p:nvSpPr>
        <p:spPr>
          <a:xfrm>
            <a:off x="1285875" y="3871913"/>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int h=n/2; out[(*p)++]='(';</a:t>
            </a:r>
          </a:p>
        </p:txBody>
      </p:sp>
      <p:sp>
        <p:nvSpPr>
          <p:cNvPr id="30" name="text-427-81">
            <a:extLst>
              <a:ext uri="{FF2B5EF4-FFF2-40B4-BE49-F238E27FC236}">
                <a16:creationId xmlns:a16="http://schemas.microsoft.com/office/drawing/2014/main" id="{3865C81F-00C1-4600-A3FF-6B5394E27E6E}"/>
              </a:ext>
            </a:extLst>
          </p:cNvPr>
          <p:cNvSpPr>
            <a:spLocks noGrp="1"/>
          </p:cNvSpPr>
          <p:nvPr/>
        </p:nvSpPr>
        <p:spPr>
          <a:xfrm>
            <a:off x="771525" y="4067175"/>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11</a:t>
            </a:r>
          </a:p>
        </p:txBody>
      </p:sp>
      <p:sp>
        <p:nvSpPr>
          <p:cNvPr id="31" name="text-427-135">
            <a:extLst>
              <a:ext uri="{FF2B5EF4-FFF2-40B4-BE49-F238E27FC236}">
                <a16:creationId xmlns:a16="http://schemas.microsoft.com/office/drawing/2014/main" id="{DEE0448D-738E-441D-B067-DDCF32149B04}"/>
              </a:ext>
            </a:extLst>
          </p:cNvPr>
          <p:cNvSpPr>
            <a:spLocks noGrp="1"/>
          </p:cNvSpPr>
          <p:nvPr/>
        </p:nvSpPr>
        <p:spPr>
          <a:xfrm>
            <a:off x="1285875" y="4067175"/>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quad(a,r,c,h,out,p); quad(a,r,c+h,h,out,p);</a:t>
            </a:r>
          </a:p>
        </p:txBody>
      </p:sp>
      <p:sp>
        <p:nvSpPr>
          <p:cNvPr id="32" name="text-447.5-81">
            <a:extLst>
              <a:ext uri="{FF2B5EF4-FFF2-40B4-BE49-F238E27FC236}">
                <a16:creationId xmlns:a16="http://schemas.microsoft.com/office/drawing/2014/main" id="{36B0DC33-C0D8-41F3-8DEA-D81D131DEB13}"/>
              </a:ext>
            </a:extLst>
          </p:cNvPr>
          <p:cNvSpPr>
            <a:spLocks noGrp="1"/>
          </p:cNvSpPr>
          <p:nvPr/>
        </p:nvSpPr>
        <p:spPr>
          <a:xfrm>
            <a:off x="771525" y="4262438"/>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12</a:t>
            </a:r>
          </a:p>
        </p:txBody>
      </p:sp>
      <p:sp>
        <p:nvSpPr>
          <p:cNvPr id="33" name="text-447.5-135">
            <a:extLst>
              <a:ext uri="{FF2B5EF4-FFF2-40B4-BE49-F238E27FC236}">
                <a16:creationId xmlns:a16="http://schemas.microsoft.com/office/drawing/2014/main" id="{2A59B6CC-986F-42AE-B96A-2F6CD3739819}"/>
              </a:ext>
            </a:extLst>
          </p:cNvPr>
          <p:cNvSpPr>
            <a:spLocks noGrp="1"/>
          </p:cNvSpPr>
          <p:nvPr/>
        </p:nvSpPr>
        <p:spPr>
          <a:xfrm>
            <a:off x="1285875" y="4262438"/>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quad(a,r+h,c,h,out,p); quad(a,r+h,c+h,h,out,p);</a:t>
            </a:r>
          </a:p>
        </p:txBody>
      </p:sp>
      <p:sp>
        <p:nvSpPr>
          <p:cNvPr id="34" name="text-468-81">
            <a:extLst>
              <a:ext uri="{FF2B5EF4-FFF2-40B4-BE49-F238E27FC236}">
                <a16:creationId xmlns:a16="http://schemas.microsoft.com/office/drawing/2014/main" id="{E5E8A332-35C0-469A-B04E-CBFDC4CC49F8}"/>
              </a:ext>
            </a:extLst>
          </p:cNvPr>
          <p:cNvSpPr>
            <a:spLocks noGrp="1"/>
          </p:cNvSpPr>
          <p:nvPr/>
        </p:nvSpPr>
        <p:spPr>
          <a:xfrm>
            <a:off x="771525" y="445770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13</a:t>
            </a:r>
          </a:p>
        </p:txBody>
      </p:sp>
      <p:sp>
        <p:nvSpPr>
          <p:cNvPr id="35" name="text-468-135">
            <a:extLst>
              <a:ext uri="{FF2B5EF4-FFF2-40B4-BE49-F238E27FC236}">
                <a16:creationId xmlns:a16="http://schemas.microsoft.com/office/drawing/2014/main" id="{B21DE588-3968-4345-B74F-9063EC7B5F20}"/>
              </a:ext>
            </a:extLst>
          </p:cNvPr>
          <p:cNvSpPr>
            <a:spLocks noGrp="1"/>
          </p:cNvSpPr>
          <p:nvPr/>
        </p:nvSpPr>
        <p:spPr>
          <a:xfrm>
            <a:off x="1285875" y="445770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out[(*p)++]=')';</a:t>
            </a:r>
          </a:p>
        </p:txBody>
      </p:sp>
      <p:sp>
        <p:nvSpPr>
          <p:cNvPr id="36" name="text-488.5-81">
            <a:extLst>
              <a:ext uri="{FF2B5EF4-FFF2-40B4-BE49-F238E27FC236}">
                <a16:creationId xmlns:a16="http://schemas.microsoft.com/office/drawing/2014/main" id="{B010380E-1980-409B-82ED-257212DA2641}"/>
              </a:ext>
            </a:extLst>
          </p:cNvPr>
          <p:cNvSpPr>
            <a:spLocks noGrp="1"/>
          </p:cNvSpPr>
          <p:nvPr/>
        </p:nvSpPr>
        <p:spPr>
          <a:xfrm>
            <a:off x="771525" y="4652963"/>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14</a:t>
            </a:r>
          </a:p>
        </p:txBody>
      </p:sp>
      <p:sp>
        <p:nvSpPr>
          <p:cNvPr id="37" name="text-488.5-135">
            <a:extLst>
              <a:ext uri="{FF2B5EF4-FFF2-40B4-BE49-F238E27FC236}">
                <a16:creationId xmlns:a16="http://schemas.microsoft.com/office/drawing/2014/main" id="{1CC37A75-1B40-4DDD-B332-94FD55B64C7C}"/>
              </a:ext>
            </a:extLst>
          </p:cNvPr>
          <p:cNvSpPr>
            <a:spLocks noGrp="1"/>
          </p:cNvSpPr>
          <p:nvPr/>
        </p:nvSpPr>
        <p:spPr>
          <a:xfrm>
            <a:off x="1285875" y="4652963"/>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a:t>
            </a:r>
          </a:p>
        </p:txBody>
      </p:sp>
      <p:sp>
        <p:nvSpPr>
          <p:cNvPr id="38" name="text-509-81">
            <a:extLst>
              <a:ext uri="{FF2B5EF4-FFF2-40B4-BE49-F238E27FC236}">
                <a16:creationId xmlns:a16="http://schemas.microsoft.com/office/drawing/2014/main" id="{E247AF16-66DA-44E2-8B59-662F34BD05EB}"/>
              </a:ext>
            </a:extLst>
          </p:cNvPr>
          <p:cNvSpPr>
            <a:spLocks noGrp="1"/>
          </p:cNvSpPr>
          <p:nvPr/>
        </p:nvSpPr>
        <p:spPr>
          <a:xfrm>
            <a:off x="771525" y="4848225"/>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15</a:t>
            </a:r>
          </a:p>
        </p:txBody>
      </p:sp>
      <p:sp>
        <p:nvSpPr>
          <p:cNvPr id="39" name="text-509-135">
            <a:extLst>
              <a:ext uri="{FF2B5EF4-FFF2-40B4-BE49-F238E27FC236}">
                <a16:creationId xmlns:a16="http://schemas.microsoft.com/office/drawing/2014/main" id="{4E20A197-0F22-4C36-81F3-93EB2763225E}"/>
              </a:ext>
            </a:extLst>
          </p:cNvPr>
          <p:cNvSpPr>
            <a:spLocks noGrp="1"/>
          </p:cNvSpPr>
          <p:nvPr/>
        </p:nvSpPr>
        <p:spPr>
          <a:xfrm>
            <a:off x="1285875" y="4848225"/>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out[*p]='\0';</a:t>
            </a:r>
          </a:p>
        </p:txBody>
      </p:sp>
      <p:sp>
        <p:nvSpPr>
          <p:cNvPr id="40" name="text-529.5-81">
            <a:extLst>
              <a:ext uri="{FF2B5EF4-FFF2-40B4-BE49-F238E27FC236}">
                <a16:creationId xmlns:a16="http://schemas.microsoft.com/office/drawing/2014/main" id="{76B468B0-A34B-4196-9C98-738C9891465A}"/>
              </a:ext>
            </a:extLst>
          </p:cNvPr>
          <p:cNvSpPr>
            <a:spLocks noGrp="1"/>
          </p:cNvSpPr>
          <p:nvPr/>
        </p:nvSpPr>
        <p:spPr>
          <a:xfrm>
            <a:off x="771525" y="5043488"/>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16</a:t>
            </a:r>
          </a:p>
        </p:txBody>
      </p:sp>
      <p:sp>
        <p:nvSpPr>
          <p:cNvPr id="41" name="text-529.5-135">
            <a:extLst>
              <a:ext uri="{FF2B5EF4-FFF2-40B4-BE49-F238E27FC236}">
                <a16:creationId xmlns:a16="http://schemas.microsoft.com/office/drawing/2014/main" id="{482A40FE-6CE3-4CE2-869E-00FE2DEAACF2}"/>
              </a:ext>
            </a:extLst>
          </p:cNvPr>
          <p:cNvSpPr>
            <a:spLocks noGrp="1"/>
          </p:cNvSpPr>
          <p:nvPr/>
        </p:nvSpPr>
        <p:spPr>
          <a:xfrm>
            <a:off x="1285875" y="5043488"/>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a:t>
            </a:r>
          </a:p>
        </p:txBody>
      </p:sp>
      <p:sp>
        <p:nvSpPr>
          <p:cNvPr id="42" name="text-635-64">
            <a:extLst>
              <a:ext uri="{FF2B5EF4-FFF2-40B4-BE49-F238E27FC236}">
                <a16:creationId xmlns:a16="http://schemas.microsoft.com/office/drawing/2014/main" id="{0E32B825-C87D-4298-925A-2BD0829509C0}"/>
              </a:ext>
            </a:extLst>
          </p:cNvPr>
          <p:cNvSpPr>
            <a:spLocks noGrp="1"/>
          </p:cNvSpPr>
          <p:nvPr/>
        </p:nvSpPr>
        <p:spPr>
          <a:xfrm>
            <a:off x="609600" y="6048375"/>
            <a:ext cx="10972800" cy="213360"/>
          </a:xfrm>
          <a:prstGeom prst="rect">
            <a:avLst/>
          </a:prstGeom>
          <a:noFill/>
          <a:ln w="0">
            <a:noFill/>
          </a:ln>
        </p:spPr>
        <p:txBody>
          <a:bodyPr wrap="square" lIns="0" tIns="0" rIns="0" bIns="0" anchor="t">
            <a:noAutofit/>
          </a:bodyPr>
          <a:lstStyle/>
          <a:p>
            <a:pPr algn="l">
              <a:lnSpc>
                <a:spcPct val="108000"/>
              </a:lnSpc>
              <a:buNone/>
              <a:defRPr sz="1200" b="0" i="0">
                <a:solidFill>
                  <a:srgbClr val="606060"/>
                </a:solidFill>
                <a:latin typeface="Malgun Gothic"/>
                <a:ea typeface="Malgun Gothic"/>
                <a:cs typeface="Malgun Gothic"/>
              </a:defRPr>
            </a:pPr>
            <a:r>
              <a:rPr sz="1200" b="0" i="0">
                <a:solidFill>
                  <a:srgbClr val="606060"/>
                </a:solidFill>
                <a:latin typeface="Malgun Gothic"/>
                <a:ea typeface="Malgun Gothic"/>
                <a:cs typeface="Malgun Gothic"/>
              </a:rPr>
              <a:t>이 전체 균일성 검사 구현은 O(n² log(n+1)) 시간 상한. .</a:t>
            </a:r>
          </a:p>
        </p:txBody>
      </p:sp>
    </p:spTree>
    <p:extLst>
      <p:ext uri="{BB962C8B-B14F-4D97-AF65-F5344CB8AC3E}">
        <p14:creationId xmlns:p14="http://schemas.microsoft.com/office/powerpoint/2010/main" val="462685519"/>
      </p:ext>
    </p:extLst>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직사각형 9">
            <a:extLst>
              <a:ext uri="{FF2B5EF4-FFF2-40B4-BE49-F238E27FC236}">
                <a16:creationId xmlns:a16="http://schemas.microsoft.com/office/drawing/2014/main" id="{E3E0E95D-FF05-4921-A728-27EB4E269265}"/>
              </a:ext>
            </a:extLst>
          </p:cNvPr>
          <p:cNvSpPr>
            <a:spLocks noGrp="1"/>
          </p:cNvSpPr>
          <p:nvPr/>
        </p:nvSpPr>
        <p:spPr>
          <a:xfrm>
            <a:off x="609600" y="266700"/>
            <a:ext cx="8096250" cy="247650"/>
          </a:xfrm>
          <a:prstGeom prst="rect">
            <a:avLst/>
          </a:prstGeom>
          <a:noFill/>
          <a:ln w="0">
            <a:noFill/>
          </a:ln>
        </p:spPr>
        <p:txBody>
          <a:bodyPr/>
          <a:lstStyle>
            <a:defPPr>
              <a:defRPr sz="1050" b="0">
                <a:solidFill>
                  <a:srgbClr val="151515"/>
                </a:solidFill>
                <a:latin typeface="Malgun Gothic"/>
                <a:ea typeface="Malgun Gothic"/>
                <a:cs typeface="Malgun Gothic"/>
              </a:defRPr>
            </a:defPPr>
          </a:lstStyle>
          <a:p>
            <a:pPr>
              <a:defRPr sz="1050" b="0">
                <a:solidFill>
                  <a:srgbClr val="151515"/>
                </a:solidFill>
                <a:latin typeface="Malgun Gothic"/>
                <a:ea typeface="Malgun Gothic"/>
                <a:cs typeface="Malgun Gothic"/>
              </a:defRPr>
            </a:pPr>
            <a:r>
              <a:rPr lang="en-US" altLang="ko-KR" sz="1050" b="0">
                <a:solidFill>
                  <a:srgbClr val="151515"/>
                </a:solidFill>
                <a:latin typeface="Malgun Gothic" panose="020B0503020000020004" pitchFamily="50" charset="-127"/>
                <a:ea typeface="Malgun Gothic"/>
                <a:cs typeface="Malgun Gothic"/>
              </a:rPr>
              <a:t>4</a:t>
            </a:r>
            <a:r>
              <a:rPr lang="ko-KR" altLang="en-US" sz="1050" b="0">
                <a:solidFill>
                  <a:srgbClr val="151515"/>
                </a:solidFill>
                <a:latin typeface="Malgun Gothic" panose="020B0503020000020004" pitchFamily="50" charset="-127"/>
                <a:ea typeface="Malgun Gothic"/>
                <a:cs typeface="Malgun Gothic"/>
              </a:rPr>
              <a:t>장 분할 정복  </a:t>
            </a:r>
            <a:r>
              <a:rPr lang="en-US" altLang="ko-KR" sz="1050" b="0">
                <a:solidFill>
                  <a:srgbClr val="151515"/>
                </a:solidFill>
                <a:latin typeface="Malgun Gothic" panose="020B0503020000020004" pitchFamily="50" charset="-127"/>
                <a:ea typeface="Malgun Gothic"/>
                <a:cs typeface="Malgun Gothic"/>
              </a:rPr>
              <a:t>/  Python/C </a:t>
            </a:r>
            <a:r>
              <a:rPr lang="ko-KR" altLang="en-US" sz="1050" b="0">
                <a:solidFill>
                  <a:srgbClr val="151515"/>
                </a:solidFill>
                <a:latin typeface="Malgun Gothic" panose="020B0503020000020004" pitchFamily="50" charset="-127"/>
                <a:ea typeface="Malgun Gothic"/>
                <a:cs typeface="Malgun Gothic"/>
              </a:rPr>
              <a:t>구현</a:t>
            </a:r>
            <a:endParaRPr sz="1050" b="0">
              <a:solidFill>
                <a:srgbClr val="151515"/>
              </a:solidFill>
              <a:latin typeface="Malgun Gothic" panose="020B0503020000020004" pitchFamily="50" charset="-127"/>
              <a:ea typeface="Malgun Gothic"/>
              <a:cs typeface="Malgun Gothic"/>
            </a:endParaRPr>
          </a:p>
        </p:txBody>
      </p:sp>
      <p:sp>
        <p:nvSpPr>
          <p:cNvPr id="2" name="직사각형 1">
            <a:extLst>
              <a:ext uri="{FF2B5EF4-FFF2-40B4-BE49-F238E27FC236}">
                <a16:creationId xmlns:a16="http://schemas.microsoft.com/office/drawing/2014/main" id="{CB23627B-F692-414B-B2E0-59E541F9F311}"/>
              </a:ext>
            </a:extLst>
          </p:cNvPr>
          <p:cNvSpPr>
            <a:spLocks noGrp="1"/>
          </p:cNvSpPr>
          <p:nvPr/>
        </p:nvSpPr>
        <p:spPr>
          <a:xfrm>
            <a:off x="10287000" y="266700"/>
            <a:ext cx="1295400" cy="238125"/>
          </a:xfrm>
          <a:prstGeom prst="rect">
            <a:avLst/>
          </a:prstGeom>
          <a:noFill/>
          <a:ln w="0">
            <a:noFill/>
          </a:ln>
        </p:spPr>
        <p:txBody>
          <a:bodyPr/>
          <a:lstStyle>
            <a:defPPr>
              <a:defRPr sz="900" b="0">
                <a:solidFill>
                  <a:srgbClr val="151515"/>
                </a:solidFill>
                <a:latin typeface="Malgun Gothic"/>
                <a:ea typeface="Malgun Gothic"/>
                <a:cs typeface="Malgun Gothic"/>
              </a:defRPr>
            </a:defPPr>
          </a:lstStyle>
          <a:p>
            <a:pPr>
              <a:defRPr sz="900" b="0">
                <a:solidFill>
                  <a:srgbClr val="151515"/>
                </a:solidFill>
                <a:latin typeface="Malgun Gothic"/>
                <a:ea typeface="Malgun Gothic"/>
                <a:cs typeface="Malgun Gothic"/>
              </a:defRPr>
            </a:pPr>
            <a:r>
              <a:rPr lang="en-US" sz="900" b="0">
                <a:solidFill>
                  <a:srgbClr val="151515"/>
                </a:solidFill>
                <a:latin typeface="Malgun Gothic" panose="020B0503020000020004" pitchFamily="50" charset="-127"/>
                <a:ea typeface="Malgun Gothic"/>
                <a:cs typeface="Malgun Gothic"/>
              </a:rPr>
              <a:t>ALGORITHMS</a:t>
            </a:r>
            <a:endParaRPr sz="900" b="0">
              <a:solidFill>
                <a:srgbClr val="151515"/>
              </a:solidFill>
              <a:latin typeface="Malgun Gothic" panose="020B0503020000020004" pitchFamily="50" charset="-127"/>
              <a:ea typeface="Malgun Gothic"/>
              <a:cs typeface="Malgun Gothic"/>
            </a:endParaRPr>
          </a:p>
        </p:txBody>
      </p:sp>
      <p:sp>
        <p:nvSpPr>
          <p:cNvPr id="3" name="직사각형 2">
            <a:extLst>
              <a:ext uri="{FF2B5EF4-FFF2-40B4-BE49-F238E27FC236}">
                <a16:creationId xmlns:a16="http://schemas.microsoft.com/office/drawing/2014/main" id="{7754708B-4656-47FF-965A-DD1444CE383F}"/>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latin typeface="Malgun Gothic"/>
                <a:ea typeface="Malgun Gothic"/>
                <a:cs typeface="Malgun Gothic"/>
              </a:defRPr>
            </a:defPPr>
          </a:lstStyle>
          <a:p>
            <a:pPr>
              <a:defRPr sz="3000" b="1">
                <a:solidFill>
                  <a:srgbClr val="151515"/>
                </a:solidFill>
                <a:latin typeface="Malgun Gothic"/>
                <a:ea typeface="Malgun Gothic"/>
                <a:cs typeface="Malgun Gothic"/>
              </a:defRPr>
            </a:pPr>
            <a:r>
              <a:rPr lang="ko-KR" altLang="en-US" sz="3000" b="1">
                <a:solidFill>
                  <a:srgbClr val="151515"/>
                </a:solidFill>
                <a:latin typeface="Malgun Gothic" panose="020B0503020000020004" pitchFamily="50" charset="-127"/>
                <a:ea typeface="Malgun Gothic"/>
                <a:cs typeface="Malgun Gothic"/>
              </a:rPr>
              <a:t>문제 </a:t>
            </a:r>
            <a:r>
              <a:rPr lang="en-US" altLang="ko-KR" sz="3000" b="1">
                <a:solidFill>
                  <a:srgbClr val="151515"/>
                </a:solidFill>
                <a:latin typeface="Malgun Gothic" panose="020B0503020000020004" pitchFamily="50" charset="-127"/>
                <a:ea typeface="Malgun Gothic"/>
                <a:cs typeface="Malgun Gothic"/>
              </a:rPr>
              <a:t>97</a:t>
            </a:r>
            <a:endParaRPr sz="3000" b="1">
              <a:solidFill>
                <a:srgbClr val="151515"/>
              </a:solidFill>
              <a:latin typeface="Malgun Gothic" panose="020B0503020000020004" pitchFamily="50" charset="-127"/>
              <a:ea typeface="Malgun Gothic"/>
              <a:cs typeface="Malgun Gothic"/>
            </a:endParaRPr>
          </a:p>
        </p:txBody>
      </p:sp>
      <p:sp>
        <p:nvSpPr>
          <p:cNvPr id="4" name="직사각형 3">
            <a:extLst>
              <a:ext uri="{FF2B5EF4-FFF2-40B4-BE49-F238E27FC236}">
                <a16:creationId xmlns:a16="http://schemas.microsoft.com/office/drawing/2014/main" id="{75A174ED-1405-4C76-A527-0D90394D3D34}"/>
              </a:ext>
            </a:extLst>
          </p:cNvPr>
          <p:cNvSpPr>
            <a:spLocks noGrp="1"/>
          </p:cNvSpPr>
          <p:nvPr/>
        </p:nvSpPr>
        <p:spPr>
          <a:xfrm>
            <a:off x="609600" y="1381125"/>
            <a:ext cx="10972800" cy="19050"/>
          </a:xfrm>
          <a:prstGeom prst="rect">
            <a:avLst/>
          </a:prstGeom>
          <a:solidFill>
            <a:srgbClr val="151515"/>
          </a:solidFill>
          <a:ln w="0">
            <a:noFill/>
          </a:ln>
        </p:spPr>
        <p:txBody>
          <a:bodyPr/>
          <a:lstStyle/>
          <a:p>
            <a:endParaRPr lang="ko-KR" altLang="en-US"/>
          </a:p>
        </p:txBody>
      </p:sp>
      <p:sp>
        <p:nvSpPr>
          <p:cNvPr id="5" name="직사각형 4">
            <a:extLst>
              <a:ext uri="{FF2B5EF4-FFF2-40B4-BE49-F238E27FC236}">
                <a16:creationId xmlns:a16="http://schemas.microsoft.com/office/drawing/2014/main" id="{1FC73BDC-ECD2-4AB0-84B4-F3BE7635D838}"/>
              </a:ext>
            </a:extLst>
          </p:cNvPr>
          <p:cNvSpPr>
            <a:spLocks noGrp="1"/>
          </p:cNvSpPr>
          <p:nvPr/>
        </p:nvSpPr>
        <p:spPr>
          <a:xfrm>
            <a:off x="609600" y="1695450"/>
            <a:ext cx="10972800" cy="3333750"/>
          </a:xfrm>
          <a:prstGeom prst="rect">
            <a:avLst/>
          </a:prstGeom>
          <a:noFill/>
          <a:ln w="0">
            <a:noFill/>
          </a:ln>
        </p:spPr>
        <p:txBody>
          <a:bodyPr/>
          <a:lstStyle>
            <a:defPPr>
              <a:defRPr sz="1800" b="0">
                <a:solidFill>
                  <a:srgbClr val="151515"/>
                </a:solidFill>
                <a:latin typeface="Malgun Gothic"/>
                <a:ea typeface="Malgun Gothic"/>
                <a:cs typeface="Malgun Gothic"/>
              </a:defRPr>
            </a:defPPr>
          </a:lstStyle>
          <a:p>
            <a:pPr>
              <a:defRPr sz="1800" b="0">
                <a:solidFill>
                  <a:srgbClr val="151515"/>
                </a:solidFill>
                <a:latin typeface="Malgun Gothic"/>
                <a:ea typeface="Malgun Gothic"/>
                <a:cs typeface="Malgun Gothic"/>
              </a:defRPr>
            </a:pPr>
            <a:r>
              <a:rPr lang="ko-KR" altLang="en-US" sz="1800" b="0">
                <a:solidFill>
                  <a:srgbClr val="151515"/>
                </a:solidFill>
                <a:latin typeface="Malgun Gothic" panose="020B0503020000020004" pitchFamily="50" charset="-127"/>
                <a:ea typeface="Malgun Gothic"/>
                <a:cs typeface="Malgun Gothic"/>
              </a:rPr>
              <a:t>정수 배열 </a:t>
            </a:r>
            <a:r>
              <a:rPr lang="en-US" altLang="ko-KR" sz="1800" b="0">
                <a:solidFill>
                  <a:srgbClr val="151515"/>
                </a:solidFill>
                <a:latin typeface="Malgun Gothic" panose="020B0503020000020004" pitchFamily="50" charset="-127"/>
                <a:ea typeface="Malgun Gothic"/>
                <a:cs typeface="Malgun Gothic"/>
              </a:rPr>
              <a:t>a</a:t>
            </a:r>
            <a:r>
              <a:rPr lang="ko-KR" altLang="en-US" sz="1800" b="0">
                <a:solidFill>
                  <a:srgbClr val="151515"/>
                </a:solidFill>
                <a:latin typeface="Malgun Gothic" panose="020B0503020000020004" pitchFamily="50" charset="-127"/>
                <a:ea typeface="Malgun Gothic"/>
                <a:cs typeface="Malgun Gothic"/>
              </a:rPr>
              <a:t>의 </a:t>
            </a:r>
            <a:r>
              <a:rPr lang="en-US" altLang="ko-KR" sz="1800" b="0">
                <a:solidFill>
                  <a:srgbClr val="151515"/>
                </a:solidFill>
                <a:latin typeface="Malgun Gothic" panose="020B0503020000020004" pitchFamily="50" charset="-127"/>
                <a:ea typeface="Malgun Gothic"/>
                <a:cs typeface="Malgun Gothic"/>
              </a:rPr>
              <a:t>[lo,hi]</a:t>
            </a:r>
            <a:r>
              <a:rPr lang="ko-KR" altLang="en-US" sz="1800" b="0">
                <a:solidFill>
                  <a:srgbClr val="151515"/>
                </a:solidFill>
                <a:latin typeface="Malgun Gothic" panose="020B0503020000020004" pitchFamily="50" charset="-127"/>
                <a:ea typeface="Malgun Gothic"/>
                <a:cs typeface="Malgun Gothic"/>
              </a:rPr>
              <a:t>를 다음 순서대로 분할하는 </a:t>
            </a:r>
            <a:r>
              <a:rPr lang="en-US" altLang="ko-KR" sz="1800" b="0">
                <a:solidFill>
                  <a:srgbClr val="151515"/>
                </a:solidFill>
                <a:latin typeface="Malgun Gothic" panose="020B0503020000020004" pitchFamily="50" charset="-127"/>
                <a:ea typeface="Malgun Gothic"/>
                <a:cs typeface="Malgun Gothic"/>
              </a:rPr>
              <a:t>partition(a,lo,hi)</a:t>
            </a:r>
            <a:r>
              <a:rPr lang="ko-KR" altLang="en-US" sz="1800" b="0">
                <a:solidFill>
                  <a:srgbClr val="151515"/>
                </a:solidFill>
                <a:latin typeface="Malgun Gothic" panose="020B0503020000020004" pitchFamily="50" charset="-127"/>
                <a:ea typeface="Malgun Gothic"/>
                <a:cs typeface="Malgun Gothic"/>
              </a:rPr>
              <a:t>를 작성하시오</a:t>
            </a:r>
            <a:r>
              <a:rPr lang="en-US" altLang="ko-KR" sz="1800" b="0">
                <a:solidFill>
                  <a:srgbClr val="151515"/>
                </a:solidFill>
                <a:latin typeface="Malgun Gothic" panose="020B0503020000020004" pitchFamily="50" charset="-127"/>
                <a:ea typeface="Malgun Gothic"/>
                <a:cs typeface="Malgun Gothic"/>
              </a:rPr>
              <a:t>.</a:t>
            </a:r>
          </a:p>
          <a:p>
            <a:pPr>
              <a:defRPr sz="1800" b="0">
                <a:solidFill>
                  <a:srgbClr val="151515"/>
                </a:solidFill>
                <a:latin typeface="Malgun Gothic"/>
                <a:ea typeface="Malgun Gothic"/>
                <a:cs typeface="Malgun Gothic"/>
              </a:defRPr>
            </a:pPr>
            <a:r>
              <a:rPr lang="ko-KR" altLang="en-US" sz="1800" b="0">
                <a:solidFill>
                  <a:srgbClr val="151515"/>
                </a:solidFill>
                <a:latin typeface="Malgun Gothic" panose="020B0503020000020004" pitchFamily="50" charset="-127"/>
                <a:ea typeface="Malgun Gothic"/>
                <a:cs typeface="Malgun Gothic"/>
              </a:rPr>
              <a:t>양 끝을 포함하며 </a:t>
            </a:r>
            <a:r>
              <a:rPr lang="en-US" altLang="ko-KR" sz="1800" b="0">
                <a:solidFill>
                  <a:srgbClr val="151515"/>
                </a:solidFill>
                <a:latin typeface="Malgun Gothic" panose="020B0503020000020004" pitchFamily="50" charset="-127"/>
                <a:ea typeface="Malgun Gothic"/>
                <a:cs typeface="Malgun Gothic"/>
              </a:rPr>
              <a:t>0≤lo≤hi&lt;n≤1000</a:t>
            </a:r>
            <a:r>
              <a:rPr lang="ko-KR" altLang="en-US" sz="1800" b="0">
                <a:solidFill>
                  <a:srgbClr val="151515"/>
                </a:solidFill>
                <a:latin typeface="Malgun Gothic" panose="020B0503020000020004" pitchFamily="50" charset="-127"/>
                <a:ea typeface="Malgun Gothic"/>
                <a:cs typeface="Malgun Gothic"/>
              </a:rPr>
              <a:t>이다</a:t>
            </a:r>
            <a:r>
              <a:rPr lang="en-US" altLang="ko-KR" sz="1800" b="0">
                <a:solidFill>
                  <a:srgbClr val="151515"/>
                </a:solidFill>
                <a:latin typeface="Malgun Gothic" panose="020B0503020000020004" pitchFamily="50" charset="-127"/>
                <a:ea typeface="Malgun Gothic"/>
                <a:cs typeface="Malgun Gothic"/>
              </a:rPr>
              <a:t>.</a:t>
            </a:r>
          </a:p>
          <a:p>
            <a:pPr>
              <a:defRPr sz="1800" b="0">
                <a:solidFill>
                  <a:srgbClr val="151515"/>
                </a:solidFill>
                <a:latin typeface="Malgun Gothic"/>
                <a:ea typeface="Malgun Gothic"/>
                <a:cs typeface="Malgun Gothic"/>
              </a:defRPr>
            </a:pPr>
            <a:r>
              <a:rPr lang="en-US" altLang="ko-KR" sz="1800" b="0">
                <a:solidFill>
                  <a:srgbClr val="151515"/>
                </a:solidFill>
                <a:latin typeface="Malgun Gothic" panose="020B0503020000020004" pitchFamily="50" charset="-127"/>
                <a:ea typeface="Malgun Gothic"/>
                <a:cs typeface="Malgun Gothic"/>
              </a:rPr>
              <a:t>① </a:t>
            </a:r>
            <a:r>
              <a:rPr lang="ko-KR" altLang="en-US" sz="1800" b="0">
                <a:solidFill>
                  <a:srgbClr val="151515"/>
                </a:solidFill>
                <a:latin typeface="Malgun Gothic" panose="020B0503020000020004" pitchFamily="50" charset="-127"/>
                <a:ea typeface="Malgun Gothic"/>
                <a:cs typeface="Malgun Gothic"/>
              </a:rPr>
              <a:t>가운데 인덱스 </a:t>
            </a:r>
            <a:r>
              <a:rPr lang="en-US" altLang="ko-KR" sz="1800" b="0">
                <a:solidFill>
                  <a:srgbClr val="151515"/>
                </a:solidFill>
                <a:latin typeface="Malgun Gothic" panose="020B0503020000020004" pitchFamily="50" charset="-127"/>
                <a:ea typeface="Malgun Gothic"/>
                <a:cs typeface="Malgun Gothic"/>
              </a:rPr>
              <a:t>(lo+hi)//2</a:t>
            </a:r>
            <a:r>
              <a:rPr lang="ko-KR" altLang="en-US" sz="1800" b="0">
                <a:solidFill>
                  <a:srgbClr val="151515"/>
                </a:solidFill>
                <a:latin typeface="Malgun Gothic" panose="020B0503020000020004" pitchFamily="50" charset="-127"/>
                <a:ea typeface="Malgun Gothic"/>
                <a:cs typeface="Malgun Gothic"/>
              </a:rPr>
              <a:t>의 값을 </a:t>
            </a:r>
            <a:r>
              <a:rPr lang="en-US" altLang="ko-KR" sz="1800" b="0">
                <a:solidFill>
                  <a:srgbClr val="151515"/>
                </a:solidFill>
                <a:latin typeface="Malgun Gothic" panose="020B0503020000020004" pitchFamily="50" charset="-127"/>
                <a:ea typeface="Malgun Gothic"/>
                <a:cs typeface="Malgun Gothic"/>
              </a:rPr>
              <a:t>hi</a:t>
            </a:r>
            <a:r>
              <a:rPr lang="ko-KR" altLang="en-US" sz="1800" b="0">
                <a:solidFill>
                  <a:srgbClr val="151515"/>
                </a:solidFill>
                <a:latin typeface="Malgun Gothic" panose="020B0503020000020004" pitchFamily="50" charset="-127"/>
                <a:ea typeface="Malgun Gothic"/>
                <a:cs typeface="Malgun Gothic"/>
              </a:rPr>
              <a:t>로 교환해 피벗으로 둔다</a:t>
            </a:r>
            <a:r>
              <a:rPr lang="en-US" altLang="ko-KR" sz="1800" b="0">
                <a:solidFill>
                  <a:srgbClr val="151515"/>
                </a:solidFill>
                <a:latin typeface="Malgun Gothic" panose="020B0503020000020004" pitchFamily="50" charset="-127"/>
                <a:ea typeface="Malgun Gothic"/>
                <a:cs typeface="Malgun Gothic"/>
              </a:rPr>
              <a:t>.</a:t>
            </a:r>
          </a:p>
          <a:p>
            <a:pPr>
              <a:defRPr sz="1800" b="0">
                <a:solidFill>
                  <a:srgbClr val="151515"/>
                </a:solidFill>
                <a:latin typeface="Malgun Gothic"/>
                <a:ea typeface="Malgun Gothic"/>
                <a:cs typeface="Malgun Gothic"/>
              </a:defRPr>
            </a:pPr>
            <a:r>
              <a:rPr lang="en-US" altLang="ko-KR" sz="1800" b="0">
                <a:solidFill>
                  <a:srgbClr val="151515"/>
                </a:solidFill>
                <a:latin typeface="Malgun Gothic" panose="020B0503020000020004" pitchFamily="50" charset="-127"/>
                <a:ea typeface="Malgun Gothic"/>
                <a:cs typeface="Malgun Gothic"/>
              </a:rPr>
              <a:t>   L=lo, R=hi-1</a:t>
            </a:r>
            <a:r>
              <a:rPr lang="ko-KR" altLang="en-US" sz="1800" b="0">
                <a:solidFill>
                  <a:srgbClr val="151515"/>
                </a:solidFill>
                <a:latin typeface="Malgun Gothic" panose="020B0503020000020004" pitchFamily="50" charset="-127"/>
                <a:ea typeface="Malgun Gothic"/>
                <a:cs typeface="Malgun Gothic"/>
              </a:rPr>
              <a:t>이다</a:t>
            </a:r>
            <a:r>
              <a:rPr lang="en-US" altLang="ko-KR" sz="1800" b="0">
                <a:solidFill>
                  <a:srgbClr val="151515"/>
                </a:solidFill>
                <a:latin typeface="Malgun Gothic" panose="020B0503020000020004" pitchFamily="50" charset="-127"/>
                <a:ea typeface="Malgun Gothic"/>
                <a:cs typeface="Malgun Gothic"/>
              </a:rPr>
              <a:t>.</a:t>
            </a:r>
          </a:p>
          <a:p>
            <a:pPr>
              <a:defRPr sz="1800" b="0">
                <a:solidFill>
                  <a:srgbClr val="151515"/>
                </a:solidFill>
                <a:latin typeface="Malgun Gothic"/>
                <a:ea typeface="Malgun Gothic"/>
                <a:cs typeface="Malgun Gothic"/>
              </a:defRPr>
            </a:pPr>
            <a:r>
              <a:rPr lang="en-US" altLang="ko-KR" sz="1800" b="0">
                <a:solidFill>
                  <a:srgbClr val="151515"/>
                </a:solidFill>
                <a:latin typeface="Malgun Gothic" panose="020B0503020000020004" pitchFamily="50" charset="-127"/>
                <a:ea typeface="Malgun Gothic"/>
                <a:cs typeface="Malgun Gothic"/>
              </a:rPr>
              <a:t>② L≤R</a:t>
            </a:r>
            <a:r>
              <a:rPr lang="ko-KR" altLang="en-US" sz="1800" b="0">
                <a:solidFill>
                  <a:srgbClr val="151515"/>
                </a:solidFill>
                <a:latin typeface="Malgun Gothic" panose="020B0503020000020004" pitchFamily="50" charset="-127"/>
                <a:ea typeface="Malgun Gothic"/>
                <a:cs typeface="Malgun Gothic"/>
              </a:rPr>
              <a:t>이고 </a:t>
            </a:r>
            <a:r>
              <a:rPr lang="en-US" altLang="ko-KR" sz="1800" b="0">
                <a:solidFill>
                  <a:srgbClr val="151515"/>
                </a:solidFill>
                <a:latin typeface="Malgun Gothic" panose="020B0503020000020004" pitchFamily="50" charset="-127"/>
                <a:ea typeface="Malgun Gothic"/>
                <a:cs typeface="Malgun Gothic"/>
              </a:rPr>
              <a:t>a[L]≤</a:t>
            </a:r>
            <a:r>
              <a:rPr lang="ko-KR" altLang="en-US" sz="1800" b="0">
                <a:solidFill>
                  <a:srgbClr val="151515"/>
                </a:solidFill>
                <a:latin typeface="Malgun Gothic" panose="020B0503020000020004" pitchFamily="50" charset="-127"/>
                <a:ea typeface="Malgun Gothic"/>
                <a:cs typeface="Malgun Gothic"/>
              </a:rPr>
              <a:t>피벗인 동안 </a:t>
            </a:r>
            <a:r>
              <a:rPr lang="en-US" altLang="ko-KR" sz="1800" b="0">
                <a:solidFill>
                  <a:srgbClr val="151515"/>
                </a:solidFill>
                <a:latin typeface="Malgun Gothic" panose="020B0503020000020004" pitchFamily="50" charset="-127"/>
                <a:ea typeface="Malgun Gothic"/>
                <a:cs typeface="Malgun Gothic"/>
              </a:rPr>
              <a:t>L</a:t>
            </a:r>
            <a:r>
              <a:rPr lang="ko-KR" altLang="en-US" sz="1800" b="0">
                <a:solidFill>
                  <a:srgbClr val="151515"/>
                </a:solidFill>
                <a:latin typeface="Malgun Gothic" panose="020B0503020000020004" pitchFamily="50" charset="-127"/>
                <a:ea typeface="Malgun Gothic"/>
                <a:cs typeface="Malgun Gothic"/>
              </a:rPr>
              <a:t>을 계속 증가시킨다</a:t>
            </a:r>
            <a:r>
              <a:rPr lang="en-US" altLang="ko-KR" sz="1800" b="0">
                <a:solidFill>
                  <a:srgbClr val="151515"/>
                </a:solidFill>
                <a:latin typeface="Malgun Gothic" panose="020B0503020000020004" pitchFamily="50" charset="-127"/>
                <a:ea typeface="Malgun Gothic"/>
                <a:cs typeface="Malgun Gothic"/>
              </a:rPr>
              <a:t>.</a:t>
            </a:r>
          </a:p>
          <a:p>
            <a:pPr>
              <a:defRPr sz="1800" b="0">
                <a:solidFill>
                  <a:srgbClr val="151515"/>
                </a:solidFill>
                <a:latin typeface="Malgun Gothic"/>
                <a:ea typeface="Malgun Gothic"/>
                <a:cs typeface="Malgun Gothic"/>
              </a:defRPr>
            </a:pPr>
            <a:r>
              <a:rPr lang="en-US" altLang="ko-KR" sz="1800" b="0">
                <a:solidFill>
                  <a:srgbClr val="151515"/>
                </a:solidFill>
                <a:latin typeface="Malgun Gothic" panose="020B0503020000020004" pitchFamily="50" charset="-127"/>
                <a:ea typeface="Malgun Gothic"/>
                <a:cs typeface="Malgun Gothic"/>
              </a:rPr>
              <a:t>   </a:t>
            </a:r>
            <a:r>
              <a:rPr lang="ko-KR" altLang="en-US" sz="1800" b="0">
                <a:solidFill>
                  <a:srgbClr val="151515"/>
                </a:solidFill>
                <a:latin typeface="Malgun Gothic" panose="020B0503020000020004" pitchFamily="50" charset="-127"/>
                <a:ea typeface="Malgun Gothic"/>
                <a:cs typeface="Malgun Gothic"/>
              </a:rPr>
              <a:t>이어 </a:t>
            </a:r>
            <a:r>
              <a:rPr lang="en-US" altLang="ko-KR" sz="1800" b="0">
                <a:solidFill>
                  <a:srgbClr val="151515"/>
                </a:solidFill>
                <a:latin typeface="Malgun Gothic" panose="020B0503020000020004" pitchFamily="50" charset="-127"/>
                <a:ea typeface="Malgun Gothic"/>
                <a:cs typeface="Malgun Gothic"/>
              </a:rPr>
              <a:t>L≤R</a:t>
            </a:r>
            <a:r>
              <a:rPr lang="ko-KR" altLang="en-US" sz="1800" b="0">
                <a:solidFill>
                  <a:srgbClr val="151515"/>
                </a:solidFill>
                <a:latin typeface="Malgun Gothic" panose="020B0503020000020004" pitchFamily="50" charset="-127"/>
                <a:ea typeface="Malgun Gothic"/>
                <a:cs typeface="Malgun Gothic"/>
              </a:rPr>
              <a:t>이고 </a:t>
            </a:r>
            <a:r>
              <a:rPr lang="en-US" altLang="ko-KR" sz="1800" b="0">
                <a:solidFill>
                  <a:srgbClr val="151515"/>
                </a:solidFill>
                <a:latin typeface="Malgun Gothic" panose="020B0503020000020004" pitchFamily="50" charset="-127"/>
                <a:ea typeface="Malgun Gothic"/>
                <a:cs typeface="Malgun Gothic"/>
              </a:rPr>
              <a:t>a[R]&gt;</a:t>
            </a:r>
            <a:r>
              <a:rPr lang="ko-KR" altLang="en-US" sz="1800" b="0">
                <a:solidFill>
                  <a:srgbClr val="151515"/>
                </a:solidFill>
                <a:latin typeface="Malgun Gothic" panose="020B0503020000020004" pitchFamily="50" charset="-127"/>
                <a:ea typeface="Malgun Gothic"/>
                <a:cs typeface="Malgun Gothic"/>
              </a:rPr>
              <a:t>피벗인 동안 </a:t>
            </a:r>
            <a:r>
              <a:rPr lang="en-US" altLang="ko-KR" sz="1800" b="0">
                <a:solidFill>
                  <a:srgbClr val="151515"/>
                </a:solidFill>
                <a:latin typeface="Malgun Gothic" panose="020B0503020000020004" pitchFamily="50" charset="-127"/>
                <a:ea typeface="Malgun Gothic"/>
                <a:cs typeface="Malgun Gothic"/>
              </a:rPr>
              <a:t>R</a:t>
            </a:r>
            <a:r>
              <a:rPr lang="ko-KR" altLang="en-US" sz="1800" b="0">
                <a:solidFill>
                  <a:srgbClr val="151515"/>
                </a:solidFill>
                <a:latin typeface="Malgun Gothic" panose="020B0503020000020004" pitchFamily="50" charset="-127"/>
                <a:ea typeface="Malgun Gothic"/>
                <a:cs typeface="Malgun Gothic"/>
              </a:rPr>
              <a:t>을 계속 감소시킨다</a:t>
            </a:r>
            <a:r>
              <a:rPr lang="en-US" altLang="ko-KR" sz="1800" b="0">
                <a:solidFill>
                  <a:srgbClr val="151515"/>
                </a:solidFill>
                <a:latin typeface="Malgun Gothic" panose="020B0503020000020004" pitchFamily="50" charset="-127"/>
                <a:ea typeface="Malgun Gothic"/>
                <a:cs typeface="Malgun Gothic"/>
              </a:rPr>
              <a:t>.</a:t>
            </a:r>
          </a:p>
          <a:p>
            <a:pPr>
              <a:defRPr sz="1800" b="0">
                <a:solidFill>
                  <a:srgbClr val="151515"/>
                </a:solidFill>
                <a:latin typeface="Malgun Gothic"/>
                <a:ea typeface="Malgun Gothic"/>
                <a:cs typeface="Malgun Gothic"/>
              </a:defRPr>
            </a:pPr>
            <a:r>
              <a:rPr lang="en-US" altLang="ko-KR" sz="1800" b="0">
                <a:solidFill>
                  <a:srgbClr val="151515"/>
                </a:solidFill>
                <a:latin typeface="Malgun Gothic" panose="020B0503020000020004" pitchFamily="50" charset="-127"/>
                <a:ea typeface="Malgun Gothic"/>
                <a:cs typeface="Malgun Gothic"/>
              </a:rPr>
              <a:t>③ L&gt;R</a:t>
            </a:r>
            <a:r>
              <a:rPr lang="ko-KR" altLang="en-US" sz="1800" b="0">
                <a:solidFill>
                  <a:srgbClr val="151515"/>
                </a:solidFill>
                <a:latin typeface="Malgun Gothic" panose="020B0503020000020004" pitchFamily="50" charset="-127"/>
                <a:ea typeface="Malgun Gothic"/>
                <a:cs typeface="Malgun Gothic"/>
              </a:rPr>
              <a:t>이면 탐색을 끝내고</a:t>
            </a:r>
            <a:r>
              <a:rPr lang="en-US" altLang="ko-KR" sz="1800" b="0">
                <a:solidFill>
                  <a:srgbClr val="151515"/>
                </a:solidFill>
                <a:latin typeface="Malgun Gothic" panose="020B0503020000020004" pitchFamily="50" charset="-127"/>
                <a:ea typeface="Malgun Gothic"/>
                <a:cs typeface="Malgun Gothic"/>
              </a:rPr>
              <a:t>, </a:t>
            </a:r>
            <a:r>
              <a:rPr lang="ko-KR" altLang="en-US" sz="1800" b="0">
                <a:solidFill>
                  <a:srgbClr val="151515"/>
                </a:solidFill>
                <a:latin typeface="Malgun Gothic" panose="020B0503020000020004" pitchFamily="50" charset="-127"/>
                <a:ea typeface="Malgun Gothic"/>
                <a:cs typeface="Malgun Gothic"/>
              </a:rPr>
              <a:t>아니면 </a:t>
            </a:r>
            <a:r>
              <a:rPr lang="en-US" altLang="ko-KR" sz="1800" b="0">
                <a:solidFill>
                  <a:srgbClr val="151515"/>
                </a:solidFill>
                <a:latin typeface="Malgun Gothic" panose="020B0503020000020004" pitchFamily="50" charset="-127"/>
                <a:ea typeface="Malgun Gothic"/>
                <a:cs typeface="Malgun Gothic"/>
              </a:rPr>
              <a:t>a[L]</a:t>
            </a:r>
            <a:r>
              <a:rPr lang="ko-KR" altLang="en-US" sz="1800" b="0">
                <a:solidFill>
                  <a:srgbClr val="151515"/>
                </a:solidFill>
                <a:latin typeface="Malgun Gothic" panose="020B0503020000020004" pitchFamily="50" charset="-127"/>
                <a:ea typeface="Malgun Gothic"/>
                <a:cs typeface="Malgun Gothic"/>
              </a:rPr>
              <a:t>과 </a:t>
            </a:r>
            <a:r>
              <a:rPr lang="en-US" altLang="ko-KR" sz="1800" b="0">
                <a:solidFill>
                  <a:srgbClr val="151515"/>
                </a:solidFill>
                <a:latin typeface="Malgun Gothic" panose="020B0503020000020004" pitchFamily="50" charset="-127"/>
                <a:ea typeface="Malgun Gothic"/>
                <a:cs typeface="Malgun Gothic"/>
              </a:rPr>
              <a:t>a[R]</a:t>
            </a:r>
            <a:r>
              <a:rPr lang="ko-KR" altLang="en-US" sz="1800" b="0">
                <a:solidFill>
                  <a:srgbClr val="151515"/>
                </a:solidFill>
                <a:latin typeface="Malgun Gothic" panose="020B0503020000020004" pitchFamily="50" charset="-127"/>
                <a:ea typeface="Malgun Gothic"/>
                <a:cs typeface="Malgun Gothic"/>
              </a:rPr>
              <a:t>을 교환한 뒤 ②를 반복한다</a:t>
            </a:r>
            <a:r>
              <a:rPr lang="en-US" altLang="ko-KR" sz="1800" b="0">
                <a:solidFill>
                  <a:srgbClr val="151515"/>
                </a:solidFill>
                <a:latin typeface="Malgun Gothic" panose="020B0503020000020004" pitchFamily="50" charset="-127"/>
                <a:ea typeface="Malgun Gothic"/>
                <a:cs typeface="Malgun Gothic"/>
              </a:rPr>
              <a:t>.</a:t>
            </a:r>
          </a:p>
          <a:p>
            <a:pPr>
              <a:defRPr sz="1800" b="0">
                <a:solidFill>
                  <a:srgbClr val="151515"/>
                </a:solidFill>
                <a:latin typeface="Malgun Gothic"/>
                <a:ea typeface="Malgun Gothic"/>
                <a:cs typeface="Malgun Gothic"/>
              </a:defRPr>
            </a:pPr>
            <a:r>
              <a:rPr lang="en-US" altLang="ko-KR" sz="1800" b="0">
                <a:solidFill>
                  <a:srgbClr val="151515"/>
                </a:solidFill>
                <a:latin typeface="Malgun Gothic" panose="020B0503020000020004" pitchFamily="50" charset="-127"/>
                <a:ea typeface="Malgun Gothic"/>
                <a:cs typeface="Malgun Gothic"/>
              </a:rPr>
              <a:t>④ a[L]</a:t>
            </a:r>
            <a:r>
              <a:rPr lang="ko-KR" altLang="en-US" sz="1800" b="0">
                <a:solidFill>
                  <a:srgbClr val="151515"/>
                </a:solidFill>
                <a:latin typeface="Malgun Gothic" panose="020B0503020000020004" pitchFamily="50" charset="-127"/>
                <a:ea typeface="Malgun Gothic"/>
                <a:cs typeface="Malgun Gothic"/>
              </a:rPr>
              <a:t>과 </a:t>
            </a:r>
            <a:r>
              <a:rPr lang="en-US" altLang="ko-KR" sz="1800" b="0">
                <a:solidFill>
                  <a:srgbClr val="151515"/>
                </a:solidFill>
                <a:latin typeface="Malgun Gothic" panose="020B0503020000020004" pitchFamily="50" charset="-127"/>
                <a:ea typeface="Malgun Gothic"/>
                <a:cs typeface="Malgun Gothic"/>
              </a:rPr>
              <a:t>a[hi]</a:t>
            </a:r>
            <a:r>
              <a:rPr lang="ko-KR" altLang="en-US" sz="1800" b="0">
                <a:solidFill>
                  <a:srgbClr val="151515"/>
                </a:solidFill>
                <a:latin typeface="Malgun Gothic" panose="020B0503020000020004" pitchFamily="50" charset="-127"/>
                <a:ea typeface="Malgun Gothic"/>
                <a:cs typeface="Malgun Gothic"/>
              </a:rPr>
              <a:t>를 교환하고 </a:t>
            </a:r>
            <a:r>
              <a:rPr lang="en-US" altLang="ko-KR" sz="1800" b="0">
                <a:solidFill>
                  <a:srgbClr val="151515"/>
                </a:solidFill>
                <a:latin typeface="Malgun Gothic" panose="020B0503020000020004" pitchFamily="50" charset="-127"/>
                <a:ea typeface="Malgun Gothic"/>
                <a:cs typeface="Malgun Gothic"/>
              </a:rPr>
              <a:t>L</a:t>
            </a:r>
            <a:r>
              <a:rPr lang="ko-KR" altLang="en-US" sz="1800" b="0">
                <a:solidFill>
                  <a:srgbClr val="151515"/>
                </a:solidFill>
                <a:latin typeface="Malgun Gothic" panose="020B0503020000020004" pitchFamily="50" charset="-127"/>
                <a:ea typeface="Malgun Gothic"/>
                <a:cs typeface="Malgun Gothic"/>
              </a:rPr>
              <a:t>을 반환한다</a:t>
            </a:r>
            <a:r>
              <a:rPr lang="en-US" altLang="ko-KR" sz="1800" b="0">
                <a:solidFill>
                  <a:srgbClr val="151515"/>
                </a:solidFill>
                <a:latin typeface="Malgun Gothic" panose="020B0503020000020004" pitchFamily="50" charset="-127"/>
                <a:ea typeface="Malgun Gothic"/>
                <a:cs typeface="Malgun Gothic"/>
              </a:rPr>
              <a:t>. </a:t>
            </a:r>
            <a:r>
              <a:rPr lang="ko-KR" altLang="en-US" sz="1800" b="0">
                <a:solidFill>
                  <a:srgbClr val="151515"/>
                </a:solidFill>
                <a:latin typeface="Malgun Gothic" panose="020B0503020000020004" pitchFamily="50" charset="-127"/>
                <a:ea typeface="Malgun Gothic"/>
                <a:cs typeface="Malgun Gothic"/>
              </a:rPr>
              <a:t>구간 밖의 값은 바꾸지 않는다</a:t>
            </a:r>
            <a:r>
              <a:rPr lang="en-US" altLang="ko-KR" sz="1800" b="0">
                <a:solidFill>
                  <a:srgbClr val="151515"/>
                </a:solidFill>
                <a:latin typeface="Malgun Gothic" panose="020B0503020000020004" pitchFamily="50" charset="-127"/>
                <a:ea typeface="Malgun Gothic"/>
                <a:cs typeface="Malgun Gothic"/>
              </a:rPr>
              <a:t>.</a:t>
            </a:r>
          </a:p>
          <a:p>
            <a:pPr>
              <a:defRPr sz="1800" b="0">
                <a:solidFill>
                  <a:srgbClr val="151515"/>
                </a:solidFill>
                <a:latin typeface="Malgun Gothic"/>
                <a:ea typeface="Malgun Gothic"/>
                <a:cs typeface="Malgun Gothic"/>
              </a:defRPr>
            </a:pPr>
            <a:r>
              <a:rPr lang="en-US" altLang="ko-KR" sz="1800" b="0">
                <a:solidFill>
                  <a:srgbClr val="151515"/>
                </a:solidFill>
                <a:latin typeface="Malgun Gothic" panose="020B0503020000020004" pitchFamily="50" charset="-127"/>
                <a:ea typeface="Malgun Gothic"/>
                <a:cs typeface="Malgun Gothic"/>
              </a:rPr>
              <a:t>Python </a:t>
            </a:r>
            <a:r>
              <a:rPr lang="ko-KR" altLang="en-US" sz="1800" b="0">
                <a:solidFill>
                  <a:srgbClr val="151515"/>
                </a:solidFill>
                <a:latin typeface="Malgun Gothic" panose="020B0503020000020004" pitchFamily="50" charset="-127"/>
                <a:ea typeface="Malgun Gothic"/>
                <a:cs typeface="Malgun Gothic"/>
              </a:rPr>
              <a:t>또는 </a:t>
            </a:r>
            <a:r>
              <a:rPr lang="en-US" altLang="ko-KR" sz="1800" b="0">
                <a:solidFill>
                  <a:srgbClr val="151515"/>
                </a:solidFill>
                <a:latin typeface="Malgun Gothic" panose="020B0503020000020004" pitchFamily="50" charset="-127"/>
                <a:ea typeface="Malgun Gothic"/>
                <a:cs typeface="Malgun Gothic"/>
              </a:rPr>
              <a:t>C</a:t>
            </a:r>
            <a:r>
              <a:rPr lang="ko-KR" altLang="en-US" sz="1800" b="0">
                <a:solidFill>
                  <a:srgbClr val="151515"/>
                </a:solidFill>
                <a:latin typeface="Malgun Gothic" panose="020B0503020000020004" pitchFamily="50" charset="-127"/>
                <a:ea typeface="Malgun Gothic"/>
                <a:cs typeface="Malgun Gothic"/>
              </a:rPr>
              <a:t>로 작성하시오</a:t>
            </a:r>
            <a:r>
              <a:rPr lang="en-US" altLang="ko-KR" sz="1800" b="0">
                <a:solidFill>
                  <a:srgbClr val="151515"/>
                </a:solidFill>
                <a:latin typeface="Malgun Gothic" panose="020B0503020000020004" pitchFamily="50" charset="-127"/>
                <a:ea typeface="Malgun Gothic"/>
                <a:cs typeface="Malgun Gothic"/>
              </a:rPr>
              <a:t>.</a:t>
            </a:r>
            <a:endParaRPr sz="1800" b="0">
              <a:solidFill>
                <a:srgbClr val="151515"/>
              </a:solidFill>
              <a:latin typeface="Malgun Gothic" panose="020B0503020000020004" pitchFamily="50" charset="-127"/>
              <a:ea typeface="Malgun Gothic"/>
              <a:cs typeface="Malgun Gothic"/>
            </a:endParaRPr>
          </a:p>
        </p:txBody>
      </p:sp>
      <p:sp>
        <p:nvSpPr>
          <p:cNvPr id="6" name="직사각형 5">
            <a:extLst>
              <a:ext uri="{FF2B5EF4-FFF2-40B4-BE49-F238E27FC236}">
                <a16:creationId xmlns:a16="http://schemas.microsoft.com/office/drawing/2014/main" id="{33FFF779-CB3A-4E1D-A18C-B3728A29D19C}"/>
              </a:ext>
            </a:extLst>
          </p:cNvPr>
          <p:cNvSpPr>
            <a:spLocks noGrp="1"/>
          </p:cNvSpPr>
          <p:nvPr/>
        </p:nvSpPr>
        <p:spPr>
          <a:xfrm>
            <a:off x="609600" y="6600825"/>
            <a:ext cx="9906000" cy="190500"/>
          </a:xfrm>
          <a:prstGeom prst="rect">
            <a:avLst/>
          </a:prstGeom>
          <a:noFill/>
          <a:ln w="0">
            <a:noFill/>
          </a:ln>
        </p:spPr>
        <p:txBody>
          <a:bodyPr/>
          <a:lstStyle>
            <a:defPPr>
              <a:defRPr sz="825" b="0">
                <a:solidFill>
                  <a:srgbClr val="151515"/>
                </a:solidFill>
                <a:latin typeface="Malgun Gothic"/>
                <a:ea typeface="Malgun Gothic"/>
                <a:cs typeface="Malgun Gothic"/>
              </a:defRPr>
            </a:defPPr>
          </a:lstStyle>
          <a:p>
            <a:pPr>
              <a:defRPr sz="825" b="0">
                <a:solidFill>
                  <a:srgbClr val="151515"/>
                </a:solidFill>
                <a:latin typeface="Malgun Gothic"/>
                <a:ea typeface="Malgun Gothic"/>
                <a:cs typeface="Malgun Gothic"/>
              </a:defRPr>
            </a:pPr>
            <a:r>
              <a:rPr lang="en-US" sz="825" b="0">
                <a:solidFill>
                  <a:srgbClr val="151515"/>
                </a:solidFill>
                <a:latin typeface="Consolas" panose="020B0609020204030204" pitchFamily="49" charset="0"/>
                <a:ea typeface="Malgun Gothic"/>
                <a:cs typeface="Malgun Gothic"/>
              </a:rPr>
              <a:t>04 / DIVIDE AND CONQUER · EXERCISES</a:t>
            </a:r>
            <a:endParaRPr sz="825" b="0">
              <a:solidFill>
                <a:srgbClr val="151515"/>
              </a:solidFill>
              <a:latin typeface="Consolas" panose="020B0609020204030204" pitchFamily="49" charset="0"/>
              <a:ea typeface="Malgun Gothic"/>
              <a:cs typeface="Malgun Gothic"/>
            </a:endParaRPr>
          </a:p>
        </p:txBody>
      </p:sp>
      <p:sp>
        <p:nvSpPr>
          <p:cNvPr id="7" name="직사각형 6">
            <a:extLst>
              <a:ext uri="{FF2B5EF4-FFF2-40B4-BE49-F238E27FC236}">
                <a16:creationId xmlns:a16="http://schemas.microsoft.com/office/drawing/2014/main" id="{5DD29EFB-5C24-45CB-9A69-9094E28F248A}"/>
              </a:ext>
            </a:extLst>
          </p:cNvPr>
          <p:cNvSpPr>
            <a:spLocks noGrp="1"/>
          </p:cNvSpPr>
          <p:nvPr/>
        </p:nvSpPr>
        <p:spPr>
          <a:xfrm>
            <a:off x="11049000" y="6562725"/>
            <a:ext cx="533400" cy="238125"/>
          </a:xfrm>
          <a:prstGeom prst="rect">
            <a:avLst/>
          </a:prstGeom>
          <a:noFill/>
          <a:ln w="0">
            <a:noFill/>
          </a:ln>
        </p:spPr>
        <p:txBody>
          <a:bodyPr/>
          <a:lstStyle>
            <a:defPPr>
              <a:defRPr sz="1050" b="0">
                <a:solidFill>
                  <a:srgbClr val="151515"/>
                </a:solidFill>
                <a:latin typeface="Malgun Gothic"/>
                <a:ea typeface="Malgun Gothic"/>
                <a:cs typeface="Malgun Gothic"/>
              </a:defRPr>
            </a:defPPr>
          </a:lstStyle>
          <a:p>
            <a:pPr>
              <a:defRPr sz="1050" b="0">
                <a:solidFill>
                  <a:srgbClr val="151515"/>
                </a:solidFill>
                <a:latin typeface="Malgun Gothic"/>
                <a:ea typeface="Malgun Gothic"/>
                <a:cs typeface="Malgun Gothic"/>
              </a:defRPr>
            </a:pPr>
            <a:r>
              <a:rPr lang="en-US" altLang="ko-KR" sz="1050" b="0">
                <a:solidFill>
                  <a:srgbClr val="151515"/>
                </a:solidFill>
                <a:latin typeface="Consolas" panose="020B0609020204030204" pitchFamily="49" charset="0"/>
                <a:ea typeface="Malgun Gothic"/>
                <a:cs typeface="Malgun Gothic"/>
              </a:rPr>
              <a:t>205</a:t>
            </a:r>
            <a:endParaRPr sz="1050" b="0">
              <a:solidFill>
                <a:srgbClr val="151515"/>
              </a:solidFill>
              <a:latin typeface="Consolas" panose="020B0609020204030204" pitchFamily="49" charset="0"/>
              <a:ea typeface="Malgun Gothic"/>
              <a:cs typeface="Malgun Gothic"/>
            </a:endParaRPr>
          </a:p>
        </p:txBody>
      </p:sp>
      <p:sp>
        <p:nvSpPr>
          <p:cNvPr id="8" name="직사각형 7">
            <a:extLst>
              <a:ext uri="{FF2B5EF4-FFF2-40B4-BE49-F238E27FC236}">
                <a16:creationId xmlns:a16="http://schemas.microsoft.com/office/drawing/2014/main" id="{2A1B10D7-E8C6-4627-8C84-B85E95A4E12B}"/>
              </a:ext>
            </a:extLst>
          </p:cNvPr>
          <p:cNvSpPr>
            <a:spLocks noGrp="1"/>
          </p:cNvSpPr>
          <p:nvPr/>
        </p:nvSpPr>
        <p:spPr>
          <a:xfrm>
            <a:off x="609600" y="5238750"/>
            <a:ext cx="10972800" cy="304800"/>
          </a:xfrm>
          <a:prstGeom prst="rect">
            <a:avLst/>
          </a:prstGeom>
          <a:noFill/>
          <a:ln w="0">
            <a:noFill/>
          </a:ln>
        </p:spPr>
        <p:txBody>
          <a:bodyPr/>
          <a:lstStyle>
            <a:defPPr>
              <a:defRPr sz="1575" b="0">
                <a:solidFill>
                  <a:srgbClr val="5B5B5B"/>
                </a:solidFill>
                <a:latin typeface="Malgun Gothic"/>
                <a:ea typeface="Malgun Gothic"/>
                <a:cs typeface="Malgun Gothic"/>
              </a:defRPr>
            </a:defPPr>
          </a:lstStyle>
          <a:p>
            <a:pPr>
              <a:defRPr sz="1575" b="0">
                <a:solidFill>
                  <a:srgbClr val="5B5B5B"/>
                </a:solidFill>
                <a:latin typeface="Malgun Gothic"/>
                <a:ea typeface="Malgun Gothic"/>
                <a:cs typeface="Malgun Gothic"/>
              </a:defRPr>
            </a:pPr>
            <a:r>
              <a:rPr lang="ko-KR" altLang="en-US" sz="1575" b="0">
                <a:solidFill>
                  <a:srgbClr val="5B5B5B"/>
                </a:solidFill>
                <a:latin typeface="Malgun Gothic" panose="020B0503020000020004" pitchFamily="50" charset="-127"/>
                <a:ea typeface="Malgun Gothic"/>
                <a:cs typeface="Malgun Gothic"/>
              </a:rPr>
              <a:t>함수의 동작</a:t>
            </a:r>
            <a:r>
              <a:rPr lang="en-US" altLang="ko-KR" sz="1575" b="0">
                <a:solidFill>
                  <a:srgbClr val="5B5B5B"/>
                </a:solidFill>
                <a:latin typeface="Malgun Gothic" panose="020B0503020000020004" pitchFamily="50" charset="-127"/>
                <a:ea typeface="Malgun Gothic"/>
                <a:cs typeface="Malgun Gothic"/>
              </a:rPr>
              <a:t>, </a:t>
            </a:r>
            <a:r>
              <a:rPr lang="ko-KR" altLang="en-US" sz="1575" b="0">
                <a:solidFill>
                  <a:srgbClr val="5B5B5B"/>
                </a:solidFill>
                <a:latin typeface="Malgun Gothic" panose="020B0503020000020004" pitchFamily="50" charset="-127"/>
                <a:ea typeface="Malgun Gothic"/>
                <a:cs typeface="Malgun Gothic"/>
              </a:rPr>
              <a:t>경계 처리</a:t>
            </a:r>
            <a:r>
              <a:rPr lang="en-US" altLang="ko-KR" sz="1575" b="0">
                <a:solidFill>
                  <a:srgbClr val="5B5B5B"/>
                </a:solidFill>
                <a:latin typeface="Malgun Gothic" panose="020B0503020000020004" pitchFamily="50" charset="-127"/>
                <a:ea typeface="Malgun Gothic"/>
                <a:cs typeface="Malgun Gothic"/>
              </a:rPr>
              <a:t>, </a:t>
            </a:r>
            <a:r>
              <a:rPr lang="ko-KR" altLang="en-US" sz="1575" b="0">
                <a:solidFill>
                  <a:srgbClr val="5B5B5B"/>
                </a:solidFill>
                <a:latin typeface="Malgun Gothic" panose="020B0503020000020004" pitchFamily="50" charset="-127"/>
                <a:ea typeface="Malgun Gothic"/>
                <a:cs typeface="Malgun Gothic"/>
              </a:rPr>
              <a:t>시간 복잡도를 함께 작성하시오</a:t>
            </a:r>
            <a:r>
              <a:rPr lang="en-US" altLang="ko-KR" sz="1575" b="0">
                <a:solidFill>
                  <a:srgbClr val="5B5B5B"/>
                </a:solidFill>
                <a:latin typeface="Malgun Gothic" panose="020B0503020000020004" pitchFamily="50" charset="-127"/>
                <a:ea typeface="Malgun Gothic"/>
                <a:cs typeface="Malgun Gothic"/>
              </a:rPr>
              <a:t>.</a:t>
            </a:r>
            <a:endParaRPr sz="1575" b="0">
              <a:solidFill>
                <a:srgbClr val="5B5B5B"/>
              </a:solidFill>
              <a:latin typeface="Malgun Gothic" panose="020B0503020000020004" pitchFamily="50" charset="-127"/>
              <a:ea typeface="Malgun Gothic"/>
              <a:cs typeface="Malgun Gothic"/>
            </a:endParaRPr>
          </a:p>
        </p:txBody>
      </p:sp>
      <p:sp>
        <p:nvSpPr>
          <p:cNvPr id="9" name="직사각형 8">
            <a:extLst>
              <a:ext uri="{FF2B5EF4-FFF2-40B4-BE49-F238E27FC236}">
                <a16:creationId xmlns:a16="http://schemas.microsoft.com/office/drawing/2014/main" id="{EA05AA79-A4C9-4ADB-8E7E-E2D161C0AF81}"/>
              </a:ext>
            </a:extLst>
          </p:cNvPr>
          <p:cNvSpPr>
            <a:spLocks noGrp="1"/>
          </p:cNvSpPr>
          <p:nvPr/>
        </p:nvSpPr>
        <p:spPr>
          <a:xfrm>
            <a:off x="609600" y="5676900"/>
            <a:ext cx="10972800" cy="571500"/>
          </a:xfrm>
          <a:prstGeom prst="rect">
            <a:avLst/>
          </a:prstGeom>
          <a:noFill/>
          <a:ln w="0">
            <a:noFill/>
          </a:ln>
        </p:spPr>
        <p:txBody>
          <a:bodyPr/>
          <a:lstStyle>
            <a:defPPr>
              <a:defRPr sz="1500" b="0">
                <a:solidFill>
                  <a:srgbClr val="151515"/>
                </a:solidFill>
                <a:latin typeface="Malgun Gothic"/>
                <a:ea typeface="Malgun Gothic"/>
                <a:cs typeface="Malgun Gothic"/>
              </a:defRPr>
            </a:defPPr>
          </a:lstStyle>
          <a:p>
            <a:pPr>
              <a:defRPr sz="1500" b="0">
                <a:solidFill>
                  <a:srgbClr val="151515"/>
                </a:solidFill>
                <a:latin typeface="Malgun Gothic"/>
                <a:ea typeface="Malgun Gothic"/>
                <a:cs typeface="Malgun Gothic"/>
              </a:defRPr>
            </a:pPr>
            <a:r>
              <a:rPr lang="ko-KR" altLang="en-US" sz="1500" b="0">
                <a:solidFill>
                  <a:srgbClr val="151515"/>
                </a:solidFill>
                <a:latin typeface="Malgun Gothic" panose="020B0503020000020004" pitchFamily="50" charset="-127"/>
                <a:ea typeface="Malgun Gothic"/>
                <a:cs typeface="Malgun Gothic"/>
              </a:rPr>
              <a:t>예</a:t>
            </a:r>
            <a:r>
              <a:rPr lang="en-US" altLang="ko-KR" sz="1500" b="0">
                <a:solidFill>
                  <a:srgbClr val="151515"/>
                </a:solidFill>
                <a:latin typeface="Malgun Gothic" panose="020B0503020000020004" pitchFamily="50" charset="-127"/>
                <a:ea typeface="Malgun Gothic"/>
                <a:cs typeface="Malgun Gothic"/>
              </a:rPr>
              <a:t>: </a:t>
            </a:r>
            <a:r>
              <a:rPr lang="en-US" sz="1500" b="0">
                <a:solidFill>
                  <a:srgbClr val="151515"/>
                </a:solidFill>
                <a:latin typeface="Malgun Gothic" panose="020B0503020000020004" pitchFamily="50" charset="-127"/>
                <a:ea typeface="Malgun Gothic"/>
                <a:cs typeface="Malgun Gothic"/>
              </a:rPr>
              <a:t>partition([8,4,6,3,7,1],0,5) → 3</a:t>
            </a:r>
          </a:p>
          <a:p>
            <a:pPr>
              <a:defRPr sz="1500" b="0">
                <a:solidFill>
                  <a:srgbClr val="151515"/>
                </a:solidFill>
                <a:latin typeface="Malgun Gothic"/>
                <a:ea typeface="Malgun Gothic"/>
                <a:cs typeface="Malgun Gothic"/>
              </a:defRPr>
            </a:pPr>
            <a:r>
              <a:rPr lang="ko-KR" altLang="en-US" sz="1500" b="0">
                <a:solidFill>
                  <a:srgbClr val="151515"/>
                </a:solidFill>
                <a:latin typeface="Malgun Gothic" panose="020B0503020000020004" pitchFamily="50" charset="-127"/>
                <a:ea typeface="Malgun Gothic"/>
                <a:cs typeface="Malgun Gothic"/>
              </a:rPr>
              <a:t>분할 후 </a:t>
            </a:r>
            <a:r>
              <a:rPr lang="en-US" sz="1500" b="0">
                <a:solidFill>
                  <a:srgbClr val="151515"/>
                </a:solidFill>
                <a:latin typeface="Malgun Gothic" panose="020B0503020000020004" pitchFamily="50" charset="-127"/>
                <a:ea typeface="Malgun Gothic"/>
                <a:cs typeface="Malgun Gothic"/>
              </a:rPr>
              <a:t>a = [3,4,1,6,7,8]</a:t>
            </a:r>
            <a:endParaRPr sz="1500" b="0">
              <a:solidFill>
                <a:srgbClr val="151515"/>
              </a:solidFill>
              <a:latin typeface="Malgun Gothic" panose="020B0503020000020004" pitchFamily="50" charset="-127"/>
              <a:ea typeface="Malgun Gothic"/>
              <a:cs typeface="Malgun Gothic"/>
            </a:endParaRPr>
          </a:p>
        </p:txBody>
      </p:sp>
    </p:spTree>
    <p:extLst>
      <p:ext uri="{BB962C8B-B14F-4D97-AF65-F5344CB8AC3E}">
        <p14:creationId xmlns:p14="http://schemas.microsoft.com/office/powerpoint/2010/main" val="3279004400"/>
      </p:ext>
    </p:extLst>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직사각형 7">
            <a:extLst>
              <a:ext uri="{FF2B5EF4-FFF2-40B4-BE49-F238E27FC236}">
                <a16:creationId xmlns:a16="http://schemas.microsoft.com/office/drawing/2014/main" id="{20B7B238-1577-4CA2-8557-7848BCA5A16D}"/>
              </a:ext>
            </a:extLst>
          </p:cNvPr>
          <p:cNvSpPr>
            <a:spLocks noGrp="1"/>
          </p:cNvSpPr>
          <p:nvPr/>
        </p:nvSpPr>
        <p:spPr>
          <a:xfrm>
            <a:off x="609600" y="266700"/>
            <a:ext cx="8096250" cy="247650"/>
          </a:xfrm>
          <a:prstGeom prst="rect">
            <a:avLst/>
          </a:prstGeom>
          <a:noFill/>
          <a:ln w="0">
            <a:noFill/>
          </a:ln>
        </p:spPr>
        <p:txBody>
          <a:bodyPr/>
          <a:lstStyle>
            <a:defPPr>
              <a:defRPr sz="1050" b="0">
                <a:solidFill>
                  <a:srgbClr val="151515"/>
                </a:solidFill>
                <a:latin typeface="Malgun Gothic"/>
                <a:ea typeface="Malgun Gothic"/>
                <a:cs typeface="Malgun Gothic"/>
              </a:defRPr>
            </a:defPPr>
          </a:lstStyle>
          <a:p>
            <a:pPr>
              <a:defRPr sz="1050" b="0">
                <a:solidFill>
                  <a:srgbClr val="151515"/>
                </a:solidFill>
                <a:latin typeface="Malgun Gothic"/>
                <a:ea typeface="Malgun Gothic"/>
                <a:cs typeface="Malgun Gothic"/>
              </a:defRPr>
            </a:pPr>
            <a:r>
              <a:rPr lang="en-US" altLang="ko-KR" sz="1050" b="0">
                <a:solidFill>
                  <a:srgbClr val="151515"/>
                </a:solidFill>
                <a:latin typeface="Malgun Gothic" panose="020B0503020000020004" pitchFamily="50" charset="-127"/>
                <a:ea typeface="Malgun Gothic"/>
                <a:cs typeface="Malgun Gothic"/>
              </a:rPr>
              <a:t>4</a:t>
            </a:r>
            <a:r>
              <a:rPr lang="ko-KR" altLang="en-US" sz="1050" b="0">
                <a:solidFill>
                  <a:srgbClr val="151515"/>
                </a:solidFill>
                <a:latin typeface="Malgun Gothic" panose="020B0503020000020004" pitchFamily="50" charset="-127"/>
                <a:ea typeface="Malgun Gothic"/>
                <a:cs typeface="Malgun Gothic"/>
              </a:rPr>
              <a:t>장 분할 정복  </a:t>
            </a:r>
            <a:r>
              <a:rPr lang="en-US" altLang="ko-KR" sz="1050" b="0">
                <a:solidFill>
                  <a:srgbClr val="151515"/>
                </a:solidFill>
                <a:latin typeface="Malgun Gothic" panose="020B0503020000020004" pitchFamily="50" charset="-127"/>
                <a:ea typeface="Malgun Gothic"/>
                <a:cs typeface="Malgun Gothic"/>
              </a:rPr>
              <a:t>/  Python/C </a:t>
            </a:r>
            <a:r>
              <a:rPr lang="ko-KR" altLang="en-US" sz="1050" b="0">
                <a:solidFill>
                  <a:srgbClr val="151515"/>
                </a:solidFill>
                <a:latin typeface="Malgun Gothic" panose="020B0503020000020004" pitchFamily="50" charset="-127"/>
                <a:ea typeface="Malgun Gothic"/>
                <a:cs typeface="Malgun Gothic"/>
              </a:rPr>
              <a:t>구현</a:t>
            </a:r>
            <a:endParaRPr sz="1050" b="0">
              <a:solidFill>
                <a:srgbClr val="151515"/>
              </a:solidFill>
              <a:latin typeface="Malgun Gothic" panose="020B0503020000020004" pitchFamily="50" charset="-127"/>
              <a:ea typeface="Malgun Gothic"/>
              <a:cs typeface="Malgun Gothic"/>
            </a:endParaRPr>
          </a:p>
        </p:txBody>
      </p:sp>
      <p:sp>
        <p:nvSpPr>
          <p:cNvPr id="2" name="직사각형 1">
            <a:extLst>
              <a:ext uri="{FF2B5EF4-FFF2-40B4-BE49-F238E27FC236}">
                <a16:creationId xmlns:a16="http://schemas.microsoft.com/office/drawing/2014/main" id="{5CC7D776-DC9D-4A50-A651-34E6C7334E13}"/>
              </a:ext>
            </a:extLst>
          </p:cNvPr>
          <p:cNvSpPr>
            <a:spLocks noGrp="1"/>
          </p:cNvSpPr>
          <p:nvPr/>
        </p:nvSpPr>
        <p:spPr>
          <a:xfrm>
            <a:off x="10287000" y="266700"/>
            <a:ext cx="1295400" cy="238125"/>
          </a:xfrm>
          <a:prstGeom prst="rect">
            <a:avLst/>
          </a:prstGeom>
          <a:noFill/>
          <a:ln w="0">
            <a:noFill/>
          </a:ln>
        </p:spPr>
        <p:txBody>
          <a:bodyPr/>
          <a:lstStyle>
            <a:defPPr>
              <a:defRPr sz="900" b="0">
                <a:solidFill>
                  <a:srgbClr val="151515"/>
                </a:solidFill>
                <a:latin typeface="Malgun Gothic"/>
                <a:ea typeface="Malgun Gothic"/>
                <a:cs typeface="Malgun Gothic"/>
              </a:defRPr>
            </a:defPPr>
          </a:lstStyle>
          <a:p>
            <a:pPr>
              <a:defRPr sz="900" b="0">
                <a:solidFill>
                  <a:srgbClr val="151515"/>
                </a:solidFill>
                <a:latin typeface="Malgun Gothic"/>
                <a:ea typeface="Malgun Gothic"/>
                <a:cs typeface="Malgun Gothic"/>
              </a:defRPr>
            </a:pPr>
            <a:r>
              <a:rPr lang="en-US" sz="900" b="0">
                <a:solidFill>
                  <a:srgbClr val="151515"/>
                </a:solidFill>
                <a:latin typeface="Malgun Gothic" panose="020B0503020000020004" pitchFamily="50" charset="-127"/>
                <a:ea typeface="Malgun Gothic"/>
                <a:cs typeface="Malgun Gothic"/>
              </a:rPr>
              <a:t>ALGORITHMS</a:t>
            </a:r>
            <a:endParaRPr sz="900" b="0">
              <a:solidFill>
                <a:srgbClr val="151515"/>
              </a:solidFill>
              <a:latin typeface="Malgun Gothic" panose="020B0503020000020004" pitchFamily="50" charset="-127"/>
              <a:ea typeface="Malgun Gothic"/>
              <a:cs typeface="Malgun Gothic"/>
            </a:endParaRPr>
          </a:p>
        </p:txBody>
      </p:sp>
      <p:sp>
        <p:nvSpPr>
          <p:cNvPr id="3" name="직사각형 2">
            <a:extLst>
              <a:ext uri="{FF2B5EF4-FFF2-40B4-BE49-F238E27FC236}">
                <a16:creationId xmlns:a16="http://schemas.microsoft.com/office/drawing/2014/main" id="{670D8E5E-FF41-4205-B9D0-00961D6BD005}"/>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latin typeface="Malgun Gothic"/>
                <a:ea typeface="Malgun Gothic"/>
                <a:cs typeface="Malgun Gothic"/>
              </a:defRPr>
            </a:defPPr>
          </a:lstStyle>
          <a:p>
            <a:pPr>
              <a:defRPr sz="3000" b="1">
                <a:solidFill>
                  <a:srgbClr val="151515"/>
                </a:solidFill>
                <a:latin typeface="Malgun Gothic"/>
                <a:ea typeface="Malgun Gothic"/>
                <a:cs typeface="Malgun Gothic"/>
              </a:defRPr>
            </a:pPr>
            <a:r>
              <a:rPr lang="ko-KR" altLang="en-US" sz="3000" b="1">
                <a:solidFill>
                  <a:srgbClr val="151515"/>
                </a:solidFill>
                <a:latin typeface="Malgun Gothic" panose="020B0503020000020004" pitchFamily="50" charset="-127"/>
                <a:ea typeface="Malgun Gothic"/>
                <a:cs typeface="Malgun Gothic"/>
              </a:rPr>
              <a:t>문제 </a:t>
            </a:r>
            <a:r>
              <a:rPr lang="en-US" altLang="ko-KR" sz="3000" b="1">
                <a:solidFill>
                  <a:srgbClr val="151515"/>
                </a:solidFill>
                <a:latin typeface="Malgun Gothic" panose="020B0503020000020004" pitchFamily="50" charset="-127"/>
                <a:ea typeface="Malgun Gothic"/>
                <a:cs typeface="Malgun Gothic"/>
              </a:rPr>
              <a:t>97  </a:t>
            </a:r>
            <a:r>
              <a:rPr lang="ko-KR" altLang="en-US" sz="3000" b="1">
                <a:solidFill>
                  <a:srgbClr val="151515"/>
                </a:solidFill>
                <a:latin typeface="Malgun Gothic" panose="020B0503020000020004" pitchFamily="50" charset="-127"/>
                <a:ea typeface="Malgun Gothic"/>
                <a:cs typeface="Malgun Gothic"/>
              </a:rPr>
              <a:t>정답과 해설</a:t>
            </a:r>
            <a:endParaRPr sz="3000" b="1">
              <a:solidFill>
                <a:srgbClr val="151515"/>
              </a:solidFill>
              <a:latin typeface="Malgun Gothic" panose="020B0503020000020004" pitchFamily="50" charset="-127"/>
              <a:ea typeface="Malgun Gothic"/>
              <a:cs typeface="Malgun Gothic"/>
            </a:endParaRPr>
          </a:p>
        </p:txBody>
      </p:sp>
      <p:sp>
        <p:nvSpPr>
          <p:cNvPr id="4" name="직사각형 3">
            <a:extLst>
              <a:ext uri="{FF2B5EF4-FFF2-40B4-BE49-F238E27FC236}">
                <a16:creationId xmlns:a16="http://schemas.microsoft.com/office/drawing/2014/main" id="{D1E2E4BC-7EBA-4A6A-829E-69F946382D99}"/>
              </a:ext>
            </a:extLst>
          </p:cNvPr>
          <p:cNvSpPr>
            <a:spLocks noGrp="1"/>
          </p:cNvSpPr>
          <p:nvPr/>
        </p:nvSpPr>
        <p:spPr>
          <a:xfrm>
            <a:off x="609600" y="1381125"/>
            <a:ext cx="10972800" cy="19050"/>
          </a:xfrm>
          <a:prstGeom prst="rect">
            <a:avLst/>
          </a:prstGeom>
          <a:solidFill>
            <a:srgbClr val="151515"/>
          </a:solidFill>
          <a:ln w="0">
            <a:noFill/>
          </a:ln>
        </p:spPr>
        <p:txBody>
          <a:bodyPr/>
          <a:lstStyle/>
          <a:p>
            <a:endParaRPr lang="ko-KR" altLang="en-US"/>
          </a:p>
        </p:txBody>
      </p:sp>
      <p:sp>
        <p:nvSpPr>
          <p:cNvPr id="5" name="직사각형 4">
            <a:extLst>
              <a:ext uri="{FF2B5EF4-FFF2-40B4-BE49-F238E27FC236}">
                <a16:creationId xmlns:a16="http://schemas.microsoft.com/office/drawing/2014/main" id="{9A1BC019-8B85-45FB-871B-3F895BA54D6B}"/>
              </a:ext>
            </a:extLst>
          </p:cNvPr>
          <p:cNvSpPr>
            <a:spLocks noGrp="1"/>
          </p:cNvSpPr>
          <p:nvPr/>
        </p:nvSpPr>
        <p:spPr>
          <a:xfrm>
            <a:off x="609600" y="1695450"/>
            <a:ext cx="10972800" cy="3333750"/>
          </a:xfrm>
          <a:prstGeom prst="rect">
            <a:avLst/>
          </a:prstGeom>
          <a:noFill/>
          <a:ln w="0">
            <a:noFill/>
          </a:ln>
        </p:spPr>
        <p:txBody>
          <a:bodyPr/>
          <a:lstStyle>
            <a:defPPr>
              <a:defRPr sz="1800" b="0">
                <a:solidFill>
                  <a:srgbClr val="151515"/>
                </a:solidFill>
                <a:latin typeface="Malgun Gothic"/>
                <a:ea typeface="Malgun Gothic"/>
                <a:cs typeface="Malgun Gothic"/>
              </a:defRPr>
            </a:defPPr>
          </a:lstStyle>
          <a:p>
            <a:pPr>
              <a:defRPr sz="1800" b="0">
                <a:solidFill>
                  <a:srgbClr val="151515"/>
                </a:solidFill>
                <a:latin typeface="Malgun Gothic"/>
                <a:ea typeface="Malgun Gothic"/>
                <a:cs typeface="Malgun Gothic"/>
              </a:defRPr>
            </a:pPr>
            <a:r>
              <a:rPr lang="ko-KR" altLang="en-US" sz="1800" b="0">
                <a:solidFill>
                  <a:srgbClr val="151515"/>
                </a:solidFill>
                <a:latin typeface="Malgun Gothic" panose="020B0503020000020004" pitchFamily="50" charset="-127"/>
                <a:ea typeface="Malgun Gothic"/>
                <a:cs typeface="Malgun Gothic"/>
              </a:rPr>
              <a:t>가운데 값 </a:t>
            </a:r>
            <a:r>
              <a:rPr lang="en-US" altLang="ko-KR" sz="1800" b="0">
                <a:solidFill>
                  <a:srgbClr val="151515"/>
                </a:solidFill>
                <a:latin typeface="Malgun Gothic" panose="020B0503020000020004" pitchFamily="50" charset="-127"/>
                <a:ea typeface="Malgun Gothic"/>
                <a:cs typeface="Malgun Gothic"/>
              </a:rPr>
              <a:t>6</a:t>
            </a:r>
            <a:r>
              <a:rPr lang="ko-KR" altLang="en-US" sz="1800" b="0">
                <a:solidFill>
                  <a:srgbClr val="151515"/>
                </a:solidFill>
                <a:latin typeface="Malgun Gothic" panose="020B0503020000020004" pitchFamily="50" charset="-127"/>
                <a:ea typeface="Malgun Gothic"/>
                <a:cs typeface="Malgun Gothic"/>
              </a:rPr>
              <a:t>을 끝으로 옮긴다</a:t>
            </a:r>
            <a:r>
              <a:rPr lang="en-US" altLang="ko-KR" sz="1800" b="0">
                <a:solidFill>
                  <a:srgbClr val="151515"/>
                </a:solidFill>
                <a:latin typeface="Malgun Gothic" panose="020B0503020000020004" pitchFamily="50" charset="-127"/>
                <a:ea typeface="Malgun Gothic"/>
                <a:cs typeface="Malgun Gothic"/>
              </a:rPr>
              <a:t>: [8,4,1,3,7,6]</a:t>
            </a:r>
          </a:p>
          <a:p>
            <a:pPr>
              <a:defRPr sz="1800" b="0">
                <a:solidFill>
                  <a:srgbClr val="151515"/>
                </a:solidFill>
                <a:latin typeface="Malgun Gothic"/>
                <a:ea typeface="Malgun Gothic"/>
                <a:cs typeface="Malgun Gothic"/>
              </a:defRPr>
            </a:pPr>
            <a:r>
              <a:rPr lang="en-US" altLang="ko-KR" sz="1800" b="0">
                <a:solidFill>
                  <a:srgbClr val="151515"/>
                </a:solidFill>
                <a:latin typeface="Malgun Gothic" panose="020B0503020000020004" pitchFamily="50" charset="-127"/>
                <a:ea typeface="Malgun Gothic"/>
                <a:cs typeface="Malgun Gothic"/>
              </a:rPr>
              <a:t>L=0</a:t>
            </a:r>
            <a:r>
              <a:rPr lang="ko-KR" altLang="en-US" sz="1800" b="0">
                <a:solidFill>
                  <a:srgbClr val="151515"/>
                </a:solidFill>
                <a:latin typeface="Malgun Gothic" panose="020B0503020000020004" pitchFamily="50" charset="-127"/>
                <a:ea typeface="Malgun Gothic"/>
                <a:cs typeface="Malgun Gothic"/>
              </a:rPr>
              <a:t>의 </a:t>
            </a:r>
            <a:r>
              <a:rPr lang="en-US" altLang="ko-KR" sz="1800" b="0">
                <a:solidFill>
                  <a:srgbClr val="151515"/>
                </a:solidFill>
                <a:latin typeface="Malgun Gothic" panose="020B0503020000020004" pitchFamily="50" charset="-127"/>
                <a:ea typeface="Malgun Gothic"/>
                <a:cs typeface="Malgun Gothic"/>
              </a:rPr>
              <a:t>8</a:t>
            </a:r>
            <a:r>
              <a:rPr lang="ko-KR" altLang="en-US" sz="1800" b="0">
                <a:solidFill>
                  <a:srgbClr val="151515"/>
                </a:solidFill>
                <a:latin typeface="Malgun Gothic" panose="020B0503020000020004" pitchFamily="50" charset="-127"/>
                <a:ea typeface="Malgun Gothic"/>
                <a:cs typeface="Malgun Gothic"/>
              </a:rPr>
              <a:t>과 </a:t>
            </a:r>
            <a:r>
              <a:rPr lang="en-US" altLang="ko-KR" sz="1800" b="0">
                <a:solidFill>
                  <a:srgbClr val="151515"/>
                </a:solidFill>
                <a:latin typeface="Malgun Gothic" panose="020B0503020000020004" pitchFamily="50" charset="-127"/>
                <a:ea typeface="Malgun Gothic"/>
                <a:cs typeface="Malgun Gothic"/>
              </a:rPr>
              <a:t>R=3</a:t>
            </a:r>
            <a:r>
              <a:rPr lang="ko-KR" altLang="en-US" sz="1800" b="0">
                <a:solidFill>
                  <a:srgbClr val="151515"/>
                </a:solidFill>
                <a:latin typeface="Malgun Gothic" panose="020B0503020000020004" pitchFamily="50" charset="-127"/>
                <a:ea typeface="Malgun Gothic"/>
                <a:cs typeface="Malgun Gothic"/>
              </a:rPr>
              <a:t>의 </a:t>
            </a:r>
            <a:r>
              <a:rPr lang="en-US" altLang="ko-KR" sz="1800" b="0">
                <a:solidFill>
                  <a:srgbClr val="151515"/>
                </a:solidFill>
                <a:latin typeface="Malgun Gothic" panose="020B0503020000020004" pitchFamily="50" charset="-127"/>
                <a:ea typeface="Malgun Gothic"/>
                <a:cs typeface="Malgun Gothic"/>
              </a:rPr>
              <a:t>3</a:t>
            </a:r>
            <a:r>
              <a:rPr lang="ko-KR" altLang="en-US" sz="1800" b="0">
                <a:solidFill>
                  <a:srgbClr val="151515"/>
                </a:solidFill>
                <a:latin typeface="Malgun Gothic" panose="020B0503020000020004" pitchFamily="50" charset="-127"/>
                <a:ea typeface="Malgun Gothic"/>
                <a:cs typeface="Malgun Gothic"/>
              </a:rPr>
              <a:t>을 교환한다</a:t>
            </a:r>
            <a:r>
              <a:rPr lang="en-US" altLang="ko-KR" sz="1800" b="0">
                <a:solidFill>
                  <a:srgbClr val="151515"/>
                </a:solidFill>
                <a:latin typeface="Malgun Gothic" panose="020B0503020000020004" pitchFamily="50" charset="-127"/>
                <a:ea typeface="Malgun Gothic"/>
                <a:cs typeface="Malgun Gothic"/>
              </a:rPr>
              <a:t>: [3,4,1,8,7,6]</a:t>
            </a:r>
          </a:p>
          <a:p>
            <a:pPr>
              <a:defRPr sz="1800" b="0">
                <a:solidFill>
                  <a:srgbClr val="151515"/>
                </a:solidFill>
                <a:latin typeface="Malgun Gothic"/>
                <a:ea typeface="Malgun Gothic"/>
                <a:cs typeface="Malgun Gothic"/>
              </a:defRPr>
            </a:pPr>
            <a:r>
              <a:rPr lang="en-US" altLang="ko-KR" sz="1800" b="0">
                <a:solidFill>
                  <a:srgbClr val="151515"/>
                </a:solidFill>
                <a:latin typeface="Malgun Gothic" panose="020B0503020000020004" pitchFamily="50" charset="-127"/>
                <a:ea typeface="Malgun Gothic"/>
                <a:cs typeface="Malgun Gothic"/>
              </a:rPr>
              <a:t>L=3, R=2</a:t>
            </a:r>
            <a:r>
              <a:rPr lang="ko-KR" altLang="en-US" sz="1800" b="0">
                <a:solidFill>
                  <a:srgbClr val="151515"/>
                </a:solidFill>
                <a:latin typeface="Malgun Gothic" panose="020B0503020000020004" pitchFamily="50" charset="-127"/>
                <a:ea typeface="Malgun Gothic"/>
                <a:cs typeface="Malgun Gothic"/>
              </a:rPr>
              <a:t>로 교차하면 </a:t>
            </a:r>
            <a:r>
              <a:rPr lang="en-US" altLang="ko-KR" sz="1800" b="0">
                <a:solidFill>
                  <a:srgbClr val="151515"/>
                </a:solidFill>
                <a:latin typeface="Malgun Gothic" panose="020B0503020000020004" pitchFamily="50" charset="-127"/>
                <a:ea typeface="Malgun Gothic"/>
                <a:cs typeface="Malgun Gothic"/>
              </a:rPr>
              <a:t>8</a:t>
            </a:r>
            <a:r>
              <a:rPr lang="ko-KR" altLang="en-US" sz="1800" b="0">
                <a:solidFill>
                  <a:srgbClr val="151515"/>
                </a:solidFill>
                <a:latin typeface="Malgun Gothic" panose="020B0503020000020004" pitchFamily="50" charset="-127"/>
                <a:ea typeface="Malgun Gothic"/>
                <a:cs typeface="Malgun Gothic"/>
              </a:rPr>
              <a:t>과 피벗 </a:t>
            </a:r>
            <a:r>
              <a:rPr lang="en-US" altLang="ko-KR" sz="1800" b="0">
                <a:solidFill>
                  <a:srgbClr val="151515"/>
                </a:solidFill>
                <a:latin typeface="Malgun Gothic" panose="020B0503020000020004" pitchFamily="50" charset="-127"/>
                <a:ea typeface="Malgun Gothic"/>
                <a:cs typeface="Malgun Gothic"/>
              </a:rPr>
              <a:t>6</a:t>
            </a:r>
            <a:r>
              <a:rPr lang="ko-KR" altLang="en-US" sz="1800" b="0">
                <a:solidFill>
                  <a:srgbClr val="151515"/>
                </a:solidFill>
                <a:latin typeface="Malgun Gothic" panose="020B0503020000020004" pitchFamily="50" charset="-127"/>
                <a:ea typeface="Malgun Gothic"/>
                <a:cs typeface="Malgun Gothic"/>
              </a:rPr>
              <a:t>을 교환한다</a:t>
            </a:r>
            <a:r>
              <a:rPr lang="en-US" altLang="ko-KR" sz="1800" b="0">
                <a:solidFill>
                  <a:srgbClr val="151515"/>
                </a:solidFill>
                <a:latin typeface="Malgun Gothic" panose="020B0503020000020004" pitchFamily="50" charset="-127"/>
                <a:ea typeface="Malgun Gothic"/>
                <a:cs typeface="Malgun Gothic"/>
              </a:rPr>
              <a:t>.</a:t>
            </a:r>
          </a:p>
          <a:p>
            <a:pPr>
              <a:defRPr sz="1800" b="0">
                <a:solidFill>
                  <a:srgbClr val="151515"/>
                </a:solidFill>
                <a:latin typeface="Malgun Gothic"/>
                <a:ea typeface="Malgun Gothic"/>
                <a:cs typeface="Malgun Gothic"/>
              </a:defRPr>
            </a:pPr>
            <a:r>
              <a:rPr lang="ko-KR" altLang="en-US" sz="1800" b="0">
                <a:solidFill>
                  <a:srgbClr val="151515"/>
                </a:solidFill>
                <a:latin typeface="Malgun Gothic" panose="020B0503020000020004" pitchFamily="50" charset="-127"/>
                <a:ea typeface="Malgun Gothic"/>
                <a:cs typeface="Malgun Gothic"/>
              </a:rPr>
              <a:t>반환값은 </a:t>
            </a:r>
            <a:r>
              <a:rPr lang="en-US" altLang="ko-KR" sz="1800" b="0">
                <a:solidFill>
                  <a:srgbClr val="151515"/>
                </a:solidFill>
                <a:latin typeface="Malgun Gothic" panose="020B0503020000020004" pitchFamily="50" charset="-127"/>
                <a:ea typeface="Malgun Gothic"/>
                <a:cs typeface="Malgun Gothic"/>
              </a:rPr>
              <a:t>3, </a:t>
            </a:r>
            <a:r>
              <a:rPr lang="ko-KR" altLang="en-US" sz="1800" b="0">
                <a:solidFill>
                  <a:srgbClr val="151515"/>
                </a:solidFill>
                <a:latin typeface="Malgun Gothic" panose="020B0503020000020004" pitchFamily="50" charset="-127"/>
                <a:ea typeface="Malgun Gothic"/>
                <a:cs typeface="Malgun Gothic"/>
              </a:rPr>
              <a:t>분할 후 배열은 </a:t>
            </a:r>
            <a:r>
              <a:rPr lang="en-US" altLang="ko-KR" sz="1800" b="0">
                <a:solidFill>
                  <a:srgbClr val="151515"/>
                </a:solidFill>
                <a:latin typeface="Malgun Gothic" panose="020B0503020000020004" pitchFamily="50" charset="-127"/>
                <a:ea typeface="Malgun Gothic"/>
                <a:cs typeface="Malgun Gothic"/>
              </a:rPr>
              <a:t>[3,4,1,6,7,8]</a:t>
            </a:r>
            <a:r>
              <a:rPr lang="ko-KR" altLang="en-US" sz="1800" b="0">
                <a:solidFill>
                  <a:srgbClr val="151515"/>
                </a:solidFill>
                <a:latin typeface="Malgun Gothic" panose="020B0503020000020004" pitchFamily="50" charset="-127"/>
                <a:ea typeface="Malgun Gothic"/>
                <a:cs typeface="Malgun Gothic"/>
              </a:rPr>
              <a:t>이다</a:t>
            </a:r>
            <a:r>
              <a:rPr lang="en-US" altLang="ko-KR" sz="1800" b="0">
                <a:solidFill>
                  <a:srgbClr val="151515"/>
                </a:solidFill>
                <a:latin typeface="Malgun Gothic" panose="020B0503020000020004" pitchFamily="50" charset="-127"/>
                <a:ea typeface="Malgun Gothic"/>
                <a:cs typeface="Malgun Gothic"/>
              </a:rPr>
              <a:t>.</a:t>
            </a:r>
          </a:p>
          <a:p>
            <a:pPr>
              <a:defRPr sz="1800" b="0">
                <a:solidFill>
                  <a:srgbClr val="151515"/>
                </a:solidFill>
                <a:latin typeface="Malgun Gothic"/>
                <a:ea typeface="Malgun Gothic"/>
                <a:cs typeface="Malgun Gothic"/>
              </a:defRPr>
            </a:pPr>
            <a:r>
              <a:rPr lang="ko-KR" altLang="en-US" sz="1800" b="0">
                <a:solidFill>
                  <a:srgbClr val="151515"/>
                </a:solidFill>
                <a:latin typeface="Malgun Gothic" panose="020B0503020000020004" pitchFamily="50" charset="-127"/>
                <a:ea typeface="Malgun Gothic"/>
                <a:cs typeface="Malgun Gothic"/>
              </a:rPr>
              <a:t>원소가 하나이면 그 인덱스를 반환하고 배열은 그대로다</a:t>
            </a:r>
            <a:r>
              <a:rPr lang="en-US" altLang="ko-KR" sz="1800" b="0">
                <a:solidFill>
                  <a:srgbClr val="151515"/>
                </a:solidFill>
                <a:latin typeface="Malgun Gothic" panose="020B0503020000020004" pitchFamily="50" charset="-127"/>
                <a:ea typeface="Malgun Gothic"/>
                <a:cs typeface="Malgun Gothic"/>
              </a:rPr>
              <a:t>.</a:t>
            </a:r>
            <a:endParaRPr sz="1800" b="0">
              <a:solidFill>
                <a:srgbClr val="151515"/>
              </a:solidFill>
              <a:latin typeface="Malgun Gothic" panose="020B0503020000020004" pitchFamily="50" charset="-127"/>
              <a:ea typeface="Malgun Gothic"/>
              <a:cs typeface="Malgun Gothic"/>
            </a:endParaRPr>
          </a:p>
        </p:txBody>
      </p:sp>
      <p:sp>
        <p:nvSpPr>
          <p:cNvPr id="6" name="직사각형 5">
            <a:extLst>
              <a:ext uri="{FF2B5EF4-FFF2-40B4-BE49-F238E27FC236}">
                <a16:creationId xmlns:a16="http://schemas.microsoft.com/office/drawing/2014/main" id="{7018E6C2-4032-4810-ACEE-6DD5E019D7D4}"/>
              </a:ext>
            </a:extLst>
          </p:cNvPr>
          <p:cNvSpPr>
            <a:spLocks noGrp="1"/>
          </p:cNvSpPr>
          <p:nvPr/>
        </p:nvSpPr>
        <p:spPr>
          <a:xfrm>
            <a:off x="609600" y="6600825"/>
            <a:ext cx="9906000" cy="190500"/>
          </a:xfrm>
          <a:prstGeom prst="rect">
            <a:avLst/>
          </a:prstGeom>
          <a:noFill/>
          <a:ln w="0">
            <a:noFill/>
          </a:ln>
        </p:spPr>
        <p:txBody>
          <a:bodyPr/>
          <a:lstStyle>
            <a:defPPr>
              <a:defRPr sz="825" b="0">
                <a:solidFill>
                  <a:srgbClr val="151515"/>
                </a:solidFill>
                <a:latin typeface="Malgun Gothic"/>
                <a:ea typeface="Malgun Gothic"/>
                <a:cs typeface="Malgun Gothic"/>
              </a:defRPr>
            </a:defPPr>
          </a:lstStyle>
          <a:p>
            <a:pPr>
              <a:defRPr sz="825" b="0">
                <a:solidFill>
                  <a:srgbClr val="151515"/>
                </a:solidFill>
                <a:latin typeface="Malgun Gothic"/>
                <a:ea typeface="Malgun Gothic"/>
                <a:cs typeface="Malgun Gothic"/>
              </a:defRPr>
            </a:pPr>
            <a:r>
              <a:rPr lang="en-US" sz="825" b="0">
                <a:solidFill>
                  <a:srgbClr val="151515"/>
                </a:solidFill>
                <a:latin typeface="Consolas" panose="020B0609020204030204" pitchFamily="49" charset="0"/>
                <a:ea typeface="Malgun Gothic"/>
                <a:cs typeface="Malgun Gothic"/>
              </a:rPr>
              <a:t>04 / DIVIDE AND CONQUER · EXERCISES</a:t>
            </a:r>
            <a:endParaRPr sz="825" b="0">
              <a:solidFill>
                <a:srgbClr val="151515"/>
              </a:solidFill>
              <a:latin typeface="Consolas" panose="020B0609020204030204" pitchFamily="49" charset="0"/>
              <a:ea typeface="Malgun Gothic"/>
              <a:cs typeface="Malgun Gothic"/>
            </a:endParaRPr>
          </a:p>
        </p:txBody>
      </p:sp>
      <p:sp>
        <p:nvSpPr>
          <p:cNvPr id="7" name="직사각형 6">
            <a:extLst>
              <a:ext uri="{FF2B5EF4-FFF2-40B4-BE49-F238E27FC236}">
                <a16:creationId xmlns:a16="http://schemas.microsoft.com/office/drawing/2014/main" id="{045D831A-6804-41A5-919F-5D15E7968838}"/>
              </a:ext>
            </a:extLst>
          </p:cNvPr>
          <p:cNvSpPr>
            <a:spLocks noGrp="1"/>
          </p:cNvSpPr>
          <p:nvPr/>
        </p:nvSpPr>
        <p:spPr>
          <a:xfrm>
            <a:off x="11049000" y="6562725"/>
            <a:ext cx="533400" cy="238125"/>
          </a:xfrm>
          <a:prstGeom prst="rect">
            <a:avLst/>
          </a:prstGeom>
          <a:noFill/>
          <a:ln w="0">
            <a:noFill/>
          </a:ln>
        </p:spPr>
        <p:txBody>
          <a:bodyPr/>
          <a:lstStyle>
            <a:defPPr>
              <a:defRPr sz="1050" b="0">
                <a:solidFill>
                  <a:srgbClr val="151515"/>
                </a:solidFill>
                <a:latin typeface="Malgun Gothic"/>
                <a:ea typeface="Malgun Gothic"/>
                <a:cs typeface="Malgun Gothic"/>
              </a:defRPr>
            </a:defPPr>
          </a:lstStyle>
          <a:p>
            <a:pPr>
              <a:defRPr sz="1050" b="0">
                <a:solidFill>
                  <a:srgbClr val="151515"/>
                </a:solidFill>
                <a:latin typeface="Malgun Gothic"/>
                <a:ea typeface="Malgun Gothic"/>
                <a:cs typeface="Malgun Gothic"/>
              </a:defRPr>
            </a:pPr>
            <a:r>
              <a:rPr lang="en-US" altLang="ko-KR" sz="1050" b="0">
                <a:solidFill>
                  <a:srgbClr val="151515"/>
                </a:solidFill>
                <a:latin typeface="Consolas" panose="020B0609020204030204" pitchFamily="49" charset="0"/>
                <a:ea typeface="Malgun Gothic"/>
                <a:cs typeface="Malgun Gothic"/>
              </a:rPr>
              <a:t>206</a:t>
            </a:r>
            <a:endParaRPr sz="1050" b="0">
              <a:solidFill>
                <a:srgbClr val="151515"/>
              </a:solidFill>
              <a:latin typeface="Consolas" panose="020B0609020204030204" pitchFamily="49" charset="0"/>
              <a:ea typeface="Malgun Gothic"/>
              <a:cs typeface="Malgun Gothic"/>
            </a:endParaRPr>
          </a:p>
        </p:txBody>
      </p:sp>
    </p:spTree>
    <p:extLst>
      <p:ext uri="{BB962C8B-B14F-4D97-AF65-F5344CB8AC3E}">
        <p14:creationId xmlns:p14="http://schemas.microsoft.com/office/powerpoint/2010/main" val="1280639059"/>
      </p:ext>
    </p:extLst>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 name="직사각형 39">
            <a:extLst>
              <a:ext uri="{FF2B5EF4-FFF2-40B4-BE49-F238E27FC236}">
                <a16:creationId xmlns:a16="http://schemas.microsoft.com/office/drawing/2014/main" id="{C7B2515E-3CCB-413A-B2F9-2D44742A3B94}"/>
              </a:ext>
            </a:extLst>
          </p:cNvPr>
          <p:cNvSpPr>
            <a:spLocks noGrp="1"/>
          </p:cNvSpPr>
          <p:nvPr/>
        </p:nvSpPr>
        <p:spPr>
          <a:xfrm>
            <a:off x="609600" y="266700"/>
            <a:ext cx="8096250" cy="247650"/>
          </a:xfrm>
          <a:prstGeom prst="rect">
            <a:avLst/>
          </a:prstGeom>
          <a:noFill/>
          <a:ln w="0">
            <a:noFill/>
          </a:ln>
        </p:spPr>
        <p:txBody>
          <a:bodyPr/>
          <a:lstStyle>
            <a:defPPr>
              <a:defRPr sz="1050" b="0">
                <a:solidFill>
                  <a:srgbClr val="151515"/>
                </a:solidFill>
                <a:latin typeface="Malgun Gothic"/>
                <a:ea typeface="Malgun Gothic"/>
                <a:cs typeface="Malgun Gothic"/>
              </a:defRPr>
            </a:defPPr>
          </a:lstStyle>
          <a:p>
            <a:pPr>
              <a:defRPr sz="1050" b="0">
                <a:solidFill>
                  <a:srgbClr val="151515"/>
                </a:solidFill>
                <a:latin typeface="Malgun Gothic"/>
                <a:ea typeface="Malgun Gothic"/>
                <a:cs typeface="Malgun Gothic"/>
              </a:defRPr>
            </a:pPr>
            <a:r>
              <a:rPr lang="en-US" altLang="ko-KR" sz="1050" b="0">
                <a:solidFill>
                  <a:srgbClr val="151515"/>
                </a:solidFill>
                <a:latin typeface="Malgun Gothic" panose="020B0503020000020004" pitchFamily="50" charset="-127"/>
                <a:ea typeface="Malgun Gothic"/>
                <a:cs typeface="Malgun Gothic"/>
              </a:rPr>
              <a:t>4</a:t>
            </a:r>
            <a:r>
              <a:rPr lang="ko-KR" altLang="en-US" sz="1050" b="0">
                <a:solidFill>
                  <a:srgbClr val="151515"/>
                </a:solidFill>
                <a:latin typeface="Malgun Gothic" panose="020B0503020000020004" pitchFamily="50" charset="-127"/>
                <a:ea typeface="Malgun Gothic"/>
                <a:cs typeface="Malgun Gothic"/>
              </a:rPr>
              <a:t>장 분할 정복  </a:t>
            </a:r>
            <a:r>
              <a:rPr lang="en-US" altLang="ko-KR" sz="1050" b="0">
                <a:solidFill>
                  <a:srgbClr val="151515"/>
                </a:solidFill>
                <a:latin typeface="Malgun Gothic" panose="020B0503020000020004" pitchFamily="50" charset="-127"/>
                <a:ea typeface="Malgun Gothic"/>
                <a:cs typeface="Malgun Gothic"/>
              </a:rPr>
              <a:t>/  Python/C </a:t>
            </a:r>
            <a:r>
              <a:rPr lang="ko-KR" altLang="en-US" sz="1050" b="0">
                <a:solidFill>
                  <a:srgbClr val="151515"/>
                </a:solidFill>
                <a:latin typeface="Malgun Gothic" panose="020B0503020000020004" pitchFamily="50" charset="-127"/>
                <a:ea typeface="Malgun Gothic"/>
                <a:cs typeface="Malgun Gothic"/>
              </a:rPr>
              <a:t>구현</a:t>
            </a:r>
            <a:endParaRPr sz="1050" b="0">
              <a:solidFill>
                <a:srgbClr val="151515"/>
              </a:solidFill>
              <a:latin typeface="Malgun Gothic" panose="020B0503020000020004" pitchFamily="50" charset="-127"/>
              <a:ea typeface="Malgun Gothic"/>
              <a:cs typeface="Malgun Gothic"/>
            </a:endParaRPr>
          </a:p>
        </p:txBody>
      </p:sp>
      <p:sp>
        <p:nvSpPr>
          <p:cNvPr id="2" name="직사각형 1">
            <a:extLst>
              <a:ext uri="{FF2B5EF4-FFF2-40B4-BE49-F238E27FC236}">
                <a16:creationId xmlns:a16="http://schemas.microsoft.com/office/drawing/2014/main" id="{D41698FD-E036-4E4D-9A66-0872CCC9D3BF}"/>
              </a:ext>
            </a:extLst>
          </p:cNvPr>
          <p:cNvSpPr>
            <a:spLocks noGrp="1"/>
          </p:cNvSpPr>
          <p:nvPr/>
        </p:nvSpPr>
        <p:spPr>
          <a:xfrm>
            <a:off x="10287000" y="266700"/>
            <a:ext cx="1295400" cy="238125"/>
          </a:xfrm>
          <a:prstGeom prst="rect">
            <a:avLst/>
          </a:prstGeom>
          <a:noFill/>
          <a:ln w="0">
            <a:noFill/>
          </a:ln>
        </p:spPr>
        <p:txBody>
          <a:bodyPr/>
          <a:lstStyle>
            <a:defPPr>
              <a:defRPr sz="900" b="0">
                <a:solidFill>
                  <a:srgbClr val="151515"/>
                </a:solidFill>
                <a:latin typeface="Malgun Gothic"/>
                <a:ea typeface="Malgun Gothic"/>
                <a:cs typeface="Malgun Gothic"/>
              </a:defRPr>
            </a:defPPr>
          </a:lstStyle>
          <a:p>
            <a:pPr>
              <a:defRPr sz="900" b="0">
                <a:solidFill>
                  <a:srgbClr val="151515"/>
                </a:solidFill>
                <a:latin typeface="Malgun Gothic"/>
                <a:ea typeface="Malgun Gothic"/>
                <a:cs typeface="Malgun Gothic"/>
              </a:defRPr>
            </a:pPr>
            <a:r>
              <a:rPr lang="en-US" sz="900" b="0">
                <a:solidFill>
                  <a:srgbClr val="151515"/>
                </a:solidFill>
                <a:latin typeface="Malgun Gothic" panose="020B0503020000020004" pitchFamily="50" charset="-127"/>
                <a:ea typeface="Malgun Gothic"/>
                <a:cs typeface="Malgun Gothic"/>
              </a:rPr>
              <a:t>ALGORITHMS</a:t>
            </a:r>
            <a:endParaRPr sz="900" b="0">
              <a:solidFill>
                <a:srgbClr val="151515"/>
              </a:solidFill>
              <a:latin typeface="Malgun Gothic" panose="020B0503020000020004" pitchFamily="50" charset="-127"/>
              <a:ea typeface="Malgun Gothic"/>
              <a:cs typeface="Malgun Gothic"/>
            </a:endParaRPr>
          </a:p>
        </p:txBody>
      </p:sp>
      <p:sp>
        <p:nvSpPr>
          <p:cNvPr id="3" name="직사각형 2">
            <a:extLst>
              <a:ext uri="{FF2B5EF4-FFF2-40B4-BE49-F238E27FC236}">
                <a16:creationId xmlns:a16="http://schemas.microsoft.com/office/drawing/2014/main" id="{5358FA17-3BFC-46C4-A829-D6B0BFF7435E}"/>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latin typeface="Malgun Gothic"/>
                <a:ea typeface="Malgun Gothic"/>
                <a:cs typeface="Malgun Gothic"/>
              </a:defRPr>
            </a:defPPr>
          </a:lstStyle>
          <a:p>
            <a:pPr>
              <a:defRPr sz="3000" b="1">
                <a:solidFill>
                  <a:srgbClr val="151515"/>
                </a:solidFill>
                <a:latin typeface="Malgun Gothic"/>
                <a:ea typeface="Malgun Gothic"/>
                <a:cs typeface="Malgun Gothic"/>
              </a:defRPr>
            </a:pPr>
            <a:r>
              <a:rPr lang="ko-KR" altLang="en-US" sz="3000" b="1">
                <a:solidFill>
                  <a:srgbClr val="151515"/>
                </a:solidFill>
                <a:latin typeface="Malgun Gothic" panose="020B0503020000020004" pitchFamily="50" charset="-127"/>
                <a:ea typeface="Malgun Gothic"/>
                <a:cs typeface="Malgun Gothic"/>
              </a:rPr>
              <a:t>문제 </a:t>
            </a:r>
            <a:r>
              <a:rPr lang="en-US" altLang="ko-KR" sz="3000" b="1">
                <a:solidFill>
                  <a:srgbClr val="151515"/>
                </a:solidFill>
                <a:latin typeface="Malgun Gothic" panose="020B0503020000020004" pitchFamily="50" charset="-127"/>
                <a:ea typeface="Malgun Gothic"/>
                <a:cs typeface="Malgun Gothic"/>
              </a:rPr>
              <a:t>97  </a:t>
            </a:r>
            <a:r>
              <a:rPr lang="en-US" sz="3000" b="1">
                <a:solidFill>
                  <a:srgbClr val="151515"/>
                </a:solidFill>
                <a:latin typeface="Malgun Gothic" panose="020B0503020000020004" pitchFamily="50" charset="-127"/>
                <a:ea typeface="Malgun Gothic"/>
                <a:cs typeface="Malgun Gothic"/>
              </a:rPr>
              <a:t>Python </a:t>
            </a:r>
            <a:r>
              <a:rPr lang="ko-KR" altLang="en-US" sz="3000" b="1">
                <a:solidFill>
                  <a:srgbClr val="151515"/>
                </a:solidFill>
                <a:latin typeface="Malgun Gothic" panose="020B0503020000020004" pitchFamily="50" charset="-127"/>
                <a:ea typeface="Malgun Gothic"/>
                <a:cs typeface="Malgun Gothic"/>
              </a:rPr>
              <a:t>구현</a:t>
            </a:r>
            <a:endParaRPr sz="3000" b="1">
              <a:solidFill>
                <a:srgbClr val="151515"/>
              </a:solidFill>
              <a:latin typeface="Malgun Gothic" panose="020B0503020000020004" pitchFamily="50" charset="-127"/>
              <a:ea typeface="Malgun Gothic"/>
              <a:cs typeface="Malgun Gothic"/>
            </a:endParaRPr>
          </a:p>
        </p:txBody>
      </p:sp>
      <p:sp>
        <p:nvSpPr>
          <p:cNvPr id="4" name="직사각형 3">
            <a:extLst>
              <a:ext uri="{FF2B5EF4-FFF2-40B4-BE49-F238E27FC236}">
                <a16:creationId xmlns:a16="http://schemas.microsoft.com/office/drawing/2014/main" id="{A0D0AB10-2807-44D4-A8A4-ED4D2486B073}"/>
              </a:ext>
            </a:extLst>
          </p:cNvPr>
          <p:cNvSpPr>
            <a:spLocks noGrp="1"/>
          </p:cNvSpPr>
          <p:nvPr/>
        </p:nvSpPr>
        <p:spPr>
          <a:xfrm>
            <a:off x="609600" y="1381125"/>
            <a:ext cx="10972800" cy="19050"/>
          </a:xfrm>
          <a:prstGeom prst="rect">
            <a:avLst/>
          </a:prstGeom>
          <a:solidFill>
            <a:srgbClr val="151515"/>
          </a:solidFill>
          <a:ln w="0">
            <a:noFill/>
          </a:ln>
        </p:spPr>
        <p:txBody>
          <a:bodyPr/>
          <a:lstStyle/>
          <a:p>
            <a:endParaRPr lang="ko-KR" altLang="en-US"/>
          </a:p>
        </p:txBody>
      </p:sp>
      <p:sp>
        <p:nvSpPr>
          <p:cNvPr id="5" name="직사각형 4">
            <a:extLst>
              <a:ext uri="{FF2B5EF4-FFF2-40B4-BE49-F238E27FC236}">
                <a16:creationId xmlns:a16="http://schemas.microsoft.com/office/drawing/2014/main" id="{44426D07-D8CE-4677-8E57-5D280091F68B}"/>
              </a:ext>
            </a:extLst>
          </p:cNvPr>
          <p:cNvSpPr>
            <a:spLocks noGrp="1"/>
          </p:cNvSpPr>
          <p:nvPr/>
        </p:nvSpPr>
        <p:spPr>
          <a:xfrm>
            <a:off x="609600" y="1552575"/>
            <a:ext cx="10972800" cy="266700"/>
          </a:xfrm>
          <a:prstGeom prst="rect">
            <a:avLst/>
          </a:prstGeom>
          <a:noFill/>
          <a:ln w="0">
            <a:noFill/>
          </a:ln>
        </p:spPr>
        <p:txBody>
          <a:bodyPr/>
          <a:lstStyle>
            <a:defPPr>
              <a:defRPr sz="1500" b="0">
                <a:solidFill>
                  <a:srgbClr val="5B5B5B"/>
                </a:solidFill>
                <a:latin typeface="Malgun Gothic"/>
                <a:ea typeface="Malgun Gothic"/>
                <a:cs typeface="Malgun Gothic"/>
              </a:defRPr>
            </a:defPPr>
          </a:lstStyle>
          <a:p>
            <a:pPr>
              <a:defRPr sz="1500" b="0">
                <a:solidFill>
                  <a:srgbClr val="5B5B5B"/>
                </a:solidFill>
                <a:latin typeface="Malgun Gothic"/>
                <a:ea typeface="Malgun Gothic"/>
                <a:cs typeface="Malgun Gothic"/>
              </a:defRPr>
            </a:pPr>
            <a:r>
              <a:rPr lang="ko-KR" altLang="en-US" sz="1500" b="0">
                <a:solidFill>
                  <a:srgbClr val="5B5B5B"/>
                </a:solidFill>
                <a:latin typeface="Malgun Gothic" panose="020B0503020000020004" pitchFamily="50" charset="-127"/>
                <a:ea typeface="Malgun Gothic"/>
                <a:cs typeface="Malgun Gothic"/>
              </a:rPr>
              <a:t>퀵 정렬의 분할 함수</a:t>
            </a:r>
            <a:endParaRPr sz="1500" b="0">
              <a:solidFill>
                <a:srgbClr val="5B5B5B"/>
              </a:solidFill>
              <a:latin typeface="Malgun Gothic" panose="020B0503020000020004" pitchFamily="50" charset="-127"/>
              <a:ea typeface="Malgun Gothic"/>
              <a:cs typeface="Malgun Gothic"/>
            </a:endParaRPr>
          </a:p>
        </p:txBody>
      </p:sp>
      <p:sp>
        <p:nvSpPr>
          <p:cNvPr id="6" name="직사각형 5">
            <a:extLst>
              <a:ext uri="{FF2B5EF4-FFF2-40B4-BE49-F238E27FC236}">
                <a16:creationId xmlns:a16="http://schemas.microsoft.com/office/drawing/2014/main" id="{9B65918C-BFB0-4BE8-9837-0FC167D494B5}"/>
              </a:ext>
            </a:extLst>
          </p:cNvPr>
          <p:cNvSpPr>
            <a:spLocks noGrp="1"/>
          </p:cNvSpPr>
          <p:nvPr/>
        </p:nvSpPr>
        <p:spPr>
          <a:xfrm>
            <a:off x="609600" y="1981200"/>
            <a:ext cx="10972800" cy="3962400"/>
          </a:xfrm>
          <a:prstGeom prst="rect">
            <a:avLst/>
          </a:prstGeom>
          <a:solidFill>
            <a:srgbClr val="171717"/>
          </a:solidFill>
          <a:ln w="0">
            <a:noFill/>
          </a:ln>
        </p:spPr>
        <p:txBody>
          <a:bodyPr/>
          <a:lstStyle/>
          <a:p>
            <a:endParaRPr lang="ko-KR" altLang="en-US"/>
          </a:p>
        </p:txBody>
      </p:sp>
      <p:sp>
        <p:nvSpPr>
          <p:cNvPr id="7" name="code-number">
            <a:extLst>
              <a:ext uri="{FF2B5EF4-FFF2-40B4-BE49-F238E27FC236}">
                <a16:creationId xmlns:a16="http://schemas.microsoft.com/office/drawing/2014/main" id="{80AD34FC-2084-4533-9962-BA56CD3031EC}"/>
              </a:ext>
            </a:extLst>
          </p:cNvPr>
          <p:cNvSpPr>
            <a:spLocks noGrp="1"/>
          </p:cNvSpPr>
          <p:nvPr/>
        </p:nvSpPr>
        <p:spPr>
          <a:xfrm>
            <a:off x="771525" y="2114550"/>
            <a:ext cx="361950" cy="238125"/>
          </a:xfrm>
          <a:prstGeom prst="rect">
            <a:avLst/>
          </a:prstGeom>
          <a:noFill/>
          <a:ln w="0">
            <a:noFill/>
          </a:ln>
        </p:spPr>
        <p:txBody>
          <a:bodyPr/>
          <a:lstStyle>
            <a:defPPr>
              <a:defRPr sz="1200" b="0">
                <a:solidFill>
                  <a:srgbClr val="929292"/>
                </a:solidFill>
                <a:latin typeface="Malgun Gothic"/>
                <a:ea typeface="Malgun Gothic"/>
                <a:cs typeface="Malgun Gothic"/>
              </a:defRPr>
            </a:defPPr>
          </a:lstStyle>
          <a:p>
            <a:pPr>
              <a:defRPr sz="1200" b="0">
                <a:solidFill>
                  <a:srgbClr val="929292"/>
                </a:solidFill>
                <a:latin typeface="Malgun Gothic"/>
                <a:ea typeface="Malgun Gothic"/>
                <a:cs typeface="Malgun Gothic"/>
              </a:defRPr>
            </a:pPr>
            <a:r>
              <a:rPr lang="en-US" altLang="ko-KR" sz="1200" b="0">
                <a:solidFill>
                  <a:srgbClr val="929292"/>
                </a:solidFill>
                <a:latin typeface="Consolas" panose="020B0609020204030204" pitchFamily="49" charset="0"/>
                <a:ea typeface="Malgun Gothic"/>
                <a:cs typeface="Malgun Gothic"/>
              </a:rPr>
              <a:t>01</a:t>
            </a:r>
            <a:endParaRPr sz="1200" b="0">
              <a:solidFill>
                <a:srgbClr val="929292"/>
              </a:solidFill>
              <a:latin typeface="Consolas" panose="020B0609020204030204" pitchFamily="49" charset="0"/>
              <a:ea typeface="Malgun Gothic"/>
              <a:cs typeface="Malgun Gothic"/>
            </a:endParaRPr>
          </a:p>
        </p:txBody>
      </p:sp>
      <p:sp>
        <p:nvSpPr>
          <p:cNvPr id="8" name="code-line">
            <a:extLst>
              <a:ext uri="{FF2B5EF4-FFF2-40B4-BE49-F238E27FC236}">
                <a16:creationId xmlns:a16="http://schemas.microsoft.com/office/drawing/2014/main" id="{3B685DB6-E73B-4FFE-A907-B9BD9400C502}"/>
              </a:ext>
            </a:extLst>
          </p:cNvPr>
          <p:cNvSpPr>
            <a:spLocks noGrp="1"/>
          </p:cNvSpPr>
          <p:nvPr/>
        </p:nvSpPr>
        <p:spPr>
          <a:xfrm>
            <a:off x="1285875" y="2114550"/>
            <a:ext cx="10115550" cy="247650"/>
          </a:xfrm>
          <a:prstGeom prst="rect">
            <a:avLst/>
          </a:prstGeom>
          <a:noFill/>
          <a:ln w="0">
            <a:noFill/>
          </a:ln>
        </p:spPr>
        <p:txBody>
          <a:bodyPr/>
          <a:lstStyle>
            <a:defPPr>
              <a:defRPr sz="1575" b="0">
                <a:solidFill>
                  <a:srgbClr val="FFFFFF"/>
                </a:solidFill>
                <a:latin typeface="Malgun Gothic"/>
                <a:ea typeface="Malgun Gothic"/>
                <a:cs typeface="Malgun Gothic"/>
              </a:defRPr>
            </a:defPPr>
          </a:lstStyle>
          <a:p>
            <a:pPr>
              <a:defRPr sz="1575" b="0">
                <a:solidFill>
                  <a:srgbClr val="FFFFFF"/>
                </a:solidFill>
                <a:latin typeface="Malgun Gothic"/>
                <a:ea typeface="Malgun Gothic"/>
                <a:cs typeface="Malgun Gothic"/>
              </a:defRPr>
            </a:pPr>
            <a:r>
              <a:rPr lang="it-IT" sz="1575" b="0">
                <a:solidFill>
                  <a:srgbClr val="FFFFFF"/>
                </a:solidFill>
                <a:latin typeface="Consolas" panose="020B0609020204030204" pitchFamily="49" charset="0"/>
                <a:ea typeface="Malgun Gothic"/>
                <a:cs typeface="Malgun Gothic"/>
              </a:rPr>
              <a:t>def partition(a, lo, hi):</a:t>
            </a:r>
            <a:endParaRPr sz="1575" b="0">
              <a:solidFill>
                <a:srgbClr val="FFFFFF"/>
              </a:solidFill>
              <a:latin typeface="Consolas" panose="020B0609020204030204" pitchFamily="49" charset="0"/>
              <a:ea typeface="Malgun Gothic"/>
              <a:cs typeface="Malgun Gothic"/>
            </a:endParaRPr>
          </a:p>
        </p:txBody>
      </p:sp>
      <p:sp>
        <p:nvSpPr>
          <p:cNvPr id="9" name="code-number">
            <a:extLst>
              <a:ext uri="{FF2B5EF4-FFF2-40B4-BE49-F238E27FC236}">
                <a16:creationId xmlns:a16="http://schemas.microsoft.com/office/drawing/2014/main" id="{B86FCFD5-6FA7-406C-A168-535B048E6F90}"/>
              </a:ext>
            </a:extLst>
          </p:cNvPr>
          <p:cNvSpPr>
            <a:spLocks noGrp="1"/>
          </p:cNvSpPr>
          <p:nvPr/>
        </p:nvSpPr>
        <p:spPr>
          <a:xfrm>
            <a:off x="771525" y="2324100"/>
            <a:ext cx="361950" cy="238125"/>
          </a:xfrm>
          <a:prstGeom prst="rect">
            <a:avLst/>
          </a:prstGeom>
          <a:noFill/>
          <a:ln w="0">
            <a:noFill/>
          </a:ln>
        </p:spPr>
        <p:txBody>
          <a:bodyPr/>
          <a:lstStyle>
            <a:defPPr>
              <a:defRPr sz="1200" b="0">
                <a:solidFill>
                  <a:srgbClr val="929292"/>
                </a:solidFill>
                <a:latin typeface="Malgun Gothic"/>
                <a:ea typeface="Malgun Gothic"/>
                <a:cs typeface="Malgun Gothic"/>
              </a:defRPr>
            </a:defPPr>
          </a:lstStyle>
          <a:p>
            <a:pPr>
              <a:defRPr sz="1200" b="0">
                <a:solidFill>
                  <a:srgbClr val="929292"/>
                </a:solidFill>
                <a:latin typeface="Malgun Gothic"/>
                <a:ea typeface="Malgun Gothic"/>
                <a:cs typeface="Malgun Gothic"/>
              </a:defRPr>
            </a:pPr>
            <a:r>
              <a:rPr lang="en-US" altLang="ko-KR" sz="1200" b="0">
                <a:solidFill>
                  <a:srgbClr val="929292"/>
                </a:solidFill>
                <a:latin typeface="Consolas" panose="020B0609020204030204" pitchFamily="49" charset="0"/>
                <a:ea typeface="Malgun Gothic"/>
                <a:cs typeface="Malgun Gothic"/>
              </a:rPr>
              <a:t>02</a:t>
            </a:r>
            <a:endParaRPr sz="1200" b="0">
              <a:solidFill>
                <a:srgbClr val="929292"/>
              </a:solidFill>
              <a:latin typeface="Consolas" panose="020B0609020204030204" pitchFamily="49" charset="0"/>
              <a:ea typeface="Malgun Gothic"/>
              <a:cs typeface="Malgun Gothic"/>
            </a:endParaRPr>
          </a:p>
        </p:txBody>
      </p:sp>
      <p:sp>
        <p:nvSpPr>
          <p:cNvPr id="10" name="code-line">
            <a:extLst>
              <a:ext uri="{FF2B5EF4-FFF2-40B4-BE49-F238E27FC236}">
                <a16:creationId xmlns:a16="http://schemas.microsoft.com/office/drawing/2014/main" id="{6FCF245A-B334-4201-9C38-04C9A1E8A29D}"/>
              </a:ext>
            </a:extLst>
          </p:cNvPr>
          <p:cNvSpPr>
            <a:spLocks noGrp="1"/>
          </p:cNvSpPr>
          <p:nvPr/>
        </p:nvSpPr>
        <p:spPr>
          <a:xfrm>
            <a:off x="1285875" y="2324100"/>
            <a:ext cx="10115550" cy="247650"/>
          </a:xfrm>
          <a:prstGeom prst="rect">
            <a:avLst/>
          </a:prstGeom>
          <a:noFill/>
          <a:ln w="0">
            <a:noFill/>
          </a:ln>
        </p:spPr>
        <p:txBody>
          <a:bodyPr/>
          <a:lstStyle>
            <a:defPPr>
              <a:defRPr sz="1575" b="0">
                <a:solidFill>
                  <a:srgbClr val="FFFFFF"/>
                </a:solidFill>
                <a:latin typeface="Malgun Gothic"/>
                <a:ea typeface="Malgun Gothic"/>
                <a:cs typeface="Malgun Gothic"/>
              </a:defRPr>
            </a:defPPr>
          </a:lstStyle>
          <a:p>
            <a:pPr>
              <a:defRPr sz="1575" b="0">
                <a:solidFill>
                  <a:srgbClr val="FFFFFF"/>
                </a:solidFill>
                <a:latin typeface="Malgun Gothic"/>
                <a:ea typeface="Malgun Gothic"/>
                <a:cs typeface="Malgun Gothic"/>
              </a:defRPr>
            </a:pPr>
            <a:r>
              <a:rPr lang="en-US" sz="1575" b="0">
                <a:solidFill>
                  <a:srgbClr val="FFFFFF"/>
                </a:solidFill>
                <a:latin typeface="Consolas" panose="020B0609020204030204" pitchFamily="49" charset="0"/>
                <a:ea typeface="Malgun Gothic"/>
                <a:cs typeface="Malgun Gothic"/>
              </a:rPr>
              <a:t>    m = (lo + hi) // 2</a:t>
            </a:r>
            <a:endParaRPr sz="1575" b="0">
              <a:solidFill>
                <a:srgbClr val="FFFFFF"/>
              </a:solidFill>
              <a:latin typeface="Consolas" panose="020B0609020204030204" pitchFamily="49" charset="0"/>
              <a:ea typeface="Malgun Gothic"/>
              <a:cs typeface="Malgun Gothic"/>
            </a:endParaRPr>
          </a:p>
        </p:txBody>
      </p:sp>
      <p:sp>
        <p:nvSpPr>
          <p:cNvPr id="11" name="code-number">
            <a:extLst>
              <a:ext uri="{FF2B5EF4-FFF2-40B4-BE49-F238E27FC236}">
                <a16:creationId xmlns:a16="http://schemas.microsoft.com/office/drawing/2014/main" id="{8F6C0F69-65B9-4DD8-95B7-B62911D904A8}"/>
              </a:ext>
            </a:extLst>
          </p:cNvPr>
          <p:cNvSpPr>
            <a:spLocks noGrp="1"/>
          </p:cNvSpPr>
          <p:nvPr/>
        </p:nvSpPr>
        <p:spPr>
          <a:xfrm>
            <a:off x="771525" y="2533650"/>
            <a:ext cx="361950" cy="238125"/>
          </a:xfrm>
          <a:prstGeom prst="rect">
            <a:avLst/>
          </a:prstGeom>
          <a:noFill/>
          <a:ln w="0">
            <a:noFill/>
          </a:ln>
        </p:spPr>
        <p:txBody>
          <a:bodyPr/>
          <a:lstStyle>
            <a:defPPr>
              <a:defRPr sz="1200" b="0">
                <a:solidFill>
                  <a:srgbClr val="929292"/>
                </a:solidFill>
                <a:latin typeface="Malgun Gothic"/>
                <a:ea typeface="Malgun Gothic"/>
                <a:cs typeface="Malgun Gothic"/>
              </a:defRPr>
            </a:defPPr>
          </a:lstStyle>
          <a:p>
            <a:pPr>
              <a:defRPr sz="1200" b="0">
                <a:solidFill>
                  <a:srgbClr val="929292"/>
                </a:solidFill>
                <a:latin typeface="Malgun Gothic"/>
                <a:ea typeface="Malgun Gothic"/>
                <a:cs typeface="Malgun Gothic"/>
              </a:defRPr>
            </a:pPr>
            <a:r>
              <a:rPr lang="en-US" altLang="ko-KR" sz="1200" b="0">
                <a:solidFill>
                  <a:srgbClr val="929292"/>
                </a:solidFill>
                <a:latin typeface="Consolas" panose="020B0609020204030204" pitchFamily="49" charset="0"/>
                <a:ea typeface="Malgun Gothic"/>
                <a:cs typeface="Malgun Gothic"/>
              </a:rPr>
              <a:t>03</a:t>
            </a:r>
            <a:endParaRPr sz="1200" b="0">
              <a:solidFill>
                <a:srgbClr val="929292"/>
              </a:solidFill>
              <a:latin typeface="Consolas" panose="020B0609020204030204" pitchFamily="49" charset="0"/>
              <a:ea typeface="Malgun Gothic"/>
              <a:cs typeface="Malgun Gothic"/>
            </a:endParaRPr>
          </a:p>
        </p:txBody>
      </p:sp>
      <p:sp>
        <p:nvSpPr>
          <p:cNvPr id="12" name="code-line">
            <a:extLst>
              <a:ext uri="{FF2B5EF4-FFF2-40B4-BE49-F238E27FC236}">
                <a16:creationId xmlns:a16="http://schemas.microsoft.com/office/drawing/2014/main" id="{78727814-6272-42EC-B214-A1D09EE977F1}"/>
              </a:ext>
            </a:extLst>
          </p:cNvPr>
          <p:cNvSpPr>
            <a:spLocks noGrp="1"/>
          </p:cNvSpPr>
          <p:nvPr/>
        </p:nvSpPr>
        <p:spPr>
          <a:xfrm>
            <a:off x="1285875" y="2533650"/>
            <a:ext cx="10115550" cy="247650"/>
          </a:xfrm>
          <a:prstGeom prst="rect">
            <a:avLst/>
          </a:prstGeom>
          <a:noFill/>
          <a:ln w="0">
            <a:noFill/>
          </a:ln>
        </p:spPr>
        <p:txBody>
          <a:bodyPr/>
          <a:lstStyle>
            <a:defPPr>
              <a:defRPr sz="1575" b="0">
                <a:solidFill>
                  <a:srgbClr val="FFFFFF"/>
                </a:solidFill>
                <a:latin typeface="Malgun Gothic"/>
                <a:ea typeface="Malgun Gothic"/>
                <a:cs typeface="Malgun Gothic"/>
              </a:defRPr>
            </a:defPPr>
          </a:lstStyle>
          <a:p>
            <a:pPr>
              <a:defRPr sz="1575" b="0">
                <a:solidFill>
                  <a:srgbClr val="FFFFFF"/>
                </a:solidFill>
                <a:latin typeface="Malgun Gothic"/>
                <a:ea typeface="Malgun Gothic"/>
                <a:cs typeface="Malgun Gothic"/>
              </a:defRPr>
            </a:pPr>
            <a:r>
              <a:rPr lang="en-US" sz="1575" b="0">
                <a:solidFill>
                  <a:srgbClr val="FFFFFF"/>
                </a:solidFill>
                <a:latin typeface="Consolas" panose="020B0609020204030204" pitchFamily="49" charset="0"/>
                <a:ea typeface="Malgun Gothic"/>
                <a:cs typeface="Malgun Gothic"/>
              </a:rPr>
              <a:t>    a[m], a[hi] = a[hi], a[m]</a:t>
            </a:r>
            <a:endParaRPr sz="1575" b="0">
              <a:solidFill>
                <a:srgbClr val="FFFFFF"/>
              </a:solidFill>
              <a:latin typeface="Consolas" panose="020B0609020204030204" pitchFamily="49" charset="0"/>
              <a:ea typeface="Malgun Gothic"/>
              <a:cs typeface="Malgun Gothic"/>
            </a:endParaRPr>
          </a:p>
        </p:txBody>
      </p:sp>
      <p:sp>
        <p:nvSpPr>
          <p:cNvPr id="13" name="code-number">
            <a:extLst>
              <a:ext uri="{FF2B5EF4-FFF2-40B4-BE49-F238E27FC236}">
                <a16:creationId xmlns:a16="http://schemas.microsoft.com/office/drawing/2014/main" id="{3B46DBC6-FE62-464D-8DA6-EA6ADEF570E9}"/>
              </a:ext>
            </a:extLst>
          </p:cNvPr>
          <p:cNvSpPr>
            <a:spLocks noGrp="1"/>
          </p:cNvSpPr>
          <p:nvPr/>
        </p:nvSpPr>
        <p:spPr>
          <a:xfrm>
            <a:off x="771525" y="2743200"/>
            <a:ext cx="361950" cy="238125"/>
          </a:xfrm>
          <a:prstGeom prst="rect">
            <a:avLst/>
          </a:prstGeom>
          <a:noFill/>
          <a:ln w="0">
            <a:noFill/>
          </a:ln>
        </p:spPr>
        <p:txBody>
          <a:bodyPr/>
          <a:lstStyle>
            <a:defPPr>
              <a:defRPr sz="1200" b="0">
                <a:solidFill>
                  <a:srgbClr val="929292"/>
                </a:solidFill>
                <a:latin typeface="Malgun Gothic"/>
                <a:ea typeface="Malgun Gothic"/>
                <a:cs typeface="Malgun Gothic"/>
              </a:defRPr>
            </a:defPPr>
          </a:lstStyle>
          <a:p>
            <a:pPr>
              <a:defRPr sz="1200" b="0">
                <a:solidFill>
                  <a:srgbClr val="929292"/>
                </a:solidFill>
                <a:latin typeface="Malgun Gothic"/>
                <a:ea typeface="Malgun Gothic"/>
                <a:cs typeface="Malgun Gothic"/>
              </a:defRPr>
            </a:pPr>
            <a:r>
              <a:rPr lang="en-US" altLang="ko-KR" sz="1200" b="0">
                <a:solidFill>
                  <a:srgbClr val="929292"/>
                </a:solidFill>
                <a:latin typeface="Consolas" panose="020B0609020204030204" pitchFamily="49" charset="0"/>
                <a:ea typeface="Malgun Gothic"/>
                <a:cs typeface="Malgun Gothic"/>
              </a:rPr>
              <a:t>04</a:t>
            </a:r>
            <a:endParaRPr sz="1200" b="0">
              <a:solidFill>
                <a:srgbClr val="929292"/>
              </a:solidFill>
              <a:latin typeface="Consolas" panose="020B0609020204030204" pitchFamily="49" charset="0"/>
              <a:ea typeface="Malgun Gothic"/>
              <a:cs typeface="Malgun Gothic"/>
            </a:endParaRPr>
          </a:p>
        </p:txBody>
      </p:sp>
      <p:sp>
        <p:nvSpPr>
          <p:cNvPr id="14" name="code-line">
            <a:extLst>
              <a:ext uri="{FF2B5EF4-FFF2-40B4-BE49-F238E27FC236}">
                <a16:creationId xmlns:a16="http://schemas.microsoft.com/office/drawing/2014/main" id="{6F354785-AD2F-49FA-B5D5-3BD753BA7AEE}"/>
              </a:ext>
            </a:extLst>
          </p:cNvPr>
          <p:cNvSpPr>
            <a:spLocks noGrp="1"/>
          </p:cNvSpPr>
          <p:nvPr/>
        </p:nvSpPr>
        <p:spPr>
          <a:xfrm>
            <a:off x="1285875" y="2743200"/>
            <a:ext cx="10115550" cy="247650"/>
          </a:xfrm>
          <a:prstGeom prst="rect">
            <a:avLst/>
          </a:prstGeom>
          <a:noFill/>
          <a:ln w="0">
            <a:noFill/>
          </a:ln>
        </p:spPr>
        <p:txBody>
          <a:bodyPr/>
          <a:lstStyle>
            <a:defPPr>
              <a:defRPr sz="1575" b="0">
                <a:solidFill>
                  <a:srgbClr val="FFFFFF"/>
                </a:solidFill>
                <a:latin typeface="Malgun Gothic"/>
                <a:ea typeface="Malgun Gothic"/>
                <a:cs typeface="Malgun Gothic"/>
              </a:defRPr>
            </a:defPPr>
          </a:lstStyle>
          <a:p>
            <a:pPr>
              <a:defRPr sz="1575" b="0">
                <a:solidFill>
                  <a:srgbClr val="FFFFFF"/>
                </a:solidFill>
                <a:latin typeface="Malgun Gothic"/>
                <a:ea typeface="Malgun Gothic"/>
                <a:cs typeface="Malgun Gothic"/>
              </a:defRPr>
            </a:pPr>
            <a:r>
              <a:rPr lang="en-US" sz="1575" b="0">
                <a:solidFill>
                  <a:srgbClr val="FFFFFF"/>
                </a:solidFill>
                <a:latin typeface="Consolas" panose="020B0609020204030204" pitchFamily="49" charset="0"/>
                <a:ea typeface="Malgun Gothic"/>
                <a:cs typeface="Malgun Gothic"/>
              </a:rPr>
              <a:t>    pivot = a[hi]</a:t>
            </a:r>
            <a:endParaRPr sz="1575" b="0">
              <a:solidFill>
                <a:srgbClr val="FFFFFF"/>
              </a:solidFill>
              <a:latin typeface="Consolas" panose="020B0609020204030204" pitchFamily="49" charset="0"/>
              <a:ea typeface="Malgun Gothic"/>
              <a:cs typeface="Malgun Gothic"/>
            </a:endParaRPr>
          </a:p>
        </p:txBody>
      </p:sp>
      <p:sp>
        <p:nvSpPr>
          <p:cNvPr id="15" name="code-number">
            <a:extLst>
              <a:ext uri="{FF2B5EF4-FFF2-40B4-BE49-F238E27FC236}">
                <a16:creationId xmlns:a16="http://schemas.microsoft.com/office/drawing/2014/main" id="{0E2DEAEF-CFAC-4A55-80AC-2564EB570D96}"/>
              </a:ext>
            </a:extLst>
          </p:cNvPr>
          <p:cNvSpPr>
            <a:spLocks noGrp="1"/>
          </p:cNvSpPr>
          <p:nvPr/>
        </p:nvSpPr>
        <p:spPr>
          <a:xfrm>
            <a:off x="771525" y="2952750"/>
            <a:ext cx="361950" cy="238125"/>
          </a:xfrm>
          <a:prstGeom prst="rect">
            <a:avLst/>
          </a:prstGeom>
          <a:noFill/>
          <a:ln w="0">
            <a:noFill/>
          </a:ln>
        </p:spPr>
        <p:txBody>
          <a:bodyPr/>
          <a:lstStyle>
            <a:defPPr>
              <a:defRPr sz="1200" b="0">
                <a:solidFill>
                  <a:srgbClr val="929292"/>
                </a:solidFill>
                <a:latin typeface="Malgun Gothic"/>
                <a:ea typeface="Malgun Gothic"/>
                <a:cs typeface="Malgun Gothic"/>
              </a:defRPr>
            </a:defPPr>
          </a:lstStyle>
          <a:p>
            <a:pPr>
              <a:defRPr sz="1200" b="0">
                <a:solidFill>
                  <a:srgbClr val="929292"/>
                </a:solidFill>
                <a:latin typeface="Malgun Gothic"/>
                <a:ea typeface="Malgun Gothic"/>
                <a:cs typeface="Malgun Gothic"/>
              </a:defRPr>
            </a:pPr>
            <a:r>
              <a:rPr lang="en-US" altLang="ko-KR" sz="1200" b="0">
                <a:solidFill>
                  <a:srgbClr val="929292"/>
                </a:solidFill>
                <a:latin typeface="Consolas" panose="020B0609020204030204" pitchFamily="49" charset="0"/>
                <a:ea typeface="Malgun Gothic"/>
                <a:cs typeface="Malgun Gothic"/>
              </a:rPr>
              <a:t>05</a:t>
            </a:r>
            <a:endParaRPr sz="1200" b="0">
              <a:solidFill>
                <a:srgbClr val="929292"/>
              </a:solidFill>
              <a:latin typeface="Consolas" panose="020B0609020204030204" pitchFamily="49" charset="0"/>
              <a:ea typeface="Malgun Gothic"/>
              <a:cs typeface="Malgun Gothic"/>
            </a:endParaRPr>
          </a:p>
        </p:txBody>
      </p:sp>
      <p:sp>
        <p:nvSpPr>
          <p:cNvPr id="16" name="code-line">
            <a:extLst>
              <a:ext uri="{FF2B5EF4-FFF2-40B4-BE49-F238E27FC236}">
                <a16:creationId xmlns:a16="http://schemas.microsoft.com/office/drawing/2014/main" id="{6E109A6D-0760-4DE3-93D8-88554B87C15C}"/>
              </a:ext>
            </a:extLst>
          </p:cNvPr>
          <p:cNvSpPr>
            <a:spLocks noGrp="1"/>
          </p:cNvSpPr>
          <p:nvPr/>
        </p:nvSpPr>
        <p:spPr>
          <a:xfrm>
            <a:off x="1285875" y="2952750"/>
            <a:ext cx="10115550" cy="247650"/>
          </a:xfrm>
          <a:prstGeom prst="rect">
            <a:avLst/>
          </a:prstGeom>
          <a:noFill/>
          <a:ln w="0">
            <a:noFill/>
          </a:ln>
        </p:spPr>
        <p:txBody>
          <a:bodyPr/>
          <a:lstStyle>
            <a:defPPr>
              <a:defRPr sz="1575" b="0">
                <a:solidFill>
                  <a:srgbClr val="FFFFFF"/>
                </a:solidFill>
                <a:latin typeface="Malgun Gothic"/>
                <a:ea typeface="Malgun Gothic"/>
                <a:cs typeface="Malgun Gothic"/>
              </a:defRPr>
            </a:defPPr>
          </a:lstStyle>
          <a:p>
            <a:pPr>
              <a:defRPr sz="1575" b="0">
                <a:solidFill>
                  <a:srgbClr val="FFFFFF"/>
                </a:solidFill>
                <a:latin typeface="Malgun Gothic"/>
                <a:ea typeface="Malgun Gothic"/>
                <a:cs typeface="Malgun Gothic"/>
              </a:defRPr>
            </a:pPr>
            <a:r>
              <a:rPr lang="en-US" sz="1575" b="0">
                <a:solidFill>
                  <a:srgbClr val="FFFFFF"/>
                </a:solidFill>
                <a:latin typeface="Consolas" panose="020B0609020204030204" pitchFamily="49" charset="0"/>
                <a:ea typeface="Malgun Gothic"/>
                <a:cs typeface="Malgun Gothic"/>
              </a:rPr>
              <a:t>    L, R = lo, hi - 1</a:t>
            </a:r>
            <a:endParaRPr sz="1575" b="0">
              <a:solidFill>
                <a:srgbClr val="FFFFFF"/>
              </a:solidFill>
              <a:latin typeface="Consolas" panose="020B0609020204030204" pitchFamily="49" charset="0"/>
              <a:ea typeface="Malgun Gothic"/>
              <a:cs typeface="Malgun Gothic"/>
            </a:endParaRPr>
          </a:p>
        </p:txBody>
      </p:sp>
      <p:sp>
        <p:nvSpPr>
          <p:cNvPr id="17" name="code-number">
            <a:extLst>
              <a:ext uri="{FF2B5EF4-FFF2-40B4-BE49-F238E27FC236}">
                <a16:creationId xmlns:a16="http://schemas.microsoft.com/office/drawing/2014/main" id="{BEEF2700-98F1-4969-B9A7-D0AE830DABD5}"/>
              </a:ext>
            </a:extLst>
          </p:cNvPr>
          <p:cNvSpPr>
            <a:spLocks noGrp="1"/>
          </p:cNvSpPr>
          <p:nvPr/>
        </p:nvSpPr>
        <p:spPr>
          <a:xfrm>
            <a:off x="771525" y="3162300"/>
            <a:ext cx="361950" cy="238125"/>
          </a:xfrm>
          <a:prstGeom prst="rect">
            <a:avLst/>
          </a:prstGeom>
          <a:noFill/>
          <a:ln w="0">
            <a:noFill/>
          </a:ln>
        </p:spPr>
        <p:txBody>
          <a:bodyPr/>
          <a:lstStyle>
            <a:defPPr>
              <a:defRPr sz="1200" b="0">
                <a:solidFill>
                  <a:srgbClr val="929292"/>
                </a:solidFill>
                <a:latin typeface="Malgun Gothic"/>
                <a:ea typeface="Malgun Gothic"/>
                <a:cs typeface="Malgun Gothic"/>
              </a:defRPr>
            </a:defPPr>
          </a:lstStyle>
          <a:p>
            <a:pPr>
              <a:defRPr sz="1200" b="0">
                <a:solidFill>
                  <a:srgbClr val="929292"/>
                </a:solidFill>
                <a:latin typeface="Malgun Gothic"/>
                <a:ea typeface="Malgun Gothic"/>
                <a:cs typeface="Malgun Gothic"/>
              </a:defRPr>
            </a:pPr>
            <a:r>
              <a:rPr lang="en-US" altLang="ko-KR" sz="1200" b="0">
                <a:solidFill>
                  <a:srgbClr val="929292"/>
                </a:solidFill>
                <a:latin typeface="Consolas" panose="020B0609020204030204" pitchFamily="49" charset="0"/>
                <a:ea typeface="Malgun Gothic"/>
                <a:cs typeface="Malgun Gothic"/>
              </a:rPr>
              <a:t>06</a:t>
            </a:r>
            <a:endParaRPr sz="1200" b="0">
              <a:solidFill>
                <a:srgbClr val="929292"/>
              </a:solidFill>
              <a:latin typeface="Consolas" panose="020B0609020204030204" pitchFamily="49" charset="0"/>
              <a:ea typeface="Malgun Gothic"/>
              <a:cs typeface="Malgun Gothic"/>
            </a:endParaRPr>
          </a:p>
        </p:txBody>
      </p:sp>
      <p:sp>
        <p:nvSpPr>
          <p:cNvPr id="18" name="code-line">
            <a:extLst>
              <a:ext uri="{FF2B5EF4-FFF2-40B4-BE49-F238E27FC236}">
                <a16:creationId xmlns:a16="http://schemas.microsoft.com/office/drawing/2014/main" id="{02EAB297-EFB4-4338-BED4-2227D7D990EF}"/>
              </a:ext>
            </a:extLst>
          </p:cNvPr>
          <p:cNvSpPr>
            <a:spLocks noGrp="1"/>
          </p:cNvSpPr>
          <p:nvPr/>
        </p:nvSpPr>
        <p:spPr>
          <a:xfrm>
            <a:off x="1285875" y="3162300"/>
            <a:ext cx="10115550" cy="247650"/>
          </a:xfrm>
          <a:prstGeom prst="rect">
            <a:avLst/>
          </a:prstGeom>
          <a:noFill/>
          <a:ln w="0">
            <a:noFill/>
          </a:ln>
        </p:spPr>
        <p:txBody>
          <a:bodyPr/>
          <a:lstStyle>
            <a:defPPr>
              <a:defRPr sz="1575" b="0">
                <a:solidFill>
                  <a:srgbClr val="FFFFFF"/>
                </a:solidFill>
                <a:latin typeface="Malgun Gothic"/>
                <a:ea typeface="Malgun Gothic"/>
                <a:cs typeface="Malgun Gothic"/>
              </a:defRPr>
            </a:defPPr>
          </a:lstStyle>
          <a:p>
            <a:pPr>
              <a:defRPr sz="1575" b="0">
                <a:solidFill>
                  <a:srgbClr val="FFFFFF"/>
                </a:solidFill>
                <a:latin typeface="Malgun Gothic"/>
                <a:ea typeface="Malgun Gothic"/>
                <a:cs typeface="Malgun Gothic"/>
              </a:defRPr>
            </a:pPr>
            <a:r>
              <a:rPr lang="en-US" sz="1575" b="0">
                <a:solidFill>
                  <a:srgbClr val="FFFFFF"/>
                </a:solidFill>
                <a:latin typeface="Consolas" panose="020B0609020204030204" pitchFamily="49" charset="0"/>
                <a:ea typeface="Malgun Gothic"/>
                <a:cs typeface="Malgun Gothic"/>
              </a:rPr>
              <a:t>    while True:</a:t>
            </a:r>
            <a:endParaRPr sz="1575" b="0">
              <a:solidFill>
                <a:srgbClr val="FFFFFF"/>
              </a:solidFill>
              <a:latin typeface="Consolas" panose="020B0609020204030204" pitchFamily="49" charset="0"/>
              <a:ea typeface="Malgun Gothic"/>
              <a:cs typeface="Malgun Gothic"/>
            </a:endParaRPr>
          </a:p>
        </p:txBody>
      </p:sp>
      <p:sp>
        <p:nvSpPr>
          <p:cNvPr id="19" name="code-number">
            <a:extLst>
              <a:ext uri="{FF2B5EF4-FFF2-40B4-BE49-F238E27FC236}">
                <a16:creationId xmlns:a16="http://schemas.microsoft.com/office/drawing/2014/main" id="{515D5926-0FD4-4C9B-B867-7FD065E40FB0}"/>
              </a:ext>
            </a:extLst>
          </p:cNvPr>
          <p:cNvSpPr>
            <a:spLocks noGrp="1"/>
          </p:cNvSpPr>
          <p:nvPr/>
        </p:nvSpPr>
        <p:spPr>
          <a:xfrm>
            <a:off x="771525" y="3371850"/>
            <a:ext cx="361950" cy="238125"/>
          </a:xfrm>
          <a:prstGeom prst="rect">
            <a:avLst/>
          </a:prstGeom>
          <a:noFill/>
          <a:ln w="0">
            <a:noFill/>
          </a:ln>
        </p:spPr>
        <p:txBody>
          <a:bodyPr/>
          <a:lstStyle>
            <a:defPPr>
              <a:defRPr sz="1200" b="0">
                <a:solidFill>
                  <a:srgbClr val="929292"/>
                </a:solidFill>
                <a:latin typeface="Malgun Gothic"/>
                <a:ea typeface="Malgun Gothic"/>
                <a:cs typeface="Malgun Gothic"/>
              </a:defRPr>
            </a:defPPr>
          </a:lstStyle>
          <a:p>
            <a:pPr>
              <a:defRPr sz="1200" b="0">
                <a:solidFill>
                  <a:srgbClr val="929292"/>
                </a:solidFill>
                <a:latin typeface="Malgun Gothic"/>
                <a:ea typeface="Malgun Gothic"/>
                <a:cs typeface="Malgun Gothic"/>
              </a:defRPr>
            </a:pPr>
            <a:r>
              <a:rPr lang="en-US" altLang="ko-KR" sz="1200" b="0">
                <a:solidFill>
                  <a:srgbClr val="929292"/>
                </a:solidFill>
                <a:latin typeface="Consolas" panose="020B0609020204030204" pitchFamily="49" charset="0"/>
                <a:ea typeface="Malgun Gothic"/>
                <a:cs typeface="Malgun Gothic"/>
              </a:rPr>
              <a:t>07</a:t>
            </a:r>
            <a:endParaRPr sz="1200" b="0">
              <a:solidFill>
                <a:srgbClr val="929292"/>
              </a:solidFill>
              <a:latin typeface="Consolas" panose="020B0609020204030204" pitchFamily="49" charset="0"/>
              <a:ea typeface="Malgun Gothic"/>
              <a:cs typeface="Malgun Gothic"/>
            </a:endParaRPr>
          </a:p>
        </p:txBody>
      </p:sp>
      <p:sp>
        <p:nvSpPr>
          <p:cNvPr id="20" name="code-line">
            <a:extLst>
              <a:ext uri="{FF2B5EF4-FFF2-40B4-BE49-F238E27FC236}">
                <a16:creationId xmlns:a16="http://schemas.microsoft.com/office/drawing/2014/main" id="{8BDFC894-C2E7-43E3-BDDC-E250EAD40516}"/>
              </a:ext>
            </a:extLst>
          </p:cNvPr>
          <p:cNvSpPr>
            <a:spLocks noGrp="1"/>
          </p:cNvSpPr>
          <p:nvPr/>
        </p:nvSpPr>
        <p:spPr>
          <a:xfrm>
            <a:off x="1285875" y="3371850"/>
            <a:ext cx="10115550" cy="247650"/>
          </a:xfrm>
          <a:prstGeom prst="rect">
            <a:avLst/>
          </a:prstGeom>
          <a:noFill/>
          <a:ln w="0">
            <a:noFill/>
          </a:ln>
        </p:spPr>
        <p:txBody>
          <a:bodyPr/>
          <a:lstStyle>
            <a:defPPr>
              <a:defRPr sz="1575" b="0">
                <a:solidFill>
                  <a:srgbClr val="FFFFFF"/>
                </a:solidFill>
                <a:latin typeface="Malgun Gothic"/>
                <a:ea typeface="Malgun Gothic"/>
                <a:cs typeface="Malgun Gothic"/>
              </a:defRPr>
            </a:defPPr>
          </a:lstStyle>
          <a:p>
            <a:pPr>
              <a:defRPr sz="1575" b="0">
                <a:solidFill>
                  <a:srgbClr val="FFFFFF"/>
                </a:solidFill>
                <a:latin typeface="Malgun Gothic"/>
                <a:ea typeface="Malgun Gothic"/>
                <a:cs typeface="Malgun Gothic"/>
              </a:defRPr>
            </a:pPr>
            <a:r>
              <a:rPr lang="en-US" sz="1575" b="0">
                <a:solidFill>
                  <a:srgbClr val="FFFFFF"/>
                </a:solidFill>
                <a:latin typeface="Consolas" panose="020B0609020204030204" pitchFamily="49" charset="0"/>
                <a:ea typeface="Malgun Gothic"/>
                <a:cs typeface="Malgun Gothic"/>
              </a:rPr>
              <a:t>        while L &lt;= R and a[L] &lt;= pivot:</a:t>
            </a:r>
            <a:endParaRPr sz="1575" b="0">
              <a:solidFill>
                <a:srgbClr val="FFFFFF"/>
              </a:solidFill>
              <a:latin typeface="Consolas" panose="020B0609020204030204" pitchFamily="49" charset="0"/>
              <a:ea typeface="Malgun Gothic"/>
              <a:cs typeface="Malgun Gothic"/>
            </a:endParaRPr>
          </a:p>
        </p:txBody>
      </p:sp>
      <p:sp>
        <p:nvSpPr>
          <p:cNvPr id="21" name="code-number">
            <a:extLst>
              <a:ext uri="{FF2B5EF4-FFF2-40B4-BE49-F238E27FC236}">
                <a16:creationId xmlns:a16="http://schemas.microsoft.com/office/drawing/2014/main" id="{3167ADBE-418F-4A3E-B48D-C04F14092003}"/>
              </a:ext>
            </a:extLst>
          </p:cNvPr>
          <p:cNvSpPr>
            <a:spLocks noGrp="1"/>
          </p:cNvSpPr>
          <p:nvPr/>
        </p:nvSpPr>
        <p:spPr>
          <a:xfrm>
            <a:off x="771525" y="3581400"/>
            <a:ext cx="361950" cy="238125"/>
          </a:xfrm>
          <a:prstGeom prst="rect">
            <a:avLst/>
          </a:prstGeom>
          <a:noFill/>
          <a:ln w="0">
            <a:noFill/>
          </a:ln>
        </p:spPr>
        <p:txBody>
          <a:bodyPr/>
          <a:lstStyle>
            <a:defPPr>
              <a:defRPr sz="1200" b="0">
                <a:solidFill>
                  <a:srgbClr val="929292"/>
                </a:solidFill>
                <a:latin typeface="Malgun Gothic"/>
                <a:ea typeface="Malgun Gothic"/>
                <a:cs typeface="Malgun Gothic"/>
              </a:defRPr>
            </a:defPPr>
          </a:lstStyle>
          <a:p>
            <a:pPr>
              <a:defRPr sz="1200" b="0">
                <a:solidFill>
                  <a:srgbClr val="929292"/>
                </a:solidFill>
                <a:latin typeface="Malgun Gothic"/>
                <a:ea typeface="Malgun Gothic"/>
                <a:cs typeface="Malgun Gothic"/>
              </a:defRPr>
            </a:pPr>
            <a:r>
              <a:rPr lang="en-US" altLang="ko-KR" sz="1200" b="0">
                <a:solidFill>
                  <a:srgbClr val="929292"/>
                </a:solidFill>
                <a:latin typeface="Consolas" panose="020B0609020204030204" pitchFamily="49" charset="0"/>
                <a:ea typeface="Malgun Gothic"/>
                <a:cs typeface="Malgun Gothic"/>
              </a:rPr>
              <a:t>08</a:t>
            </a:r>
            <a:endParaRPr sz="1200" b="0">
              <a:solidFill>
                <a:srgbClr val="929292"/>
              </a:solidFill>
              <a:latin typeface="Consolas" panose="020B0609020204030204" pitchFamily="49" charset="0"/>
              <a:ea typeface="Malgun Gothic"/>
              <a:cs typeface="Malgun Gothic"/>
            </a:endParaRPr>
          </a:p>
        </p:txBody>
      </p:sp>
      <p:sp>
        <p:nvSpPr>
          <p:cNvPr id="22" name="code-line">
            <a:extLst>
              <a:ext uri="{FF2B5EF4-FFF2-40B4-BE49-F238E27FC236}">
                <a16:creationId xmlns:a16="http://schemas.microsoft.com/office/drawing/2014/main" id="{6B6F68CB-1505-4B73-843C-C6C3AD582F55}"/>
              </a:ext>
            </a:extLst>
          </p:cNvPr>
          <p:cNvSpPr>
            <a:spLocks noGrp="1"/>
          </p:cNvSpPr>
          <p:nvPr/>
        </p:nvSpPr>
        <p:spPr>
          <a:xfrm>
            <a:off x="1285875" y="3581400"/>
            <a:ext cx="10115550" cy="247650"/>
          </a:xfrm>
          <a:prstGeom prst="rect">
            <a:avLst/>
          </a:prstGeom>
          <a:noFill/>
          <a:ln w="0">
            <a:noFill/>
          </a:ln>
        </p:spPr>
        <p:txBody>
          <a:bodyPr/>
          <a:lstStyle>
            <a:defPPr>
              <a:defRPr sz="1575" b="0">
                <a:solidFill>
                  <a:srgbClr val="FFFFFF"/>
                </a:solidFill>
                <a:latin typeface="Malgun Gothic"/>
                <a:ea typeface="Malgun Gothic"/>
                <a:cs typeface="Malgun Gothic"/>
              </a:defRPr>
            </a:defPPr>
          </a:lstStyle>
          <a:p>
            <a:pPr>
              <a:defRPr sz="1575" b="0">
                <a:solidFill>
                  <a:srgbClr val="FFFFFF"/>
                </a:solidFill>
                <a:latin typeface="Malgun Gothic"/>
                <a:ea typeface="Malgun Gothic"/>
                <a:cs typeface="Malgun Gothic"/>
              </a:defRPr>
            </a:pPr>
            <a:r>
              <a:rPr lang="en-US" sz="1575" b="0">
                <a:solidFill>
                  <a:srgbClr val="FFFFFF"/>
                </a:solidFill>
                <a:latin typeface="Consolas" panose="020B0609020204030204" pitchFamily="49" charset="0"/>
                <a:ea typeface="Malgun Gothic"/>
                <a:cs typeface="Malgun Gothic"/>
              </a:rPr>
              <a:t>            L += 1</a:t>
            </a:r>
            <a:endParaRPr sz="1575" b="0">
              <a:solidFill>
                <a:srgbClr val="FFFFFF"/>
              </a:solidFill>
              <a:latin typeface="Consolas" panose="020B0609020204030204" pitchFamily="49" charset="0"/>
              <a:ea typeface="Malgun Gothic"/>
              <a:cs typeface="Malgun Gothic"/>
            </a:endParaRPr>
          </a:p>
        </p:txBody>
      </p:sp>
      <p:sp>
        <p:nvSpPr>
          <p:cNvPr id="23" name="code-number">
            <a:extLst>
              <a:ext uri="{FF2B5EF4-FFF2-40B4-BE49-F238E27FC236}">
                <a16:creationId xmlns:a16="http://schemas.microsoft.com/office/drawing/2014/main" id="{F5554C7B-3D85-4B2B-A26C-B081EC99BA2D}"/>
              </a:ext>
            </a:extLst>
          </p:cNvPr>
          <p:cNvSpPr>
            <a:spLocks noGrp="1"/>
          </p:cNvSpPr>
          <p:nvPr/>
        </p:nvSpPr>
        <p:spPr>
          <a:xfrm>
            <a:off x="771525" y="3790950"/>
            <a:ext cx="361950" cy="238125"/>
          </a:xfrm>
          <a:prstGeom prst="rect">
            <a:avLst/>
          </a:prstGeom>
          <a:noFill/>
          <a:ln w="0">
            <a:noFill/>
          </a:ln>
        </p:spPr>
        <p:txBody>
          <a:bodyPr/>
          <a:lstStyle>
            <a:defPPr>
              <a:defRPr sz="1200" b="0">
                <a:solidFill>
                  <a:srgbClr val="929292"/>
                </a:solidFill>
                <a:latin typeface="Malgun Gothic"/>
                <a:ea typeface="Malgun Gothic"/>
                <a:cs typeface="Malgun Gothic"/>
              </a:defRPr>
            </a:defPPr>
          </a:lstStyle>
          <a:p>
            <a:pPr>
              <a:defRPr sz="1200" b="0">
                <a:solidFill>
                  <a:srgbClr val="929292"/>
                </a:solidFill>
                <a:latin typeface="Malgun Gothic"/>
                <a:ea typeface="Malgun Gothic"/>
                <a:cs typeface="Malgun Gothic"/>
              </a:defRPr>
            </a:pPr>
            <a:r>
              <a:rPr lang="en-US" altLang="ko-KR" sz="1200" b="0">
                <a:solidFill>
                  <a:srgbClr val="929292"/>
                </a:solidFill>
                <a:latin typeface="Consolas" panose="020B0609020204030204" pitchFamily="49" charset="0"/>
                <a:ea typeface="Malgun Gothic"/>
                <a:cs typeface="Malgun Gothic"/>
              </a:rPr>
              <a:t>09</a:t>
            </a:r>
            <a:endParaRPr sz="1200" b="0">
              <a:solidFill>
                <a:srgbClr val="929292"/>
              </a:solidFill>
              <a:latin typeface="Consolas" panose="020B0609020204030204" pitchFamily="49" charset="0"/>
              <a:ea typeface="Malgun Gothic"/>
              <a:cs typeface="Malgun Gothic"/>
            </a:endParaRPr>
          </a:p>
        </p:txBody>
      </p:sp>
      <p:sp>
        <p:nvSpPr>
          <p:cNvPr id="24" name="code-line">
            <a:extLst>
              <a:ext uri="{FF2B5EF4-FFF2-40B4-BE49-F238E27FC236}">
                <a16:creationId xmlns:a16="http://schemas.microsoft.com/office/drawing/2014/main" id="{F786E7CA-FCF8-4D92-A684-6021083C488E}"/>
              </a:ext>
            </a:extLst>
          </p:cNvPr>
          <p:cNvSpPr>
            <a:spLocks noGrp="1"/>
          </p:cNvSpPr>
          <p:nvPr/>
        </p:nvSpPr>
        <p:spPr>
          <a:xfrm>
            <a:off x="1285875" y="3790950"/>
            <a:ext cx="10115550" cy="247650"/>
          </a:xfrm>
          <a:prstGeom prst="rect">
            <a:avLst/>
          </a:prstGeom>
          <a:noFill/>
          <a:ln w="0">
            <a:noFill/>
          </a:ln>
        </p:spPr>
        <p:txBody>
          <a:bodyPr/>
          <a:lstStyle>
            <a:defPPr>
              <a:defRPr sz="1575" b="0">
                <a:solidFill>
                  <a:srgbClr val="FFFFFF"/>
                </a:solidFill>
                <a:latin typeface="Malgun Gothic"/>
                <a:ea typeface="Malgun Gothic"/>
                <a:cs typeface="Malgun Gothic"/>
              </a:defRPr>
            </a:defPPr>
          </a:lstStyle>
          <a:p>
            <a:pPr>
              <a:defRPr sz="1575" b="0">
                <a:solidFill>
                  <a:srgbClr val="FFFFFF"/>
                </a:solidFill>
                <a:latin typeface="Malgun Gothic"/>
                <a:ea typeface="Malgun Gothic"/>
                <a:cs typeface="Malgun Gothic"/>
              </a:defRPr>
            </a:pPr>
            <a:r>
              <a:rPr lang="en-US" sz="1575" b="0">
                <a:solidFill>
                  <a:srgbClr val="FFFFFF"/>
                </a:solidFill>
                <a:latin typeface="Consolas" panose="020B0609020204030204" pitchFamily="49" charset="0"/>
                <a:ea typeface="Malgun Gothic"/>
                <a:cs typeface="Malgun Gothic"/>
              </a:rPr>
              <a:t>        while L &lt;= R and a[R] &gt; pivot:</a:t>
            </a:r>
            <a:endParaRPr sz="1575" b="0">
              <a:solidFill>
                <a:srgbClr val="FFFFFF"/>
              </a:solidFill>
              <a:latin typeface="Consolas" panose="020B0609020204030204" pitchFamily="49" charset="0"/>
              <a:ea typeface="Malgun Gothic"/>
              <a:cs typeface="Malgun Gothic"/>
            </a:endParaRPr>
          </a:p>
        </p:txBody>
      </p:sp>
      <p:sp>
        <p:nvSpPr>
          <p:cNvPr id="25" name="code-number">
            <a:extLst>
              <a:ext uri="{FF2B5EF4-FFF2-40B4-BE49-F238E27FC236}">
                <a16:creationId xmlns:a16="http://schemas.microsoft.com/office/drawing/2014/main" id="{A44AB588-7DF2-44F9-8B3B-3185135B39B3}"/>
              </a:ext>
            </a:extLst>
          </p:cNvPr>
          <p:cNvSpPr>
            <a:spLocks noGrp="1"/>
          </p:cNvSpPr>
          <p:nvPr/>
        </p:nvSpPr>
        <p:spPr>
          <a:xfrm>
            <a:off x="771525" y="4000500"/>
            <a:ext cx="361950" cy="238125"/>
          </a:xfrm>
          <a:prstGeom prst="rect">
            <a:avLst/>
          </a:prstGeom>
          <a:noFill/>
          <a:ln w="0">
            <a:noFill/>
          </a:ln>
        </p:spPr>
        <p:txBody>
          <a:bodyPr/>
          <a:lstStyle>
            <a:defPPr>
              <a:defRPr sz="1200" b="0">
                <a:solidFill>
                  <a:srgbClr val="929292"/>
                </a:solidFill>
                <a:latin typeface="Malgun Gothic"/>
                <a:ea typeface="Malgun Gothic"/>
                <a:cs typeface="Malgun Gothic"/>
              </a:defRPr>
            </a:defPPr>
          </a:lstStyle>
          <a:p>
            <a:pPr>
              <a:defRPr sz="1200" b="0">
                <a:solidFill>
                  <a:srgbClr val="929292"/>
                </a:solidFill>
                <a:latin typeface="Malgun Gothic"/>
                <a:ea typeface="Malgun Gothic"/>
                <a:cs typeface="Malgun Gothic"/>
              </a:defRPr>
            </a:pPr>
            <a:r>
              <a:rPr lang="en-US" altLang="ko-KR" sz="1200" b="0">
                <a:solidFill>
                  <a:srgbClr val="929292"/>
                </a:solidFill>
                <a:latin typeface="Consolas" panose="020B0609020204030204" pitchFamily="49" charset="0"/>
                <a:ea typeface="Malgun Gothic"/>
                <a:cs typeface="Malgun Gothic"/>
              </a:rPr>
              <a:t>10</a:t>
            </a:r>
            <a:endParaRPr sz="1200" b="0">
              <a:solidFill>
                <a:srgbClr val="929292"/>
              </a:solidFill>
              <a:latin typeface="Consolas" panose="020B0609020204030204" pitchFamily="49" charset="0"/>
              <a:ea typeface="Malgun Gothic"/>
              <a:cs typeface="Malgun Gothic"/>
            </a:endParaRPr>
          </a:p>
        </p:txBody>
      </p:sp>
      <p:sp>
        <p:nvSpPr>
          <p:cNvPr id="26" name="code-line">
            <a:extLst>
              <a:ext uri="{FF2B5EF4-FFF2-40B4-BE49-F238E27FC236}">
                <a16:creationId xmlns:a16="http://schemas.microsoft.com/office/drawing/2014/main" id="{14EEF547-3597-4FA5-8C0A-D55815CD1B0C}"/>
              </a:ext>
            </a:extLst>
          </p:cNvPr>
          <p:cNvSpPr>
            <a:spLocks noGrp="1"/>
          </p:cNvSpPr>
          <p:nvPr/>
        </p:nvSpPr>
        <p:spPr>
          <a:xfrm>
            <a:off x="1285875" y="4000500"/>
            <a:ext cx="10115550" cy="247650"/>
          </a:xfrm>
          <a:prstGeom prst="rect">
            <a:avLst/>
          </a:prstGeom>
          <a:noFill/>
          <a:ln w="0">
            <a:noFill/>
          </a:ln>
        </p:spPr>
        <p:txBody>
          <a:bodyPr/>
          <a:lstStyle>
            <a:defPPr>
              <a:defRPr sz="1575" b="0">
                <a:solidFill>
                  <a:srgbClr val="FFFFFF"/>
                </a:solidFill>
                <a:latin typeface="Malgun Gothic"/>
                <a:ea typeface="Malgun Gothic"/>
                <a:cs typeface="Malgun Gothic"/>
              </a:defRPr>
            </a:defPPr>
          </a:lstStyle>
          <a:p>
            <a:pPr>
              <a:defRPr sz="1575" b="0">
                <a:solidFill>
                  <a:srgbClr val="FFFFFF"/>
                </a:solidFill>
                <a:latin typeface="Malgun Gothic"/>
                <a:ea typeface="Malgun Gothic"/>
                <a:cs typeface="Malgun Gothic"/>
              </a:defRPr>
            </a:pPr>
            <a:r>
              <a:rPr lang="en-US" sz="1575" b="0">
                <a:solidFill>
                  <a:srgbClr val="FFFFFF"/>
                </a:solidFill>
                <a:latin typeface="Consolas" panose="020B0609020204030204" pitchFamily="49" charset="0"/>
                <a:ea typeface="Malgun Gothic"/>
                <a:cs typeface="Malgun Gothic"/>
              </a:rPr>
              <a:t>            R -= 1</a:t>
            </a:r>
            <a:endParaRPr sz="1575" b="0">
              <a:solidFill>
                <a:srgbClr val="FFFFFF"/>
              </a:solidFill>
              <a:latin typeface="Consolas" panose="020B0609020204030204" pitchFamily="49" charset="0"/>
              <a:ea typeface="Malgun Gothic"/>
              <a:cs typeface="Malgun Gothic"/>
            </a:endParaRPr>
          </a:p>
        </p:txBody>
      </p:sp>
      <p:sp>
        <p:nvSpPr>
          <p:cNvPr id="27" name="code-number">
            <a:extLst>
              <a:ext uri="{FF2B5EF4-FFF2-40B4-BE49-F238E27FC236}">
                <a16:creationId xmlns:a16="http://schemas.microsoft.com/office/drawing/2014/main" id="{B58F9256-972A-4162-B06A-0E0684F077C4}"/>
              </a:ext>
            </a:extLst>
          </p:cNvPr>
          <p:cNvSpPr>
            <a:spLocks noGrp="1"/>
          </p:cNvSpPr>
          <p:nvPr/>
        </p:nvSpPr>
        <p:spPr>
          <a:xfrm>
            <a:off x="771525" y="4210050"/>
            <a:ext cx="361950" cy="238125"/>
          </a:xfrm>
          <a:prstGeom prst="rect">
            <a:avLst/>
          </a:prstGeom>
          <a:noFill/>
          <a:ln w="0">
            <a:noFill/>
          </a:ln>
        </p:spPr>
        <p:txBody>
          <a:bodyPr/>
          <a:lstStyle>
            <a:defPPr>
              <a:defRPr sz="1200" b="0">
                <a:solidFill>
                  <a:srgbClr val="929292"/>
                </a:solidFill>
                <a:latin typeface="Malgun Gothic"/>
                <a:ea typeface="Malgun Gothic"/>
                <a:cs typeface="Malgun Gothic"/>
              </a:defRPr>
            </a:defPPr>
          </a:lstStyle>
          <a:p>
            <a:pPr>
              <a:defRPr sz="1200" b="0">
                <a:solidFill>
                  <a:srgbClr val="929292"/>
                </a:solidFill>
                <a:latin typeface="Malgun Gothic"/>
                <a:ea typeface="Malgun Gothic"/>
                <a:cs typeface="Malgun Gothic"/>
              </a:defRPr>
            </a:pPr>
            <a:r>
              <a:rPr lang="en-US" altLang="ko-KR" sz="1200" b="0">
                <a:solidFill>
                  <a:srgbClr val="929292"/>
                </a:solidFill>
                <a:latin typeface="Consolas" panose="020B0609020204030204" pitchFamily="49" charset="0"/>
                <a:ea typeface="Malgun Gothic"/>
                <a:cs typeface="Malgun Gothic"/>
              </a:rPr>
              <a:t>11</a:t>
            </a:r>
            <a:endParaRPr sz="1200" b="0">
              <a:solidFill>
                <a:srgbClr val="929292"/>
              </a:solidFill>
              <a:latin typeface="Consolas" panose="020B0609020204030204" pitchFamily="49" charset="0"/>
              <a:ea typeface="Malgun Gothic"/>
              <a:cs typeface="Malgun Gothic"/>
            </a:endParaRPr>
          </a:p>
        </p:txBody>
      </p:sp>
      <p:sp>
        <p:nvSpPr>
          <p:cNvPr id="28" name="code-line">
            <a:extLst>
              <a:ext uri="{FF2B5EF4-FFF2-40B4-BE49-F238E27FC236}">
                <a16:creationId xmlns:a16="http://schemas.microsoft.com/office/drawing/2014/main" id="{10B87FA5-8A0E-4C27-AEE1-36C88EBEAFFE}"/>
              </a:ext>
            </a:extLst>
          </p:cNvPr>
          <p:cNvSpPr>
            <a:spLocks noGrp="1"/>
          </p:cNvSpPr>
          <p:nvPr/>
        </p:nvSpPr>
        <p:spPr>
          <a:xfrm>
            <a:off x="1285875" y="4210050"/>
            <a:ext cx="10115550" cy="247650"/>
          </a:xfrm>
          <a:prstGeom prst="rect">
            <a:avLst/>
          </a:prstGeom>
          <a:noFill/>
          <a:ln w="0">
            <a:noFill/>
          </a:ln>
        </p:spPr>
        <p:txBody>
          <a:bodyPr/>
          <a:lstStyle>
            <a:defPPr>
              <a:defRPr sz="1575" b="0">
                <a:solidFill>
                  <a:srgbClr val="FFFFFF"/>
                </a:solidFill>
                <a:latin typeface="Malgun Gothic"/>
                <a:ea typeface="Malgun Gothic"/>
                <a:cs typeface="Malgun Gothic"/>
              </a:defRPr>
            </a:defPPr>
          </a:lstStyle>
          <a:p>
            <a:pPr>
              <a:defRPr sz="1575" b="0">
                <a:solidFill>
                  <a:srgbClr val="FFFFFF"/>
                </a:solidFill>
                <a:latin typeface="Malgun Gothic"/>
                <a:ea typeface="Malgun Gothic"/>
                <a:cs typeface="Malgun Gothic"/>
              </a:defRPr>
            </a:pPr>
            <a:r>
              <a:rPr lang="en-US" sz="1575" b="0">
                <a:solidFill>
                  <a:srgbClr val="FFFFFF"/>
                </a:solidFill>
                <a:latin typeface="Consolas" panose="020B0609020204030204" pitchFamily="49" charset="0"/>
                <a:ea typeface="Malgun Gothic"/>
                <a:cs typeface="Malgun Gothic"/>
              </a:rPr>
              <a:t>        if L &gt; R:</a:t>
            </a:r>
            <a:endParaRPr sz="1575" b="0">
              <a:solidFill>
                <a:srgbClr val="FFFFFF"/>
              </a:solidFill>
              <a:latin typeface="Consolas" panose="020B0609020204030204" pitchFamily="49" charset="0"/>
              <a:ea typeface="Malgun Gothic"/>
              <a:cs typeface="Malgun Gothic"/>
            </a:endParaRPr>
          </a:p>
        </p:txBody>
      </p:sp>
      <p:sp>
        <p:nvSpPr>
          <p:cNvPr id="29" name="code-number">
            <a:extLst>
              <a:ext uri="{FF2B5EF4-FFF2-40B4-BE49-F238E27FC236}">
                <a16:creationId xmlns:a16="http://schemas.microsoft.com/office/drawing/2014/main" id="{86ADD45F-98F8-4D60-A1EC-98BA766EBF13}"/>
              </a:ext>
            </a:extLst>
          </p:cNvPr>
          <p:cNvSpPr>
            <a:spLocks noGrp="1"/>
          </p:cNvSpPr>
          <p:nvPr/>
        </p:nvSpPr>
        <p:spPr>
          <a:xfrm>
            <a:off x="771525" y="4419600"/>
            <a:ext cx="361950" cy="238125"/>
          </a:xfrm>
          <a:prstGeom prst="rect">
            <a:avLst/>
          </a:prstGeom>
          <a:noFill/>
          <a:ln w="0">
            <a:noFill/>
          </a:ln>
        </p:spPr>
        <p:txBody>
          <a:bodyPr/>
          <a:lstStyle>
            <a:defPPr>
              <a:defRPr sz="1200" b="0">
                <a:solidFill>
                  <a:srgbClr val="929292"/>
                </a:solidFill>
                <a:latin typeface="Malgun Gothic"/>
                <a:ea typeface="Malgun Gothic"/>
                <a:cs typeface="Malgun Gothic"/>
              </a:defRPr>
            </a:defPPr>
          </a:lstStyle>
          <a:p>
            <a:pPr>
              <a:defRPr sz="1200" b="0">
                <a:solidFill>
                  <a:srgbClr val="929292"/>
                </a:solidFill>
                <a:latin typeface="Malgun Gothic"/>
                <a:ea typeface="Malgun Gothic"/>
                <a:cs typeface="Malgun Gothic"/>
              </a:defRPr>
            </a:pPr>
            <a:r>
              <a:rPr lang="en-US" altLang="ko-KR" sz="1200" b="0">
                <a:solidFill>
                  <a:srgbClr val="929292"/>
                </a:solidFill>
                <a:latin typeface="Consolas" panose="020B0609020204030204" pitchFamily="49" charset="0"/>
                <a:ea typeface="Malgun Gothic"/>
                <a:cs typeface="Malgun Gothic"/>
              </a:rPr>
              <a:t>12</a:t>
            </a:r>
            <a:endParaRPr sz="1200" b="0">
              <a:solidFill>
                <a:srgbClr val="929292"/>
              </a:solidFill>
              <a:latin typeface="Consolas" panose="020B0609020204030204" pitchFamily="49" charset="0"/>
              <a:ea typeface="Malgun Gothic"/>
              <a:cs typeface="Malgun Gothic"/>
            </a:endParaRPr>
          </a:p>
        </p:txBody>
      </p:sp>
      <p:sp>
        <p:nvSpPr>
          <p:cNvPr id="30" name="code-line">
            <a:extLst>
              <a:ext uri="{FF2B5EF4-FFF2-40B4-BE49-F238E27FC236}">
                <a16:creationId xmlns:a16="http://schemas.microsoft.com/office/drawing/2014/main" id="{A5673EA0-694D-4738-ACA2-78E783825963}"/>
              </a:ext>
            </a:extLst>
          </p:cNvPr>
          <p:cNvSpPr>
            <a:spLocks noGrp="1"/>
          </p:cNvSpPr>
          <p:nvPr/>
        </p:nvSpPr>
        <p:spPr>
          <a:xfrm>
            <a:off x="1285875" y="4419600"/>
            <a:ext cx="10115550" cy="247650"/>
          </a:xfrm>
          <a:prstGeom prst="rect">
            <a:avLst/>
          </a:prstGeom>
          <a:noFill/>
          <a:ln w="0">
            <a:noFill/>
          </a:ln>
        </p:spPr>
        <p:txBody>
          <a:bodyPr/>
          <a:lstStyle>
            <a:defPPr>
              <a:defRPr sz="1575" b="0">
                <a:solidFill>
                  <a:srgbClr val="FFFFFF"/>
                </a:solidFill>
                <a:latin typeface="Malgun Gothic"/>
                <a:ea typeface="Malgun Gothic"/>
                <a:cs typeface="Malgun Gothic"/>
              </a:defRPr>
            </a:defPPr>
          </a:lstStyle>
          <a:p>
            <a:pPr>
              <a:defRPr sz="1575" b="0">
                <a:solidFill>
                  <a:srgbClr val="FFFFFF"/>
                </a:solidFill>
                <a:latin typeface="Malgun Gothic"/>
                <a:ea typeface="Malgun Gothic"/>
                <a:cs typeface="Malgun Gothic"/>
              </a:defRPr>
            </a:pPr>
            <a:r>
              <a:rPr lang="en-US" sz="1575" b="0">
                <a:solidFill>
                  <a:srgbClr val="FFFFFF"/>
                </a:solidFill>
                <a:latin typeface="Consolas" panose="020B0609020204030204" pitchFamily="49" charset="0"/>
                <a:ea typeface="Malgun Gothic"/>
                <a:cs typeface="Malgun Gothic"/>
              </a:rPr>
              <a:t>            break</a:t>
            </a:r>
            <a:endParaRPr sz="1575" b="0">
              <a:solidFill>
                <a:srgbClr val="FFFFFF"/>
              </a:solidFill>
              <a:latin typeface="Consolas" panose="020B0609020204030204" pitchFamily="49" charset="0"/>
              <a:ea typeface="Malgun Gothic"/>
              <a:cs typeface="Malgun Gothic"/>
            </a:endParaRPr>
          </a:p>
        </p:txBody>
      </p:sp>
      <p:sp>
        <p:nvSpPr>
          <p:cNvPr id="31" name="code-number">
            <a:extLst>
              <a:ext uri="{FF2B5EF4-FFF2-40B4-BE49-F238E27FC236}">
                <a16:creationId xmlns:a16="http://schemas.microsoft.com/office/drawing/2014/main" id="{88D48C84-00F4-4A82-9194-654D7B4E3CAB}"/>
              </a:ext>
            </a:extLst>
          </p:cNvPr>
          <p:cNvSpPr>
            <a:spLocks noGrp="1"/>
          </p:cNvSpPr>
          <p:nvPr/>
        </p:nvSpPr>
        <p:spPr>
          <a:xfrm>
            <a:off x="771525" y="4629150"/>
            <a:ext cx="361950" cy="238125"/>
          </a:xfrm>
          <a:prstGeom prst="rect">
            <a:avLst/>
          </a:prstGeom>
          <a:noFill/>
          <a:ln w="0">
            <a:noFill/>
          </a:ln>
        </p:spPr>
        <p:txBody>
          <a:bodyPr/>
          <a:lstStyle>
            <a:defPPr>
              <a:defRPr sz="1200" b="0">
                <a:solidFill>
                  <a:srgbClr val="929292"/>
                </a:solidFill>
                <a:latin typeface="Malgun Gothic"/>
                <a:ea typeface="Malgun Gothic"/>
                <a:cs typeface="Malgun Gothic"/>
              </a:defRPr>
            </a:defPPr>
          </a:lstStyle>
          <a:p>
            <a:pPr>
              <a:defRPr sz="1200" b="0">
                <a:solidFill>
                  <a:srgbClr val="929292"/>
                </a:solidFill>
                <a:latin typeface="Malgun Gothic"/>
                <a:ea typeface="Malgun Gothic"/>
                <a:cs typeface="Malgun Gothic"/>
              </a:defRPr>
            </a:pPr>
            <a:r>
              <a:rPr lang="en-US" altLang="ko-KR" sz="1200" b="0">
                <a:solidFill>
                  <a:srgbClr val="929292"/>
                </a:solidFill>
                <a:latin typeface="Consolas" panose="020B0609020204030204" pitchFamily="49" charset="0"/>
                <a:ea typeface="Malgun Gothic"/>
                <a:cs typeface="Malgun Gothic"/>
              </a:rPr>
              <a:t>13</a:t>
            </a:r>
            <a:endParaRPr sz="1200" b="0">
              <a:solidFill>
                <a:srgbClr val="929292"/>
              </a:solidFill>
              <a:latin typeface="Consolas" panose="020B0609020204030204" pitchFamily="49" charset="0"/>
              <a:ea typeface="Malgun Gothic"/>
              <a:cs typeface="Malgun Gothic"/>
            </a:endParaRPr>
          </a:p>
        </p:txBody>
      </p:sp>
      <p:sp>
        <p:nvSpPr>
          <p:cNvPr id="32" name="code-line">
            <a:extLst>
              <a:ext uri="{FF2B5EF4-FFF2-40B4-BE49-F238E27FC236}">
                <a16:creationId xmlns:a16="http://schemas.microsoft.com/office/drawing/2014/main" id="{00130529-0275-4688-AF2D-000E67054AE4}"/>
              </a:ext>
            </a:extLst>
          </p:cNvPr>
          <p:cNvSpPr>
            <a:spLocks noGrp="1"/>
          </p:cNvSpPr>
          <p:nvPr/>
        </p:nvSpPr>
        <p:spPr>
          <a:xfrm>
            <a:off x="1285875" y="4629150"/>
            <a:ext cx="10115550" cy="247650"/>
          </a:xfrm>
          <a:prstGeom prst="rect">
            <a:avLst/>
          </a:prstGeom>
          <a:noFill/>
          <a:ln w="0">
            <a:noFill/>
          </a:ln>
        </p:spPr>
        <p:txBody>
          <a:bodyPr/>
          <a:lstStyle>
            <a:defPPr>
              <a:defRPr sz="1575" b="0">
                <a:solidFill>
                  <a:srgbClr val="FFFFFF"/>
                </a:solidFill>
                <a:latin typeface="Malgun Gothic"/>
                <a:ea typeface="Malgun Gothic"/>
                <a:cs typeface="Malgun Gothic"/>
              </a:defRPr>
            </a:defPPr>
          </a:lstStyle>
          <a:p>
            <a:pPr>
              <a:defRPr sz="1575" b="0">
                <a:solidFill>
                  <a:srgbClr val="FFFFFF"/>
                </a:solidFill>
                <a:latin typeface="Malgun Gothic"/>
                <a:ea typeface="Malgun Gothic"/>
                <a:cs typeface="Malgun Gothic"/>
              </a:defRPr>
            </a:pPr>
            <a:r>
              <a:rPr lang="pt-BR" sz="1575" b="0">
                <a:solidFill>
                  <a:srgbClr val="FFFFFF"/>
                </a:solidFill>
                <a:latin typeface="Consolas" panose="020B0609020204030204" pitchFamily="49" charset="0"/>
                <a:ea typeface="Malgun Gothic"/>
                <a:cs typeface="Malgun Gothic"/>
              </a:rPr>
              <a:t>        a[L], a[R] = a[R], a[L]</a:t>
            </a:r>
            <a:endParaRPr sz="1575" b="0">
              <a:solidFill>
                <a:srgbClr val="FFFFFF"/>
              </a:solidFill>
              <a:latin typeface="Consolas" panose="020B0609020204030204" pitchFamily="49" charset="0"/>
              <a:ea typeface="Malgun Gothic"/>
              <a:cs typeface="Malgun Gothic"/>
            </a:endParaRPr>
          </a:p>
        </p:txBody>
      </p:sp>
      <p:sp>
        <p:nvSpPr>
          <p:cNvPr id="33" name="code-number">
            <a:extLst>
              <a:ext uri="{FF2B5EF4-FFF2-40B4-BE49-F238E27FC236}">
                <a16:creationId xmlns:a16="http://schemas.microsoft.com/office/drawing/2014/main" id="{5D91B674-6167-4120-8CF7-22F5F8330179}"/>
              </a:ext>
            </a:extLst>
          </p:cNvPr>
          <p:cNvSpPr>
            <a:spLocks noGrp="1"/>
          </p:cNvSpPr>
          <p:nvPr/>
        </p:nvSpPr>
        <p:spPr>
          <a:xfrm>
            <a:off x="771525" y="4838700"/>
            <a:ext cx="361950" cy="238125"/>
          </a:xfrm>
          <a:prstGeom prst="rect">
            <a:avLst/>
          </a:prstGeom>
          <a:noFill/>
          <a:ln w="0">
            <a:noFill/>
          </a:ln>
        </p:spPr>
        <p:txBody>
          <a:bodyPr/>
          <a:lstStyle>
            <a:defPPr>
              <a:defRPr sz="1200" b="0">
                <a:solidFill>
                  <a:srgbClr val="929292"/>
                </a:solidFill>
                <a:latin typeface="Malgun Gothic"/>
                <a:ea typeface="Malgun Gothic"/>
                <a:cs typeface="Malgun Gothic"/>
              </a:defRPr>
            </a:defPPr>
          </a:lstStyle>
          <a:p>
            <a:pPr>
              <a:defRPr sz="1200" b="0">
                <a:solidFill>
                  <a:srgbClr val="929292"/>
                </a:solidFill>
                <a:latin typeface="Malgun Gothic"/>
                <a:ea typeface="Malgun Gothic"/>
                <a:cs typeface="Malgun Gothic"/>
              </a:defRPr>
            </a:pPr>
            <a:r>
              <a:rPr lang="en-US" altLang="ko-KR" sz="1200" b="0">
                <a:solidFill>
                  <a:srgbClr val="929292"/>
                </a:solidFill>
                <a:latin typeface="Consolas" panose="020B0609020204030204" pitchFamily="49" charset="0"/>
                <a:ea typeface="Malgun Gothic"/>
                <a:cs typeface="Malgun Gothic"/>
              </a:rPr>
              <a:t>14</a:t>
            </a:r>
            <a:endParaRPr sz="1200" b="0">
              <a:solidFill>
                <a:srgbClr val="929292"/>
              </a:solidFill>
              <a:latin typeface="Consolas" panose="020B0609020204030204" pitchFamily="49" charset="0"/>
              <a:ea typeface="Malgun Gothic"/>
              <a:cs typeface="Malgun Gothic"/>
            </a:endParaRPr>
          </a:p>
        </p:txBody>
      </p:sp>
      <p:sp>
        <p:nvSpPr>
          <p:cNvPr id="34" name="code-line">
            <a:extLst>
              <a:ext uri="{FF2B5EF4-FFF2-40B4-BE49-F238E27FC236}">
                <a16:creationId xmlns:a16="http://schemas.microsoft.com/office/drawing/2014/main" id="{F709D21F-039A-4B3C-B1D5-CE6CD8DA43B8}"/>
              </a:ext>
            </a:extLst>
          </p:cNvPr>
          <p:cNvSpPr>
            <a:spLocks noGrp="1"/>
          </p:cNvSpPr>
          <p:nvPr/>
        </p:nvSpPr>
        <p:spPr>
          <a:xfrm>
            <a:off x="1285875" y="4838700"/>
            <a:ext cx="10115550" cy="247650"/>
          </a:xfrm>
          <a:prstGeom prst="rect">
            <a:avLst/>
          </a:prstGeom>
          <a:noFill/>
          <a:ln w="0">
            <a:noFill/>
          </a:ln>
        </p:spPr>
        <p:txBody>
          <a:bodyPr/>
          <a:lstStyle>
            <a:defPPr>
              <a:defRPr sz="1575" b="0">
                <a:solidFill>
                  <a:srgbClr val="FFFFFF"/>
                </a:solidFill>
                <a:latin typeface="Malgun Gothic"/>
                <a:ea typeface="Malgun Gothic"/>
                <a:cs typeface="Malgun Gothic"/>
              </a:defRPr>
            </a:defPPr>
          </a:lstStyle>
          <a:p>
            <a:pPr>
              <a:defRPr sz="1575" b="0">
                <a:solidFill>
                  <a:srgbClr val="FFFFFF"/>
                </a:solidFill>
                <a:latin typeface="Malgun Gothic"/>
                <a:ea typeface="Malgun Gothic"/>
                <a:cs typeface="Malgun Gothic"/>
              </a:defRPr>
            </a:pPr>
            <a:r>
              <a:rPr lang="en-US" sz="1575" b="0">
                <a:solidFill>
                  <a:srgbClr val="FFFFFF"/>
                </a:solidFill>
                <a:latin typeface="Consolas" panose="020B0609020204030204" pitchFamily="49" charset="0"/>
                <a:ea typeface="Malgun Gothic"/>
                <a:cs typeface="Malgun Gothic"/>
              </a:rPr>
              <a:t>    a[L], a[hi] = a[hi], a[L]</a:t>
            </a:r>
            <a:endParaRPr sz="1575" b="0">
              <a:solidFill>
                <a:srgbClr val="FFFFFF"/>
              </a:solidFill>
              <a:latin typeface="Consolas" panose="020B0609020204030204" pitchFamily="49" charset="0"/>
              <a:ea typeface="Malgun Gothic"/>
              <a:cs typeface="Malgun Gothic"/>
            </a:endParaRPr>
          </a:p>
        </p:txBody>
      </p:sp>
      <p:sp>
        <p:nvSpPr>
          <p:cNvPr id="35" name="code-number">
            <a:extLst>
              <a:ext uri="{FF2B5EF4-FFF2-40B4-BE49-F238E27FC236}">
                <a16:creationId xmlns:a16="http://schemas.microsoft.com/office/drawing/2014/main" id="{04FC97F1-E4F2-4EC1-B281-730BC09EB179}"/>
              </a:ext>
            </a:extLst>
          </p:cNvPr>
          <p:cNvSpPr>
            <a:spLocks noGrp="1"/>
          </p:cNvSpPr>
          <p:nvPr/>
        </p:nvSpPr>
        <p:spPr>
          <a:xfrm>
            <a:off x="771525" y="5048250"/>
            <a:ext cx="361950" cy="238125"/>
          </a:xfrm>
          <a:prstGeom prst="rect">
            <a:avLst/>
          </a:prstGeom>
          <a:noFill/>
          <a:ln w="0">
            <a:noFill/>
          </a:ln>
        </p:spPr>
        <p:txBody>
          <a:bodyPr/>
          <a:lstStyle>
            <a:defPPr>
              <a:defRPr sz="1200" b="0">
                <a:solidFill>
                  <a:srgbClr val="929292"/>
                </a:solidFill>
                <a:latin typeface="Malgun Gothic"/>
                <a:ea typeface="Malgun Gothic"/>
                <a:cs typeface="Malgun Gothic"/>
              </a:defRPr>
            </a:defPPr>
          </a:lstStyle>
          <a:p>
            <a:pPr>
              <a:defRPr sz="1200" b="0">
                <a:solidFill>
                  <a:srgbClr val="929292"/>
                </a:solidFill>
                <a:latin typeface="Malgun Gothic"/>
                <a:ea typeface="Malgun Gothic"/>
                <a:cs typeface="Malgun Gothic"/>
              </a:defRPr>
            </a:pPr>
            <a:r>
              <a:rPr lang="en-US" altLang="ko-KR" sz="1200" b="0">
                <a:solidFill>
                  <a:srgbClr val="929292"/>
                </a:solidFill>
                <a:latin typeface="Consolas" panose="020B0609020204030204" pitchFamily="49" charset="0"/>
                <a:ea typeface="Malgun Gothic"/>
                <a:cs typeface="Malgun Gothic"/>
              </a:rPr>
              <a:t>15</a:t>
            </a:r>
            <a:endParaRPr sz="1200" b="0">
              <a:solidFill>
                <a:srgbClr val="929292"/>
              </a:solidFill>
              <a:latin typeface="Consolas" panose="020B0609020204030204" pitchFamily="49" charset="0"/>
              <a:ea typeface="Malgun Gothic"/>
              <a:cs typeface="Malgun Gothic"/>
            </a:endParaRPr>
          </a:p>
        </p:txBody>
      </p:sp>
      <p:sp>
        <p:nvSpPr>
          <p:cNvPr id="36" name="code-line">
            <a:extLst>
              <a:ext uri="{FF2B5EF4-FFF2-40B4-BE49-F238E27FC236}">
                <a16:creationId xmlns:a16="http://schemas.microsoft.com/office/drawing/2014/main" id="{B76D91B6-E2E1-44CE-8742-C154EFB2FAB0}"/>
              </a:ext>
            </a:extLst>
          </p:cNvPr>
          <p:cNvSpPr>
            <a:spLocks noGrp="1"/>
          </p:cNvSpPr>
          <p:nvPr/>
        </p:nvSpPr>
        <p:spPr>
          <a:xfrm>
            <a:off x="1285875" y="5048250"/>
            <a:ext cx="10115550" cy="247650"/>
          </a:xfrm>
          <a:prstGeom prst="rect">
            <a:avLst/>
          </a:prstGeom>
          <a:noFill/>
          <a:ln w="0">
            <a:noFill/>
          </a:ln>
        </p:spPr>
        <p:txBody>
          <a:bodyPr/>
          <a:lstStyle>
            <a:defPPr>
              <a:defRPr sz="1575" b="0">
                <a:solidFill>
                  <a:srgbClr val="FFFFFF"/>
                </a:solidFill>
                <a:latin typeface="Malgun Gothic"/>
                <a:ea typeface="Malgun Gothic"/>
                <a:cs typeface="Malgun Gothic"/>
              </a:defRPr>
            </a:defPPr>
          </a:lstStyle>
          <a:p>
            <a:pPr>
              <a:defRPr sz="1575" b="0">
                <a:solidFill>
                  <a:srgbClr val="FFFFFF"/>
                </a:solidFill>
                <a:latin typeface="Malgun Gothic"/>
                <a:ea typeface="Malgun Gothic"/>
                <a:cs typeface="Malgun Gothic"/>
              </a:defRPr>
            </a:pPr>
            <a:r>
              <a:rPr lang="en-US" sz="1575" b="0">
                <a:solidFill>
                  <a:srgbClr val="FFFFFF"/>
                </a:solidFill>
                <a:latin typeface="Consolas" panose="020B0609020204030204" pitchFamily="49" charset="0"/>
                <a:ea typeface="Malgun Gothic"/>
                <a:cs typeface="Malgun Gothic"/>
              </a:rPr>
              <a:t>    return L</a:t>
            </a:r>
            <a:endParaRPr sz="1575" b="0">
              <a:solidFill>
                <a:srgbClr val="FFFFFF"/>
              </a:solidFill>
              <a:latin typeface="Consolas" panose="020B0609020204030204" pitchFamily="49" charset="0"/>
              <a:ea typeface="Malgun Gothic"/>
              <a:cs typeface="Malgun Gothic"/>
            </a:endParaRPr>
          </a:p>
        </p:txBody>
      </p:sp>
      <p:sp>
        <p:nvSpPr>
          <p:cNvPr id="37" name="직사각형 36">
            <a:extLst>
              <a:ext uri="{FF2B5EF4-FFF2-40B4-BE49-F238E27FC236}">
                <a16:creationId xmlns:a16="http://schemas.microsoft.com/office/drawing/2014/main" id="{FDA385F7-1D11-4040-9697-A889423BD22E}"/>
              </a:ext>
            </a:extLst>
          </p:cNvPr>
          <p:cNvSpPr>
            <a:spLocks noGrp="1"/>
          </p:cNvSpPr>
          <p:nvPr/>
        </p:nvSpPr>
        <p:spPr>
          <a:xfrm>
            <a:off x="609600" y="6048375"/>
            <a:ext cx="10972800" cy="238125"/>
          </a:xfrm>
          <a:prstGeom prst="rect">
            <a:avLst/>
          </a:prstGeom>
          <a:noFill/>
          <a:ln w="0">
            <a:noFill/>
          </a:ln>
        </p:spPr>
        <p:txBody>
          <a:bodyPr/>
          <a:lstStyle>
            <a:defPPr>
              <a:defRPr sz="1200" b="0">
                <a:solidFill>
                  <a:srgbClr val="5B5B5B"/>
                </a:solidFill>
                <a:latin typeface="Malgun Gothic"/>
                <a:ea typeface="Malgun Gothic"/>
                <a:cs typeface="Malgun Gothic"/>
              </a:defRPr>
            </a:defPPr>
          </a:lstStyle>
          <a:p>
            <a:pPr>
              <a:defRPr sz="1200" b="0">
                <a:solidFill>
                  <a:srgbClr val="5B5B5B"/>
                </a:solidFill>
                <a:latin typeface="Malgun Gothic"/>
                <a:ea typeface="Malgun Gothic"/>
                <a:cs typeface="Malgun Gothic"/>
              </a:defRPr>
            </a:pPr>
            <a:r>
              <a:rPr lang="ko-KR" altLang="en-US" sz="1200" b="0">
                <a:solidFill>
                  <a:srgbClr val="5B5B5B"/>
                </a:solidFill>
                <a:latin typeface="Malgun Gothic" panose="020B0503020000020004" pitchFamily="50" charset="-127"/>
                <a:ea typeface="Malgun Gothic"/>
                <a:cs typeface="Malgun Gothic"/>
              </a:rPr>
              <a:t>길이가 </a:t>
            </a:r>
            <a:r>
              <a:rPr lang="en-US" altLang="ko-KR" sz="1200" b="0">
                <a:solidFill>
                  <a:srgbClr val="5B5B5B"/>
                </a:solidFill>
                <a:latin typeface="Malgun Gothic" panose="020B0503020000020004" pitchFamily="50" charset="-127"/>
                <a:ea typeface="Malgun Gothic"/>
                <a:cs typeface="Malgun Gothic"/>
              </a:rPr>
              <a:t>k</a:t>
            </a:r>
            <a:r>
              <a:rPr lang="ko-KR" altLang="en-US" sz="1200" b="0">
                <a:solidFill>
                  <a:srgbClr val="5B5B5B"/>
                </a:solidFill>
                <a:latin typeface="Malgun Gothic" panose="020B0503020000020004" pitchFamily="50" charset="-127"/>
                <a:ea typeface="Malgun Gothic"/>
                <a:cs typeface="Malgun Gothic"/>
              </a:rPr>
              <a:t>인 구간에서 시간 </a:t>
            </a:r>
            <a:r>
              <a:rPr lang="en-US" altLang="ko-KR" sz="1200" b="0">
                <a:solidFill>
                  <a:srgbClr val="5B5B5B"/>
                </a:solidFill>
                <a:latin typeface="Malgun Gothic" panose="020B0503020000020004" pitchFamily="50" charset="-127"/>
                <a:ea typeface="Malgun Gothic"/>
                <a:cs typeface="Malgun Gothic"/>
              </a:rPr>
              <a:t>O(k). </a:t>
            </a:r>
            <a:r>
              <a:rPr lang="ko-KR" altLang="en-US" sz="1200" b="0">
                <a:solidFill>
                  <a:srgbClr val="5B5B5B"/>
                </a:solidFill>
                <a:latin typeface="Malgun Gothic" panose="020B0503020000020004" pitchFamily="50" charset="-127"/>
                <a:ea typeface="Malgun Gothic"/>
                <a:cs typeface="Malgun Gothic"/>
              </a:rPr>
              <a:t>같은 값은 피벗의 왼쪽으로 보낸다</a:t>
            </a:r>
            <a:r>
              <a:rPr lang="en-US" altLang="ko-KR" sz="1200" b="0">
                <a:solidFill>
                  <a:srgbClr val="5B5B5B"/>
                </a:solidFill>
                <a:latin typeface="Malgun Gothic" panose="020B0503020000020004" pitchFamily="50" charset="-127"/>
                <a:ea typeface="Malgun Gothic"/>
                <a:cs typeface="Malgun Gothic"/>
              </a:rPr>
              <a:t>.</a:t>
            </a:r>
            <a:endParaRPr sz="1200" b="0">
              <a:solidFill>
                <a:srgbClr val="5B5B5B"/>
              </a:solidFill>
              <a:latin typeface="Malgun Gothic" panose="020B0503020000020004" pitchFamily="50" charset="-127"/>
              <a:ea typeface="Malgun Gothic"/>
              <a:cs typeface="Malgun Gothic"/>
            </a:endParaRPr>
          </a:p>
        </p:txBody>
      </p:sp>
      <p:sp>
        <p:nvSpPr>
          <p:cNvPr id="38" name="직사각형 37">
            <a:extLst>
              <a:ext uri="{FF2B5EF4-FFF2-40B4-BE49-F238E27FC236}">
                <a16:creationId xmlns:a16="http://schemas.microsoft.com/office/drawing/2014/main" id="{A1473BB6-3DE1-44A3-B6AD-306D5A0474CB}"/>
              </a:ext>
            </a:extLst>
          </p:cNvPr>
          <p:cNvSpPr>
            <a:spLocks noGrp="1"/>
          </p:cNvSpPr>
          <p:nvPr/>
        </p:nvSpPr>
        <p:spPr>
          <a:xfrm>
            <a:off x="609600" y="6600825"/>
            <a:ext cx="9906000" cy="190500"/>
          </a:xfrm>
          <a:prstGeom prst="rect">
            <a:avLst/>
          </a:prstGeom>
          <a:noFill/>
          <a:ln w="0">
            <a:noFill/>
          </a:ln>
        </p:spPr>
        <p:txBody>
          <a:bodyPr/>
          <a:lstStyle>
            <a:defPPr>
              <a:defRPr sz="825" b="0">
                <a:solidFill>
                  <a:srgbClr val="151515"/>
                </a:solidFill>
                <a:latin typeface="Malgun Gothic"/>
                <a:ea typeface="Malgun Gothic"/>
                <a:cs typeface="Malgun Gothic"/>
              </a:defRPr>
            </a:defPPr>
          </a:lstStyle>
          <a:p>
            <a:pPr>
              <a:defRPr sz="825" b="0">
                <a:solidFill>
                  <a:srgbClr val="151515"/>
                </a:solidFill>
                <a:latin typeface="Malgun Gothic"/>
                <a:ea typeface="Malgun Gothic"/>
                <a:cs typeface="Malgun Gothic"/>
              </a:defRPr>
            </a:pPr>
            <a:r>
              <a:rPr lang="en-US" sz="825" b="0">
                <a:solidFill>
                  <a:srgbClr val="151515"/>
                </a:solidFill>
                <a:latin typeface="Consolas" panose="020B0609020204030204" pitchFamily="49" charset="0"/>
                <a:ea typeface="Malgun Gothic"/>
                <a:cs typeface="Malgun Gothic"/>
              </a:rPr>
              <a:t>04 / DIVIDE AND CONQUER · EXERCISES</a:t>
            </a:r>
            <a:endParaRPr sz="825" b="0">
              <a:solidFill>
                <a:srgbClr val="151515"/>
              </a:solidFill>
              <a:latin typeface="Consolas" panose="020B0609020204030204" pitchFamily="49" charset="0"/>
              <a:ea typeface="Malgun Gothic"/>
              <a:cs typeface="Malgun Gothic"/>
            </a:endParaRPr>
          </a:p>
        </p:txBody>
      </p:sp>
      <p:sp>
        <p:nvSpPr>
          <p:cNvPr id="39" name="직사각형 38">
            <a:extLst>
              <a:ext uri="{FF2B5EF4-FFF2-40B4-BE49-F238E27FC236}">
                <a16:creationId xmlns:a16="http://schemas.microsoft.com/office/drawing/2014/main" id="{37B45D4B-B06A-41F5-A4E8-0888DE0D675A}"/>
              </a:ext>
            </a:extLst>
          </p:cNvPr>
          <p:cNvSpPr>
            <a:spLocks noGrp="1"/>
          </p:cNvSpPr>
          <p:nvPr/>
        </p:nvSpPr>
        <p:spPr>
          <a:xfrm>
            <a:off x="11049000" y="6562725"/>
            <a:ext cx="533400" cy="238125"/>
          </a:xfrm>
          <a:prstGeom prst="rect">
            <a:avLst/>
          </a:prstGeom>
          <a:noFill/>
          <a:ln w="0">
            <a:noFill/>
          </a:ln>
        </p:spPr>
        <p:txBody>
          <a:bodyPr/>
          <a:lstStyle>
            <a:defPPr>
              <a:defRPr sz="1050" b="0">
                <a:solidFill>
                  <a:srgbClr val="151515"/>
                </a:solidFill>
                <a:latin typeface="Malgun Gothic"/>
                <a:ea typeface="Malgun Gothic"/>
                <a:cs typeface="Malgun Gothic"/>
              </a:defRPr>
            </a:defPPr>
          </a:lstStyle>
          <a:p>
            <a:pPr>
              <a:defRPr sz="1050" b="0">
                <a:solidFill>
                  <a:srgbClr val="151515"/>
                </a:solidFill>
                <a:latin typeface="Malgun Gothic"/>
                <a:ea typeface="Malgun Gothic"/>
                <a:cs typeface="Malgun Gothic"/>
              </a:defRPr>
            </a:pPr>
            <a:r>
              <a:rPr lang="en-US" altLang="ko-KR" sz="1050" b="0">
                <a:solidFill>
                  <a:srgbClr val="151515"/>
                </a:solidFill>
                <a:latin typeface="Consolas" panose="020B0609020204030204" pitchFamily="49" charset="0"/>
                <a:ea typeface="Malgun Gothic"/>
                <a:cs typeface="Malgun Gothic"/>
              </a:rPr>
              <a:t>207</a:t>
            </a:r>
            <a:endParaRPr sz="1050" b="0">
              <a:solidFill>
                <a:srgbClr val="151515"/>
              </a:solidFill>
              <a:latin typeface="Consolas" panose="020B0609020204030204" pitchFamily="49" charset="0"/>
              <a:ea typeface="Malgun Gothic"/>
              <a:cs typeface="Malgun Gothic"/>
            </a:endParaRPr>
          </a:p>
        </p:txBody>
      </p:sp>
    </p:spTree>
    <p:extLst>
      <p:ext uri="{BB962C8B-B14F-4D97-AF65-F5344CB8AC3E}">
        <p14:creationId xmlns:p14="http://schemas.microsoft.com/office/powerpoint/2010/main" val="112496937"/>
      </p:ext>
    </p:extLst>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 name="직사각형 35">
            <a:extLst>
              <a:ext uri="{FF2B5EF4-FFF2-40B4-BE49-F238E27FC236}">
                <a16:creationId xmlns:a16="http://schemas.microsoft.com/office/drawing/2014/main" id="{37514484-7CD2-4648-9E70-A7B046451B24}"/>
              </a:ext>
            </a:extLst>
          </p:cNvPr>
          <p:cNvSpPr>
            <a:spLocks noGrp="1"/>
          </p:cNvSpPr>
          <p:nvPr/>
        </p:nvSpPr>
        <p:spPr>
          <a:xfrm>
            <a:off x="609600" y="266700"/>
            <a:ext cx="8096250" cy="247650"/>
          </a:xfrm>
          <a:prstGeom prst="rect">
            <a:avLst/>
          </a:prstGeom>
          <a:noFill/>
          <a:ln w="0">
            <a:noFill/>
          </a:ln>
        </p:spPr>
        <p:txBody>
          <a:bodyPr/>
          <a:lstStyle>
            <a:defPPr>
              <a:defRPr sz="1050" b="0">
                <a:solidFill>
                  <a:srgbClr val="151515"/>
                </a:solidFill>
                <a:latin typeface="Malgun Gothic"/>
                <a:ea typeface="Malgun Gothic"/>
                <a:cs typeface="Malgun Gothic"/>
              </a:defRPr>
            </a:defPPr>
          </a:lstStyle>
          <a:p>
            <a:pPr>
              <a:defRPr sz="1050" b="0">
                <a:solidFill>
                  <a:srgbClr val="151515"/>
                </a:solidFill>
                <a:latin typeface="Malgun Gothic"/>
                <a:ea typeface="Malgun Gothic"/>
                <a:cs typeface="Malgun Gothic"/>
              </a:defRPr>
            </a:pPr>
            <a:r>
              <a:rPr lang="en-US" altLang="ko-KR" sz="1050" b="0">
                <a:solidFill>
                  <a:srgbClr val="151515"/>
                </a:solidFill>
                <a:latin typeface="Malgun Gothic" panose="020B0503020000020004" pitchFamily="50" charset="-127"/>
                <a:ea typeface="Malgun Gothic"/>
                <a:cs typeface="Malgun Gothic"/>
              </a:rPr>
              <a:t>4</a:t>
            </a:r>
            <a:r>
              <a:rPr lang="ko-KR" altLang="en-US" sz="1050" b="0">
                <a:solidFill>
                  <a:srgbClr val="151515"/>
                </a:solidFill>
                <a:latin typeface="Malgun Gothic" panose="020B0503020000020004" pitchFamily="50" charset="-127"/>
                <a:ea typeface="Malgun Gothic"/>
                <a:cs typeface="Malgun Gothic"/>
              </a:rPr>
              <a:t>장 분할 정복  </a:t>
            </a:r>
            <a:r>
              <a:rPr lang="en-US" altLang="ko-KR" sz="1050" b="0">
                <a:solidFill>
                  <a:srgbClr val="151515"/>
                </a:solidFill>
                <a:latin typeface="Malgun Gothic" panose="020B0503020000020004" pitchFamily="50" charset="-127"/>
                <a:ea typeface="Malgun Gothic"/>
                <a:cs typeface="Malgun Gothic"/>
              </a:rPr>
              <a:t>/  Python/C </a:t>
            </a:r>
            <a:r>
              <a:rPr lang="ko-KR" altLang="en-US" sz="1050" b="0">
                <a:solidFill>
                  <a:srgbClr val="151515"/>
                </a:solidFill>
                <a:latin typeface="Malgun Gothic" panose="020B0503020000020004" pitchFamily="50" charset="-127"/>
                <a:ea typeface="Malgun Gothic"/>
                <a:cs typeface="Malgun Gothic"/>
              </a:rPr>
              <a:t>구현</a:t>
            </a:r>
            <a:endParaRPr sz="1050" b="0">
              <a:solidFill>
                <a:srgbClr val="151515"/>
              </a:solidFill>
              <a:latin typeface="Malgun Gothic" panose="020B0503020000020004" pitchFamily="50" charset="-127"/>
              <a:ea typeface="Malgun Gothic"/>
              <a:cs typeface="Malgun Gothic"/>
            </a:endParaRPr>
          </a:p>
        </p:txBody>
      </p:sp>
      <p:sp>
        <p:nvSpPr>
          <p:cNvPr id="2" name="직사각형 1">
            <a:extLst>
              <a:ext uri="{FF2B5EF4-FFF2-40B4-BE49-F238E27FC236}">
                <a16:creationId xmlns:a16="http://schemas.microsoft.com/office/drawing/2014/main" id="{3C687923-FF52-4A21-BECC-098FFE354606}"/>
              </a:ext>
            </a:extLst>
          </p:cNvPr>
          <p:cNvSpPr>
            <a:spLocks noGrp="1"/>
          </p:cNvSpPr>
          <p:nvPr/>
        </p:nvSpPr>
        <p:spPr>
          <a:xfrm>
            <a:off x="10287000" y="266700"/>
            <a:ext cx="1295400" cy="238125"/>
          </a:xfrm>
          <a:prstGeom prst="rect">
            <a:avLst/>
          </a:prstGeom>
          <a:noFill/>
          <a:ln w="0">
            <a:noFill/>
          </a:ln>
        </p:spPr>
        <p:txBody>
          <a:bodyPr/>
          <a:lstStyle>
            <a:defPPr>
              <a:defRPr sz="900" b="0">
                <a:solidFill>
                  <a:srgbClr val="151515"/>
                </a:solidFill>
                <a:latin typeface="Malgun Gothic"/>
                <a:ea typeface="Malgun Gothic"/>
                <a:cs typeface="Malgun Gothic"/>
              </a:defRPr>
            </a:defPPr>
          </a:lstStyle>
          <a:p>
            <a:pPr>
              <a:defRPr sz="900" b="0">
                <a:solidFill>
                  <a:srgbClr val="151515"/>
                </a:solidFill>
                <a:latin typeface="Malgun Gothic"/>
                <a:ea typeface="Malgun Gothic"/>
                <a:cs typeface="Malgun Gothic"/>
              </a:defRPr>
            </a:pPr>
            <a:r>
              <a:rPr lang="en-US" sz="900" b="0">
                <a:solidFill>
                  <a:srgbClr val="151515"/>
                </a:solidFill>
                <a:latin typeface="Malgun Gothic" panose="020B0503020000020004" pitchFamily="50" charset="-127"/>
                <a:ea typeface="Malgun Gothic"/>
                <a:cs typeface="Malgun Gothic"/>
              </a:rPr>
              <a:t>ALGORITHMS</a:t>
            </a:r>
            <a:endParaRPr sz="900" b="0">
              <a:solidFill>
                <a:srgbClr val="151515"/>
              </a:solidFill>
              <a:latin typeface="Malgun Gothic" panose="020B0503020000020004" pitchFamily="50" charset="-127"/>
              <a:ea typeface="Malgun Gothic"/>
              <a:cs typeface="Malgun Gothic"/>
            </a:endParaRPr>
          </a:p>
        </p:txBody>
      </p:sp>
      <p:sp>
        <p:nvSpPr>
          <p:cNvPr id="3" name="직사각형 2">
            <a:extLst>
              <a:ext uri="{FF2B5EF4-FFF2-40B4-BE49-F238E27FC236}">
                <a16:creationId xmlns:a16="http://schemas.microsoft.com/office/drawing/2014/main" id="{933F7B8C-A906-431B-B1C6-4B7A4A264752}"/>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latin typeface="Malgun Gothic"/>
                <a:ea typeface="Malgun Gothic"/>
                <a:cs typeface="Malgun Gothic"/>
              </a:defRPr>
            </a:defPPr>
          </a:lstStyle>
          <a:p>
            <a:pPr>
              <a:defRPr sz="3000" b="1">
                <a:solidFill>
                  <a:srgbClr val="151515"/>
                </a:solidFill>
                <a:latin typeface="Malgun Gothic"/>
                <a:ea typeface="Malgun Gothic"/>
                <a:cs typeface="Malgun Gothic"/>
              </a:defRPr>
            </a:pPr>
            <a:r>
              <a:rPr lang="ko-KR" altLang="en-US" sz="3000" b="1">
                <a:solidFill>
                  <a:srgbClr val="151515"/>
                </a:solidFill>
                <a:latin typeface="Malgun Gothic" panose="020B0503020000020004" pitchFamily="50" charset="-127"/>
                <a:ea typeface="Malgun Gothic"/>
                <a:cs typeface="Malgun Gothic"/>
              </a:rPr>
              <a:t>문제 </a:t>
            </a:r>
            <a:r>
              <a:rPr lang="en-US" altLang="ko-KR" sz="3000" b="1">
                <a:solidFill>
                  <a:srgbClr val="151515"/>
                </a:solidFill>
                <a:latin typeface="Malgun Gothic" panose="020B0503020000020004" pitchFamily="50" charset="-127"/>
                <a:ea typeface="Malgun Gothic"/>
                <a:cs typeface="Malgun Gothic"/>
              </a:rPr>
              <a:t>97  </a:t>
            </a:r>
            <a:r>
              <a:rPr lang="en-US" sz="3000" b="1">
                <a:solidFill>
                  <a:srgbClr val="151515"/>
                </a:solidFill>
                <a:latin typeface="Malgun Gothic" panose="020B0503020000020004" pitchFamily="50" charset="-127"/>
                <a:ea typeface="Malgun Gothic"/>
                <a:cs typeface="Malgun Gothic"/>
              </a:rPr>
              <a:t>C </a:t>
            </a:r>
            <a:r>
              <a:rPr lang="ko-KR" altLang="en-US" sz="3000" b="1">
                <a:solidFill>
                  <a:srgbClr val="151515"/>
                </a:solidFill>
                <a:latin typeface="Malgun Gothic" panose="020B0503020000020004" pitchFamily="50" charset="-127"/>
                <a:ea typeface="Malgun Gothic"/>
                <a:cs typeface="Malgun Gothic"/>
              </a:rPr>
              <a:t>구현</a:t>
            </a:r>
            <a:endParaRPr sz="3000" b="1">
              <a:solidFill>
                <a:srgbClr val="151515"/>
              </a:solidFill>
              <a:latin typeface="Malgun Gothic" panose="020B0503020000020004" pitchFamily="50" charset="-127"/>
              <a:ea typeface="Malgun Gothic"/>
              <a:cs typeface="Malgun Gothic"/>
            </a:endParaRPr>
          </a:p>
        </p:txBody>
      </p:sp>
      <p:sp>
        <p:nvSpPr>
          <p:cNvPr id="4" name="직사각형 3">
            <a:extLst>
              <a:ext uri="{FF2B5EF4-FFF2-40B4-BE49-F238E27FC236}">
                <a16:creationId xmlns:a16="http://schemas.microsoft.com/office/drawing/2014/main" id="{7860148E-C0A1-4B54-AE42-6C3003AF26F5}"/>
              </a:ext>
            </a:extLst>
          </p:cNvPr>
          <p:cNvSpPr>
            <a:spLocks noGrp="1"/>
          </p:cNvSpPr>
          <p:nvPr/>
        </p:nvSpPr>
        <p:spPr>
          <a:xfrm>
            <a:off x="609600" y="1381125"/>
            <a:ext cx="10972800" cy="19050"/>
          </a:xfrm>
          <a:prstGeom prst="rect">
            <a:avLst/>
          </a:prstGeom>
          <a:solidFill>
            <a:srgbClr val="151515"/>
          </a:solidFill>
          <a:ln w="0">
            <a:noFill/>
          </a:ln>
        </p:spPr>
        <p:txBody>
          <a:bodyPr/>
          <a:lstStyle/>
          <a:p>
            <a:endParaRPr lang="ko-KR" altLang="en-US"/>
          </a:p>
        </p:txBody>
      </p:sp>
      <p:sp>
        <p:nvSpPr>
          <p:cNvPr id="5" name="직사각형 4">
            <a:extLst>
              <a:ext uri="{FF2B5EF4-FFF2-40B4-BE49-F238E27FC236}">
                <a16:creationId xmlns:a16="http://schemas.microsoft.com/office/drawing/2014/main" id="{A2FDE181-5531-4E66-9F14-11289889976E}"/>
              </a:ext>
            </a:extLst>
          </p:cNvPr>
          <p:cNvSpPr>
            <a:spLocks noGrp="1"/>
          </p:cNvSpPr>
          <p:nvPr/>
        </p:nvSpPr>
        <p:spPr>
          <a:xfrm>
            <a:off x="609600" y="1552575"/>
            <a:ext cx="10972800" cy="266700"/>
          </a:xfrm>
          <a:prstGeom prst="rect">
            <a:avLst/>
          </a:prstGeom>
          <a:noFill/>
          <a:ln w="0">
            <a:noFill/>
          </a:ln>
        </p:spPr>
        <p:txBody>
          <a:bodyPr/>
          <a:lstStyle>
            <a:defPPr>
              <a:defRPr sz="1500" b="0">
                <a:solidFill>
                  <a:srgbClr val="5B5B5B"/>
                </a:solidFill>
                <a:latin typeface="Malgun Gothic"/>
                <a:ea typeface="Malgun Gothic"/>
                <a:cs typeface="Malgun Gothic"/>
              </a:defRPr>
            </a:defPPr>
          </a:lstStyle>
          <a:p>
            <a:pPr>
              <a:defRPr sz="1500" b="0">
                <a:solidFill>
                  <a:srgbClr val="5B5B5B"/>
                </a:solidFill>
                <a:latin typeface="Malgun Gothic"/>
                <a:ea typeface="Malgun Gothic"/>
                <a:cs typeface="Malgun Gothic"/>
              </a:defRPr>
            </a:pPr>
            <a:r>
              <a:rPr lang="ko-KR" altLang="en-US" sz="1500" b="0">
                <a:solidFill>
                  <a:srgbClr val="5B5B5B"/>
                </a:solidFill>
                <a:latin typeface="Malgun Gothic" panose="020B0503020000020004" pitchFamily="50" charset="-127"/>
                <a:ea typeface="Malgun Gothic"/>
                <a:cs typeface="Malgun Gothic"/>
              </a:rPr>
              <a:t>퀵 정렬의 분할 함수</a:t>
            </a:r>
            <a:endParaRPr sz="1500" b="0">
              <a:solidFill>
                <a:srgbClr val="5B5B5B"/>
              </a:solidFill>
              <a:latin typeface="Malgun Gothic" panose="020B0503020000020004" pitchFamily="50" charset="-127"/>
              <a:ea typeface="Malgun Gothic"/>
              <a:cs typeface="Malgun Gothic"/>
            </a:endParaRPr>
          </a:p>
        </p:txBody>
      </p:sp>
      <p:sp>
        <p:nvSpPr>
          <p:cNvPr id="6" name="직사각형 5">
            <a:extLst>
              <a:ext uri="{FF2B5EF4-FFF2-40B4-BE49-F238E27FC236}">
                <a16:creationId xmlns:a16="http://schemas.microsoft.com/office/drawing/2014/main" id="{6F748706-B01C-4817-9E1A-8A2D60826C04}"/>
              </a:ext>
            </a:extLst>
          </p:cNvPr>
          <p:cNvSpPr>
            <a:spLocks noGrp="1"/>
          </p:cNvSpPr>
          <p:nvPr/>
        </p:nvSpPr>
        <p:spPr>
          <a:xfrm>
            <a:off x="609600" y="1981200"/>
            <a:ext cx="10972800" cy="3962400"/>
          </a:xfrm>
          <a:prstGeom prst="rect">
            <a:avLst/>
          </a:prstGeom>
          <a:solidFill>
            <a:srgbClr val="171717"/>
          </a:solidFill>
          <a:ln w="0">
            <a:noFill/>
          </a:ln>
        </p:spPr>
        <p:txBody>
          <a:bodyPr/>
          <a:lstStyle/>
          <a:p>
            <a:endParaRPr lang="ko-KR" altLang="en-US"/>
          </a:p>
        </p:txBody>
      </p:sp>
      <p:sp>
        <p:nvSpPr>
          <p:cNvPr id="7" name="code-number">
            <a:extLst>
              <a:ext uri="{FF2B5EF4-FFF2-40B4-BE49-F238E27FC236}">
                <a16:creationId xmlns:a16="http://schemas.microsoft.com/office/drawing/2014/main" id="{3DBC04AB-549B-453C-965A-F47698909F7B}"/>
              </a:ext>
            </a:extLst>
          </p:cNvPr>
          <p:cNvSpPr>
            <a:spLocks noGrp="1"/>
          </p:cNvSpPr>
          <p:nvPr/>
        </p:nvSpPr>
        <p:spPr>
          <a:xfrm>
            <a:off x="771525" y="2114550"/>
            <a:ext cx="361950" cy="238125"/>
          </a:xfrm>
          <a:prstGeom prst="rect">
            <a:avLst/>
          </a:prstGeom>
          <a:noFill/>
          <a:ln w="0">
            <a:noFill/>
          </a:ln>
        </p:spPr>
        <p:txBody>
          <a:bodyPr/>
          <a:lstStyle>
            <a:defPPr>
              <a:defRPr sz="1200" b="0">
                <a:solidFill>
                  <a:srgbClr val="929292"/>
                </a:solidFill>
                <a:latin typeface="Malgun Gothic"/>
                <a:ea typeface="Malgun Gothic"/>
                <a:cs typeface="Malgun Gothic"/>
              </a:defRPr>
            </a:defPPr>
          </a:lstStyle>
          <a:p>
            <a:pPr>
              <a:defRPr sz="1200" b="0">
                <a:solidFill>
                  <a:srgbClr val="929292"/>
                </a:solidFill>
                <a:latin typeface="Malgun Gothic"/>
                <a:ea typeface="Malgun Gothic"/>
                <a:cs typeface="Malgun Gothic"/>
              </a:defRPr>
            </a:pPr>
            <a:r>
              <a:rPr lang="en-US" altLang="ko-KR" sz="1200" b="0">
                <a:solidFill>
                  <a:srgbClr val="929292"/>
                </a:solidFill>
                <a:latin typeface="Consolas" panose="020B0609020204030204" pitchFamily="49" charset="0"/>
                <a:ea typeface="Malgun Gothic"/>
                <a:cs typeface="Malgun Gothic"/>
              </a:rPr>
              <a:t>01</a:t>
            </a:r>
            <a:endParaRPr sz="1200" b="0">
              <a:solidFill>
                <a:srgbClr val="929292"/>
              </a:solidFill>
              <a:latin typeface="Consolas" panose="020B0609020204030204" pitchFamily="49" charset="0"/>
              <a:ea typeface="Malgun Gothic"/>
              <a:cs typeface="Malgun Gothic"/>
            </a:endParaRPr>
          </a:p>
        </p:txBody>
      </p:sp>
      <p:sp>
        <p:nvSpPr>
          <p:cNvPr id="8" name="code-line">
            <a:extLst>
              <a:ext uri="{FF2B5EF4-FFF2-40B4-BE49-F238E27FC236}">
                <a16:creationId xmlns:a16="http://schemas.microsoft.com/office/drawing/2014/main" id="{7A08020C-B7F8-48D8-B489-315651B57146}"/>
              </a:ext>
            </a:extLst>
          </p:cNvPr>
          <p:cNvSpPr>
            <a:spLocks noGrp="1"/>
          </p:cNvSpPr>
          <p:nvPr/>
        </p:nvSpPr>
        <p:spPr>
          <a:xfrm>
            <a:off x="1285875" y="2114550"/>
            <a:ext cx="10115550" cy="247650"/>
          </a:xfrm>
          <a:prstGeom prst="rect">
            <a:avLst/>
          </a:prstGeom>
          <a:noFill/>
          <a:ln w="0">
            <a:noFill/>
          </a:ln>
        </p:spPr>
        <p:txBody>
          <a:bodyPr/>
          <a:lstStyle>
            <a:defPPr>
              <a:defRPr sz="1575" b="0">
                <a:solidFill>
                  <a:srgbClr val="FFFFFF"/>
                </a:solidFill>
                <a:latin typeface="Malgun Gothic"/>
                <a:ea typeface="Malgun Gothic"/>
                <a:cs typeface="Malgun Gothic"/>
              </a:defRPr>
            </a:defPPr>
          </a:lstStyle>
          <a:p>
            <a:pPr>
              <a:defRPr sz="1575" b="0">
                <a:solidFill>
                  <a:srgbClr val="FFFFFF"/>
                </a:solidFill>
                <a:latin typeface="Malgun Gothic"/>
                <a:ea typeface="Malgun Gothic"/>
                <a:cs typeface="Malgun Gothic"/>
              </a:defRPr>
            </a:pPr>
            <a:r>
              <a:rPr lang="fr-FR" sz="1575" b="0">
                <a:solidFill>
                  <a:srgbClr val="FFFFFF"/>
                </a:solidFill>
                <a:latin typeface="Consolas" panose="020B0609020204030204" pitchFamily="49" charset="0"/>
                <a:ea typeface="Malgun Gothic"/>
                <a:cs typeface="Malgun Gothic"/>
              </a:rPr>
              <a:t>int partition(int a[], int lo, int hi) {</a:t>
            </a:r>
            <a:endParaRPr sz="1575" b="0">
              <a:solidFill>
                <a:srgbClr val="FFFFFF"/>
              </a:solidFill>
              <a:latin typeface="Consolas" panose="020B0609020204030204" pitchFamily="49" charset="0"/>
              <a:ea typeface="Malgun Gothic"/>
              <a:cs typeface="Malgun Gothic"/>
            </a:endParaRPr>
          </a:p>
        </p:txBody>
      </p:sp>
      <p:sp>
        <p:nvSpPr>
          <p:cNvPr id="9" name="code-number">
            <a:extLst>
              <a:ext uri="{FF2B5EF4-FFF2-40B4-BE49-F238E27FC236}">
                <a16:creationId xmlns:a16="http://schemas.microsoft.com/office/drawing/2014/main" id="{228FAEF3-C134-4AE4-B3F8-F3918BD5D489}"/>
              </a:ext>
            </a:extLst>
          </p:cNvPr>
          <p:cNvSpPr>
            <a:spLocks noGrp="1"/>
          </p:cNvSpPr>
          <p:nvPr/>
        </p:nvSpPr>
        <p:spPr>
          <a:xfrm>
            <a:off x="771525" y="2324100"/>
            <a:ext cx="361950" cy="238125"/>
          </a:xfrm>
          <a:prstGeom prst="rect">
            <a:avLst/>
          </a:prstGeom>
          <a:noFill/>
          <a:ln w="0">
            <a:noFill/>
          </a:ln>
        </p:spPr>
        <p:txBody>
          <a:bodyPr/>
          <a:lstStyle>
            <a:defPPr>
              <a:defRPr sz="1200" b="0">
                <a:solidFill>
                  <a:srgbClr val="929292"/>
                </a:solidFill>
                <a:latin typeface="Malgun Gothic"/>
                <a:ea typeface="Malgun Gothic"/>
                <a:cs typeface="Malgun Gothic"/>
              </a:defRPr>
            </a:defPPr>
          </a:lstStyle>
          <a:p>
            <a:pPr>
              <a:defRPr sz="1200" b="0">
                <a:solidFill>
                  <a:srgbClr val="929292"/>
                </a:solidFill>
                <a:latin typeface="Malgun Gothic"/>
                <a:ea typeface="Malgun Gothic"/>
                <a:cs typeface="Malgun Gothic"/>
              </a:defRPr>
            </a:pPr>
            <a:r>
              <a:rPr lang="en-US" altLang="ko-KR" sz="1200" b="0">
                <a:solidFill>
                  <a:srgbClr val="929292"/>
                </a:solidFill>
                <a:latin typeface="Consolas" panose="020B0609020204030204" pitchFamily="49" charset="0"/>
                <a:ea typeface="Malgun Gothic"/>
                <a:cs typeface="Malgun Gothic"/>
              </a:rPr>
              <a:t>02</a:t>
            </a:r>
            <a:endParaRPr sz="1200" b="0">
              <a:solidFill>
                <a:srgbClr val="929292"/>
              </a:solidFill>
              <a:latin typeface="Consolas" panose="020B0609020204030204" pitchFamily="49" charset="0"/>
              <a:ea typeface="Malgun Gothic"/>
              <a:cs typeface="Malgun Gothic"/>
            </a:endParaRPr>
          </a:p>
        </p:txBody>
      </p:sp>
      <p:sp>
        <p:nvSpPr>
          <p:cNvPr id="10" name="code-line">
            <a:extLst>
              <a:ext uri="{FF2B5EF4-FFF2-40B4-BE49-F238E27FC236}">
                <a16:creationId xmlns:a16="http://schemas.microsoft.com/office/drawing/2014/main" id="{C9D09456-3E62-48F3-BDE5-AC22A93E4FDA}"/>
              </a:ext>
            </a:extLst>
          </p:cNvPr>
          <p:cNvSpPr>
            <a:spLocks noGrp="1"/>
          </p:cNvSpPr>
          <p:nvPr/>
        </p:nvSpPr>
        <p:spPr>
          <a:xfrm>
            <a:off x="1285875" y="2324100"/>
            <a:ext cx="10115550" cy="247650"/>
          </a:xfrm>
          <a:prstGeom prst="rect">
            <a:avLst/>
          </a:prstGeom>
          <a:noFill/>
          <a:ln w="0">
            <a:noFill/>
          </a:ln>
        </p:spPr>
        <p:txBody>
          <a:bodyPr/>
          <a:lstStyle>
            <a:defPPr>
              <a:defRPr sz="1575" b="0">
                <a:solidFill>
                  <a:srgbClr val="FFFFFF"/>
                </a:solidFill>
                <a:latin typeface="Malgun Gothic"/>
                <a:ea typeface="Malgun Gothic"/>
                <a:cs typeface="Malgun Gothic"/>
              </a:defRPr>
            </a:defPPr>
          </a:lstStyle>
          <a:p>
            <a:pPr>
              <a:defRPr sz="1575" b="0">
                <a:solidFill>
                  <a:srgbClr val="FFFFFF"/>
                </a:solidFill>
                <a:latin typeface="Malgun Gothic"/>
                <a:ea typeface="Malgun Gothic"/>
                <a:cs typeface="Malgun Gothic"/>
              </a:defRPr>
            </a:pPr>
            <a:r>
              <a:rPr lang="en-US" sz="1575" b="0">
                <a:solidFill>
                  <a:srgbClr val="FFFFFF"/>
                </a:solidFill>
                <a:latin typeface="Consolas" panose="020B0609020204030204" pitchFamily="49" charset="0"/>
                <a:ea typeface="Malgun Gothic"/>
                <a:cs typeface="Malgun Gothic"/>
              </a:rPr>
              <a:t>    int m = lo + (hi - lo) / 2;</a:t>
            </a:r>
            <a:endParaRPr sz="1575" b="0">
              <a:solidFill>
                <a:srgbClr val="FFFFFF"/>
              </a:solidFill>
              <a:latin typeface="Consolas" panose="020B0609020204030204" pitchFamily="49" charset="0"/>
              <a:ea typeface="Malgun Gothic"/>
              <a:cs typeface="Malgun Gothic"/>
            </a:endParaRPr>
          </a:p>
        </p:txBody>
      </p:sp>
      <p:sp>
        <p:nvSpPr>
          <p:cNvPr id="11" name="code-number">
            <a:extLst>
              <a:ext uri="{FF2B5EF4-FFF2-40B4-BE49-F238E27FC236}">
                <a16:creationId xmlns:a16="http://schemas.microsoft.com/office/drawing/2014/main" id="{2F0B6109-3456-4C25-9F25-A58D8FBF5D26}"/>
              </a:ext>
            </a:extLst>
          </p:cNvPr>
          <p:cNvSpPr>
            <a:spLocks noGrp="1"/>
          </p:cNvSpPr>
          <p:nvPr/>
        </p:nvSpPr>
        <p:spPr>
          <a:xfrm>
            <a:off x="771525" y="2533650"/>
            <a:ext cx="361950" cy="238125"/>
          </a:xfrm>
          <a:prstGeom prst="rect">
            <a:avLst/>
          </a:prstGeom>
          <a:noFill/>
          <a:ln w="0">
            <a:noFill/>
          </a:ln>
        </p:spPr>
        <p:txBody>
          <a:bodyPr/>
          <a:lstStyle>
            <a:defPPr>
              <a:defRPr sz="1200" b="0">
                <a:solidFill>
                  <a:srgbClr val="929292"/>
                </a:solidFill>
                <a:latin typeface="Malgun Gothic"/>
                <a:ea typeface="Malgun Gothic"/>
                <a:cs typeface="Malgun Gothic"/>
              </a:defRPr>
            </a:defPPr>
          </a:lstStyle>
          <a:p>
            <a:pPr>
              <a:defRPr sz="1200" b="0">
                <a:solidFill>
                  <a:srgbClr val="929292"/>
                </a:solidFill>
                <a:latin typeface="Malgun Gothic"/>
                <a:ea typeface="Malgun Gothic"/>
                <a:cs typeface="Malgun Gothic"/>
              </a:defRPr>
            </a:pPr>
            <a:r>
              <a:rPr lang="en-US" altLang="ko-KR" sz="1200" b="0">
                <a:solidFill>
                  <a:srgbClr val="929292"/>
                </a:solidFill>
                <a:latin typeface="Consolas" panose="020B0609020204030204" pitchFamily="49" charset="0"/>
                <a:ea typeface="Malgun Gothic"/>
                <a:cs typeface="Malgun Gothic"/>
              </a:rPr>
              <a:t>03</a:t>
            </a:r>
            <a:endParaRPr sz="1200" b="0">
              <a:solidFill>
                <a:srgbClr val="929292"/>
              </a:solidFill>
              <a:latin typeface="Consolas" panose="020B0609020204030204" pitchFamily="49" charset="0"/>
              <a:ea typeface="Malgun Gothic"/>
              <a:cs typeface="Malgun Gothic"/>
            </a:endParaRPr>
          </a:p>
        </p:txBody>
      </p:sp>
      <p:sp>
        <p:nvSpPr>
          <p:cNvPr id="12" name="code-line">
            <a:extLst>
              <a:ext uri="{FF2B5EF4-FFF2-40B4-BE49-F238E27FC236}">
                <a16:creationId xmlns:a16="http://schemas.microsoft.com/office/drawing/2014/main" id="{3EDD6F62-67DF-47B3-A72E-FCB83F38B7FF}"/>
              </a:ext>
            </a:extLst>
          </p:cNvPr>
          <p:cNvSpPr>
            <a:spLocks noGrp="1"/>
          </p:cNvSpPr>
          <p:nvPr/>
        </p:nvSpPr>
        <p:spPr>
          <a:xfrm>
            <a:off x="1285875" y="2533650"/>
            <a:ext cx="10115550" cy="247650"/>
          </a:xfrm>
          <a:prstGeom prst="rect">
            <a:avLst/>
          </a:prstGeom>
          <a:noFill/>
          <a:ln w="0">
            <a:noFill/>
          </a:ln>
        </p:spPr>
        <p:txBody>
          <a:bodyPr/>
          <a:lstStyle>
            <a:defPPr>
              <a:defRPr sz="1575" b="0">
                <a:solidFill>
                  <a:srgbClr val="FFFFFF"/>
                </a:solidFill>
                <a:latin typeface="Malgun Gothic"/>
                <a:ea typeface="Malgun Gothic"/>
                <a:cs typeface="Malgun Gothic"/>
              </a:defRPr>
            </a:defPPr>
          </a:lstStyle>
          <a:p>
            <a:pPr>
              <a:defRPr sz="1575" b="0">
                <a:solidFill>
                  <a:srgbClr val="FFFFFF"/>
                </a:solidFill>
                <a:latin typeface="Malgun Gothic"/>
                <a:ea typeface="Malgun Gothic"/>
                <a:cs typeface="Malgun Gothic"/>
              </a:defRPr>
            </a:pPr>
            <a:r>
              <a:rPr lang="fr-FR" sz="1575" b="0">
                <a:solidFill>
                  <a:srgbClr val="FFFFFF"/>
                </a:solidFill>
                <a:latin typeface="Consolas" panose="020B0609020204030204" pitchFamily="49" charset="0"/>
                <a:ea typeface="Malgun Gothic"/>
                <a:cs typeface="Malgun Gothic"/>
              </a:rPr>
              <a:t>    int t = a[m]; a[m] = a[hi]; a[hi] = t;</a:t>
            </a:r>
            <a:endParaRPr sz="1575" b="0">
              <a:solidFill>
                <a:srgbClr val="FFFFFF"/>
              </a:solidFill>
              <a:latin typeface="Consolas" panose="020B0609020204030204" pitchFamily="49" charset="0"/>
              <a:ea typeface="Malgun Gothic"/>
              <a:cs typeface="Malgun Gothic"/>
            </a:endParaRPr>
          </a:p>
        </p:txBody>
      </p:sp>
      <p:sp>
        <p:nvSpPr>
          <p:cNvPr id="13" name="code-number">
            <a:extLst>
              <a:ext uri="{FF2B5EF4-FFF2-40B4-BE49-F238E27FC236}">
                <a16:creationId xmlns:a16="http://schemas.microsoft.com/office/drawing/2014/main" id="{41D3ACE7-EE28-4687-BCDA-C4CC79CA8387}"/>
              </a:ext>
            </a:extLst>
          </p:cNvPr>
          <p:cNvSpPr>
            <a:spLocks noGrp="1"/>
          </p:cNvSpPr>
          <p:nvPr/>
        </p:nvSpPr>
        <p:spPr>
          <a:xfrm>
            <a:off x="771525" y="2743200"/>
            <a:ext cx="361950" cy="238125"/>
          </a:xfrm>
          <a:prstGeom prst="rect">
            <a:avLst/>
          </a:prstGeom>
          <a:noFill/>
          <a:ln w="0">
            <a:noFill/>
          </a:ln>
        </p:spPr>
        <p:txBody>
          <a:bodyPr/>
          <a:lstStyle>
            <a:defPPr>
              <a:defRPr sz="1200" b="0">
                <a:solidFill>
                  <a:srgbClr val="929292"/>
                </a:solidFill>
                <a:latin typeface="Malgun Gothic"/>
                <a:ea typeface="Malgun Gothic"/>
                <a:cs typeface="Malgun Gothic"/>
              </a:defRPr>
            </a:defPPr>
          </a:lstStyle>
          <a:p>
            <a:pPr>
              <a:defRPr sz="1200" b="0">
                <a:solidFill>
                  <a:srgbClr val="929292"/>
                </a:solidFill>
                <a:latin typeface="Malgun Gothic"/>
                <a:ea typeface="Malgun Gothic"/>
                <a:cs typeface="Malgun Gothic"/>
              </a:defRPr>
            </a:pPr>
            <a:r>
              <a:rPr lang="en-US" altLang="ko-KR" sz="1200" b="0">
                <a:solidFill>
                  <a:srgbClr val="929292"/>
                </a:solidFill>
                <a:latin typeface="Consolas" panose="020B0609020204030204" pitchFamily="49" charset="0"/>
                <a:ea typeface="Malgun Gothic"/>
                <a:cs typeface="Malgun Gothic"/>
              </a:rPr>
              <a:t>04</a:t>
            </a:r>
            <a:endParaRPr sz="1200" b="0">
              <a:solidFill>
                <a:srgbClr val="929292"/>
              </a:solidFill>
              <a:latin typeface="Consolas" panose="020B0609020204030204" pitchFamily="49" charset="0"/>
              <a:ea typeface="Malgun Gothic"/>
              <a:cs typeface="Malgun Gothic"/>
            </a:endParaRPr>
          </a:p>
        </p:txBody>
      </p:sp>
      <p:sp>
        <p:nvSpPr>
          <p:cNvPr id="14" name="code-line">
            <a:extLst>
              <a:ext uri="{FF2B5EF4-FFF2-40B4-BE49-F238E27FC236}">
                <a16:creationId xmlns:a16="http://schemas.microsoft.com/office/drawing/2014/main" id="{DEA77976-0190-470C-980F-54694A2FFD2E}"/>
              </a:ext>
            </a:extLst>
          </p:cNvPr>
          <p:cNvSpPr>
            <a:spLocks noGrp="1"/>
          </p:cNvSpPr>
          <p:nvPr/>
        </p:nvSpPr>
        <p:spPr>
          <a:xfrm>
            <a:off x="1285875" y="2743200"/>
            <a:ext cx="10115550" cy="247650"/>
          </a:xfrm>
          <a:prstGeom prst="rect">
            <a:avLst/>
          </a:prstGeom>
          <a:noFill/>
          <a:ln w="0">
            <a:noFill/>
          </a:ln>
        </p:spPr>
        <p:txBody>
          <a:bodyPr/>
          <a:lstStyle>
            <a:defPPr>
              <a:defRPr sz="1575" b="0">
                <a:solidFill>
                  <a:srgbClr val="FFFFFF"/>
                </a:solidFill>
                <a:latin typeface="Malgun Gothic"/>
                <a:ea typeface="Malgun Gothic"/>
                <a:cs typeface="Malgun Gothic"/>
              </a:defRPr>
            </a:defPPr>
          </a:lstStyle>
          <a:p>
            <a:pPr>
              <a:defRPr sz="1575" b="0">
                <a:solidFill>
                  <a:srgbClr val="FFFFFF"/>
                </a:solidFill>
                <a:latin typeface="Malgun Gothic"/>
                <a:ea typeface="Malgun Gothic"/>
                <a:cs typeface="Malgun Gothic"/>
              </a:defRPr>
            </a:pPr>
            <a:r>
              <a:rPr lang="pt-BR" sz="1575" b="0">
                <a:solidFill>
                  <a:srgbClr val="FFFFFF"/>
                </a:solidFill>
                <a:latin typeface="Consolas" panose="020B0609020204030204" pitchFamily="49" charset="0"/>
                <a:ea typeface="Malgun Gothic"/>
                <a:cs typeface="Malgun Gothic"/>
              </a:rPr>
              <a:t>    int pivot = a[hi], L = lo, R = hi - 1;</a:t>
            </a:r>
            <a:endParaRPr sz="1575" b="0">
              <a:solidFill>
                <a:srgbClr val="FFFFFF"/>
              </a:solidFill>
              <a:latin typeface="Consolas" panose="020B0609020204030204" pitchFamily="49" charset="0"/>
              <a:ea typeface="Malgun Gothic"/>
              <a:cs typeface="Malgun Gothic"/>
            </a:endParaRPr>
          </a:p>
        </p:txBody>
      </p:sp>
      <p:sp>
        <p:nvSpPr>
          <p:cNvPr id="15" name="code-number">
            <a:extLst>
              <a:ext uri="{FF2B5EF4-FFF2-40B4-BE49-F238E27FC236}">
                <a16:creationId xmlns:a16="http://schemas.microsoft.com/office/drawing/2014/main" id="{31A29BA2-0BA6-4DCE-9F3C-BE730C22BE7A}"/>
              </a:ext>
            </a:extLst>
          </p:cNvPr>
          <p:cNvSpPr>
            <a:spLocks noGrp="1"/>
          </p:cNvSpPr>
          <p:nvPr/>
        </p:nvSpPr>
        <p:spPr>
          <a:xfrm>
            <a:off x="771525" y="2952750"/>
            <a:ext cx="361950" cy="238125"/>
          </a:xfrm>
          <a:prstGeom prst="rect">
            <a:avLst/>
          </a:prstGeom>
          <a:noFill/>
          <a:ln w="0">
            <a:noFill/>
          </a:ln>
        </p:spPr>
        <p:txBody>
          <a:bodyPr/>
          <a:lstStyle>
            <a:defPPr>
              <a:defRPr sz="1200" b="0">
                <a:solidFill>
                  <a:srgbClr val="929292"/>
                </a:solidFill>
                <a:latin typeface="Malgun Gothic"/>
                <a:ea typeface="Malgun Gothic"/>
                <a:cs typeface="Malgun Gothic"/>
              </a:defRPr>
            </a:defPPr>
          </a:lstStyle>
          <a:p>
            <a:pPr>
              <a:defRPr sz="1200" b="0">
                <a:solidFill>
                  <a:srgbClr val="929292"/>
                </a:solidFill>
                <a:latin typeface="Malgun Gothic"/>
                <a:ea typeface="Malgun Gothic"/>
                <a:cs typeface="Malgun Gothic"/>
              </a:defRPr>
            </a:pPr>
            <a:r>
              <a:rPr lang="en-US" altLang="ko-KR" sz="1200" b="0">
                <a:solidFill>
                  <a:srgbClr val="929292"/>
                </a:solidFill>
                <a:latin typeface="Consolas" panose="020B0609020204030204" pitchFamily="49" charset="0"/>
                <a:ea typeface="Malgun Gothic"/>
                <a:cs typeface="Malgun Gothic"/>
              </a:rPr>
              <a:t>05</a:t>
            </a:r>
            <a:endParaRPr sz="1200" b="0">
              <a:solidFill>
                <a:srgbClr val="929292"/>
              </a:solidFill>
              <a:latin typeface="Consolas" panose="020B0609020204030204" pitchFamily="49" charset="0"/>
              <a:ea typeface="Malgun Gothic"/>
              <a:cs typeface="Malgun Gothic"/>
            </a:endParaRPr>
          </a:p>
        </p:txBody>
      </p:sp>
      <p:sp>
        <p:nvSpPr>
          <p:cNvPr id="16" name="code-line">
            <a:extLst>
              <a:ext uri="{FF2B5EF4-FFF2-40B4-BE49-F238E27FC236}">
                <a16:creationId xmlns:a16="http://schemas.microsoft.com/office/drawing/2014/main" id="{4F58B55B-1142-4004-9494-5FC08F04B877}"/>
              </a:ext>
            </a:extLst>
          </p:cNvPr>
          <p:cNvSpPr>
            <a:spLocks noGrp="1"/>
          </p:cNvSpPr>
          <p:nvPr/>
        </p:nvSpPr>
        <p:spPr>
          <a:xfrm>
            <a:off x="1285875" y="2952750"/>
            <a:ext cx="10115550" cy="247650"/>
          </a:xfrm>
          <a:prstGeom prst="rect">
            <a:avLst/>
          </a:prstGeom>
          <a:noFill/>
          <a:ln w="0">
            <a:noFill/>
          </a:ln>
        </p:spPr>
        <p:txBody>
          <a:bodyPr/>
          <a:lstStyle>
            <a:defPPr>
              <a:defRPr sz="1575" b="0">
                <a:solidFill>
                  <a:srgbClr val="FFFFFF"/>
                </a:solidFill>
                <a:latin typeface="Malgun Gothic"/>
                <a:ea typeface="Malgun Gothic"/>
                <a:cs typeface="Malgun Gothic"/>
              </a:defRPr>
            </a:defPPr>
          </a:lstStyle>
          <a:p>
            <a:pPr>
              <a:defRPr sz="1575" b="0">
                <a:solidFill>
                  <a:srgbClr val="FFFFFF"/>
                </a:solidFill>
                <a:latin typeface="Malgun Gothic"/>
                <a:ea typeface="Malgun Gothic"/>
                <a:cs typeface="Malgun Gothic"/>
              </a:defRPr>
            </a:pPr>
            <a:r>
              <a:rPr lang="en-US" sz="1575" b="0">
                <a:solidFill>
                  <a:srgbClr val="FFFFFF"/>
                </a:solidFill>
                <a:latin typeface="Consolas" panose="020B0609020204030204" pitchFamily="49" charset="0"/>
                <a:ea typeface="Malgun Gothic"/>
                <a:cs typeface="Malgun Gothic"/>
              </a:rPr>
              <a:t>    while (1) {</a:t>
            </a:r>
            <a:endParaRPr sz="1575" b="0">
              <a:solidFill>
                <a:srgbClr val="FFFFFF"/>
              </a:solidFill>
              <a:latin typeface="Consolas" panose="020B0609020204030204" pitchFamily="49" charset="0"/>
              <a:ea typeface="Malgun Gothic"/>
              <a:cs typeface="Malgun Gothic"/>
            </a:endParaRPr>
          </a:p>
        </p:txBody>
      </p:sp>
      <p:sp>
        <p:nvSpPr>
          <p:cNvPr id="17" name="code-number">
            <a:extLst>
              <a:ext uri="{FF2B5EF4-FFF2-40B4-BE49-F238E27FC236}">
                <a16:creationId xmlns:a16="http://schemas.microsoft.com/office/drawing/2014/main" id="{CBCC3A77-EBEA-47A1-939A-F49D2D31FE05}"/>
              </a:ext>
            </a:extLst>
          </p:cNvPr>
          <p:cNvSpPr>
            <a:spLocks noGrp="1"/>
          </p:cNvSpPr>
          <p:nvPr/>
        </p:nvSpPr>
        <p:spPr>
          <a:xfrm>
            <a:off x="771525" y="3162300"/>
            <a:ext cx="361950" cy="238125"/>
          </a:xfrm>
          <a:prstGeom prst="rect">
            <a:avLst/>
          </a:prstGeom>
          <a:noFill/>
          <a:ln w="0">
            <a:noFill/>
          </a:ln>
        </p:spPr>
        <p:txBody>
          <a:bodyPr/>
          <a:lstStyle>
            <a:defPPr>
              <a:defRPr sz="1200" b="0">
                <a:solidFill>
                  <a:srgbClr val="929292"/>
                </a:solidFill>
                <a:latin typeface="Malgun Gothic"/>
                <a:ea typeface="Malgun Gothic"/>
                <a:cs typeface="Malgun Gothic"/>
              </a:defRPr>
            </a:defPPr>
          </a:lstStyle>
          <a:p>
            <a:pPr>
              <a:defRPr sz="1200" b="0">
                <a:solidFill>
                  <a:srgbClr val="929292"/>
                </a:solidFill>
                <a:latin typeface="Malgun Gothic"/>
                <a:ea typeface="Malgun Gothic"/>
                <a:cs typeface="Malgun Gothic"/>
              </a:defRPr>
            </a:pPr>
            <a:r>
              <a:rPr lang="en-US" altLang="ko-KR" sz="1200" b="0">
                <a:solidFill>
                  <a:srgbClr val="929292"/>
                </a:solidFill>
                <a:latin typeface="Consolas" panose="020B0609020204030204" pitchFamily="49" charset="0"/>
                <a:ea typeface="Malgun Gothic"/>
                <a:cs typeface="Malgun Gothic"/>
              </a:rPr>
              <a:t>06</a:t>
            </a:r>
            <a:endParaRPr sz="1200" b="0">
              <a:solidFill>
                <a:srgbClr val="929292"/>
              </a:solidFill>
              <a:latin typeface="Consolas" panose="020B0609020204030204" pitchFamily="49" charset="0"/>
              <a:ea typeface="Malgun Gothic"/>
              <a:cs typeface="Malgun Gothic"/>
            </a:endParaRPr>
          </a:p>
        </p:txBody>
      </p:sp>
      <p:sp>
        <p:nvSpPr>
          <p:cNvPr id="18" name="code-line">
            <a:extLst>
              <a:ext uri="{FF2B5EF4-FFF2-40B4-BE49-F238E27FC236}">
                <a16:creationId xmlns:a16="http://schemas.microsoft.com/office/drawing/2014/main" id="{CDC4B2EB-B283-4995-9BAA-B71F380FDD72}"/>
              </a:ext>
            </a:extLst>
          </p:cNvPr>
          <p:cNvSpPr>
            <a:spLocks noGrp="1"/>
          </p:cNvSpPr>
          <p:nvPr/>
        </p:nvSpPr>
        <p:spPr>
          <a:xfrm>
            <a:off x="1285875" y="3162300"/>
            <a:ext cx="10115550" cy="247650"/>
          </a:xfrm>
          <a:prstGeom prst="rect">
            <a:avLst/>
          </a:prstGeom>
          <a:noFill/>
          <a:ln w="0">
            <a:noFill/>
          </a:ln>
        </p:spPr>
        <p:txBody>
          <a:bodyPr/>
          <a:lstStyle>
            <a:defPPr>
              <a:defRPr sz="1575" b="0">
                <a:solidFill>
                  <a:srgbClr val="FFFFFF"/>
                </a:solidFill>
                <a:latin typeface="Malgun Gothic"/>
                <a:ea typeface="Malgun Gothic"/>
                <a:cs typeface="Malgun Gothic"/>
              </a:defRPr>
            </a:defPPr>
          </a:lstStyle>
          <a:p>
            <a:pPr>
              <a:defRPr sz="1575" b="0">
                <a:solidFill>
                  <a:srgbClr val="FFFFFF"/>
                </a:solidFill>
                <a:latin typeface="Malgun Gothic"/>
                <a:ea typeface="Malgun Gothic"/>
                <a:cs typeface="Malgun Gothic"/>
              </a:defRPr>
            </a:pPr>
            <a:r>
              <a:rPr lang="en-US" sz="1575" b="0">
                <a:solidFill>
                  <a:srgbClr val="FFFFFF"/>
                </a:solidFill>
                <a:latin typeface="Consolas" panose="020B0609020204030204" pitchFamily="49" charset="0"/>
                <a:ea typeface="Malgun Gothic"/>
                <a:cs typeface="Malgun Gothic"/>
              </a:rPr>
              <a:t>        while (L &lt;= R &amp;&amp; a[L] &lt;= pivot) L++;</a:t>
            </a:r>
            <a:endParaRPr sz="1575" b="0">
              <a:solidFill>
                <a:srgbClr val="FFFFFF"/>
              </a:solidFill>
              <a:latin typeface="Consolas" panose="020B0609020204030204" pitchFamily="49" charset="0"/>
              <a:ea typeface="Malgun Gothic"/>
              <a:cs typeface="Malgun Gothic"/>
            </a:endParaRPr>
          </a:p>
        </p:txBody>
      </p:sp>
      <p:sp>
        <p:nvSpPr>
          <p:cNvPr id="19" name="code-number">
            <a:extLst>
              <a:ext uri="{FF2B5EF4-FFF2-40B4-BE49-F238E27FC236}">
                <a16:creationId xmlns:a16="http://schemas.microsoft.com/office/drawing/2014/main" id="{B4F93CDE-2F77-4E88-8A86-BCE87612883C}"/>
              </a:ext>
            </a:extLst>
          </p:cNvPr>
          <p:cNvSpPr>
            <a:spLocks noGrp="1"/>
          </p:cNvSpPr>
          <p:nvPr/>
        </p:nvSpPr>
        <p:spPr>
          <a:xfrm>
            <a:off x="771525" y="3371850"/>
            <a:ext cx="361950" cy="238125"/>
          </a:xfrm>
          <a:prstGeom prst="rect">
            <a:avLst/>
          </a:prstGeom>
          <a:noFill/>
          <a:ln w="0">
            <a:noFill/>
          </a:ln>
        </p:spPr>
        <p:txBody>
          <a:bodyPr/>
          <a:lstStyle>
            <a:defPPr>
              <a:defRPr sz="1200" b="0">
                <a:solidFill>
                  <a:srgbClr val="929292"/>
                </a:solidFill>
                <a:latin typeface="Malgun Gothic"/>
                <a:ea typeface="Malgun Gothic"/>
                <a:cs typeface="Malgun Gothic"/>
              </a:defRPr>
            </a:defPPr>
          </a:lstStyle>
          <a:p>
            <a:pPr>
              <a:defRPr sz="1200" b="0">
                <a:solidFill>
                  <a:srgbClr val="929292"/>
                </a:solidFill>
                <a:latin typeface="Malgun Gothic"/>
                <a:ea typeface="Malgun Gothic"/>
                <a:cs typeface="Malgun Gothic"/>
              </a:defRPr>
            </a:pPr>
            <a:r>
              <a:rPr lang="en-US" altLang="ko-KR" sz="1200" b="0">
                <a:solidFill>
                  <a:srgbClr val="929292"/>
                </a:solidFill>
                <a:latin typeface="Consolas" panose="020B0609020204030204" pitchFamily="49" charset="0"/>
                <a:ea typeface="Malgun Gothic"/>
                <a:cs typeface="Malgun Gothic"/>
              </a:rPr>
              <a:t>07</a:t>
            </a:r>
            <a:endParaRPr sz="1200" b="0">
              <a:solidFill>
                <a:srgbClr val="929292"/>
              </a:solidFill>
              <a:latin typeface="Consolas" panose="020B0609020204030204" pitchFamily="49" charset="0"/>
              <a:ea typeface="Malgun Gothic"/>
              <a:cs typeface="Malgun Gothic"/>
            </a:endParaRPr>
          </a:p>
        </p:txBody>
      </p:sp>
      <p:sp>
        <p:nvSpPr>
          <p:cNvPr id="20" name="code-line">
            <a:extLst>
              <a:ext uri="{FF2B5EF4-FFF2-40B4-BE49-F238E27FC236}">
                <a16:creationId xmlns:a16="http://schemas.microsoft.com/office/drawing/2014/main" id="{314E9B05-E94B-4D68-9881-C9035591F53F}"/>
              </a:ext>
            </a:extLst>
          </p:cNvPr>
          <p:cNvSpPr>
            <a:spLocks noGrp="1"/>
          </p:cNvSpPr>
          <p:nvPr/>
        </p:nvSpPr>
        <p:spPr>
          <a:xfrm>
            <a:off x="1285875" y="3371850"/>
            <a:ext cx="10115550" cy="247650"/>
          </a:xfrm>
          <a:prstGeom prst="rect">
            <a:avLst/>
          </a:prstGeom>
          <a:noFill/>
          <a:ln w="0">
            <a:noFill/>
          </a:ln>
        </p:spPr>
        <p:txBody>
          <a:bodyPr/>
          <a:lstStyle>
            <a:defPPr>
              <a:defRPr sz="1575" b="0">
                <a:solidFill>
                  <a:srgbClr val="FFFFFF"/>
                </a:solidFill>
                <a:latin typeface="Malgun Gothic"/>
                <a:ea typeface="Malgun Gothic"/>
                <a:cs typeface="Malgun Gothic"/>
              </a:defRPr>
            </a:defPPr>
          </a:lstStyle>
          <a:p>
            <a:pPr>
              <a:defRPr sz="1575" b="0">
                <a:solidFill>
                  <a:srgbClr val="FFFFFF"/>
                </a:solidFill>
                <a:latin typeface="Malgun Gothic"/>
                <a:ea typeface="Malgun Gothic"/>
                <a:cs typeface="Malgun Gothic"/>
              </a:defRPr>
            </a:pPr>
            <a:r>
              <a:rPr lang="pt-BR" sz="1575" b="0">
                <a:solidFill>
                  <a:srgbClr val="FFFFFF"/>
                </a:solidFill>
                <a:latin typeface="Consolas" panose="020B0609020204030204" pitchFamily="49" charset="0"/>
                <a:ea typeface="Malgun Gothic"/>
                <a:cs typeface="Malgun Gothic"/>
              </a:rPr>
              <a:t>        while (L &lt;= R &amp;&amp; a[R] &gt; pivot) R--;</a:t>
            </a:r>
            <a:endParaRPr sz="1575" b="0">
              <a:solidFill>
                <a:srgbClr val="FFFFFF"/>
              </a:solidFill>
              <a:latin typeface="Consolas" panose="020B0609020204030204" pitchFamily="49" charset="0"/>
              <a:ea typeface="Malgun Gothic"/>
              <a:cs typeface="Malgun Gothic"/>
            </a:endParaRPr>
          </a:p>
        </p:txBody>
      </p:sp>
      <p:sp>
        <p:nvSpPr>
          <p:cNvPr id="21" name="code-number">
            <a:extLst>
              <a:ext uri="{FF2B5EF4-FFF2-40B4-BE49-F238E27FC236}">
                <a16:creationId xmlns:a16="http://schemas.microsoft.com/office/drawing/2014/main" id="{14809CB9-845A-4E6A-931D-534859FA903A}"/>
              </a:ext>
            </a:extLst>
          </p:cNvPr>
          <p:cNvSpPr>
            <a:spLocks noGrp="1"/>
          </p:cNvSpPr>
          <p:nvPr/>
        </p:nvSpPr>
        <p:spPr>
          <a:xfrm>
            <a:off x="771525" y="3581400"/>
            <a:ext cx="361950" cy="238125"/>
          </a:xfrm>
          <a:prstGeom prst="rect">
            <a:avLst/>
          </a:prstGeom>
          <a:noFill/>
          <a:ln w="0">
            <a:noFill/>
          </a:ln>
        </p:spPr>
        <p:txBody>
          <a:bodyPr/>
          <a:lstStyle>
            <a:defPPr>
              <a:defRPr sz="1200" b="0">
                <a:solidFill>
                  <a:srgbClr val="929292"/>
                </a:solidFill>
                <a:latin typeface="Malgun Gothic"/>
                <a:ea typeface="Malgun Gothic"/>
                <a:cs typeface="Malgun Gothic"/>
              </a:defRPr>
            </a:defPPr>
          </a:lstStyle>
          <a:p>
            <a:pPr>
              <a:defRPr sz="1200" b="0">
                <a:solidFill>
                  <a:srgbClr val="929292"/>
                </a:solidFill>
                <a:latin typeface="Malgun Gothic"/>
                <a:ea typeface="Malgun Gothic"/>
                <a:cs typeface="Malgun Gothic"/>
              </a:defRPr>
            </a:pPr>
            <a:r>
              <a:rPr lang="en-US" altLang="ko-KR" sz="1200" b="0">
                <a:solidFill>
                  <a:srgbClr val="929292"/>
                </a:solidFill>
                <a:latin typeface="Consolas" panose="020B0609020204030204" pitchFamily="49" charset="0"/>
                <a:ea typeface="Malgun Gothic"/>
                <a:cs typeface="Malgun Gothic"/>
              </a:rPr>
              <a:t>08</a:t>
            </a:r>
            <a:endParaRPr sz="1200" b="0">
              <a:solidFill>
                <a:srgbClr val="929292"/>
              </a:solidFill>
              <a:latin typeface="Consolas" panose="020B0609020204030204" pitchFamily="49" charset="0"/>
              <a:ea typeface="Malgun Gothic"/>
              <a:cs typeface="Malgun Gothic"/>
            </a:endParaRPr>
          </a:p>
        </p:txBody>
      </p:sp>
      <p:sp>
        <p:nvSpPr>
          <p:cNvPr id="22" name="code-line">
            <a:extLst>
              <a:ext uri="{FF2B5EF4-FFF2-40B4-BE49-F238E27FC236}">
                <a16:creationId xmlns:a16="http://schemas.microsoft.com/office/drawing/2014/main" id="{1D6865DF-E536-4275-A5A5-4BF0D9BA90D3}"/>
              </a:ext>
            </a:extLst>
          </p:cNvPr>
          <p:cNvSpPr>
            <a:spLocks noGrp="1"/>
          </p:cNvSpPr>
          <p:nvPr/>
        </p:nvSpPr>
        <p:spPr>
          <a:xfrm>
            <a:off x="1285875" y="3581400"/>
            <a:ext cx="10115550" cy="247650"/>
          </a:xfrm>
          <a:prstGeom prst="rect">
            <a:avLst/>
          </a:prstGeom>
          <a:noFill/>
          <a:ln w="0">
            <a:noFill/>
          </a:ln>
        </p:spPr>
        <p:txBody>
          <a:bodyPr/>
          <a:lstStyle>
            <a:defPPr>
              <a:defRPr sz="1575" b="0">
                <a:solidFill>
                  <a:srgbClr val="FFFFFF"/>
                </a:solidFill>
                <a:latin typeface="Malgun Gothic"/>
                <a:ea typeface="Malgun Gothic"/>
                <a:cs typeface="Malgun Gothic"/>
              </a:defRPr>
            </a:defPPr>
          </a:lstStyle>
          <a:p>
            <a:pPr>
              <a:defRPr sz="1575" b="0">
                <a:solidFill>
                  <a:srgbClr val="FFFFFF"/>
                </a:solidFill>
                <a:latin typeface="Malgun Gothic"/>
                <a:ea typeface="Malgun Gothic"/>
                <a:cs typeface="Malgun Gothic"/>
              </a:defRPr>
            </a:pPr>
            <a:r>
              <a:rPr lang="en-US" sz="1575" b="0">
                <a:solidFill>
                  <a:srgbClr val="FFFFFF"/>
                </a:solidFill>
                <a:latin typeface="Consolas" panose="020B0609020204030204" pitchFamily="49" charset="0"/>
                <a:ea typeface="Malgun Gothic"/>
                <a:cs typeface="Malgun Gothic"/>
              </a:rPr>
              <a:t>        if (L &gt; R) break;</a:t>
            </a:r>
            <a:endParaRPr sz="1575" b="0">
              <a:solidFill>
                <a:srgbClr val="FFFFFF"/>
              </a:solidFill>
              <a:latin typeface="Consolas" panose="020B0609020204030204" pitchFamily="49" charset="0"/>
              <a:ea typeface="Malgun Gothic"/>
              <a:cs typeface="Malgun Gothic"/>
            </a:endParaRPr>
          </a:p>
        </p:txBody>
      </p:sp>
      <p:sp>
        <p:nvSpPr>
          <p:cNvPr id="23" name="code-number">
            <a:extLst>
              <a:ext uri="{FF2B5EF4-FFF2-40B4-BE49-F238E27FC236}">
                <a16:creationId xmlns:a16="http://schemas.microsoft.com/office/drawing/2014/main" id="{C51AF70D-649A-4FBA-A68C-5BC2119A7A9F}"/>
              </a:ext>
            </a:extLst>
          </p:cNvPr>
          <p:cNvSpPr>
            <a:spLocks noGrp="1"/>
          </p:cNvSpPr>
          <p:nvPr/>
        </p:nvSpPr>
        <p:spPr>
          <a:xfrm>
            <a:off x="771525" y="3790950"/>
            <a:ext cx="361950" cy="238125"/>
          </a:xfrm>
          <a:prstGeom prst="rect">
            <a:avLst/>
          </a:prstGeom>
          <a:noFill/>
          <a:ln w="0">
            <a:noFill/>
          </a:ln>
        </p:spPr>
        <p:txBody>
          <a:bodyPr/>
          <a:lstStyle>
            <a:defPPr>
              <a:defRPr sz="1200" b="0">
                <a:solidFill>
                  <a:srgbClr val="929292"/>
                </a:solidFill>
                <a:latin typeface="Malgun Gothic"/>
                <a:ea typeface="Malgun Gothic"/>
                <a:cs typeface="Malgun Gothic"/>
              </a:defRPr>
            </a:defPPr>
          </a:lstStyle>
          <a:p>
            <a:pPr>
              <a:defRPr sz="1200" b="0">
                <a:solidFill>
                  <a:srgbClr val="929292"/>
                </a:solidFill>
                <a:latin typeface="Malgun Gothic"/>
                <a:ea typeface="Malgun Gothic"/>
                <a:cs typeface="Malgun Gothic"/>
              </a:defRPr>
            </a:pPr>
            <a:r>
              <a:rPr lang="en-US" altLang="ko-KR" sz="1200" b="0">
                <a:solidFill>
                  <a:srgbClr val="929292"/>
                </a:solidFill>
                <a:latin typeface="Consolas" panose="020B0609020204030204" pitchFamily="49" charset="0"/>
                <a:ea typeface="Malgun Gothic"/>
                <a:cs typeface="Malgun Gothic"/>
              </a:rPr>
              <a:t>09</a:t>
            </a:r>
            <a:endParaRPr sz="1200" b="0">
              <a:solidFill>
                <a:srgbClr val="929292"/>
              </a:solidFill>
              <a:latin typeface="Consolas" panose="020B0609020204030204" pitchFamily="49" charset="0"/>
              <a:ea typeface="Malgun Gothic"/>
              <a:cs typeface="Malgun Gothic"/>
            </a:endParaRPr>
          </a:p>
        </p:txBody>
      </p:sp>
      <p:sp>
        <p:nvSpPr>
          <p:cNvPr id="24" name="code-line">
            <a:extLst>
              <a:ext uri="{FF2B5EF4-FFF2-40B4-BE49-F238E27FC236}">
                <a16:creationId xmlns:a16="http://schemas.microsoft.com/office/drawing/2014/main" id="{BB2C5EA1-0B22-47B7-99CD-02F08586087F}"/>
              </a:ext>
            </a:extLst>
          </p:cNvPr>
          <p:cNvSpPr>
            <a:spLocks noGrp="1"/>
          </p:cNvSpPr>
          <p:nvPr/>
        </p:nvSpPr>
        <p:spPr>
          <a:xfrm>
            <a:off x="1285875" y="3790950"/>
            <a:ext cx="10115550" cy="247650"/>
          </a:xfrm>
          <a:prstGeom prst="rect">
            <a:avLst/>
          </a:prstGeom>
          <a:noFill/>
          <a:ln w="0">
            <a:noFill/>
          </a:ln>
        </p:spPr>
        <p:txBody>
          <a:bodyPr/>
          <a:lstStyle>
            <a:defPPr>
              <a:defRPr sz="1575" b="0">
                <a:solidFill>
                  <a:srgbClr val="FFFFFF"/>
                </a:solidFill>
                <a:latin typeface="Malgun Gothic"/>
                <a:ea typeface="Malgun Gothic"/>
                <a:cs typeface="Malgun Gothic"/>
              </a:defRPr>
            </a:defPPr>
          </a:lstStyle>
          <a:p>
            <a:pPr>
              <a:defRPr sz="1575" b="0">
                <a:solidFill>
                  <a:srgbClr val="FFFFFF"/>
                </a:solidFill>
                <a:latin typeface="Malgun Gothic"/>
                <a:ea typeface="Malgun Gothic"/>
                <a:cs typeface="Malgun Gothic"/>
              </a:defRPr>
            </a:pPr>
            <a:r>
              <a:rPr lang="pt-BR" sz="1575" b="0">
                <a:solidFill>
                  <a:srgbClr val="FFFFFF"/>
                </a:solidFill>
                <a:latin typeface="Consolas" panose="020B0609020204030204" pitchFamily="49" charset="0"/>
                <a:ea typeface="Malgun Gothic"/>
                <a:cs typeface="Malgun Gothic"/>
              </a:rPr>
              <a:t>        t = a[L]; a[L] = a[R]; a[R] = t;</a:t>
            </a:r>
            <a:endParaRPr sz="1575" b="0">
              <a:solidFill>
                <a:srgbClr val="FFFFFF"/>
              </a:solidFill>
              <a:latin typeface="Consolas" panose="020B0609020204030204" pitchFamily="49" charset="0"/>
              <a:ea typeface="Malgun Gothic"/>
              <a:cs typeface="Malgun Gothic"/>
            </a:endParaRPr>
          </a:p>
        </p:txBody>
      </p:sp>
      <p:sp>
        <p:nvSpPr>
          <p:cNvPr id="25" name="code-number">
            <a:extLst>
              <a:ext uri="{FF2B5EF4-FFF2-40B4-BE49-F238E27FC236}">
                <a16:creationId xmlns:a16="http://schemas.microsoft.com/office/drawing/2014/main" id="{0CD04E8C-675E-4847-B7E8-EBD8EB7433C7}"/>
              </a:ext>
            </a:extLst>
          </p:cNvPr>
          <p:cNvSpPr>
            <a:spLocks noGrp="1"/>
          </p:cNvSpPr>
          <p:nvPr/>
        </p:nvSpPr>
        <p:spPr>
          <a:xfrm>
            <a:off x="771525" y="4000500"/>
            <a:ext cx="361950" cy="238125"/>
          </a:xfrm>
          <a:prstGeom prst="rect">
            <a:avLst/>
          </a:prstGeom>
          <a:noFill/>
          <a:ln w="0">
            <a:noFill/>
          </a:ln>
        </p:spPr>
        <p:txBody>
          <a:bodyPr/>
          <a:lstStyle>
            <a:defPPr>
              <a:defRPr sz="1200" b="0">
                <a:solidFill>
                  <a:srgbClr val="929292"/>
                </a:solidFill>
                <a:latin typeface="Malgun Gothic"/>
                <a:ea typeface="Malgun Gothic"/>
                <a:cs typeface="Malgun Gothic"/>
              </a:defRPr>
            </a:defPPr>
          </a:lstStyle>
          <a:p>
            <a:pPr>
              <a:defRPr sz="1200" b="0">
                <a:solidFill>
                  <a:srgbClr val="929292"/>
                </a:solidFill>
                <a:latin typeface="Malgun Gothic"/>
                <a:ea typeface="Malgun Gothic"/>
                <a:cs typeface="Malgun Gothic"/>
              </a:defRPr>
            </a:pPr>
            <a:r>
              <a:rPr lang="en-US" altLang="ko-KR" sz="1200" b="0">
                <a:solidFill>
                  <a:srgbClr val="929292"/>
                </a:solidFill>
                <a:latin typeface="Consolas" panose="020B0609020204030204" pitchFamily="49" charset="0"/>
                <a:ea typeface="Malgun Gothic"/>
                <a:cs typeface="Malgun Gothic"/>
              </a:rPr>
              <a:t>10</a:t>
            </a:r>
            <a:endParaRPr sz="1200" b="0">
              <a:solidFill>
                <a:srgbClr val="929292"/>
              </a:solidFill>
              <a:latin typeface="Consolas" panose="020B0609020204030204" pitchFamily="49" charset="0"/>
              <a:ea typeface="Malgun Gothic"/>
              <a:cs typeface="Malgun Gothic"/>
            </a:endParaRPr>
          </a:p>
        </p:txBody>
      </p:sp>
      <p:sp>
        <p:nvSpPr>
          <p:cNvPr id="26" name="code-line">
            <a:extLst>
              <a:ext uri="{FF2B5EF4-FFF2-40B4-BE49-F238E27FC236}">
                <a16:creationId xmlns:a16="http://schemas.microsoft.com/office/drawing/2014/main" id="{B1905135-2299-467F-8F70-B2D5C0F83957}"/>
              </a:ext>
            </a:extLst>
          </p:cNvPr>
          <p:cNvSpPr>
            <a:spLocks noGrp="1"/>
          </p:cNvSpPr>
          <p:nvPr/>
        </p:nvSpPr>
        <p:spPr>
          <a:xfrm>
            <a:off x="1285875" y="4000500"/>
            <a:ext cx="10115550" cy="247650"/>
          </a:xfrm>
          <a:prstGeom prst="rect">
            <a:avLst/>
          </a:prstGeom>
          <a:noFill/>
          <a:ln w="0">
            <a:noFill/>
          </a:ln>
        </p:spPr>
        <p:txBody>
          <a:bodyPr/>
          <a:lstStyle>
            <a:defPPr>
              <a:defRPr sz="1575" b="0">
                <a:solidFill>
                  <a:srgbClr val="FFFFFF"/>
                </a:solidFill>
                <a:latin typeface="Malgun Gothic"/>
                <a:ea typeface="Malgun Gothic"/>
                <a:cs typeface="Malgun Gothic"/>
              </a:defRPr>
            </a:defPPr>
          </a:lstStyle>
          <a:p>
            <a:pPr>
              <a:defRPr sz="1575" b="0">
                <a:solidFill>
                  <a:srgbClr val="FFFFFF"/>
                </a:solidFill>
                <a:latin typeface="Malgun Gothic"/>
                <a:ea typeface="Malgun Gothic"/>
                <a:cs typeface="Malgun Gothic"/>
              </a:defRPr>
            </a:pPr>
            <a:r>
              <a:rPr lang="ko-KR" altLang="en-US" sz="1575" b="0">
                <a:solidFill>
                  <a:srgbClr val="FFFFFF"/>
                </a:solidFill>
                <a:latin typeface="Consolas" panose="020B0609020204030204" pitchFamily="49" charset="0"/>
                <a:ea typeface="Malgun Gothic"/>
                <a:cs typeface="Malgun Gothic"/>
              </a:rPr>
              <a:t>    </a:t>
            </a:r>
            <a:r>
              <a:rPr lang="en-US" altLang="ko-KR" sz="1575" b="0">
                <a:solidFill>
                  <a:srgbClr val="FFFFFF"/>
                </a:solidFill>
                <a:latin typeface="Consolas" panose="020B0609020204030204" pitchFamily="49" charset="0"/>
                <a:ea typeface="Malgun Gothic"/>
                <a:cs typeface="Malgun Gothic"/>
              </a:rPr>
              <a:t>}</a:t>
            </a:r>
            <a:endParaRPr sz="1575" b="0">
              <a:solidFill>
                <a:srgbClr val="FFFFFF"/>
              </a:solidFill>
              <a:latin typeface="Consolas" panose="020B0609020204030204" pitchFamily="49" charset="0"/>
              <a:ea typeface="Malgun Gothic"/>
              <a:cs typeface="Malgun Gothic"/>
            </a:endParaRPr>
          </a:p>
        </p:txBody>
      </p:sp>
      <p:sp>
        <p:nvSpPr>
          <p:cNvPr id="27" name="code-number">
            <a:extLst>
              <a:ext uri="{FF2B5EF4-FFF2-40B4-BE49-F238E27FC236}">
                <a16:creationId xmlns:a16="http://schemas.microsoft.com/office/drawing/2014/main" id="{C1B80CFC-4D94-4082-86A8-13B944800970}"/>
              </a:ext>
            </a:extLst>
          </p:cNvPr>
          <p:cNvSpPr>
            <a:spLocks noGrp="1"/>
          </p:cNvSpPr>
          <p:nvPr/>
        </p:nvSpPr>
        <p:spPr>
          <a:xfrm>
            <a:off x="771525" y="4210050"/>
            <a:ext cx="361950" cy="238125"/>
          </a:xfrm>
          <a:prstGeom prst="rect">
            <a:avLst/>
          </a:prstGeom>
          <a:noFill/>
          <a:ln w="0">
            <a:noFill/>
          </a:ln>
        </p:spPr>
        <p:txBody>
          <a:bodyPr/>
          <a:lstStyle>
            <a:defPPr>
              <a:defRPr sz="1200" b="0">
                <a:solidFill>
                  <a:srgbClr val="929292"/>
                </a:solidFill>
                <a:latin typeface="Malgun Gothic"/>
                <a:ea typeface="Malgun Gothic"/>
                <a:cs typeface="Malgun Gothic"/>
              </a:defRPr>
            </a:defPPr>
          </a:lstStyle>
          <a:p>
            <a:pPr>
              <a:defRPr sz="1200" b="0">
                <a:solidFill>
                  <a:srgbClr val="929292"/>
                </a:solidFill>
                <a:latin typeface="Malgun Gothic"/>
                <a:ea typeface="Malgun Gothic"/>
                <a:cs typeface="Malgun Gothic"/>
              </a:defRPr>
            </a:pPr>
            <a:r>
              <a:rPr lang="en-US" altLang="ko-KR" sz="1200" b="0">
                <a:solidFill>
                  <a:srgbClr val="929292"/>
                </a:solidFill>
                <a:latin typeface="Consolas" panose="020B0609020204030204" pitchFamily="49" charset="0"/>
                <a:ea typeface="Malgun Gothic"/>
                <a:cs typeface="Malgun Gothic"/>
              </a:rPr>
              <a:t>11</a:t>
            </a:r>
            <a:endParaRPr sz="1200" b="0">
              <a:solidFill>
                <a:srgbClr val="929292"/>
              </a:solidFill>
              <a:latin typeface="Consolas" panose="020B0609020204030204" pitchFamily="49" charset="0"/>
              <a:ea typeface="Malgun Gothic"/>
              <a:cs typeface="Malgun Gothic"/>
            </a:endParaRPr>
          </a:p>
        </p:txBody>
      </p:sp>
      <p:sp>
        <p:nvSpPr>
          <p:cNvPr id="28" name="code-line">
            <a:extLst>
              <a:ext uri="{FF2B5EF4-FFF2-40B4-BE49-F238E27FC236}">
                <a16:creationId xmlns:a16="http://schemas.microsoft.com/office/drawing/2014/main" id="{AA3242C0-3542-489A-91FA-ABF424A29F28}"/>
              </a:ext>
            </a:extLst>
          </p:cNvPr>
          <p:cNvSpPr>
            <a:spLocks noGrp="1"/>
          </p:cNvSpPr>
          <p:nvPr/>
        </p:nvSpPr>
        <p:spPr>
          <a:xfrm>
            <a:off x="1285875" y="4210050"/>
            <a:ext cx="10115550" cy="247650"/>
          </a:xfrm>
          <a:prstGeom prst="rect">
            <a:avLst/>
          </a:prstGeom>
          <a:noFill/>
          <a:ln w="0">
            <a:noFill/>
          </a:ln>
        </p:spPr>
        <p:txBody>
          <a:bodyPr/>
          <a:lstStyle>
            <a:defPPr>
              <a:defRPr sz="1575" b="0">
                <a:solidFill>
                  <a:srgbClr val="FFFFFF"/>
                </a:solidFill>
                <a:latin typeface="Malgun Gothic"/>
                <a:ea typeface="Malgun Gothic"/>
                <a:cs typeface="Malgun Gothic"/>
              </a:defRPr>
            </a:defPPr>
          </a:lstStyle>
          <a:p>
            <a:pPr>
              <a:defRPr sz="1575" b="0">
                <a:solidFill>
                  <a:srgbClr val="FFFFFF"/>
                </a:solidFill>
                <a:latin typeface="Malgun Gothic"/>
                <a:ea typeface="Malgun Gothic"/>
                <a:cs typeface="Malgun Gothic"/>
              </a:defRPr>
            </a:pPr>
            <a:r>
              <a:rPr lang="en-US" sz="1575" b="0">
                <a:solidFill>
                  <a:srgbClr val="FFFFFF"/>
                </a:solidFill>
                <a:latin typeface="Consolas" panose="020B0609020204030204" pitchFamily="49" charset="0"/>
                <a:ea typeface="Malgun Gothic"/>
                <a:cs typeface="Malgun Gothic"/>
              </a:rPr>
              <a:t>    t = a[L]; a[L] = a[hi]; a[hi] = t;</a:t>
            </a:r>
            <a:endParaRPr sz="1575" b="0">
              <a:solidFill>
                <a:srgbClr val="FFFFFF"/>
              </a:solidFill>
              <a:latin typeface="Consolas" panose="020B0609020204030204" pitchFamily="49" charset="0"/>
              <a:ea typeface="Malgun Gothic"/>
              <a:cs typeface="Malgun Gothic"/>
            </a:endParaRPr>
          </a:p>
        </p:txBody>
      </p:sp>
      <p:sp>
        <p:nvSpPr>
          <p:cNvPr id="29" name="code-number">
            <a:extLst>
              <a:ext uri="{FF2B5EF4-FFF2-40B4-BE49-F238E27FC236}">
                <a16:creationId xmlns:a16="http://schemas.microsoft.com/office/drawing/2014/main" id="{6B137FA0-D2C9-41D0-A1A0-1052A53E2C7E}"/>
              </a:ext>
            </a:extLst>
          </p:cNvPr>
          <p:cNvSpPr>
            <a:spLocks noGrp="1"/>
          </p:cNvSpPr>
          <p:nvPr/>
        </p:nvSpPr>
        <p:spPr>
          <a:xfrm>
            <a:off x="771525" y="4419600"/>
            <a:ext cx="361950" cy="238125"/>
          </a:xfrm>
          <a:prstGeom prst="rect">
            <a:avLst/>
          </a:prstGeom>
          <a:noFill/>
          <a:ln w="0">
            <a:noFill/>
          </a:ln>
        </p:spPr>
        <p:txBody>
          <a:bodyPr/>
          <a:lstStyle>
            <a:defPPr>
              <a:defRPr sz="1200" b="0">
                <a:solidFill>
                  <a:srgbClr val="929292"/>
                </a:solidFill>
                <a:latin typeface="Malgun Gothic"/>
                <a:ea typeface="Malgun Gothic"/>
                <a:cs typeface="Malgun Gothic"/>
              </a:defRPr>
            </a:defPPr>
          </a:lstStyle>
          <a:p>
            <a:pPr>
              <a:defRPr sz="1200" b="0">
                <a:solidFill>
                  <a:srgbClr val="929292"/>
                </a:solidFill>
                <a:latin typeface="Malgun Gothic"/>
                <a:ea typeface="Malgun Gothic"/>
                <a:cs typeface="Malgun Gothic"/>
              </a:defRPr>
            </a:pPr>
            <a:r>
              <a:rPr lang="en-US" altLang="ko-KR" sz="1200" b="0">
                <a:solidFill>
                  <a:srgbClr val="929292"/>
                </a:solidFill>
                <a:latin typeface="Consolas" panose="020B0609020204030204" pitchFamily="49" charset="0"/>
                <a:ea typeface="Malgun Gothic"/>
                <a:cs typeface="Malgun Gothic"/>
              </a:rPr>
              <a:t>12</a:t>
            </a:r>
            <a:endParaRPr sz="1200" b="0">
              <a:solidFill>
                <a:srgbClr val="929292"/>
              </a:solidFill>
              <a:latin typeface="Consolas" panose="020B0609020204030204" pitchFamily="49" charset="0"/>
              <a:ea typeface="Malgun Gothic"/>
              <a:cs typeface="Malgun Gothic"/>
            </a:endParaRPr>
          </a:p>
        </p:txBody>
      </p:sp>
      <p:sp>
        <p:nvSpPr>
          <p:cNvPr id="30" name="code-line">
            <a:extLst>
              <a:ext uri="{FF2B5EF4-FFF2-40B4-BE49-F238E27FC236}">
                <a16:creationId xmlns:a16="http://schemas.microsoft.com/office/drawing/2014/main" id="{170B9CC7-8746-402B-8986-454AA1B740B1}"/>
              </a:ext>
            </a:extLst>
          </p:cNvPr>
          <p:cNvSpPr>
            <a:spLocks noGrp="1"/>
          </p:cNvSpPr>
          <p:nvPr/>
        </p:nvSpPr>
        <p:spPr>
          <a:xfrm>
            <a:off x="1285875" y="4419600"/>
            <a:ext cx="10115550" cy="247650"/>
          </a:xfrm>
          <a:prstGeom prst="rect">
            <a:avLst/>
          </a:prstGeom>
          <a:noFill/>
          <a:ln w="0">
            <a:noFill/>
          </a:ln>
        </p:spPr>
        <p:txBody>
          <a:bodyPr/>
          <a:lstStyle>
            <a:defPPr>
              <a:defRPr sz="1575" b="0">
                <a:solidFill>
                  <a:srgbClr val="FFFFFF"/>
                </a:solidFill>
                <a:latin typeface="Malgun Gothic"/>
                <a:ea typeface="Malgun Gothic"/>
                <a:cs typeface="Malgun Gothic"/>
              </a:defRPr>
            </a:defPPr>
          </a:lstStyle>
          <a:p>
            <a:pPr>
              <a:defRPr sz="1575" b="0">
                <a:solidFill>
                  <a:srgbClr val="FFFFFF"/>
                </a:solidFill>
                <a:latin typeface="Malgun Gothic"/>
                <a:ea typeface="Malgun Gothic"/>
                <a:cs typeface="Malgun Gothic"/>
              </a:defRPr>
            </a:pPr>
            <a:r>
              <a:rPr lang="en-US" sz="1575" b="0">
                <a:solidFill>
                  <a:srgbClr val="FFFFFF"/>
                </a:solidFill>
                <a:latin typeface="Consolas" panose="020B0609020204030204" pitchFamily="49" charset="0"/>
                <a:ea typeface="Malgun Gothic"/>
                <a:cs typeface="Malgun Gothic"/>
              </a:rPr>
              <a:t>    return L;</a:t>
            </a:r>
            <a:endParaRPr sz="1575" b="0">
              <a:solidFill>
                <a:srgbClr val="FFFFFF"/>
              </a:solidFill>
              <a:latin typeface="Consolas" panose="020B0609020204030204" pitchFamily="49" charset="0"/>
              <a:ea typeface="Malgun Gothic"/>
              <a:cs typeface="Malgun Gothic"/>
            </a:endParaRPr>
          </a:p>
        </p:txBody>
      </p:sp>
      <p:sp>
        <p:nvSpPr>
          <p:cNvPr id="31" name="code-number">
            <a:extLst>
              <a:ext uri="{FF2B5EF4-FFF2-40B4-BE49-F238E27FC236}">
                <a16:creationId xmlns:a16="http://schemas.microsoft.com/office/drawing/2014/main" id="{D37EE770-CCCD-41B8-BB4C-D10BF6D34B17}"/>
              </a:ext>
            </a:extLst>
          </p:cNvPr>
          <p:cNvSpPr>
            <a:spLocks noGrp="1"/>
          </p:cNvSpPr>
          <p:nvPr/>
        </p:nvSpPr>
        <p:spPr>
          <a:xfrm>
            <a:off x="771525" y="4629150"/>
            <a:ext cx="361950" cy="238125"/>
          </a:xfrm>
          <a:prstGeom prst="rect">
            <a:avLst/>
          </a:prstGeom>
          <a:noFill/>
          <a:ln w="0">
            <a:noFill/>
          </a:ln>
        </p:spPr>
        <p:txBody>
          <a:bodyPr/>
          <a:lstStyle>
            <a:defPPr>
              <a:defRPr sz="1200" b="0">
                <a:solidFill>
                  <a:srgbClr val="929292"/>
                </a:solidFill>
                <a:latin typeface="Malgun Gothic"/>
                <a:ea typeface="Malgun Gothic"/>
                <a:cs typeface="Malgun Gothic"/>
              </a:defRPr>
            </a:defPPr>
          </a:lstStyle>
          <a:p>
            <a:pPr>
              <a:defRPr sz="1200" b="0">
                <a:solidFill>
                  <a:srgbClr val="929292"/>
                </a:solidFill>
                <a:latin typeface="Malgun Gothic"/>
                <a:ea typeface="Malgun Gothic"/>
                <a:cs typeface="Malgun Gothic"/>
              </a:defRPr>
            </a:pPr>
            <a:r>
              <a:rPr lang="en-US" altLang="ko-KR" sz="1200" b="0">
                <a:solidFill>
                  <a:srgbClr val="929292"/>
                </a:solidFill>
                <a:latin typeface="Consolas" panose="020B0609020204030204" pitchFamily="49" charset="0"/>
                <a:ea typeface="Malgun Gothic"/>
                <a:cs typeface="Malgun Gothic"/>
              </a:rPr>
              <a:t>13</a:t>
            </a:r>
            <a:endParaRPr sz="1200" b="0">
              <a:solidFill>
                <a:srgbClr val="929292"/>
              </a:solidFill>
              <a:latin typeface="Consolas" panose="020B0609020204030204" pitchFamily="49" charset="0"/>
              <a:ea typeface="Malgun Gothic"/>
              <a:cs typeface="Malgun Gothic"/>
            </a:endParaRPr>
          </a:p>
        </p:txBody>
      </p:sp>
      <p:sp>
        <p:nvSpPr>
          <p:cNvPr id="32" name="code-line">
            <a:extLst>
              <a:ext uri="{FF2B5EF4-FFF2-40B4-BE49-F238E27FC236}">
                <a16:creationId xmlns:a16="http://schemas.microsoft.com/office/drawing/2014/main" id="{CE14E2CC-FAFF-404A-AA1A-0E49FC31F842}"/>
              </a:ext>
            </a:extLst>
          </p:cNvPr>
          <p:cNvSpPr>
            <a:spLocks noGrp="1"/>
          </p:cNvSpPr>
          <p:nvPr/>
        </p:nvSpPr>
        <p:spPr>
          <a:xfrm>
            <a:off x="1285875" y="4629150"/>
            <a:ext cx="10115550" cy="247650"/>
          </a:xfrm>
          <a:prstGeom prst="rect">
            <a:avLst/>
          </a:prstGeom>
          <a:noFill/>
          <a:ln w="0">
            <a:noFill/>
          </a:ln>
        </p:spPr>
        <p:txBody>
          <a:bodyPr/>
          <a:lstStyle>
            <a:defPPr>
              <a:defRPr sz="1575" b="0">
                <a:solidFill>
                  <a:srgbClr val="FFFFFF"/>
                </a:solidFill>
                <a:latin typeface="Malgun Gothic"/>
                <a:ea typeface="Malgun Gothic"/>
                <a:cs typeface="Malgun Gothic"/>
              </a:defRPr>
            </a:defPPr>
          </a:lstStyle>
          <a:p>
            <a:pPr>
              <a:defRPr sz="1575" b="0">
                <a:solidFill>
                  <a:srgbClr val="FFFFFF"/>
                </a:solidFill>
                <a:latin typeface="Malgun Gothic"/>
                <a:ea typeface="Malgun Gothic"/>
                <a:cs typeface="Malgun Gothic"/>
              </a:defRPr>
            </a:pPr>
            <a:r>
              <a:rPr lang="en-US" altLang="ko-KR" sz="1575" b="0">
                <a:solidFill>
                  <a:srgbClr val="FFFFFF"/>
                </a:solidFill>
                <a:latin typeface="Consolas" panose="020B0609020204030204" pitchFamily="49" charset="0"/>
                <a:ea typeface="Malgun Gothic"/>
                <a:cs typeface="Malgun Gothic"/>
              </a:rPr>
              <a:t>}</a:t>
            </a:r>
            <a:endParaRPr sz="1575" b="0">
              <a:solidFill>
                <a:srgbClr val="FFFFFF"/>
              </a:solidFill>
              <a:latin typeface="Consolas" panose="020B0609020204030204" pitchFamily="49" charset="0"/>
              <a:ea typeface="Malgun Gothic"/>
              <a:cs typeface="Malgun Gothic"/>
            </a:endParaRPr>
          </a:p>
        </p:txBody>
      </p:sp>
      <p:sp>
        <p:nvSpPr>
          <p:cNvPr id="33" name="직사각형 32">
            <a:extLst>
              <a:ext uri="{FF2B5EF4-FFF2-40B4-BE49-F238E27FC236}">
                <a16:creationId xmlns:a16="http://schemas.microsoft.com/office/drawing/2014/main" id="{9FE7D6C2-5A6D-4EB2-B399-935BE7ECF49D}"/>
              </a:ext>
            </a:extLst>
          </p:cNvPr>
          <p:cNvSpPr>
            <a:spLocks noGrp="1"/>
          </p:cNvSpPr>
          <p:nvPr/>
        </p:nvSpPr>
        <p:spPr>
          <a:xfrm>
            <a:off x="609600" y="6048375"/>
            <a:ext cx="10972800" cy="238125"/>
          </a:xfrm>
          <a:prstGeom prst="rect">
            <a:avLst/>
          </a:prstGeom>
          <a:noFill/>
          <a:ln w="0">
            <a:noFill/>
          </a:ln>
        </p:spPr>
        <p:txBody>
          <a:bodyPr/>
          <a:lstStyle>
            <a:defPPr>
              <a:defRPr sz="1200" b="0">
                <a:solidFill>
                  <a:srgbClr val="5B5B5B"/>
                </a:solidFill>
                <a:latin typeface="Malgun Gothic"/>
                <a:ea typeface="Malgun Gothic"/>
                <a:cs typeface="Malgun Gothic"/>
              </a:defRPr>
            </a:defPPr>
          </a:lstStyle>
          <a:p>
            <a:pPr>
              <a:defRPr sz="1200" b="0">
                <a:solidFill>
                  <a:srgbClr val="5B5B5B"/>
                </a:solidFill>
                <a:latin typeface="Malgun Gothic"/>
                <a:ea typeface="Malgun Gothic"/>
                <a:cs typeface="Malgun Gothic"/>
              </a:defRPr>
            </a:pPr>
            <a:r>
              <a:rPr lang="ko-KR" altLang="en-US" sz="1200" b="0">
                <a:solidFill>
                  <a:srgbClr val="5B5B5B"/>
                </a:solidFill>
                <a:latin typeface="Malgun Gothic" panose="020B0503020000020004" pitchFamily="50" charset="-127"/>
                <a:ea typeface="Malgun Gothic"/>
                <a:cs typeface="Malgun Gothic"/>
              </a:rPr>
              <a:t>길이가 </a:t>
            </a:r>
            <a:r>
              <a:rPr lang="en-US" altLang="ko-KR" sz="1200" b="0">
                <a:solidFill>
                  <a:srgbClr val="5B5B5B"/>
                </a:solidFill>
                <a:latin typeface="Malgun Gothic" panose="020B0503020000020004" pitchFamily="50" charset="-127"/>
                <a:ea typeface="Malgun Gothic"/>
                <a:cs typeface="Malgun Gothic"/>
              </a:rPr>
              <a:t>k</a:t>
            </a:r>
            <a:r>
              <a:rPr lang="ko-KR" altLang="en-US" sz="1200" b="0">
                <a:solidFill>
                  <a:srgbClr val="5B5B5B"/>
                </a:solidFill>
                <a:latin typeface="Malgun Gothic" panose="020B0503020000020004" pitchFamily="50" charset="-127"/>
                <a:ea typeface="Malgun Gothic"/>
                <a:cs typeface="Malgun Gothic"/>
              </a:rPr>
              <a:t>인 구간에서 시간 </a:t>
            </a:r>
            <a:r>
              <a:rPr lang="en-US" altLang="ko-KR" sz="1200" b="0">
                <a:solidFill>
                  <a:srgbClr val="5B5B5B"/>
                </a:solidFill>
                <a:latin typeface="Malgun Gothic" panose="020B0503020000020004" pitchFamily="50" charset="-127"/>
                <a:ea typeface="Malgun Gothic"/>
                <a:cs typeface="Malgun Gothic"/>
              </a:rPr>
              <a:t>O(k). </a:t>
            </a:r>
            <a:r>
              <a:rPr lang="ko-KR" altLang="en-US" sz="1200" b="0">
                <a:solidFill>
                  <a:srgbClr val="5B5B5B"/>
                </a:solidFill>
                <a:latin typeface="Malgun Gothic" panose="020B0503020000020004" pitchFamily="50" charset="-127"/>
                <a:ea typeface="Malgun Gothic"/>
                <a:cs typeface="Malgun Gothic"/>
              </a:rPr>
              <a:t>같은 값은 피벗의 왼쪽으로 보낸다</a:t>
            </a:r>
            <a:r>
              <a:rPr lang="en-US" altLang="ko-KR" sz="1200" b="0">
                <a:solidFill>
                  <a:srgbClr val="5B5B5B"/>
                </a:solidFill>
                <a:latin typeface="Malgun Gothic" panose="020B0503020000020004" pitchFamily="50" charset="-127"/>
                <a:ea typeface="Malgun Gothic"/>
                <a:cs typeface="Malgun Gothic"/>
              </a:rPr>
              <a:t>.</a:t>
            </a:r>
            <a:endParaRPr sz="1200" b="0">
              <a:solidFill>
                <a:srgbClr val="5B5B5B"/>
              </a:solidFill>
              <a:latin typeface="Malgun Gothic" panose="020B0503020000020004" pitchFamily="50" charset="-127"/>
              <a:ea typeface="Malgun Gothic"/>
              <a:cs typeface="Malgun Gothic"/>
            </a:endParaRPr>
          </a:p>
        </p:txBody>
      </p:sp>
      <p:sp>
        <p:nvSpPr>
          <p:cNvPr id="34" name="직사각형 33">
            <a:extLst>
              <a:ext uri="{FF2B5EF4-FFF2-40B4-BE49-F238E27FC236}">
                <a16:creationId xmlns:a16="http://schemas.microsoft.com/office/drawing/2014/main" id="{765348E1-6B95-46D2-BA00-C1A2F27304F1}"/>
              </a:ext>
            </a:extLst>
          </p:cNvPr>
          <p:cNvSpPr>
            <a:spLocks noGrp="1"/>
          </p:cNvSpPr>
          <p:nvPr/>
        </p:nvSpPr>
        <p:spPr>
          <a:xfrm>
            <a:off x="609600" y="6600825"/>
            <a:ext cx="9906000" cy="190500"/>
          </a:xfrm>
          <a:prstGeom prst="rect">
            <a:avLst/>
          </a:prstGeom>
          <a:noFill/>
          <a:ln w="0">
            <a:noFill/>
          </a:ln>
        </p:spPr>
        <p:txBody>
          <a:bodyPr/>
          <a:lstStyle>
            <a:defPPr>
              <a:defRPr sz="825" b="0">
                <a:solidFill>
                  <a:srgbClr val="151515"/>
                </a:solidFill>
                <a:latin typeface="Malgun Gothic"/>
                <a:ea typeface="Malgun Gothic"/>
                <a:cs typeface="Malgun Gothic"/>
              </a:defRPr>
            </a:defPPr>
          </a:lstStyle>
          <a:p>
            <a:pPr>
              <a:defRPr sz="825" b="0">
                <a:solidFill>
                  <a:srgbClr val="151515"/>
                </a:solidFill>
                <a:latin typeface="Malgun Gothic"/>
                <a:ea typeface="Malgun Gothic"/>
                <a:cs typeface="Malgun Gothic"/>
              </a:defRPr>
            </a:pPr>
            <a:r>
              <a:rPr lang="en-US" sz="825" b="0">
                <a:solidFill>
                  <a:srgbClr val="151515"/>
                </a:solidFill>
                <a:latin typeface="Consolas" panose="020B0609020204030204" pitchFamily="49" charset="0"/>
                <a:ea typeface="Malgun Gothic"/>
                <a:cs typeface="Malgun Gothic"/>
              </a:rPr>
              <a:t>04 / DIVIDE AND CONQUER · EXERCISES</a:t>
            </a:r>
            <a:endParaRPr sz="825" b="0">
              <a:solidFill>
                <a:srgbClr val="151515"/>
              </a:solidFill>
              <a:latin typeface="Consolas" panose="020B0609020204030204" pitchFamily="49" charset="0"/>
              <a:ea typeface="Malgun Gothic"/>
              <a:cs typeface="Malgun Gothic"/>
            </a:endParaRPr>
          </a:p>
        </p:txBody>
      </p:sp>
      <p:sp>
        <p:nvSpPr>
          <p:cNvPr id="35" name="직사각형 34">
            <a:extLst>
              <a:ext uri="{FF2B5EF4-FFF2-40B4-BE49-F238E27FC236}">
                <a16:creationId xmlns:a16="http://schemas.microsoft.com/office/drawing/2014/main" id="{ADD20C2C-8B10-402C-950B-EA68CEE7605E}"/>
              </a:ext>
            </a:extLst>
          </p:cNvPr>
          <p:cNvSpPr>
            <a:spLocks noGrp="1"/>
          </p:cNvSpPr>
          <p:nvPr/>
        </p:nvSpPr>
        <p:spPr>
          <a:xfrm>
            <a:off x="11049000" y="6562725"/>
            <a:ext cx="533400" cy="238125"/>
          </a:xfrm>
          <a:prstGeom prst="rect">
            <a:avLst/>
          </a:prstGeom>
          <a:noFill/>
          <a:ln w="0">
            <a:noFill/>
          </a:ln>
        </p:spPr>
        <p:txBody>
          <a:bodyPr/>
          <a:lstStyle>
            <a:defPPr>
              <a:defRPr sz="1050" b="0">
                <a:solidFill>
                  <a:srgbClr val="151515"/>
                </a:solidFill>
                <a:latin typeface="Malgun Gothic"/>
                <a:ea typeface="Malgun Gothic"/>
                <a:cs typeface="Malgun Gothic"/>
              </a:defRPr>
            </a:defPPr>
          </a:lstStyle>
          <a:p>
            <a:pPr>
              <a:defRPr sz="1050" b="0">
                <a:solidFill>
                  <a:srgbClr val="151515"/>
                </a:solidFill>
                <a:latin typeface="Malgun Gothic"/>
                <a:ea typeface="Malgun Gothic"/>
                <a:cs typeface="Malgun Gothic"/>
              </a:defRPr>
            </a:pPr>
            <a:r>
              <a:rPr lang="en-US" altLang="ko-KR" sz="1050" b="0">
                <a:solidFill>
                  <a:srgbClr val="151515"/>
                </a:solidFill>
                <a:latin typeface="Consolas" panose="020B0609020204030204" pitchFamily="49" charset="0"/>
                <a:ea typeface="Malgun Gothic"/>
                <a:cs typeface="Malgun Gothic"/>
              </a:rPr>
              <a:t>208</a:t>
            </a:r>
            <a:endParaRPr sz="1050" b="0">
              <a:solidFill>
                <a:srgbClr val="151515"/>
              </a:solidFill>
              <a:latin typeface="Consolas" panose="020B0609020204030204" pitchFamily="49" charset="0"/>
              <a:ea typeface="Malgun Gothic"/>
              <a:cs typeface="Malgun Gothic"/>
            </a:endParaRPr>
          </a:p>
        </p:txBody>
      </p:sp>
    </p:spTree>
    <p:extLst>
      <p:ext uri="{BB962C8B-B14F-4D97-AF65-F5344CB8AC3E}">
        <p14:creationId xmlns:p14="http://schemas.microsoft.com/office/powerpoint/2010/main" val="2581685519"/>
      </p:ext>
    </p:extLst>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직사각형 9">
            <a:extLst>
              <a:ext uri="{FF2B5EF4-FFF2-40B4-BE49-F238E27FC236}">
                <a16:creationId xmlns:a16="http://schemas.microsoft.com/office/drawing/2014/main" id="{487C7688-EA36-47FC-861A-8E0CA3123794}"/>
              </a:ext>
            </a:extLst>
          </p:cNvPr>
          <p:cNvSpPr>
            <a:spLocks noGrp="1"/>
          </p:cNvSpPr>
          <p:nvPr/>
        </p:nvSpPr>
        <p:spPr>
          <a:xfrm>
            <a:off x="609600" y="266700"/>
            <a:ext cx="8096250" cy="247650"/>
          </a:xfrm>
          <a:prstGeom prst="rect">
            <a:avLst/>
          </a:prstGeom>
          <a:noFill/>
          <a:ln w="0">
            <a:noFill/>
          </a:ln>
        </p:spPr>
        <p:txBody>
          <a:bodyPr/>
          <a:lstStyle>
            <a:defPPr>
              <a:defRPr sz="1050" b="0">
                <a:solidFill>
                  <a:srgbClr val="151515"/>
                </a:solidFill>
                <a:latin typeface="Malgun Gothic"/>
                <a:ea typeface="Malgun Gothic"/>
                <a:cs typeface="Malgun Gothic"/>
              </a:defRPr>
            </a:defPPr>
          </a:lstStyle>
          <a:p>
            <a:pPr>
              <a:defRPr sz="1050" b="0">
                <a:solidFill>
                  <a:srgbClr val="151515"/>
                </a:solidFill>
                <a:latin typeface="Malgun Gothic"/>
                <a:ea typeface="Malgun Gothic"/>
                <a:cs typeface="Malgun Gothic"/>
              </a:defRPr>
            </a:pPr>
            <a:r>
              <a:rPr lang="en-US" altLang="ko-KR" sz="1050" b="0">
                <a:solidFill>
                  <a:srgbClr val="151515"/>
                </a:solidFill>
                <a:latin typeface="Malgun Gothic" panose="020B0503020000020004" pitchFamily="50" charset="-127"/>
                <a:ea typeface="Malgun Gothic"/>
                <a:cs typeface="Malgun Gothic"/>
              </a:rPr>
              <a:t>4</a:t>
            </a:r>
            <a:r>
              <a:rPr lang="ko-KR" altLang="en-US" sz="1050" b="0">
                <a:solidFill>
                  <a:srgbClr val="151515"/>
                </a:solidFill>
                <a:latin typeface="Malgun Gothic" panose="020B0503020000020004" pitchFamily="50" charset="-127"/>
                <a:ea typeface="Malgun Gothic"/>
                <a:cs typeface="Malgun Gothic"/>
              </a:rPr>
              <a:t>장 분할 정복  </a:t>
            </a:r>
            <a:r>
              <a:rPr lang="en-US" altLang="ko-KR" sz="1050" b="0">
                <a:solidFill>
                  <a:srgbClr val="151515"/>
                </a:solidFill>
                <a:latin typeface="Malgun Gothic" panose="020B0503020000020004" pitchFamily="50" charset="-127"/>
                <a:ea typeface="Malgun Gothic"/>
                <a:cs typeface="Malgun Gothic"/>
              </a:rPr>
              <a:t>/  Python/C </a:t>
            </a:r>
            <a:r>
              <a:rPr lang="ko-KR" altLang="en-US" sz="1050" b="0">
                <a:solidFill>
                  <a:srgbClr val="151515"/>
                </a:solidFill>
                <a:latin typeface="Malgun Gothic" panose="020B0503020000020004" pitchFamily="50" charset="-127"/>
                <a:ea typeface="Malgun Gothic"/>
                <a:cs typeface="Malgun Gothic"/>
              </a:rPr>
              <a:t>구현</a:t>
            </a:r>
            <a:endParaRPr sz="1050" b="0">
              <a:solidFill>
                <a:srgbClr val="151515"/>
              </a:solidFill>
              <a:latin typeface="Malgun Gothic" panose="020B0503020000020004" pitchFamily="50" charset="-127"/>
              <a:ea typeface="Malgun Gothic"/>
              <a:cs typeface="Malgun Gothic"/>
            </a:endParaRPr>
          </a:p>
        </p:txBody>
      </p:sp>
      <p:sp>
        <p:nvSpPr>
          <p:cNvPr id="2" name="직사각형 1">
            <a:extLst>
              <a:ext uri="{FF2B5EF4-FFF2-40B4-BE49-F238E27FC236}">
                <a16:creationId xmlns:a16="http://schemas.microsoft.com/office/drawing/2014/main" id="{866DA827-33BF-4F09-8BEF-7B24F356708D}"/>
              </a:ext>
            </a:extLst>
          </p:cNvPr>
          <p:cNvSpPr>
            <a:spLocks noGrp="1"/>
          </p:cNvSpPr>
          <p:nvPr/>
        </p:nvSpPr>
        <p:spPr>
          <a:xfrm>
            <a:off x="10287000" y="266700"/>
            <a:ext cx="1295400" cy="238125"/>
          </a:xfrm>
          <a:prstGeom prst="rect">
            <a:avLst/>
          </a:prstGeom>
          <a:noFill/>
          <a:ln w="0">
            <a:noFill/>
          </a:ln>
        </p:spPr>
        <p:txBody>
          <a:bodyPr/>
          <a:lstStyle>
            <a:defPPr>
              <a:defRPr sz="900" b="0">
                <a:solidFill>
                  <a:srgbClr val="151515"/>
                </a:solidFill>
                <a:latin typeface="Malgun Gothic"/>
                <a:ea typeface="Malgun Gothic"/>
                <a:cs typeface="Malgun Gothic"/>
              </a:defRPr>
            </a:defPPr>
          </a:lstStyle>
          <a:p>
            <a:pPr>
              <a:defRPr sz="900" b="0">
                <a:solidFill>
                  <a:srgbClr val="151515"/>
                </a:solidFill>
                <a:latin typeface="Malgun Gothic"/>
                <a:ea typeface="Malgun Gothic"/>
                <a:cs typeface="Malgun Gothic"/>
              </a:defRPr>
            </a:pPr>
            <a:r>
              <a:rPr lang="en-US" sz="900" b="0">
                <a:solidFill>
                  <a:srgbClr val="151515"/>
                </a:solidFill>
                <a:latin typeface="Malgun Gothic" panose="020B0503020000020004" pitchFamily="50" charset="-127"/>
                <a:ea typeface="Malgun Gothic"/>
                <a:cs typeface="Malgun Gothic"/>
              </a:rPr>
              <a:t>ALGORITHMS</a:t>
            </a:r>
            <a:endParaRPr sz="900" b="0">
              <a:solidFill>
                <a:srgbClr val="151515"/>
              </a:solidFill>
              <a:latin typeface="Malgun Gothic" panose="020B0503020000020004" pitchFamily="50" charset="-127"/>
              <a:ea typeface="Malgun Gothic"/>
              <a:cs typeface="Malgun Gothic"/>
            </a:endParaRPr>
          </a:p>
        </p:txBody>
      </p:sp>
      <p:sp>
        <p:nvSpPr>
          <p:cNvPr id="3" name="직사각형 2">
            <a:extLst>
              <a:ext uri="{FF2B5EF4-FFF2-40B4-BE49-F238E27FC236}">
                <a16:creationId xmlns:a16="http://schemas.microsoft.com/office/drawing/2014/main" id="{A0D6BCF0-6CB4-4325-AAF7-C96ADC2F309A}"/>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latin typeface="Malgun Gothic"/>
                <a:ea typeface="Malgun Gothic"/>
                <a:cs typeface="Malgun Gothic"/>
              </a:defRPr>
            </a:defPPr>
          </a:lstStyle>
          <a:p>
            <a:pPr>
              <a:defRPr sz="3000" b="1">
                <a:solidFill>
                  <a:srgbClr val="151515"/>
                </a:solidFill>
                <a:latin typeface="Malgun Gothic"/>
                <a:ea typeface="Malgun Gothic"/>
                <a:cs typeface="Malgun Gothic"/>
              </a:defRPr>
            </a:pPr>
            <a:r>
              <a:rPr lang="ko-KR" altLang="en-US" sz="3000" b="1">
                <a:solidFill>
                  <a:srgbClr val="151515"/>
                </a:solidFill>
                <a:latin typeface="Malgun Gothic" panose="020B0503020000020004" pitchFamily="50" charset="-127"/>
                <a:ea typeface="Malgun Gothic"/>
                <a:cs typeface="Malgun Gothic"/>
              </a:rPr>
              <a:t>문제 </a:t>
            </a:r>
            <a:r>
              <a:rPr lang="en-US" altLang="ko-KR" sz="3000" b="1">
                <a:solidFill>
                  <a:srgbClr val="151515"/>
                </a:solidFill>
                <a:latin typeface="Malgun Gothic" panose="020B0503020000020004" pitchFamily="50" charset="-127"/>
                <a:ea typeface="Malgun Gothic"/>
                <a:cs typeface="Malgun Gothic"/>
              </a:rPr>
              <a:t>98</a:t>
            </a:r>
            <a:endParaRPr sz="3000" b="1">
              <a:solidFill>
                <a:srgbClr val="151515"/>
              </a:solidFill>
              <a:latin typeface="Malgun Gothic" panose="020B0503020000020004" pitchFamily="50" charset="-127"/>
              <a:ea typeface="Malgun Gothic"/>
              <a:cs typeface="Malgun Gothic"/>
            </a:endParaRPr>
          </a:p>
        </p:txBody>
      </p:sp>
      <p:sp>
        <p:nvSpPr>
          <p:cNvPr id="4" name="직사각형 3">
            <a:extLst>
              <a:ext uri="{FF2B5EF4-FFF2-40B4-BE49-F238E27FC236}">
                <a16:creationId xmlns:a16="http://schemas.microsoft.com/office/drawing/2014/main" id="{A1EA6375-A330-415C-8880-DAAE51A4F13B}"/>
              </a:ext>
            </a:extLst>
          </p:cNvPr>
          <p:cNvSpPr>
            <a:spLocks noGrp="1"/>
          </p:cNvSpPr>
          <p:nvPr/>
        </p:nvSpPr>
        <p:spPr>
          <a:xfrm>
            <a:off x="609600" y="1381125"/>
            <a:ext cx="10972800" cy="19050"/>
          </a:xfrm>
          <a:prstGeom prst="rect">
            <a:avLst/>
          </a:prstGeom>
          <a:solidFill>
            <a:srgbClr val="151515"/>
          </a:solidFill>
          <a:ln w="0">
            <a:noFill/>
          </a:ln>
        </p:spPr>
        <p:txBody>
          <a:bodyPr/>
          <a:lstStyle/>
          <a:p>
            <a:endParaRPr lang="ko-KR" altLang="en-US"/>
          </a:p>
        </p:txBody>
      </p:sp>
      <p:sp>
        <p:nvSpPr>
          <p:cNvPr id="5" name="직사각형 4">
            <a:extLst>
              <a:ext uri="{FF2B5EF4-FFF2-40B4-BE49-F238E27FC236}">
                <a16:creationId xmlns:a16="http://schemas.microsoft.com/office/drawing/2014/main" id="{1414C6FE-DD27-4DD3-A279-994B35477C56}"/>
              </a:ext>
            </a:extLst>
          </p:cNvPr>
          <p:cNvSpPr>
            <a:spLocks noGrp="1"/>
          </p:cNvSpPr>
          <p:nvPr/>
        </p:nvSpPr>
        <p:spPr>
          <a:xfrm>
            <a:off x="609600" y="1695450"/>
            <a:ext cx="10972800" cy="3333750"/>
          </a:xfrm>
          <a:prstGeom prst="rect">
            <a:avLst/>
          </a:prstGeom>
          <a:noFill/>
          <a:ln w="0">
            <a:noFill/>
          </a:ln>
        </p:spPr>
        <p:txBody>
          <a:bodyPr/>
          <a:lstStyle>
            <a:defPPr>
              <a:defRPr sz="1800" b="0">
                <a:solidFill>
                  <a:srgbClr val="151515"/>
                </a:solidFill>
                <a:latin typeface="Malgun Gothic"/>
                <a:ea typeface="Malgun Gothic"/>
                <a:cs typeface="Malgun Gothic"/>
              </a:defRPr>
            </a:defPPr>
          </a:lstStyle>
          <a:p>
            <a:pPr>
              <a:defRPr sz="1800" b="0">
                <a:solidFill>
                  <a:srgbClr val="151515"/>
                </a:solidFill>
                <a:latin typeface="Malgun Gothic"/>
                <a:ea typeface="Malgun Gothic"/>
                <a:cs typeface="Malgun Gothic"/>
              </a:defRPr>
            </a:pPr>
            <a:r>
              <a:rPr lang="ko-KR" altLang="en-US" sz="1800" b="0">
                <a:solidFill>
                  <a:srgbClr val="151515"/>
                </a:solidFill>
                <a:latin typeface="Malgun Gothic" panose="020B0503020000020004" pitchFamily="50" charset="-127"/>
                <a:ea typeface="Malgun Gothic"/>
                <a:cs typeface="Malgun Gothic"/>
              </a:rPr>
              <a:t>정수 배열 </a:t>
            </a:r>
            <a:r>
              <a:rPr lang="en-US" altLang="ko-KR" sz="1800" b="0">
                <a:solidFill>
                  <a:srgbClr val="151515"/>
                </a:solidFill>
                <a:latin typeface="Malgun Gothic" panose="020B0503020000020004" pitchFamily="50" charset="-127"/>
                <a:ea typeface="Malgun Gothic"/>
                <a:cs typeface="Malgun Gothic"/>
              </a:rPr>
              <a:t>a</a:t>
            </a:r>
            <a:r>
              <a:rPr lang="ko-KR" altLang="en-US" sz="1800" b="0">
                <a:solidFill>
                  <a:srgbClr val="151515"/>
                </a:solidFill>
                <a:latin typeface="Malgun Gothic" panose="020B0503020000020004" pitchFamily="50" charset="-127"/>
                <a:ea typeface="Malgun Gothic"/>
                <a:cs typeface="Malgun Gothic"/>
              </a:rPr>
              <a:t>의 </a:t>
            </a:r>
            <a:r>
              <a:rPr lang="en-US" altLang="ko-KR" sz="1800" b="0">
                <a:solidFill>
                  <a:srgbClr val="151515"/>
                </a:solidFill>
                <a:latin typeface="Malgun Gothic" panose="020B0503020000020004" pitchFamily="50" charset="-127"/>
                <a:ea typeface="Malgun Gothic"/>
                <a:cs typeface="Malgun Gothic"/>
              </a:rPr>
              <a:t>[lo,hi]</a:t>
            </a:r>
            <a:r>
              <a:rPr lang="ko-KR" altLang="en-US" sz="1800" b="0">
                <a:solidFill>
                  <a:srgbClr val="151515"/>
                </a:solidFill>
                <a:latin typeface="Malgun Gothic" panose="020B0503020000020004" pitchFamily="50" charset="-127"/>
                <a:ea typeface="Malgun Gothic"/>
                <a:cs typeface="Malgun Gothic"/>
              </a:rPr>
              <a:t>를 제자리 오름차순으로 정렬하는 </a:t>
            </a:r>
            <a:r>
              <a:rPr lang="en-US" altLang="ko-KR" sz="1800" b="0">
                <a:solidFill>
                  <a:srgbClr val="151515"/>
                </a:solidFill>
                <a:latin typeface="Malgun Gothic" panose="020B0503020000020004" pitchFamily="50" charset="-127"/>
                <a:ea typeface="Malgun Gothic"/>
                <a:cs typeface="Malgun Gothic"/>
              </a:rPr>
              <a:t>quick_sort(a,lo,hi)</a:t>
            </a:r>
            <a:r>
              <a:rPr lang="ko-KR" altLang="en-US" sz="1800" b="0">
                <a:solidFill>
                  <a:srgbClr val="151515"/>
                </a:solidFill>
                <a:latin typeface="Malgun Gothic" panose="020B0503020000020004" pitchFamily="50" charset="-127"/>
                <a:ea typeface="Malgun Gothic"/>
                <a:cs typeface="Malgun Gothic"/>
              </a:rPr>
              <a:t>를 작성하시오</a:t>
            </a:r>
            <a:r>
              <a:rPr lang="en-US" altLang="ko-KR" sz="1800" b="0">
                <a:solidFill>
                  <a:srgbClr val="151515"/>
                </a:solidFill>
                <a:latin typeface="Malgun Gothic" panose="020B0503020000020004" pitchFamily="50" charset="-127"/>
                <a:ea typeface="Malgun Gothic"/>
                <a:cs typeface="Malgun Gothic"/>
              </a:rPr>
              <a:t>.</a:t>
            </a:r>
          </a:p>
          <a:p>
            <a:pPr>
              <a:defRPr sz="1800" b="0">
                <a:solidFill>
                  <a:srgbClr val="151515"/>
                </a:solidFill>
                <a:latin typeface="Malgun Gothic"/>
                <a:ea typeface="Malgun Gothic"/>
                <a:cs typeface="Malgun Gothic"/>
              </a:defRPr>
            </a:pPr>
            <a:r>
              <a:rPr lang="ko-KR" altLang="en-US" sz="1800" b="0">
                <a:solidFill>
                  <a:srgbClr val="151515"/>
                </a:solidFill>
                <a:latin typeface="Malgun Gothic" panose="020B0503020000020004" pitchFamily="50" charset="-127"/>
                <a:ea typeface="Malgun Gothic"/>
                <a:cs typeface="Malgun Gothic"/>
              </a:rPr>
              <a:t>양 끝을 포함하며 길이 </a:t>
            </a:r>
            <a:r>
              <a:rPr lang="en-US" altLang="ko-KR" sz="1800" b="0">
                <a:solidFill>
                  <a:srgbClr val="151515"/>
                </a:solidFill>
                <a:latin typeface="Malgun Gothic" panose="020B0503020000020004" pitchFamily="50" charset="-127"/>
                <a:ea typeface="Malgun Gothic"/>
                <a:cs typeface="Malgun Gothic"/>
              </a:rPr>
              <a:t>n</a:t>
            </a:r>
            <a:r>
              <a:rPr lang="ko-KR" altLang="en-US" sz="1800" b="0">
                <a:solidFill>
                  <a:srgbClr val="151515"/>
                </a:solidFill>
                <a:latin typeface="Malgun Gothic" panose="020B0503020000020004" pitchFamily="50" charset="-127"/>
                <a:ea typeface="Malgun Gothic"/>
                <a:cs typeface="Malgun Gothic"/>
              </a:rPr>
              <a:t>은 </a:t>
            </a:r>
            <a:r>
              <a:rPr lang="en-US" altLang="ko-KR" sz="1800" b="0">
                <a:solidFill>
                  <a:srgbClr val="151515"/>
                </a:solidFill>
                <a:latin typeface="Malgun Gothic" panose="020B0503020000020004" pitchFamily="50" charset="-127"/>
                <a:ea typeface="Malgun Gothic"/>
                <a:cs typeface="Malgun Gothic"/>
              </a:rPr>
              <a:t>0..1000</a:t>
            </a:r>
            <a:r>
              <a:rPr lang="ko-KR" altLang="en-US" sz="1800" b="0">
                <a:solidFill>
                  <a:srgbClr val="151515"/>
                </a:solidFill>
                <a:latin typeface="Malgun Gothic" panose="020B0503020000020004" pitchFamily="50" charset="-127"/>
                <a:ea typeface="Malgun Gothic"/>
                <a:cs typeface="Malgun Gothic"/>
              </a:rPr>
              <a:t>이다</a:t>
            </a:r>
            <a:r>
              <a:rPr lang="en-US" altLang="ko-KR" sz="1800" b="0">
                <a:solidFill>
                  <a:srgbClr val="151515"/>
                </a:solidFill>
                <a:latin typeface="Malgun Gothic" panose="020B0503020000020004" pitchFamily="50" charset="-127"/>
                <a:ea typeface="Malgun Gothic"/>
                <a:cs typeface="Malgun Gothic"/>
              </a:rPr>
              <a:t>.</a:t>
            </a:r>
          </a:p>
          <a:p>
            <a:pPr>
              <a:defRPr sz="1800" b="0">
                <a:solidFill>
                  <a:srgbClr val="151515"/>
                </a:solidFill>
                <a:latin typeface="Malgun Gothic"/>
                <a:ea typeface="Malgun Gothic"/>
                <a:cs typeface="Malgun Gothic"/>
              </a:defRPr>
            </a:pPr>
            <a:r>
              <a:rPr lang="ko-KR" altLang="en-US" sz="1800" b="0">
                <a:solidFill>
                  <a:srgbClr val="151515"/>
                </a:solidFill>
                <a:latin typeface="Malgun Gothic" panose="020B0503020000020004" pitchFamily="50" charset="-127"/>
                <a:ea typeface="Malgun Gothic"/>
                <a:cs typeface="Malgun Gothic"/>
              </a:rPr>
              <a:t>전체 배열의 첫 호출은 </a:t>
            </a:r>
            <a:r>
              <a:rPr lang="en-US" altLang="ko-KR" sz="1800" b="0">
                <a:solidFill>
                  <a:srgbClr val="151515"/>
                </a:solidFill>
                <a:latin typeface="Malgun Gothic" panose="020B0503020000020004" pitchFamily="50" charset="-127"/>
                <a:ea typeface="Malgun Gothic"/>
                <a:cs typeface="Malgun Gothic"/>
              </a:rPr>
              <a:t>(a,0,n-1)</a:t>
            </a:r>
            <a:r>
              <a:rPr lang="ko-KR" altLang="en-US" sz="1800" b="0">
                <a:solidFill>
                  <a:srgbClr val="151515"/>
                </a:solidFill>
                <a:latin typeface="Malgun Gothic" panose="020B0503020000020004" pitchFamily="50" charset="-127"/>
                <a:ea typeface="Malgun Gothic"/>
                <a:cs typeface="Malgun Gothic"/>
              </a:rPr>
              <a:t>이다</a:t>
            </a:r>
            <a:r>
              <a:rPr lang="en-US" altLang="ko-KR" sz="1800" b="0">
                <a:solidFill>
                  <a:srgbClr val="151515"/>
                </a:solidFill>
                <a:latin typeface="Malgun Gothic" panose="020B0503020000020004" pitchFamily="50" charset="-127"/>
                <a:ea typeface="Malgun Gothic"/>
                <a:cs typeface="Malgun Gothic"/>
              </a:rPr>
              <a:t>. </a:t>
            </a:r>
            <a:r>
              <a:rPr lang="ko-KR" altLang="en-US" sz="1800" b="0">
                <a:solidFill>
                  <a:srgbClr val="151515"/>
                </a:solidFill>
                <a:latin typeface="Malgun Gothic" panose="020B0503020000020004" pitchFamily="50" charset="-127"/>
                <a:ea typeface="Malgun Gothic"/>
                <a:cs typeface="Malgun Gothic"/>
              </a:rPr>
              <a:t>빈 배열은 </a:t>
            </a:r>
            <a:r>
              <a:rPr lang="en-US" altLang="ko-KR" sz="1800" b="0">
                <a:solidFill>
                  <a:srgbClr val="151515"/>
                </a:solidFill>
                <a:latin typeface="Malgun Gothic" panose="020B0503020000020004" pitchFamily="50" charset="-127"/>
                <a:ea typeface="Malgun Gothic"/>
                <a:cs typeface="Malgun Gothic"/>
              </a:rPr>
              <a:t>lo=0, hi=-1</a:t>
            </a:r>
            <a:r>
              <a:rPr lang="ko-KR" altLang="en-US" sz="1800" b="0">
                <a:solidFill>
                  <a:srgbClr val="151515"/>
                </a:solidFill>
                <a:latin typeface="Malgun Gothic" panose="020B0503020000020004" pitchFamily="50" charset="-127"/>
                <a:ea typeface="Malgun Gothic"/>
                <a:cs typeface="Malgun Gothic"/>
              </a:rPr>
              <a:t>로 호출하며 즉시 끝낸다</a:t>
            </a:r>
            <a:r>
              <a:rPr lang="en-US" altLang="ko-KR" sz="1800" b="0">
                <a:solidFill>
                  <a:srgbClr val="151515"/>
                </a:solidFill>
                <a:latin typeface="Malgun Gothic" panose="020B0503020000020004" pitchFamily="50" charset="-127"/>
                <a:ea typeface="Malgun Gothic"/>
                <a:cs typeface="Malgun Gothic"/>
              </a:rPr>
              <a:t>.</a:t>
            </a:r>
          </a:p>
          <a:p>
            <a:pPr>
              <a:defRPr sz="1800" b="0">
                <a:solidFill>
                  <a:srgbClr val="151515"/>
                </a:solidFill>
                <a:latin typeface="Malgun Gothic"/>
                <a:ea typeface="Malgun Gothic"/>
                <a:cs typeface="Malgun Gothic"/>
              </a:defRPr>
            </a:pPr>
            <a:r>
              <a:rPr lang="ko-KR" altLang="en-US" sz="1800" b="0">
                <a:solidFill>
                  <a:srgbClr val="151515"/>
                </a:solidFill>
                <a:latin typeface="Malgun Gothic" panose="020B0503020000020004" pitchFamily="50" charset="-127"/>
                <a:ea typeface="Malgun Gothic"/>
                <a:cs typeface="Malgun Gothic"/>
              </a:rPr>
              <a:t>앞 문항의 </a:t>
            </a:r>
            <a:r>
              <a:rPr lang="en-US" altLang="ko-KR" sz="1800" b="0">
                <a:solidFill>
                  <a:srgbClr val="151515"/>
                </a:solidFill>
                <a:latin typeface="Malgun Gothic" panose="020B0503020000020004" pitchFamily="50" charset="-127"/>
                <a:ea typeface="Malgun Gothic"/>
                <a:cs typeface="Malgun Gothic"/>
              </a:rPr>
              <a:t>partition</a:t>
            </a:r>
            <a:r>
              <a:rPr lang="ko-KR" altLang="en-US" sz="1800" b="0">
                <a:solidFill>
                  <a:srgbClr val="151515"/>
                </a:solidFill>
                <a:latin typeface="Malgun Gothic" panose="020B0503020000020004" pitchFamily="50" charset="-127"/>
                <a:ea typeface="Malgun Gothic"/>
                <a:cs typeface="Malgun Gothic"/>
              </a:rPr>
              <a:t>이 </a:t>
            </a:r>
            <a:r>
              <a:rPr lang="en-US" altLang="ko-KR" sz="1800" b="0">
                <a:solidFill>
                  <a:srgbClr val="151515"/>
                </a:solidFill>
                <a:latin typeface="Malgun Gothic" panose="020B0503020000020004" pitchFamily="50" charset="-127"/>
                <a:ea typeface="Malgun Gothic"/>
                <a:cs typeface="Malgun Gothic"/>
              </a:rPr>
              <a:t>Python</a:t>
            </a:r>
            <a:r>
              <a:rPr lang="ko-KR" altLang="en-US" sz="1800" b="0">
                <a:solidFill>
                  <a:srgbClr val="151515"/>
                </a:solidFill>
                <a:latin typeface="Malgun Gothic" panose="020B0503020000020004" pitchFamily="50" charset="-127"/>
                <a:ea typeface="Malgun Gothic"/>
                <a:cs typeface="Malgun Gothic"/>
              </a:rPr>
              <a:t>과 </a:t>
            </a:r>
            <a:r>
              <a:rPr lang="en-US" altLang="ko-KR" sz="1800" b="0">
                <a:solidFill>
                  <a:srgbClr val="151515"/>
                </a:solidFill>
                <a:latin typeface="Malgun Gothic" panose="020B0503020000020004" pitchFamily="50" charset="-127"/>
                <a:ea typeface="Malgun Gothic"/>
                <a:cs typeface="Malgun Gothic"/>
              </a:rPr>
              <a:t>C </a:t>
            </a:r>
            <a:r>
              <a:rPr lang="ko-KR" altLang="en-US" sz="1800" b="0">
                <a:solidFill>
                  <a:srgbClr val="151515"/>
                </a:solidFill>
                <a:latin typeface="Malgun Gothic" panose="020B0503020000020004" pitchFamily="50" charset="-127"/>
                <a:ea typeface="Malgun Gothic"/>
                <a:cs typeface="Malgun Gothic"/>
              </a:rPr>
              <a:t>실행 환경에 제공된다</a:t>
            </a:r>
            <a:r>
              <a:rPr lang="en-US" altLang="ko-KR" sz="1800" b="0">
                <a:solidFill>
                  <a:srgbClr val="151515"/>
                </a:solidFill>
                <a:latin typeface="Malgun Gothic" panose="020B0503020000020004" pitchFamily="50" charset="-127"/>
                <a:ea typeface="Malgun Gothic"/>
                <a:cs typeface="Malgun Gothic"/>
              </a:rPr>
              <a:t>.</a:t>
            </a:r>
          </a:p>
          <a:p>
            <a:pPr>
              <a:defRPr sz="1800" b="0">
                <a:solidFill>
                  <a:srgbClr val="151515"/>
                </a:solidFill>
                <a:latin typeface="Malgun Gothic"/>
                <a:ea typeface="Malgun Gothic"/>
                <a:cs typeface="Malgun Gothic"/>
              </a:defRPr>
            </a:pPr>
            <a:r>
              <a:rPr lang="en-US" altLang="ko-KR" sz="1800" b="0">
                <a:solidFill>
                  <a:srgbClr val="151515"/>
                </a:solidFill>
                <a:latin typeface="Malgun Gothic" panose="020B0503020000020004" pitchFamily="50" charset="-127"/>
                <a:ea typeface="Malgun Gothic"/>
                <a:cs typeface="Malgun Gothic"/>
              </a:rPr>
              <a:t>lo≥hi</a:t>
            </a:r>
            <a:r>
              <a:rPr lang="ko-KR" altLang="en-US" sz="1800" b="0">
                <a:solidFill>
                  <a:srgbClr val="151515"/>
                </a:solidFill>
                <a:latin typeface="Malgun Gothic" panose="020B0503020000020004" pitchFamily="50" charset="-127"/>
                <a:ea typeface="Malgun Gothic"/>
                <a:cs typeface="Malgun Gothic"/>
              </a:rPr>
              <a:t>이면 종료하고</a:t>
            </a:r>
            <a:r>
              <a:rPr lang="en-US" altLang="ko-KR" sz="1800" b="0">
                <a:solidFill>
                  <a:srgbClr val="151515"/>
                </a:solidFill>
                <a:latin typeface="Malgun Gothic" panose="020B0503020000020004" pitchFamily="50" charset="-127"/>
                <a:ea typeface="Malgun Gothic"/>
                <a:cs typeface="Malgun Gothic"/>
              </a:rPr>
              <a:t>, </a:t>
            </a:r>
            <a:r>
              <a:rPr lang="ko-KR" altLang="en-US" sz="1800" b="0">
                <a:solidFill>
                  <a:srgbClr val="151515"/>
                </a:solidFill>
                <a:latin typeface="Malgun Gothic" panose="020B0503020000020004" pitchFamily="50" charset="-127"/>
                <a:ea typeface="Malgun Gothic"/>
                <a:cs typeface="Malgun Gothic"/>
              </a:rPr>
              <a:t>피벗 인덱스 </a:t>
            </a:r>
            <a:r>
              <a:rPr lang="en-US" altLang="ko-KR" sz="1800" b="0">
                <a:solidFill>
                  <a:srgbClr val="151515"/>
                </a:solidFill>
                <a:latin typeface="Malgun Gothic" panose="020B0503020000020004" pitchFamily="50" charset="-127"/>
                <a:ea typeface="Malgun Gothic"/>
                <a:cs typeface="Malgun Gothic"/>
              </a:rPr>
              <a:t>p</a:t>
            </a:r>
            <a:r>
              <a:rPr lang="ko-KR" altLang="en-US" sz="1800" b="0">
                <a:solidFill>
                  <a:srgbClr val="151515"/>
                </a:solidFill>
                <a:latin typeface="Malgun Gothic" panose="020B0503020000020004" pitchFamily="50" charset="-127"/>
                <a:ea typeface="Malgun Gothic"/>
                <a:cs typeface="Malgun Gothic"/>
              </a:rPr>
              <a:t>를 제외한</a:t>
            </a:r>
          </a:p>
          <a:p>
            <a:pPr>
              <a:defRPr sz="1800" b="0">
                <a:solidFill>
                  <a:srgbClr val="151515"/>
                </a:solidFill>
                <a:latin typeface="Malgun Gothic"/>
                <a:ea typeface="Malgun Gothic"/>
                <a:cs typeface="Malgun Gothic"/>
              </a:defRPr>
            </a:pPr>
            <a:r>
              <a:rPr lang="en-US" altLang="ko-KR" sz="1800" b="0">
                <a:solidFill>
                  <a:srgbClr val="151515"/>
                </a:solidFill>
                <a:latin typeface="Malgun Gothic" panose="020B0503020000020004" pitchFamily="50" charset="-127"/>
                <a:ea typeface="Malgun Gothic"/>
                <a:cs typeface="Malgun Gothic"/>
              </a:rPr>
              <a:t>[lo,p-1]</a:t>
            </a:r>
            <a:r>
              <a:rPr lang="ko-KR" altLang="en-US" sz="1800" b="0">
                <a:solidFill>
                  <a:srgbClr val="151515"/>
                </a:solidFill>
                <a:latin typeface="Malgun Gothic" panose="020B0503020000020004" pitchFamily="50" charset="-127"/>
                <a:ea typeface="Malgun Gothic"/>
                <a:cs typeface="Malgun Gothic"/>
              </a:rPr>
              <a:t>과 </a:t>
            </a:r>
            <a:r>
              <a:rPr lang="en-US" altLang="ko-KR" sz="1800" b="0">
                <a:solidFill>
                  <a:srgbClr val="151515"/>
                </a:solidFill>
                <a:latin typeface="Malgun Gothic" panose="020B0503020000020004" pitchFamily="50" charset="-127"/>
                <a:ea typeface="Malgun Gothic"/>
                <a:cs typeface="Malgun Gothic"/>
              </a:rPr>
              <a:t>[p+1,hi]</a:t>
            </a:r>
            <a:r>
              <a:rPr lang="ko-KR" altLang="en-US" sz="1800" b="0">
                <a:solidFill>
                  <a:srgbClr val="151515"/>
                </a:solidFill>
                <a:latin typeface="Malgun Gothic" panose="020B0503020000020004" pitchFamily="50" charset="-127"/>
                <a:ea typeface="Malgun Gothic"/>
                <a:cs typeface="Malgun Gothic"/>
              </a:rPr>
              <a:t>를 재귀 정렬한다</a:t>
            </a:r>
            <a:r>
              <a:rPr lang="en-US" altLang="ko-KR" sz="1800" b="0">
                <a:solidFill>
                  <a:srgbClr val="151515"/>
                </a:solidFill>
                <a:latin typeface="Malgun Gothic" panose="020B0503020000020004" pitchFamily="50" charset="-127"/>
                <a:ea typeface="Malgun Gothic"/>
                <a:cs typeface="Malgun Gothic"/>
              </a:rPr>
              <a:t>.</a:t>
            </a:r>
          </a:p>
          <a:p>
            <a:pPr>
              <a:defRPr sz="1800" b="0">
                <a:solidFill>
                  <a:srgbClr val="151515"/>
                </a:solidFill>
                <a:latin typeface="Malgun Gothic"/>
                <a:ea typeface="Malgun Gothic"/>
                <a:cs typeface="Malgun Gothic"/>
              </a:defRPr>
            </a:pPr>
            <a:r>
              <a:rPr lang="ko-KR" altLang="en-US" sz="1800" b="0">
                <a:solidFill>
                  <a:srgbClr val="151515"/>
                </a:solidFill>
                <a:latin typeface="Malgun Gothic" panose="020B0503020000020004" pitchFamily="50" charset="-127"/>
                <a:ea typeface="Malgun Gothic"/>
                <a:cs typeface="Malgun Gothic"/>
              </a:rPr>
              <a:t>구간 밖의 값은 바꾸지 않는다</a:t>
            </a:r>
            <a:r>
              <a:rPr lang="en-US" altLang="ko-KR" sz="1800" b="0">
                <a:solidFill>
                  <a:srgbClr val="151515"/>
                </a:solidFill>
                <a:latin typeface="Malgun Gothic" panose="020B0503020000020004" pitchFamily="50" charset="-127"/>
                <a:ea typeface="Malgun Gothic"/>
                <a:cs typeface="Malgun Gothic"/>
              </a:rPr>
              <a:t>. </a:t>
            </a:r>
            <a:r>
              <a:rPr lang="ko-KR" altLang="en-US" sz="1800" b="0">
                <a:solidFill>
                  <a:srgbClr val="151515"/>
                </a:solidFill>
                <a:latin typeface="Malgun Gothic" panose="020B0503020000020004" pitchFamily="50" charset="-127"/>
                <a:ea typeface="Malgun Gothic"/>
                <a:cs typeface="Malgun Gothic"/>
              </a:rPr>
              <a:t>반환값 대신 배열 </a:t>
            </a:r>
            <a:r>
              <a:rPr lang="en-US" altLang="ko-KR" sz="1800" b="0">
                <a:solidFill>
                  <a:srgbClr val="151515"/>
                </a:solidFill>
                <a:latin typeface="Malgun Gothic" panose="020B0503020000020004" pitchFamily="50" charset="-127"/>
                <a:ea typeface="Malgun Gothic"/>
                <a:cs typeface="Malgun Gothic"/>
              </a:rPr>
              <a:t>a</a:t>
            </a:r>
            <a:r>
              <a:rPr lang="ko-KR" altLang="en-US" sz="1800" b="0">
                <a:solidFill>
                  <a:srgbClr val="151515"/>
                </a:solidFill>
                <a:latin typeface="Malgun Gothic" panose="020B0503020000020004" pitchFamily="50" charset="-127"/>
                <a:ea typeface="Malgun Gothic"/>
                <a:cs typeface="Malgun Gothic"/>
              </a:rPr>
              <a:t>를 검사한다</a:t>
            </a:r>
            <a:r>
              <a:rPr lang="en-US" altLang="ko-KR" sz="1800" b="0">
                <a:solidFill>
                  <a:srgbClr val="151515"/>
                </a:solidFill>
                <a:latin typeface="Malgun Gothic" panose="020B0503020000020004" pitchFamily="50" charset="-127"/>
                <a:ea typeface="Malgun Gothic"/>
                <a:cs typeface="Malgun Gothic"/>
              </a:rPr>
              <a:t>.</a:t>
            </a:r>
          </a:p>
          <a:p>
            <a:pPr>
              <a:defRPr sz="1800" b="0">
                <a:solidFill>
                  <a:srgbClr val="151515"/>
                </a:solidFill>
                <a:latin typeface="Malgun Gothic"/>
                <a:ea typeface="Malgun Gothic"/>
                <a:cs typeface="Malgun Gothic"/>
              </a:defRPr>
            </a:pPr>
            <a:r>
              <a:rPr lang="en-US" altLang="ko-KR" sz="1800" b="0">
                <a:solidFill>
                  <a:srgbClr val="151515"/>
                </a:solidFill>
                <a:latin typeface="Malgun Gothic" panose="020B0503020000020004" pitchFamily="50" charset="-127"/>
                <a:ea typeface="Malgun Gothic"/>
                <a:cs typeface="Malgun Gothic"/>
              </a:rPr>
              <a:t>sort·sorted·qsort </a:t>
            </a:r>
            <a:r>
              <a:rPr lang="ko-KR" altLang="en-US" sz="1800" b="0">
                <a:solidFill>
                  <a:srgbClr val="151515"/>
                </a:solidFill>
                <a:latin typeface="Malgun Gothic" panose="020B0503020000020004" pitchFamily="50" charset="-127"/>
                <a:ea typeface="Malgun Gothic"/>
                <a:cs typeface="Malgun Gothic"/>
              </a:rPr>
              <a:t>등 정렬 라이브러리는 쓰지 않는다</a:t>
            </a:r>
            <a:r>
              <a:rPr lang="en-US" altLang="ko-KR" sz="1800" b="0">
                <a:solidFill>
                  <a:srgbClr val="151515"/>
                </a:solidFill>
                <a:latin typeface="Malgun Gothic" panose="020B0503020000020004" pitchFamily="50" charset="-127"/>
                <a:ea typeface="Malgun Gothic"/>
                <a:cs typeface="Malgun Gothic"/>
              </a:rPr>
              <a:t>.</a:t>
            </a:r>
          </a:p>
          <a:p>
            <a:pPr>
              <a:defRPr sz="1800" b="0">
                <a:solidFill>
                  <a:srgbClr val="151515"/>
                </a:solidFill>
                <a:latin typeface="Malgun Gothic"/>
                <a:ea typeface="Malgun Gothic"/>
                <a:cs typeface="Malgun Gothic"/>
              </a:defRPr>
            </a:pPr>
            <a:r>
              <a:rPr lang="en-US" altLang="ko-KR" sz="1800" b="0">
                <a:solidFill>
                  <a:srgbClr val="151515"/>
                </a:solidFill>
                <a:latin typeface="Malgun Gothic" panose="020B0503020000020004" pitchFamily="50" charset="-127"/>
                <a:ea typeface="Malgun Gothic"/>
                <a:cs typeface="Malgun Gothic"/>
              </a:rPr>
              <a:t>Python </a:t>
            </a:r>
            <a:r>
              <a:rPr lang="ko-KR" altLang="en-US" sz="1800" b="0">
                <a:solidFill>
                  <a:srgbClr val="151515"/>
                </a:solidFill>
                <a:latin typeface="Malgun Gothic" panose="020B0503020000020004" pitchFamily="50" charset="-127"/>
                <a:ea typeface="Malgun Gothic"/>
                <a:cs typeface="Malgun Gothic"/>
              </a:rPr>
              <a:t>또는 </a:t>
            </a:r>
            <a:r>
              <a:rPr lang="en-US" altLang="ko-KR" sz="1800" b="0">
                <a:solidFill>
                  <a:srgbClr val="151515"/>
                </a:solidFill>
                <a:latin typeface="Malgun Gothic" panose="020B0503020000020004" pitchFamily="50" charset="-127"/>
                <a:ea typeface="Malgun Gothic"/>
                <a:cs typeface="Malgun Gothic"/>
              </a:rPr>
              <a:t>C</a:t>
            </a:r>
            <a:r>
              <a:rPr lang="ko-KR" altLang="en-US" sz="1800" b="0">
                <a:solidFill>
                  <a:srgbClr val="151515"/>
                </a:solidFill>
                <a:latin typeface="Malgun Gothic" panose="020B0503020000020004" pitchFamily="50" charset="-127"/>
                <a:ea typeface="Malgun Gothic"/>
                <a:cs typeface="Malgun Gothic"/>
              </a:rPr>
              <a:t>로 작성하시오</a:t>
            </a:r>
            <a:r>
              <a:rPr lang="en-US" altLang="ko-KR" sz="1800" b="0">
                <a:solidFill>
                  <a:srgbClr val="151515"/>
                </a:solidFill>
                <a:latin typeface="Malgun Gothic" panose="020B0503020000020004" pitchFamily="50" charset="-127"/>
                <a:ea typeface="Malgun Gothic"/>
                <a:cs typeface="Malgun Gothic"/>
              </a:rPr>
              <a:t>.</a:t>
            </a:r>
            <a:endParaRPr sz="1800" b="0">
              <a:solidFill>
                <a:srgbClr val="151515"/>
              </a:solidFill>
              <a:latin typeface="Malgun Gothic" panose="020B0503020000020004" pitchFamily="50" charset="-127"/>
              <a:ea typeface="Malgun Gothic"/>
              <a:cs typeface="Malgun Gothic"/>
            </a:endParaRPr>
          </a:p>
        </p:txBody>
      </p:sp>
      <p:sp>
        <p:nvSpPr>
          <p:cNvPr id="6" name="직사각형 5">
            <a:extLst>
              <a:ext uri="{FF2B5EF4-FFF2-40B4-BE49-F238E27FC236}">
                <a16:creationId xmlns:a16="http://schemas.microsoft.com/office/drawing/2014/main" id="{15DB79F7-3E87-4C5E-99EE-B667356BA2FA}"/>
              </a:ext>
            </a:extLst>
          </p:cNvPr>
          <p:cNvSpPr>
            <a:spLocks noGrp="1"/>
          </p:cNvSpPr>
          <p:nvPr/>
        </p:nvSpPr>
        <p:spPr>
          <a:xfrm>
            <a:off x="609600" y="6600825"/>
            <a:ext cx="9906000" cy="190500"/>
          </a:xfrm>
          <a:prstGeom prst="rect">
            <a:avLst/>
          </a:prstGeom>
          <a:noFill/>
          <a:ln w="0">
            <a:noFill/>
          </a:ln>
        </p:spPr>
        <p:txBody>
          <a:bodyPr/>
          <a:lstStyle>
            <a:defPPr>
              <a:defRPr sz="825" b="0">
                <a:solidFill>
                  <a:srgbClr val="151515"/>
                </a:solidFill>
                <a:latin typeface="Malgun Gothic"/>
                <a:ea typeface="Malgun Gothic"/>
                <a:cs typeface="Malgun Gothic"/>
              </a:defRPr>
            </a:defPPr>
          </a:lstStyle>
          <a:p>
            <a:pPr>
              <a:defRPr sz="825" b="0">
                <a:solidFill>
                  <a:srgbClr val="151515"/>
                </a:solidFill>
                <a:latin typeface="Malgun Gothic"/>
                <a:ea typeface="Malgun Gothic"/>
                <a:cs typeface="Malgun Gothic"/>
              </a:defRPr>
            </a:pPr>
            <a:r>
              <a:rPr lang="en-US" sz="825" b="0">
                <a:solidFill>
                  <a:srgbClr val="151515"/>
                </a:solidFill>
                <a:latin typeface="Consolas" panose="020B0609020204030204" pitchFamily="49" charset="0"/>
                <a:ea typeface="Malgun Gothic"/>
                <a:cs typeface="Malgun Gothic"/>
              </a:rPr>
              <a:t>04 / DIVIDE AND CONQUER · EXERCISES</a:t>
            </a:r>
            <a:endParaRPr sz="825" b="0">
              <a:solidFill>
                <a:srgbClr val="151515"/>
              </a:solidFill>
              <a:latin typeface="Consolas" panose="020B0609020204030204" pitchFamily="49" charset="0"/>
              <a:ea typeface="Malgun Gothic"/>
              <a:cs typeface="Malgun Gothic"/>
            </a:endParaRPr>
          </a:p>
        </p:txBody>
      </p:sp>
      <p:sp>
        <p:nvSpPr>
          <p:cNvPr id="7" name="직사각형 6">
            <a:extLst>
              <a:ext uri="{FF2B5EF4-FFF2-40B4-BE49-F238E27FC236}">
                <a16:creationId xmlns:a16="http://schemas.microsoft.com/office/drawing/2014/main" id="{1EDD8A1B-CBB8-481F-8351-C9D40ECF9D3A}"/>
              </a:ext>
            </a:extLst>
          </p:cNvPr>
          <p:cNvSpPr>
            <a:spLocks noGrp="1"/>
          </p:cNvSpPr>
          <p:nvPr/>
        </p:nvSpPr>
        <p:spPr>
          <a:xfrm>
            <a:off x="11049000" y="6562725"/>
            <a:ext cx="533400" cy="238125"/>
          </a:xfrm>
          <a:prstGeom prst="rect">
            <a:avLst/>
          </a:prstGeom>
          <a:noFill/>
          <a:ln w="0">
            <a:noFill/>
          </a:ln>
        </p:spPr>
        <p:txBody>
          <a:bodyPr/>
          <a:lstStyle>
            <a:defPPr>
              <a:defRPr sz="1050" b="0">
                <a:solidFill>
                  <a:srgbClr val="151515"/>
                </a:solidFill>
                <a:latin typeface="Malgun Gothic"/>
                <a:ea typeface="Malgun Gothic"/>
                <a:cs typeface="Malgun Gothic"/>
              </a:defRPr>
            </a:defPPr>
          </a:lstStyle>
          <a:p>
            <a:pPr>
              <a:defRPr sz="1050" b="0">
                <a:solidFill>
                  <a:srgbClr val="151515"/>
                </a:solidFill>
                <a:latin typeface="Malgun Gothic"/>
                <a:ea typeface="Malgun Gothic"/>
                <a:cs typeface="Malgun Gothic"/>
              </a:defRPr>
            </a:pPr>
            <a:r>
              <a:rPr lang="en-US" altLang="ko-KR" sz="1050" b="0">
                <a:solidFill>
                  <a:srgbClr val="151515"/>
                </a:solidFill>
                <a:latin typeface="Consolas" panose="020B0609020204030204" pitchFamily="49" charset="0"/>
                <a:ea typeface="Malgun Gothic"/>
                <a:cs typeface="Malgun Gothic"/>
              </a:rPr>
              <a:t>209</a:t>
            </a:r>
            <a:endParaRPr sz="1050" b="0">
              <a:solidFill>
                <a:srgbClr val="151515"/>
              </a:solidFill>
              <a:latin typeface="Consolas" panose="020B0609020204030204" pitchFamily="49" charset="0"/>
              <a:ea typeface="Malgun Gothic"/>
              <a:cs typeface="Malgun Gothic"/>
            </a:endParaRPr>
          </a:p>
        </p:txBody>
      </p:sp>
      <p:sp>
        <p:nvSpPr>
          <p:cNvPr id="8" name="직사각형 7">
            <a:extLst>
              <a:ext uri="{FF2B5EF4-FFF2-40B4-BE49-F238E27FC236}">
                <a16:creationId xmlns:a16="http://schemas.microsoft.com/office/drawing/2014/main" id="{17A2E482-648B-43F9-A75F-DD9CB0B3A5CD}"/>
              </a:ext>
            </a:extLst>
          </p:cNvPr>
          <p:cNvSpPr>
            <a:spLocks noGrp="1"/>
          </p:cNvSpPr>
          <p:nvPr/>
        </p:nvSpPr>
        <p:spPr>
          <a:xfrm>
            <a:off x="609600" y="5238750"/>
            <a:ext cx="10972800" cy="304800"/>
          </a:xfrm>
          <a:prstGeom prst="rect">
            <a:avLst/>
          </a:prstGeom>
          <a:noFill/>
          <a:ln w="0">
            <a:noFill/>
          </a:ln>
        </p:spPr>
        <p:txBody>
          <a:bodyPr/>
          <a:lstStyle>
            <a:defPPr>
              <a:defRPr sz="1575" b="0">
                <a:solidFill>
                  <a:srgbClr val="5B5B5B"/>
                </a:solidFill>
                <a:latin typeface="Malgun Gothic"/>
                <a:ea typeface="Malgun Gothic"/>
                <a:cs typeface="Malgun Gothic"/>
              </a:defRPr>
            </a:defPPr>
          </a:lstStyle>
          <a:p>
            <a:pPr>
              <a:defRPr sz="1575" b="0">
                <a:solidFill>
                  <a:srgbClr val="5B5B5B"/>
                </a:solidFill>
                <a:latin typeface="Malgun Gothic"/>
                <a:ea typeface="Malgun Gothic"/>
                <a:cs typeface="Malgun Gothic"/>
              </a:defRPr>
            </a:pPr>
            <a:r>
              <a:rPr lang="ko-KR" altLang="en-US" sz="1575" b="0">
                <a:solidFill>
                  <a:srgbClr val="5B5B5B"/>
                </a:solidFill>
                <a:latin typeface="Malgun Gothic" panose="020B0503020000020004" pitchFamily="50" charset="-127"/>
                <a:ea typeface="Malgun Gothic"/>
                <a:cs typeface="Malgun Gothic"/>
              </a:rPr>
              <a:t>함수의 동작</a:t>
            </a:r>
            <a:r>
              <a:rPr lang="en-US" altLang="ko-KR" sz="1575" b="0">
                <a:solidFill>
                  <a:srgbClr val="5B5B5B"/>
                </a:solidFill>
                <a:latin typeface="Malgun Gothic" panose="020B0503020000020004" pitchFamily="50" charset="-127"/>
                <a:ea typeface="Malgun Gothic"/>
                <a:cs typeface="Malgun Gothic"/>
              </a:rPr>
              <a:t>, </a:t>
            </a:r>
            <a:r>
              <a:rPr lang="ko-KR" altLang="en-US" sz="1575" b="0">
                <a:solidFill>
                  <a:srgbClr val="5B5B5B"/>
                </a:solidFill>
                <a:latin typeface="Malgun Gothic" panose="020B0503020000020004" pitchFamily="50" charset="-127"/>
                <a:ea typeface="Malgun Gothic"/>
                <a:cs typeface="Malgun Gothic"/>
              </a:rPr>
              <a:t>경계 처리</a:t>
            </a:r>
            <a:r>
              <a:rPr lang="en-US" altLang="ko-KR" sz="1575" b="0">
                <a:solidFill>
                  <a:srgbClr val="5B5B5B"/>
                </a:solidFill>
                <a:latin typeface="Malgun Gothic" panose="020B0503020000020004" pitchFamily="50" charset="-127"/>
                <a:ea typeface="Malgun Gothic"/>
                <a:cs typeface="Malgun Gothic"/>
              </a:rPr>
              <a:t>, </a:t>
            </a:r>
            <a:r>
              <a:rPr lang="ko-KR" altLang="en-US" sz="1575" b="0">
                <a:solidFill>
                  <a:srgbClr val="5B5B5B"/>
                </a:solidFill>
                <a:latin typeface="Malgun Gothic" panose="020B0503020000020004" pitchFamily="50" charset="-127"/>
                <a:ea typeface="Malgun Gothic"/>
                <a:cs typeface="Malgun Gothic"/>
              </a:rPr>
              <a:t>시간 복잡도를 함께 작성하시오</a:t>
            </a:r>
            <a:r>
              <a:rPr lang="en-US" altLang="ko-KR" sz="1575" b="0">
                <a:solidFill>
                  <a:srgbClr val="5B5B5B"/>
                </a:solidFill>
                <a:latin typeface="Malgun Gothic" panose="020B0503020000020004" pitchFamily="50" charset="-127"/>
                <a:ea typeface="Malgun Gothic"/>
                <a:cs typeface="Malgun Gothic"/>
              </a:rPr>
              <a:t>.</a:t>
            </a:r>
            <a:endParaRPr sz="1575" b="0">
              <a:solidFill>
                <a:srgbClr val="5B5B5B"/>
              </a:solidFill>
              <a:latin typeface="Malgun Gothic" panose="020B0503020000020004" pitchFamily="50" charset="-127"/>
              <a:ea typeface="Malgun Gothic"/>
              <a:cs typeface="Malgun Gothic"/>
            </a:endParaRPr>
          </a:p>
        </p:txBody>
      </p:sp>
      <p:sp>
        <p:nvSpPr>
          <p:cNvPr id="9" name="직사각형 8">
            <a:extLst>
              <a:ext uri="{FF2B5EF4-FFF2-40B4-BE49-F238E27FC236}">
                <a16:creationId xmlns:a16="http://schemas.microsoft.com/office/drawing/2014/main" id="{629DECB5-E935-4D0C-91D5-EAA936C9C33F}"/>
              </a:ext>
            </a:extLst>
          </p:cNvPr>
          <p:cNvSpPr>
            <a:spLocks noGrp="1"/>
          </p:cNvSpPr>
          <p:nvPr/>
        </p:nvSpPr>
        <p:spPr>
          <a:xfrm>
            <a:off x="609600" y="5676900"/>
            <a:ext cx="10972800" cy="571500"/>
          </a:xfrm>
          <a:prstGeom prst="rect">
            <a:avLst/>
          </a:prstGeom>
          <a:noFill/>
          <a:ln w="0">
            <a:noFill/>
          </a:ln>
        </p:spPr>
        <p:txBody>
          <a:bodyPr/>
          <a:lstStyle>
            <a:defPPr>
              <a:defRPr sz="1500" b="0">
                <a:solidFill>
                  <a:srgbClr val="151515"/>
                </a:solidFill>
                <a:latin typeface="Malgun Gothic"/>
                <a:ea typeface="Malgun Gothic"/>
                <a:cs typeface="Malgun Gothic"/>
              </a:defRPr>
            </a:defPPr>
          </a:lstStyle>
          <a:p>
            <a:pPr>
              <a:defRPr sz="1500" b="0">
                <a:solidFill>
                  <a:srgbClr val="151515"/>
                </a:solidFill>
                <a:latin typeface="Malgun Gothic"/>
                <a:ea typeface="Malgun Gothic"/>
                <a:cs typeface="Malgun Gothic"/>
              </a:defRPr>
            </a:pPr>
            <a:r>
              <a:rPr lang="ko-KR" altLang="en-US" sz="1500" b="0">
                <a:solidFill>
                  <a:srgbClr val="151515"/>
                </a:solidFill>
                <a:latin typeface="Malgun Gothic" panose="020B0503020000020004" pitchFamily="50" charset="-127"/>
                <a:ea typeface="Malgun Gothic"/>
                <a:cs typeface="Malgun Gothic"/>
              </a:rPr>
              <a:t>예</a:t>
            </a:r>
            <a:r>
              <a:rPr lang="en-US" altLang="ko-KR" sz="1500" b="0">
                <a:solidFill>
                  <a:srgbClr val="151515"/>
                </a:solidFill>
                <a:latin typeface="Malgun Gothic" panose="020B0503020000020004" pitchFamily="50" charset="-127"/>
                <a:ea typeface="Malgun Gothic"/>
                <a:cs typeface="Malgun Gothic"/>
              </a:rPr>
              <a:t>: </a:t>
            </a:r>
            <a:r>
              <a:rPr lang="en-US" sz="1500" b="0">
                <a:solidFill>
                  <a:srgbClr val="151515"/>
                </a:solidFill>
                <a:latin typeface="Malgun Gothic" panose="020B0503020000020004" pitchFamily="50" charset="-127"/>
                <a:ea typeface="Malgun Gothic"/>
                <a:cs typeface="Malgun Gothic"/>
              </a:rPr>
              <a:t>quick_sort([8,4,6,3,7,1],0,5)</a:t>
            </a:r>
          </a:p>
          <a:p>
            <a:pPr>
              <a:defRPr sz="1500" b="0">
                <a:solidFill>
                  <a:srgbClr val="151515"/>
                </a:solidFill>
                <a:latin typeface="Malgun Gothic"/>
                <a:ea typeface="Malgun Gothic"/>
                <a:cs typeface="Malgun Gothic"/>
              </a:defRPr>
            </a:pPr>
            <a:r>
              <a:rPr lang="ko-KR" altLang="en-US" sz="1500" b="0">
                <a:solidFill>
                  <a:srgbClr val="151515"/>
                </a:solidFill>
                <a:latin typeface="Malgun Gothic" panose="020B0503020000020004" pitchFamily="50" charset="-127"/>
                <a:ea typeface="Malgun Gothic"/>
                <a:cs typeface="Malgun Gothic"/>
              </a:rPr>
              <a:t>정렬 후 </a:t>
            </a:r>
            <a:r>
              <a:rPr lang="en-US" sz="1500" b="0">
                <a:solidFill>
                  <a:srgbClr val="151515"/>
                </a:solidFill>
                <a:latin typeface="Malgun Gothic" panose="020B0503020000020004" pitchFamily="50" charset="-127"/>
                <a:ea typeface="Malgun Gothic"/>
                <a:cs typeface="Malgun Gothic"/>
              </a:rPr>
              <a:t>a = [1,3,4,6,7,8]</a:t>
            </a:r>
            <a:endParaRPr sz="1500" b="0">
              <a:solidFill>
                <a:srgbClr val="151515"/>
              </a:solidFill>
              <a:latin typeface="Malgun Gothic" panose="020B0503020000020004" pitchFamily="50" charset="-127"/>
              <a:ea typeface="Malgun Gothic"/>
              <a:cs typeface="Malgun Gothic"/>
            </a:endParaRPr>
          </a:p>
        </p:txBody>
      </p:sp>
    </p:spTree>
    <p:extLst>
      <p:ext uri="{BB962C8B-B14F-4D97-AF65-F5344CB8AC3E}">
        <p14:creationId xmlns:p14="http://schemas.microsoft.com/office/powerpoint/2010/main" val="689789494"/>
      </p:ext>
    </p:extLst>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직사각형 7">
            <a:extLst>
              <a:ext uri="{FF2B5EF4-FFF2-40B4-BE49-F238E27FC236}">
                <a16:creationId xmlns:a16="http://schemas.microsoft.com/office/drawing/2014/main" id="{29BD8338-CD7C-4916-89FF-6B9E63799749}"/>
              </a:ext>
            </a:extLst>
          </p:cNvPr>
          <p:cNvSpPr>
            <a:spLocks noGrp="1"/>
          </p:cNvSpPr>
          <p:nvPr/>
        </p:nvSpPr>
        <p:spPr>
          <a:xfrm>
            <a:off x="609600" y="266700"/>
            <a:ext cx="8096250" cy="247650"/>
          </a:xfrm>
          <a:prstGeom prst="rect">
            <a:avLst/>
          </a:prstGeom>
          <a:noFill/>
          <a:ln w="0">
            <a:noFill/>
          </a:ln>
        </p:spPr>
        <p:txBody>
          <a:bodyPr/>
          <a:lstStyle>
            <a:defPPr>
              <a:defRPr sz="1050" b="0">
                <a:solidFill>
                  <a:srgbClr val="151515"/>
                </a:solidFill>
                <a:latin typeface="Malgun Gothic"/>
                <a:ea typeface="Malgun Gothic"/>
                <a:cs typeface="Malgun Gothic"/>
              </a:defRPr>
            </a:defPPr>
          </a:lstStyle>
          <a:p>
            <a:pPr>
              <a:defRPr sz="1050" b="0">
                <a:solidFill>
                  <a:srgbClr val="151515"/>
                </a:solidFill>
                <a:latin typeface="Malgun Gothic"/>
                <a:ea typeface="Malgun Gothic"/>
                <a:cs typeface="Malgun Gothic"/>
              </a:defRPr>
            </a:pPr>
            <a:r>
              <a:rPr lang="en-US" altLang="ko-KR" sz="1050" b="0">
                <a:solidFill>
                  <a:srgbClr val="151515"/>
                </a:solidFill>
                <a:latin typeface="Malgun Gothic" panose="020B0503020000020004" pitchFamily="50" charset="-127"/>
                <a:ea typeface="Malgun Gothic"/>
                <a:cs typeface="Malgun Gothic"/>
              </a:rPr>
              <a:t>4</a:t>
            </a:r>
            <a:r>
              <a:rPr lang="ko-KR" altLang="en-US" sz="1050" b="0">
                <a:solidFill>
                  <a:srgbClr val="151515"/>
                </a:solidFill>
                <a:latin typeface="Malgun Gothic" panose="020B0503020000020004" pitchFamily="50" charset="-127"/>
                <a:ea typeface="Malgun Gothic"/>
                <a:cs typeface="Malgun Gothic"/>
              </a:rPr>
              <a:t>장 분할 정복  </a:t>
            </a:r>
            <a:r>
              <a:rPr lang="en-US" altLang="ko-KR" sz="1050" b="0">
                <a:solidFill>
                  <a:srgbClr val="151515"/>
                </a:solidFill>
                <a:latin typeface="Malgun Gothic" panose="020B0503020000020004" pitchFamily="50" charset="-127"/>
                <a:ea typeface="Malgun Gothic"/>
                <a:cs typeface="Malgun Gothic"/>
              </a:rPr>
              <a:t>/  Python/C </a:t>
            </a:r>
            <a:r>
              <a:rPr lang="ko-KR" altLang="en-US" sz="1050" b="0">
                <a:solidFill>
                  <a:srgbClr val="151515"/>
                </a:solidFill>
                <a:latin typeface="Malgun Gothic" panose="020B0503020000020004" pitchFamily="50" charset="-127"/>
                <a:ea typeface="Malgun Gothic"/>
                <a:cs typeface="Malgun Gothic"/>
              </a:rPr>
              <a:t>구현</a:t>
            </a:r>
            <a:endParaRPr sz="1050" b="0">
              <a:solidFill>
                <a:srgbClr val="151515"/>
              </a:solidFill>
              <a:latin typeface="Malgun Gothic" panose="020B0503020000020004" pitchFamily="50" charset="-127"/>
              <a:ea typeface="Malgun Gothic"/>
              <a:cs typeface="Malgun Gothic"/>
            </a:endParaRPr>
          </a:p>
        </p:txBody>
      </p:sp>
      <p:sp>
        <p:nvSpPr>
          <p:cNvPr id="2" name="직사각형 1">
            <a:extLst>
              <a:ext uri="{FF2B5EF4-FFF2-40B4-BE49-F238E27FC236}">
                <a16:creationId xmlns:a16="http://schemas.microsoft.com/office/drawing/2014/main" id="{3F4382BC-4B68-42A4-B97C-441C4AAC86BF}"/>
              </a:ext>
            </a:extLst>
          </p:cNvPr>
          <p:cNvSpPr>
            <a:spLocks noGrp="1"/>
          </p:cNvSpPr>
          <p:nvPr/>
        </p:nvSpPr>
        <p:spPr>
          <a:xfrm>
            <a:off x="10287000" y="266700"/>
            <a:ext cx="1295400" cy="238125"/>
          </a:xfrm>
          <a:prstGeom prst="rect">
            <a:avLst/>
          </a:prstGeom>
          <a:noFill/>
          <a:ln w="0">
            <a:noFill/>
          </a:ln>
        </p:spPr>
        <p:txBody>
          <a:bodyPr/>
          <a:lstStyle>
            <a:defPPr>
              <a:defRPr sz="900" b="0">
                <a:solidFill>
                  <a:srgbClr val="151515"/>
                </a:solidFill>
                <a:latin typeface="Malgun Gothic"/>
                <a:ea typeface="Malgun Gothic"/>
                <a:cs typeface="Malgun Gothic"/>
              </a:defRPr>
            </a:defPPr>
          </a:lstStyle>
          <a:p>
            <a:pPr>
              <a:defRPr sz="900" b="0">
                <a:solidFill>
                  <a:srgbClr val="151515"/>
                </a:solidFill>
                <a:latin typeface="Malgun Gothic"/>
                <a:ea typeface="Malgun Gothic"/>
                <a:cs typeface="Malgun Gothic"/>
              </a:defRPr>
            </a:pPr>
            <a:r>
              <a:rPr lang="en-US" sz="900" b="0">
                <a:solidFill>
                  <a:srgbClr val="151515"/>
                </a:solidFill>
                <a:latin typeface="Malgun Gothic" panose="020B0503020000020004" pitchFamily="50" charset="-127"/>
                <a:ea typeface="Malgun Gothic"/>
                <a:cs typeface="Malgun Gothic"/>
              </a:rPr>
              <a:t>ALGORITHMS</a:t>
            </a:r>
            <a:endParaRPr sz="900" b="0">
              <a:solidFill>
                <a:srgbClr val="151515"/>
              </a:solidFill>
              <a:latin typeface="Malgun Gothic" panose="020B0503020000020004" pitchFamily="50" charset="-127"/>
              <a:ea typeface="Malgun Gothic"/>
              <a:cs typeface="Malgun Gothic"/>
            </a:endParaRPr>
          </a:p>
        </p:txBody>
      </p:sp>
      <p:sp>
        <p:nvSpPr>
          <p:cNvPr id="3" name="직사각형 2">
            <a:extLst>
              <a:ext uri="{FF2B5EF4-FFF2-40B4-BE49-F238E27FC236}">
                <a16:creationId xmlns:a16="http://schemas.microsoft.com/office/drawing/2014/main" id="{511B8D11-592B-423A-8B4B-D62CB27C232E}"/>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latin typeface="Malgun Gothic"/>
                <a:ea typeface="Malgun Gothic"/>
                <a:cs typeface="Malgun Gothic"/>
              </a:defRPr>
            </a:defPPr>
          </a:lstStyle>
          <a:p>
            <a:pPr>
              <a:defRPr sz="3000" b="1">
                <a:solidFill>
                  <a:srgbClr val="151515"/>
                </a:solidFill>
                <a:latin typeface="Malgun Gothic"/>
                <a:ea typeface="Malgun Gothic"/>
                <a:cs typeface="Malgun Gothic"/>
              </a:defRPr>
            </a:pPr>
            <a:r>
              <a:rPr lang="ko-KR" altLang="en-US" sz="3000" b="1">
                <a:solidFill>
                  <a:srgbClr val="151515"/>
                </a:solidFill>
                <a:latin typeface="Malgun Gothic" panose="020B0503020000020004" pitchFamily="50" charset="-127"/>
                <a:ea typeface="Malgun Gothic"/>
                <a:cs typeface="Malgun Gothic"/>
              </a:rPr>
              <a:t>문제 </a:t>
            </a:r>
            <a:r>
              <a:rPr lang="en-US" altLang="ko-KR" sz="3000" b="1">
                <a:solidFill>
                  <a:srgbClr val="151515"/>
                </a:solidFill>
                <a:latin typeface="Malgun Gothic" panose="020B0503020000020004" pitchFamily="50" charset="-127"/>
                <a:ea typeface="Malgun Gothic"/>
                <a:cs typeface="Malgun Gothic"/>
              </a:rPr>
              <a:t>98  </a:t>
            </a:r>
            <a:r>
              <a:rPr lang="ko-KR" altLang="en-US" sz="3000" b="1">
                <a:solidFill>
                  <a:srgbClr val="151515"/>
                </a:solidFill>
                <a:latin typeface="Malgun Gothic" panose="020B0503020000020004" pitchFamily="50" charset="-127"/>
                <a:ea typeface="Malgun Gothic"/>
                <a:cs typeface="Malgun Gothic"/>
              </a:rPr>
              <a:t>정답과 해설</a:t>
            </a:r>
            <a:endParaRPr sz="3000" b="1">
              <a:solidFill>
                <a:srgbClr val="151515"/>
              </a:solidFill>
              <a:latin typeface="Malgun Gothic" panose="020B0503020000020004" pitchFamily="50" charset="-127"/>
              <a:ea typeface="Malgun Gothic"/>
              <a:cs typeface="Malgun Gothic"/>
            </a:endParaRPr>
          </a:p>
        </p:txBody>
      </p:sp>
      <p:sp>
        <p:nvSpPr>
          <p:cNvPr id="4" name="직사각형 3">
            <a:extLst>
              <a:ext uri="{FF2B5EF4-FFF2-40B4-BE49-F238E27FC236}">
                <a16:creationId xmlns:a16="http://schemas.microsoft.com/office/drawing/2014/main" id="{101805E4-DCCD-4800-BA88-FC5CF71F05A8}"/>
              </a:ext>
            </a:extLst>
          </p:cNvPr>
          <p:cNvSpPr>
            <a:spLocks noGrp="1"/>
          </p:cNvSpPr>
          <p:nvPr/>
        </p:nvSpPr>
        <p:spPr>
          <a:xfrm>
            <a:off x="609600" y="1381125"/>
            <a:ext cx="10972800" cy="19050"/>
          </a:xfrm>
          <a:prstGeom prst="rect">
            <a:avLst/>
          </a:prstGeom>
          <a:solidFill>
            <a:srgbClr val="151515"/>
          </a:solidFill>
          <a:ln w="0">
            <a:noFill/>
          </a:ln>
        </p:spPr>
        <p:txBody>
          <a:bodyPr/>
          <a:lstStyle/>
          <a:p>
            <a:endParaRPr lang="ko-KR" altLang="en-US"/>
          </a:p>
        </p:txBody>
      </p:sp>
      <p:sp>
        <p:nvSpPr>
          <p:cNvPr id="5" name="직사각형 4">
            <a:extLst>
              <a:ext uri="{FF2B5EF4-FFF2-40B4-BE49-F238E27FC236}">
                <a16:creationId xmlns:a16="http://schemas.microsoft.com/office/drawing/2014/main" id="{4D800A1F-EC91-4682-88B9-99835EACCA8F}"/>
              </a:ext>
            </a:extLst>
          </p:cNvPr>
          <p:cNvSpPr>
            <a:spLocks noGrp="1"/>
          </p:cNvSpPr>
          <p:nvPr/>
        </p:nvSpPr>
        <p:spPr>
          <a:xfrm>
            <a:off x="609600" y="1695450"/>
            <a:ext cx="10972800" cy="3333750"/>
          </a:xfrm>
          <a:prstGeom prst="rect">
            <a:avLst/>
          </a:prstGeom>
          <a:noFill/>
          <a:ln w="0">
            <a:noFill/>
          </a:ln>
        </p:spPr>
        <p:txBody>
          <a:bodyPr/>
          <a:lstStyle>
            <a:defPPr>
              <a:defRPr sz="1800" b="0">
                <a:solidFill>
                  <a:srgbClr val="151515"/>
                </a:solidFill>
                <a:latin typeface="Malgun Gothic"/>
                <a:ea typeface="Malgun Gothic"/>
                <a:cs typeface="Malgun Gothic"/>
              </a:defRPr>
            </a:defPPr>
          </a:lstStyle>
          <a:p>
            <a:pPr>
              <a:defRPr sz="1800" b="0">
                <a:solidFill>
                  <a:srgbClr val="151515"/>
                </a:solidFill>
                <a:latin typeface="Malgun Gothic"/>
                <a:ea typeface="Malgun Gothic"/>
                <a:cs typeface="Malgun Gothic"/>
              </a:defRPr>
            </a:pPr>
            <a:r>
              <a:rPr lang="ko-KR" altLang="en-US" sz="1800" b="0">
                <a:solidFill>
                  <a:srgbClr val="151515"/>
                </a:solidFill>
                <a:latin typeface="Malgun Gothic" panose="020B0503020000020004" pitchFamily="50" charset="-127"/>
                <a:ea typeface="Malgun Gothic"/>
                <a:cs typeface="Malgun Gothic"/>
              </a:rPr>
              <a:t>분할 후 피벗 </a:t>
            </a:r>
            <a:r>
              <a:rPr lang="en-US" altLang="ko-KR" sz="1800" b="0">
                <a:solidFill>
                  <a:srgbClr val="151515"/>
                </a:solidFill>
                <a:latin typeface="Malgun Gothic" panose="020B0503020000020004" pitchFamily="50" charset="-127"/>
                <a:ea typeface="Malgun Gothic"/>
                <a:cs typeface="Malgun Gothic"/>
              </a:rPr>
              <a:t>6</a:t>
            </a:r>
            <a:r>
              <a:rPr lang="ko-KR" altLang="en-US" sz="1800" b="0">
                <a:solidFill>
                  <a:srgbClr val="151515"/>
                </a:solidFill>
                <a:latin typeface="Malgun Gothic" panose="020B0503020000020004" pitchFamily="50" charset="-127"/>
                <a:ea typeface="Malgun Gothic"/>
                <a:cs typeface="Malgun Gothic"/>
              </a:rPr>
              <a:t>의 자리는 </a:t>
            </a:r>
            <a:r>
              <a:rPr lang="en-US" altLang="ko-KR" sz="1800" b="0">
                <a:solidFill>
                  <a:srgbClr val="151515"/>
                </a:solidFill>
                <a:latin typeface="Malgun Gothic" panose="020B0503020000020004" pitchFamily="50" charset="-127"/>
                <a:ea typeface="Malgun Gothic"/>
                <a:cs typeface="Malgun Gothic"/>
              </a:rPr>
              <a:t>p=3</a:t>
            </a:r>
            <a:r>
              <a:rPr lang="ko-KR" altLang="en-US" sz="1800" b="0">
                <a:solidFill>
                  <a:srgbClr val="151515"/>
                </a:solidFill>
                <a:latin typeface="Malgun Gothic" panose="020B0503020000020004" pitchFamily="50" charset="-127"/>
                <a:ea typeface="Malgun Gothic"/>
                <a:cs typeface="Malgun Gothic"/>
              </a:rPr>
              <a:t>으로 확정된다</a:t>
            </a:r>
            <a:r>
              <a:rPr lang="en-US" altLang="ko-KR" sz="1800" b="0">
                <a:solidFill>
                  <a:srgbClr val="151515"/>
                </a:solidFill>
                <a:latin typeface="Malgun Gothic" panose="020B0503020000020004" pitchFamily="50" charset="-127"/>
                <a:ea typeface="Malgun Gothic"/>
                <a:cs typeface="Malgun Gothic"/>
              </a:rPr>
              <a:t>.</a:t>
            </a:r>
          </a:p>
          <a:p>
            <a:pPr>
              <a:defRPr sz="1800" b="0">
                <a:solidFill>
                  <a:srgbClr val="151515"/>
                </a:solidFill>
                <a:latin typeface="Malgun Gothic"/>
                <a:ea typeface="Malgun Gothic"/>
                <a:cs typeface="Malgun Gothic"/>
              </a:defRPr>
            </a:pPr>
            <a:r>
              <a:rPr lang="ko-KR" altLang="en-US" sz="1800" b="0">
                <a:solidFill>
                  <a:srgbClr val="151515"/>
                </a:solidFill>
                <a:latin typeface="Malgun Gothic" panose="020B0503020000020004" pitchFamily="50" charset="-127"/>
                <a:ea typeface="Malgun Gothic"/>
                <a:cs typeface="Malgun Gothic"/>
              </a:rPr>
              <a:t>왼쪽 </a:t>
            </a:r>
            <a:r>
              <a:rPr lang="en-US" altLang="ko-KR" sz="1800" b="0">
                <a:solidFill>
                  <a:srgbClr val="151515"/>
                </a:solidFill>
                <a:latin typeface="Malgun Gothic" panose="020B0503020000020004" pitchFamily="50" charset="-127"/>
                <a:ea typeface="Malgun Gothic"/>
                <a:cs typeface="Malgun Gothic"/>
              </a:rPr>
              <a:t>[3,4,1]</a:t>
            </a:r>
            <a:r>
              <a:rPr lang="ko-KR" altLang="en-US" sz="1800" b="0">
                <a:solidFill>
                  <a:srgbClr val="151515"/>
                </a:solidFill>
                <a:latin typeface="Malgun Gothic" panose="020B0503020000020004" pitchFamily="50" charset="-127"/>
                <a:ea typeface="Malgun Gothic"/>
                <a:cs typeface="Malgun Gothic"/>
              </a:rPr>
              <a:t>과 오른쪽 </a:t>
            </a:r>
            <a:r>
              <a:rPr lang="en-US" altLang="ko-KR" sz="1800" b="0">
                <a:solidFill>
                  <a:srgbClr val="151515"/>
                </a:solidFill>
                <a:latin typeface="Malgun Gothic" panose="020B0503020000020004" pitchFamily="50" charset="-127"/>
                <a:ea typeface="Malgun Gothic"/>
                <a:cs typeface="Malgun Gothic"/>
              </a:rPr>
              <a:t>[7,8]</a:t>
            </a:r>
            <a:r>
              <a:rPr lang="ko-KR" altLang="en-US" sz="1800" b="0">
                <a:solidFill>
                  <a:srgbClr val="151515"/>
                </a:solidFill>
                <a:latin typeface="Malgun Gothic" panose="020B0503020000020004" pitchFamily="50" charset="-127"/>
                <a:ea typeface="Malgun Gothic"/>
                <a:cs typeface="Malgun Gothic"/>
              </a:rPr>
              <a:t>을 각각 정렬한다</a:t>
            </a:r>
            <a:r>
              <a:rPr lang="en-US" altLang="ko-KR" sz="1800" b="0">
                <a:solidFill>
                  <a:srgbClr val="151515"/>
                </a:solidFill>
                <a:latin typeface="Malgun Gothic" panose="020B0503020000020004" pitchFamily="50" charset="-127"/>
                <a:ea typeface="Malgun Gothic"/>
                <a:cs typeface="Malgun Gothic"/>
              </a:rPr>
              <a:t>.</a:t>
            </a:r>
          </a:p>
          <a:p>
            <a:pPr>
              <a:defRPr sz="1800" b="0">
                <a:solidFill>
                  <a:srgbClr val="151515"/>
                </a:solidFill>
                <a:latin typeface="Malgun Gothic"/>
                <a:ea typeface="Malgun Gothic"/>
                <a:cs typeface="Malgun Gothic"/>
              </a:defRPr>
            </a:pPr>
            <a:r>
              <a:rPr lang="ko-KR" altLang="en-US" sz="1800" b="0">
                <a:solidFill>
                  <a:srgbClr val="151515"/>
                </a:solidFill>
                <a:latin typeface="Malgun Gothic" panose="020B0503020000020004" pitchFamily="50" charset="-127"/>
                <a:ea typeface="Malgun Gothic"/>
                <a:cs typeface="Malgun Gothic"/>
              </a:rPr>
              <a:t>호출 구간은 </a:t>
            </a:r>
            <a:r>
              <a:rPr lang="en-US" altLang="ko-KR" sz="1800" b="0">
                <a:solidFill>
                  <a:srgbClr val="151515"/>
                </a:solidFill>
                <a:latin typeface="Malgun Gothic" panose="020B0503020000020004" pitchFamily="50" charset="-127"/>
                <a:ea typeface="Malgun Gothic"/>
                <a:cs typeface="Malgun Gothic"/>
              </a:rPr>
              <a:t>[lo,p-1]</a:t>
            </a:r>
            <a:r>
              <a:rPr lang="ko-KR" altLang="en-US" sz="1800" b="0">
                <a:solidFill>
                  <a:srgbClr val="151515"/>
                </a:solidFill>
                <a:latin typeface="Malgun Gothic" panose="020B0503020000020004" pitchFamily="50" charset="-127"/>
                <a:ea typeface="Malgun Gothic"/>
                <a:cs typeface="Malgun Gothic"/>
              </a:rPr>
              <a:t>과 </a:t>
            </a:r>
            <a:r>
              <a:rPr lang="en-US" altLang="ko-KR" sz="1800" b="0">
                <a:solidFill>
                  <a:srgbClr val="151515"/>
                </a:solidFill>
                <a:latin typeface="Malgun Gothic" panose="020B0503020000020004" pitchFamily="50" charset="-127"/>
                <a:ea typeface="Malgun Gothic"/>
                <a:cs typeface="Malgun Gothic"/>
              </a:rPr>
              <a:t>[p+1,hi]</a:t>
            </a:r>
            <a:r>
              <a:rPr lang="ko-KR" altLang="en-US" sz="1800" b="0">
                <a:solidFill>
                  <a:srgbClr val="151515"/>
                </a:solidFill>
                <a:latin typeface="Malgun Gothic" panose="020B0503020000020004" pitchFamily="50" charset="-127"/>
                <a:ea typeface="Malgun Gothic"/>
                <a:cs typeface="Malgun Gothic"/>
              </a:rPr>
              <a:t>이다</a:t>
            </a:r>
            <a:r>
              <a:rPr lang="en-US" altLang="ko-KR" sz="1800" b="0">
                <a:solidFill>
                  <a:srgbClr val="151515"/>
                </a:solidFill>
                <a:latin typeface="Malgun Gothic" panose="020B0503020000020004" pitchFamily="50" charset="-127"/>
                <a:ea typeface="Malgun Gothic"/>
                <a:cs typeface="Malgun Gothic"/>
              </a:rPr>
              <a:t>.</a:t>
            </a:r>
          </a:p>
          <a:p>
            <a:pPr>
              <a:defRPr sz="1800" b="0">
                <a:solidFill>
                  <a:srgbClr val="151515"/>
                </a:solidFill>
                <a:latin typeface="Malgun Gothic"/>
                <a:ea typeface="Malgun Gothic"/>
                <a:cs typeface="Malgun Gothic"/>
              </a:defRPr>
            </a:pPr>
            <a:r>
              <a:rPr lang="ko-KR" altLang="en-US" sz="1800" b="0">
                <a:solidFill>
                  <a:srgbClr val="151515"/>
                </a:solidFill>
                <a:latin typeface="Malgun Gothic" panose="020B0503020000020004" pitchFamily="50" charset="-127"/>
                <a:ea typeface="Malgun Gothic"/>
                <a:cs typeface="Malgun Gothic"/>
              </a:rPr>
              <a:t>빈 구간이나 원소 한 개이면 즉시 종료한다</a:t>
            </a:r>
            <a:r>
              <a:rPr lang="en-US" altLang="ko-KR" sz="1800" b="0">
                <a:solidFill>
                  <a:srgbClr val="151515"/>
                </a:solidFill>
                <a:latin typeface="Malgun Gothic" panose="020B0503020000020004" pitchFamily="50" charset="-127"/>
                <a:ea typeface="Malgun Gothic"/>
                <a:cs typeface="Malgun Gothic"/>
              </a:rPr>
              <a:t>.</a:t>
            </a:r>
          </a:p>
          <a:p>
            <a:pPr>
              <a:defRPr sz="1800" b="0">
                <a:solidFill>
                  <a:srgbClr val="151515"/>
                </a:solidFill>
                <a:latin typeface="Malgun Gothic"/>
                <a:ea typeface="Malgun Gothic"/>
                <a:cs typeface="Malgun Gothic"/>
              </a:defRPr>
            </a:pPr>
            <a:r>
              <a:rPr lang="ko-KR" altLang="en-US" sz="1800" b="0">
                <a:solidFill>
                  <a:srgbClr val="151515"/>
                </a:solidFill>
                <a:latin typeface="Malgun Gothic" panose="020B0503020000020004" pitchFamily="50" charset="-127"/>
                <a:ea typeface="Malgun Gothic"/>
                <a:cs typeface="Malgun Gothic"/>
              </a:rPr>
              <a:t>평균 </a:t>
            </a:r>
            <a:r>
              <a:rPr lang="en-US" altLang="ko-KR" sz="1800" b="0">
                <a:solidFill>
                  <a:srgbClr val="151515"/>
                </a:solidFill>
                <a:latin typeface="Malgun Gothic" panose="020B0503020000020004" pitchFamily="50" charset="-127"/>
                <a:ea typeface="Malgun Gothic"/>
                <a:cs typeface="Malgun Gothic"/>
              </a:rPr>
              <a:t>O(n log n), </a:t>
            </a:r>
            <a:r>
              <a:rPr lang="ko-KR" altLang="en-US" sz="1800" b="0">
                <a:solidFill>
                  <a:srgbClr val="151515"/>
                </a:solidFill>
                <a:latin typeface="Malgun Gothic" panose="020B0503020000020004" pitchFamily="50" charset="-127"/>
                <a:ea typeface="Malgun Gothic"/>
                <a:cs typeface="Malgun Gothic"/>
              </a:rPr>
              <a:t>최악 </a:t>
            </a:r>
            <a:r>
              <a:rPr lang="en-US" altLang="ko-KR" sz="1800" b="0">
                <a:solidFill>
                  <a:srgbClr val="151515"/>
                </a:solidFill>
                <a:latin typeface="Malgun Gothic" panose="020B0503020000020004" pitchFamily="50" charset="-127"/>
                <a:ea typeface="Malgun Gothic"/>
                <a:cs typeface="Malgun Gothic"/>
              </a:rPr>
              <a:t>O(n²)</a:t>
            </a:r>
            <a:r>
              <a:rPr lang="ko-KR" altLang="en-US" sz="1800" b="0">
                <a:solidFill>
                  <a:srgbClr val="151515"/>
                </a:solidFill>
                <a:latin typeface="Malgun Gothic" panose="020B0503020000020004" pitchFamily="50" charset="-127"/>
                <a:ea typeface="Malgun Gothic"/>
                <a:cs typeface="Malgun Gothic"/>
              </a:rPr>
              <a:t>이다</a:t>
            </a:r>
            <a:r>
              <a:rPr lang="en-US" altLang="ko-KR" sz="1800" b="0">
                <a:solidFill>
                  <a:srgbClr val="151515"/>
                </a:solidFill>
                <a:latin typeface="Malgun Gothic" panose="020B0503020000020004" pitchFamily="50" charset="-127"/>
                <a:ea typeface="Malgun Gothic"/>
                <a:cs typeface="Malgun Gothic"/>
              </a:rPr>
              <a:t>.</a:t>
            </a:r>
          </a:p>
          <a:p>
            <a:pPr>
              <a:defRPr sz="1800" b="0">
                <a:solidFill>
                  <a:srgbClr val="151515"/>
                </a:solidFill>
                <a:latin typeface="Malgun Gothic"/>
                <a:ea typeface="Malgun Gothic"/>
                <a:cs typeface="Malgun Gothic"/>
              </a:defRPr>
            </a:pPr>
            <a:r>
              <a:rPr lang="ko-KR" altLang="en-US" sz="1800" b="0">
                <a:solidFill>
                  <a:srgbClr val="151515"/>
                </a:solidFill>
                <a:latin typeface="Malgun Gothic" panose="020B0503020000020004" pitchFamily="50" charset="-127"/>
                <a:ea typeface="Malgun Gothic"/>
                <a:cs typeface="Malgun Gothic"/>
              </a:rPr>
              <a:t>동작 검사는 결과를 확인한다</a:t>
            </a:r>
            <a:r>
              <a:rPr lang="en-US" altLang="ko-KR" sz="1800" b="0">
                <a:solidFill>
                  <a:srgbClr val="151515"/>
                </a:solidFill>
                <a:latin typeface="Malgun Gothic" panose="020B0503020000020004" pitchFamily="50" charset="-127"/>
                <a:ea typeface="Malgun Gothic"/>
                <a:cs typeface="Malgun Gothic"/>
              </a:rPr>
              <a:t>. </a:t>
            </a:r>
            <a:r>
              <a:rPr lang="ko-KR" altLang="en-US" sz="1800" b="0">
                <a:solidFill>
                  <a:srgbClr val="151515"/>
                </a:solidFill>
                <a:latin typeface="Malgun Gothic" panose="020B0503020000020004" pitchFamily="50" charset="-127"/>
                <a:ea typeface="Malgun Gothic"/>
                <a:cs typeface="Malgun Gothic"/>
              </a:rPr>
              <a:t>지정 알고리즘은 풀이로도 점검한다</a:t>
            </a:r>
            <a:r>
              <a:rPr lang="en-US" altLang="ko-KR" sz="1800" b="0">
                <a:solidFill>
                  <a:srgbClr val="151515"/>
                </a:solidFill>
                <a:latin typeface="Malgun Gothic" panose="020B0503020000020004" pitchFamily="50" charset="-127"/>
                <a:ea typeface="Malgun Gothic"/>
                <a:cs typeface="Malgun Gothic"/>
              </a:rPr>
              <a:t>.</a:t>
            </a:r>
            <a:endParaRPr sz="1800" b="0">
              <a:solidFill>
                <a:srgbClr val="151515"/>
              </a:solidFill>
              <a:latin typeface="Malgun Gothic" panose="020B0503020000020004" pitchFamily="50" charset="-127"/>
              <a:ea typeface="Malgun Gothic"/>
              <a:cs typeface="Malgun Gothic"/>
            </a:endParaRPr>
          </a:p>
        </p:txBody>
      </p:sp>
      <p:sp>
        <p:nvSpPr>
          <p:cNvPr id="6" name="직사각형 5">
            <a:extLst>
              <a:ext uri="{FF2B5EF4-FFF2-40B4-BE49-F238E27FC236}">
                <a16:creationId xmlns:a16="http://schemas.microsoft.com/office/drawing/2014/main" id="{DEE80B1F-171F-4AC5-9573-6A5CD7FA0353}"/>
              </a:ext>
            </a:extLst>
          </p:cNvPr>
          <p:cNvSpPr>
            <a:spLocks noGrp="1"/>
          </p:cNvSpPr>
          <p:nvPr/>
        </p:nvSpPr>
        <p:spPr>
          <a:xfrm>
            <a:off x="609600" y="6600825"/>
            <a:ext cx="9906000" cy="190500"/>
          </a:xfrm>
          <a:prstGeom prst="rect">
            <a:avLst/>
          </a:prstGeom>
          <a:noFill/>
          <a:ln w="0">
            <a:noFill/>
          </a:ln>
        </p:spPr>
        <p:txBody>
          <a:bodyPr/>
          <a:lstStyle>
            <a:defPPr>
              <a:defRPr sz="825" b="0">
                <a:solidFill>
                  <a:srgbClr val="151515"/>
                </a:solidFill>
                <a:latin typeface="Malgun Gothic"/>
                <a:ea typeface="Malgun Gothic"/>
                <a:cs typeface="Malgun Gothic"/>
              </a:defRPr>
            </a:defPPr>
          </a:lstStyle>
          <a:p>
            <a:pPr>
              <a:defRPr sz="825" b="0">
                <a:solidFill>
                  <a:srgbClr val="151515"/>
                </a:solidFill>
                <a:latin typeface="Malgun Gothic"/>
                <a:ea typeface="Malgun Gothic"/>
                <a:cs typeface="Malgun Gothic"/>
              </a:defRPr>
            </a:pPr>
            <a:r>
              <a:rPr lang="en-US" sz="825" b="0">
                <a:solidFill>
                  <a:srgbClr val="151515"/>
                </a:solidFill>
                <a:latin typeface="Consolas" panose="020B0609020204030204" pitchFamily="49" charset="0"/>
                <a:ea typeface="Malgun Gothic"/>
                <a:cs typeface="Malgun Gothic"/>
              </a:rPr>
              <a:t>04 / DIVIDE AND CONQUER · EXERCISES</a:t>
            </a:r>
            <a:endParaRPr sz="825" b="0">
              <a:solidFill>
                <a:srgbClr val="151515"/>
              </a:solidFill>
              <a:latin typeface="Consolas" panose="020B0609020204030204" pitchFamily="49" charset="0"/>
              <a:ea typeface="Malgun Gothic"/>
              <a:cs typeface="Malgun Gothic"/>
            </a:endParaRPr>
          </a:p>
        </p:txBody>
      </p:sp>
      <p:sp>
        <p:nvSpPr>
          <p:cNvPr id="7" name="직사각형 6">
            <a:extLst>
              <a:ext uri="{FF2B5EF4-FFF2-40B4-BE49-F238E27FC236}">
                <a16:creationId xmlns:a16="http://schemas.microsoft.com/office/drawing/2014/main" id="{B2414BA4-1D7D-479A-BE31-5928235237A3}"/>
              </a:ext>
            </a:extLst>
          </p:cNvPr>
          <p:cNvSpPr>
            <a:spLocks noGrp="1"/>
          </p:cNvSpPr>
          <p:nvPr/>
        </p:nvSpPr>
        <p:spPr>
          <a:xfrm>
            <a:off x="11049000" y="6562725"/>
            <a:ext cx="533400" cy="238125"/>
          </a:xfrm>
          <a:prstGeom prst="rect">
            <a:avLst/>
          </a:prstGeom>
          <a:noFill/>
          <a:ln w="0">
            <a:noFill/>
          </a:ln>
        </p:spPr>
        <p:txBody>
          <a:bodyPr/>
          <a:lstStyle>
            <a:defPPr>
              <a:defRPr sz="1050" b="0">
                <a:solidFill>
                  <a:srgbClr val="151515"/>
                </a:solidFill>
                <a:latin typeface="Malgun Gothic"/>
                <a:ea typeface="Malgun Gothic"/>
                <a:cs typeface="Malgun Gothic"/>
              </a:defRPr>
            </a:defPPr>
          </a:lstStyle>
          <a:p>
            <a:pPr>
              <a:defRPr sz="1050" b="0">
                <a:solidFill>
                  <a:srgbClr val="151515"/>
                </a:solidFill>
                <a:latin typeface="Malgun Gothic"/>
                <a:ea typeface="Malgun Gothic"/>
                <a:cs typeface="Malgun Gothic"/>
              </a:defRPr>
            </a:pPr>
            <a:r>
              <a:rPr lang="en-US" altLang="ko-KR" sz="1050" b="0">
                <a:solidFill>
                  <a:srgbClr val="151515"/>
                </a:solidFill>
                <a:latin typeface="Consolas" panose="020B0609020204030204" pitchFamily="49" charset="0"/>
                <a:ea typeface="Malgun Gothic"/>
                <a:cs typeface="Malgun Gothic"/>
              </a:rPr>
              <a:t>210</a:t>
            </a:r>
            <a:endParaRPr sz="1050" b="0">
              <a:solidFill>
                <a:srgbClr val="151515"/>
              </a:solidFill>
              <a:latin typeface="Consolas" panose="020B0609020204030204" pitchFamily="49" charset="0"/>
              <a:ea typeface="Malgun Gothic"/>
              <a:cs typeface="Malgun Gothic"/>
            </a:endParaRPr>
          </a:p>
        </p:txBody>
      </p:sp>
    </p:spTree>
    <p:extLst>
      <p:ext uri="{BB962C8B-B14F-4D97-AF65-F5344CB8AC3E}">
        <p14:creationId xmlns:p14="http://schemas.microsoft.com/office/powerpoint/2010/main" val="1619238643"/>
      </p:ext>
    </p:extLst>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직사각형 21">
            <a:extLst>
              <a:ext uri="{FF2B5EF4-FFF2-40B4-BE49-F238E27FC236}">
                <a16:creationId xmlns:a16="http://schemas.microsoft.com/office/drawing/2014/main" id="{E6DB8BCB-77C7-4CB7-8C17-E6528B619330}"/>
              </a:ext>
            </a:extLst>
          </p:cNvPr>
          <p:cNvSpPr>
            <a:spLocks noGrp="1"/>
          </p:cNvSpPr>
          <p:nvPr/>
        </p:nvSpPr>
        <p:spPr>
          <a:xfrm>
            <a:off x="609600" y="266700"/>
            <a:ext cx="8096250" cy="247650"/>
          </a:xfrm>
          <a:prstGeom prst="rect">
            <a:avLst/>
          </a:prstGeom>
          <a:noFill/>
          <a:ln w="0">
            <a:noFill/>
          </a:ln>
        </p:spPr>
        <p:txBody>
          <a:bodyPr/>
          <a:lstStyle>
            <a:defPPr>
              <a:defRPr sz="1050" b="0">
                <a:solidFill>
                  <a:srgbClr val="151515"/>
                </a:solidFill>
                <a:latin typeface="Malgun Gothic"/>
                <a:ea typeface="Malgun Gothic"/>
                <a:cs typeface="Malgun Gothic"/>
              </a:defRPr>
            </a:defPPr>
          </a:lstStyle>
          <a:p>
            <a:pPr>
              <a:defRPr sz="1050" b="0">
                <a:solidFill>
                  <a:srgbClr val="151515"/>
                </a:solidFill>
                <a:latin typeface="Malgun Gothic"/>
                <a:ea typeface="Malgun Gothic"/>
                <a:cs typeface="Malgun Gothic"/>
              </a:defRPr>
            </a:pPr>
            <a:r>
              <a:rPr lang="en-US" altLang="ko-KR" sz="1050" b="0">
                <a:solidFill>
                  <a:srgbClr val="151515"/>
                </a:solidFill>
                <a:latin typeface="Malgun Gothic" panose="020B0503020000020004" pitchFamily="50" charset="-127"/>
                <a:ea typeface="Malgun Gothic"/>
                <a:cs typeface="Malgun Gothic"/>
              </a:rPr>
              <a:t>4</a:t>
            </a:r>
            <a:r>
              <a:rPr lang="ko-KR" altLang="en-US" sz="1050" b="0">
                <a:solidFill>
                  <a:srgbClr val="151515"/>
                </a:solidFill>
                <a:latin typeface="Malgun Gothic" panose="020B0503020000020004" pitchFamily="50" charset="-127"/>
                <a:ea typeface="Malgun Gothic"/>
                <a:cs typeface="Malgun Gothic"/>
              </a:rPr>
              <a:t>장 분할 정복  </a:t>
            </a:r>
            <a:r>
              <a:rPr lang="en-US" altLang="ko-KR" sz="1050" b="0">
                <a:solidFill>
                  <a:srgbClr val="151515"/>
                </a:solidFill>
                <a:latin typeface="Malgun Gothic" panose="020B0503020000020004" pitchFamily="50" charset="-127"/>
                <a:ea typeface="Malgun Gothic"/>
                <a:cs typeface="Malgun Gothic"/>
              </a:rPr>
              <a:t>/  Python/C </a:t>
            </a:r>
            <a:r>
              <a:rPr lang="ko-KR" altLang="en-US" sz="1050" b="0">
                <a:solidFill>
                  <a:srgbClr val="151515"/>
                </a:solidFill>
                <a:latin typeface="Malgun Gothic" panose="020B0503020000020004" pitchFamily="50" charset="-127"/>
                <a:ea typeface="Malgun Gothic"/>
                <a:cs typeface="Malgun Gothic"/>
              </a:rPr>
              <a:t>구현</a:t>
            </a:r>
            <a:endParaRPr sz="1050" b="0">
              <a:solidFill>
                <a:srgbClr val="151515"/>
              </a:solidFill>
              <a:latin typeface="Malgun Gothic" panose="020B0503020000020004" pitchFamily="50" charset="-127"/>
              <a:ea typeface="Malgun Gothic"/>
              <a:cs typeface="Malgun Gothic"/>
            </a:endParaRPr>
          </a:p>
        </p:txBody>
      </p:sp>
      <p:sp>
        <p:nvSpPr>
          <p:cNvPr id="2" name="직사각형 1">
            <a:extLst>
              <a:ext uri="{FF2B5EF4-FFF2-40B4-BE49-F238E27FC236}">
                <a16:creationId xmlns:a16="http://schemas.microsoft.com/office/drawing/2014/main" id="{B379CAD7-3601-4A07-9142-D7B151838B0C}"/>
              </a:ext>
            </a:extLst>
          </p:cNvPr>
          <p:cNvSpPr>
            <a:spLocks noGrp="1"/>
          </p:cNvSpPr>
          <p:nvPr/>
        </p:nvSpPr>
        <p:spPr>
          <a:xfrm>
            <a:off x="10287000" y="266700"/>
            <a:ext cx="1295400" cy="238125"/>
          </a:xfrm>
          <a:prstGeom prst="rect">
            <a:avLst/>
          </a:prstGeom>
          <a:noFill/>
          <a:ln w="0">
            <a:noFill/>
          </a:ln>
        </p:spPr>
        <p:txBody>
          <a:bodyPr/>
          <a:lstStyle>
            <a:defPPr>
              <a:defRPr sz="900" b="0">
                <a:solidFill>
                  <a:srgbClr val="151515"/>
                </a:solidFill>
                <a:latin typeface="Malgun Gothic"/>
                <a:ea typeface="Malgun Gothic"/>
                <a:cs typeface="Malgun Gothic"/>
              </a:defRPr>
            </a:defPPr>
          </a:lstStyle>
          <a:p>
            <a:pPr>
              <a:defRPr sz="900" b="0">
                <a:solidFill>
                  <a:srgbClr val="151515"/>
                </a:solidFill>
                <a:latin typeface="Malgun Gothic"/>
                <a:ea typeface="Malgun Gothic"/>
                <a:cs typeface="Malgun Gothic"/>
              </a:defRPr>
            </a:pPr>
            <a:r>
              <a:rPr lang="en-US" sz="900" b="0">
                <a:solidFill>
                  <a:srgbClr val="151515"/>
                </a:solidFill>
                <a:latin typeface="Malgun Gothic" panose="020B0503020000020004" pitchFamily="50" charset="-127"/>
                <a:ea typeface="Malgun Gothic"/>
                <a:cs typeface="Malgun Gothic"/>
              </a:rPr>
              <a:t>ALGORITHMS</a:t>
            </a:r>
            <a:endParaRPr sz="900" b="0">
              <a:solidFill>
                <a:srgbClr val="151515"/>
              </a:solidFill>
              <a:latin typeface="Malgun Gothic" panose="020B0503020000020004" pitchFamily="50" charset="-127"/>
              <a:ea typeface="Malgun Gothic"/>
              <a:cs typeface="Malgun Gothic"/>
            </a:endParaRPr>
          </a:p>
        </p:txBody>
      </p:sp>
      <p:sp>
        <p:nvSpPr>
          <p:cNvPr id="3" name="직사각형 2">
            <a:extLst>
              <a:ext uri="{FF2B5EF4-FFF2-40B4-BE49-F238E27FC236}">
                <a16:creationId xmlns:a16="http://schemas.microsoft.com/office/drawing/2014/main" id="{BDFEB691-A1D7-44EC-995B-6BC8573936D1}"/>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latin typeface="Malgun Gothic"/>
                <a:ea typeface="Malgun Gothic"/>
                <a:cs typeface="Malgun Gothic"/>
              </a:defRPr>
            </a:defPPr>
          </a:lstStyle>
          <a:p>
            <a:pPr>
              <a:defRPr sz="3000" b="1">
                <a:solidFill>
                  <a:srgbClr val="151515"/>
                </a:solidFill>
                <a:latin typeface="Malgun Gothic"/>
                <a:ea typeface="Malgun Gothic"/>
                <a:cs typeface="Malgun Gothic"/>
              </a:defRPr>
            </a:pPr>
            <a:r>
              <a:rPr lang="ko-KR" altLang="en-US" sz="3000" b="1">
                <a:solidFill>
                  <a:srgbClr val="151515"/>
                </a:solidFill>
                <a:latin typeface="Malgun Gothic" panose="020B0503020000020004" pitchFamily="50" charset="-127"/>
                <a:ea typeface="Malgun Gothic"/>
                <a:cs typeface="Malgun Gothic"/>
              </a:rPr>
              <a:t>문제 </a:t>
            </a:r>
            <a:r>
              <a:rPr lang="en-US" altLang="ko-KR" sz="3000" b="1">
                <a:solidFill>
                  <a:srgbClr val="151515"/>
                </a:solidFill>
                <a:latin typeface="Malgun Gothic" panose="020B0503020000020004" pitchFamily="50" charset="-127"/>
                <a:ea typeface="Malgun Gothic"/>
                <a:cs typeface="Malgun Gothic"/>
              </a:rPr>
              <a:t>98  </a:t>
            </a:r>
            <a:r>
              <a:rPr lang="en-US" sz="3000" b="1">
                <a:solidFill>
                  <a:srgbClr val="151515"/>
                </a:solidFill>
                <a:latin typeface="Malgun Gothic" panose="020B0503020000020004" pitchFamily="50" charset="-127"/>
                <a:ea typeface="Malgun Gothic"/>
                <a:cs typeface="Malgun Gothic"/>
              </a:rPr>
              <a:t>Python </a:t>
            </a:r>
            <a:r>
              <a:rPr lang="ko-KR" altLang="en-US" sz="3000" b="1">
                <a:solidFill>
                  <a:srgbClr val="151515"/>
                </a:solidFill>
                <a:latin typeface="Malgun Gothic" panose="020B0503020000020004" pitchFamily="50" charset="-127"/>
                <a:ea typeface="Malgun Gothic"/>
                <a:cs typeface="Malgun Gothic"/>
              </a:rPr>
              <a:t>구현</a:t>
            </a:r>
            <a:endParaRPr sz="3000" b="1">
              <a:solidFill>
                <a:srgbClr val="151515"/>
              </a:solidFill>
              <a:latin typeface="Malgun Gothic" panose="020B0503020000020004" pitchFamily="50" charset="-127"/>
              <a:ea typeface="Malgun Gothic"/>
              <a:cs typeface="Malgun Gothic"/>
            </a:endParaRPr>
          </a:p>
        </p:txBody>
      </p:sp>
      <p:sp>
        <p:nvSpPr>
          <p:cNvPr id="4" name="직사각형 3">
            <a:extLst>
              <a:ext uri="{FF2B5EF4-FFF2-40B4-BE49-F238E27FC236}">
                <a16:creationId xmlns:a16="http://schemas.microsoft.com/office/drawing/2014/main" id="{8167DEAE-5290-42DE-A159-0A746ED2096B}"/>
              </a:ext>
            </a:extLst>
          </p:cNvPr>
          <p:cNvSpPr>
            <a:spLocks noGrp="1"/>
          </p:cNvSpPr>
          <p:nvPr/>
        </p:nvSpPr>
        <p:spPr>
          <a:xfrm>
            <a:off x="609600" y="1381125"/>
            <a:ext cx="10972800" cy="19050"/>
          </a:xfrm>
          <a:prstGeom prst="rect">
            <a:avLst/>
          </a:prstGeom>
          <a:solidFill>
            <a:srgbClr val="151515"/>
          </a:solidFill>
          <a:ln w="0">
            <a:noFill/>
          </a:ln>
        </p:spPr>
        <p:txBody>
          <a:bodyPr/>
          <a:lstStyle/>
          <a:p>
            <a:endParaRPr lang="ko-KR" altLang="en-US"/>
          </a:p>
        </p:txBody>
      </p:sp>
      <p:sp>
        <p:nvSpPr>
          <p:cNvPr id="5" name="직사각형 4">
            <a:extLst>
              <a:ext uri="{FF2B5EF4-FFF2-40B4-BE49-F238E27FC236}">
                <a16:creationId xmlns:a16="http://schemas.microsoft.com/office/drawing/2014/main" id="{5267F999-4912-4A56-9A22-9F72D29C1082}"/>
              </a:ext>
            </a:extLst>
          </p:cNvPr>
          <p:cNvSpPr>
            <a:spLocks noGrp="1"/>
          </p:cNvSpPr>
          <p:nvPr/>
        </p:nvSpPr>
        <p:spPr>
          <a:xfrm>
            <a:off x="609600" y="1552575"/>
            <a:ext cx="10972800" cy="266700"/>
          </a:xfrm>
          <a:prstGeom prst="rect">
            <a:avLst/>
          </a:prstGeom>
          <a:noFill/>
          <a:ln w="0">
            <a:noFill/>
          </a:ln>
        </p:spPr>
        <p:txBody>
          <a:bodyPr/>
          <a:lstStyle>
            <a:defPPr>
              <a:defRPr sz="1500" b="0">
                <a:solidFill>
                  <a:srgbClr val="5B5B5B"/>
                </a:solidFill>
                <a:latin typeface="Malgun Gothic"/>
                <a:ea typeface="Malgun Gothic"/>
                <a:cs typeface="Malgun Gothic"/>
              </a:defRPr>
            </a:defPPr>
          </a:lstStyle>
          <a:p>
            <a:pPr>
              <a:defRPr sz="1500" b="0">
                <a:solidFill>
                  <a:srgbClr val="5B5B5B"/>
                </a:solidFill>
                <a:latin typeface="Malgun Gothic"/>
                <a:ea typeface="Malgun Gothic"/>
                <a:cs typeface="Malgun Gothic"/>
              </a:defRPr>
            </a:pPr>
            <a:r>
              <a:rPr lang="ko-KR" altLang="en-US" sz="1500" b="0">
                <a:solidFill>
                  <a:srgbClr val="5B5B5B"/>
                </a:solidFill>
                <a:latin typeface="Malgun Gothic" panose="020B0503020000020004" pitchFamily="50" charset="-127"/>
                <a:ea typeface="Malgun Gothic"/>
                <a:cs typeface="Malgun Gothic"/>
              </a:rPr>
              <a:t>퀵 정렬</a:t>
            </a:r>
            <a:endParaRPr sz="1500" b="0">
              <a:solidFill>
                <a:srgbClr val="5B5B5B"/>
              </a:solidFill>
              <a:latin typeface="Malgun Gothic" panose="020B0503020000020004" pitchFamily="50" charset="-127"/>
              <a:ea typeface="Malgun Gothic"/>
              <a:cs typeface="Malgun Gothic"/>
            </a:endParaRPr>
          </a:p>
        </p:txBody>
      </p:sp>
      <p:sp>
        <p:nvSpPr>
          <p:cNvPr id="6" name="직사각형 5">
            <a:extLst>
              <a:ext uri="{FF2B5EF4-FFF2-40B4-BE49-F238E27FC236}">
                <a16:creationId xmlns:a16="http://schemas.microsoft.com/office/drawing/2014/main" id="{F1DB75B6-0EC9-4A2D-85CC-21E608E65074}"/>
              </a:ext>
            </a:extLst>
          </p:cNvPr>
          <p:cNvSpPr>
            <a:spLocks noGrp="1"/>
          </p:cNvSpPr>
          <p:nvPr/>
        </p:nvSpPr>
        <p:spPr>
          <a:xfrm>
            <a:off x="609600" y="1981200"/>
            <a:ext cx="10972800" cy="3962400"/>
          </a:xfrm>
          <a:prstGeom prst="rect">
            <a:avLst/>
          </a:prstGeom>
          <a:solidFill>
            <a:srgbClr val="171717"/>
          </a:solidFill>
          <a:ln w="0">
            <a:noFill/>
          </a:ln>
        </p:spPr>
        <p:txBody>
          <a:bodyPr/>
          <a:lstStyle/>
          <a:p>
            <a:endParaRPr lang="ko-KR" altLang="en-US"/>
          </a:p>
        </p:txBody>
      </p:sp>
      <p:sp>
        <p:nvSpPr>
          <p:cNvPr id="7" name="code-number">
            <a:extLst>
              <a:ext uri="{FF2B5EF4-FFF2-40B4-BE49-F238E27FC236}">
                <a16:creationId xmlns:a16="http://schemas.microsoft.com/office/drawing/2014/main" id="{ADECEDA3-7873-49C2-BD72-D0296C1F3E00}"/>
              </a:ext>
            </a:extLst>
          </p:cNvPr>
          <p:cNvSpPr>
            <a:spLocks noGrp="1"/>
          </p:cNvSpPr>
          <p:nvPr/>
        </p:nvSpPr>
        <p:spPr>
          <a:xfrm>
            <a:off x="771525" y="2114550"/>
            <a:ext cx="361950" cy="238125"/>
          </a:xfrm>
          <a:prstGeom prst="rect">
            <a:avLst/>
          </a:prstGeom>
          <a:noFill/>
          <a:ln w="0">
            <a:noFill/>
          </a:ln>
        </p:spPr>
        <p:txBody>
          <a:bodyPr/>
          <a:lstStyle>
            <a:defPPr>
              <a:defRPr sz="1200" b="0">
                <a:solidFill>
                  <a:srgbClr val="929292"/>
                </a:solidFill>
                <a:latin typeface="Malgun Gothic"/>
                <a:ea typeface="Malgun Gothic"/>
                <a:cs typeface="Malgun Gothic"/>
              </a:defRPr>
            </a:defPPr>
          </a:lstStyle>
          <a:p>
            <a:pPr>
              <a:defRPr sz="1200" b="0">
                <a:solidFill>
                  <a:srgbClr val="929292"/>
                </a:solidFill>
                <a:latin typeface="Malgun Gothic"/>
                <a:ea typeface="Malgun Gothic"/>
                <a:cs typeface="Malgun Gothic"/>
              </a:defRPr>
            </a:pPr>
            <a:r>
              <a:rPr lang="en-US" altLang="ko-KR" sz="1200" b="0">
                <a:solidFill>
                  <a:srgbClr val="929292"/>
                </a:solidFill>
                <a:latin typeface="Consolas" panose="020B0609020204030204" pitchFamily="49" charset="0"/>
                <a:ea typeface="Malgun Gothic"/>
                <a:cs typeface="Malgun Gothic"/>
              </a:rPr>
              <a:t>01</a:t>
            </a:r>
            <a:endParaRPr sz="1200" b="0">
              <a:solidFill>
                <a:srgbClr val="929292"/>
              </a:solidFill>
              <a:latin typeface="Consolas" panose="020B0609020204030204" pitchFamily="49" charset="0"/>
              <a:ea typeface="Malgun Gothic"/>
              <a:cs typeface="Malgun Gothic"/>
            </a:endParaRPr>
          </a:p>
        </p:txBody>
      </p:sp>
      <p:sp>
        <p:nvSpPr>
          <p:cNvPr id="8" name="code-line">
            <a:extLst>
              <a:ext uri="{FF2B5EF4-FFF2-40B4-BE49-F238E27FC236}">
                <a16:creationId xmlns:a16="http://schemas.microsoft.com/office/drawing/2014/main" id="{D64C5E51-272E-4121-9CCC-E52A1F5518C3}"/>
              </a:ext>
            </a:extLst>
          </p:cNvPr>
          <p:cNvSpPr>
            <a:spLocks noGrp="1"/>
          </p:cNvSpPr>
          <p:nvPr/>
        </p:nvSpPr>
        <p:spPr>
          <a:xfrm>
            <a:off x="1285875" y="2114550"/>
            <a:ext cx="10115550" cy="247650"/>
          </a:xfrm>
          <a:prstGeom prst="rect">
            <a:avLst/>
          </a:prstGeom>
          <a:noFill/>
          <a:ln w="0">
            <a:noFill/>
          </a:ln>
        </p:spPr>
        <p:txBody>
          <a:bodyPr/>
          <a:lstStyle>
            <a:defPPr>
              <a:defRPr sz="1575" b="0">
                <a:solidFill>
                  <a:srgbClr val="FFFFFF"/>
                </a:solidFill>
                <a:latin typeface="Malgun Gothic"/>
                <a:ea typeface="Malgun Gothic"/>
                <a:cs typeface="Malgun Gothic"/>
              </a:defRPr>
            </a:defPPr>
          </a:lstStyle>
          <a:p>
            <a:pPr>
              <a:defRPr sz="1575" b="0">
                <a:solidFill>
                  <a:srgbClr val="FFFFFF"/>
                </a:solidFill>
                <a:latin typeface="Malgun Gothic"/>
                <a:ea typeface="Malgun Gothic"/>
                <a:cs typeface="Malgun Gothic"/>
              </a:defRPr>
            </a:pPr>
            <a:r>
              <a:rPr lang="en-US" sz="1575" b="0">
                <a:solidFill>
                  <a:srgbClr val="FFFFFF"/>
                </a:solidFill>
                <a:latin typeface="Consolas" panose="020B0609020204030204" pitchFamily="49" charset="0"/>
                <a:ea typeface="Malgun Gothic"/>
                <a:cs typeface="Malgun Gothic"/>
              </a:rPr>
              <a:t>def quick_sort(a, lo, hi):</a:t>
            </a:r>
            <a:endParaRPr sz="1575" b="0">
              <a:solidFill>
                <a:srgbClr val="FFFFFF"/>
              </a:solidFill>
              <a:latin typeface="Consolas" panose="020B0609020204030204" pitchFamily="49" charset="0"/>
              <a:ea typeface="Malgun Gothic"/>
              <a:cs typeface="Malgun Gothic"/>
            </a:endParaRPr>
          </a:p>
        </p:txBody>
      </p:sp>
      <p:sp>
        <p:nvSpPr>
          <p:cNvPr id="9" name="code-number">
            <a:extLst>
              <a:ext uri="{FF2B5EF4-FFF2-40B4-BE49-F238E27FC236}">
                <a16:creationId xmlns:a16="http://schemas.microsoft.com/office/drawing/2014/main" id="{CB86FA4D-DCBC-4B0C-BA44-EB02D356E247}"/>
              </a:ext>
            </a:extLst>
          </p:cNvPr>
          <p:cNvSpPr>
            <a:spLocks noGrp="1"/>
          </p:cNvSpPr>
          <p:nvPr/>
        </p:nvSpPr>
        <p:spPr>
          <a:xfrm>
            <a:off x="771525" y="2324100"/>
            <a:ext cx="361950" cy="238125"/>
          </a:xfrm>
          <a:prstGeom prst="rect">
            <a:avLst/>
          </a:prstGeom>
          <a:noFill/>
          <a:ln w="0">
            <a:noFill/>
          </a:ln>
        </p:spPr>
        <p:txBody>
          <a:bodyPr/>
          <a:lstStyle>
            <a:defPPr>
              <a:defRPr sz="1200" b="0">
                <a:solidFill>
                  <a:srgbClr val="929292"/>
                </a:solidFill>
                <a:latin typeface="Malgun Gothic"/>
                <a:ea typeface="Malgun Gothic"/>
                <a:cs typeface="Malgun Gothic"/>
              </a:defRPr>
            </a:defPPr>
          </a:lstStyle>
          <a:p>
            <a:pPr>
              <a:defRPr sz="1200" b="0">
                <a:solidFill>
                  <a:srgbClr val="929292"/>
                </a:solidFill>
                <a:latin typeface="Malgun Gothic"/>
                <a:ea typeface="Malgun Gothic"/>
                <a:cs typeface="Malgun Gothic"/>
              </a:defRPr>
            </a:pPr>
            <a:r>
              <a:rPr lang="en-US" altLang="ko-KR" sz="1200" b="0">
                <a:solidFill>
                  <a:srgbClr val="929292"/>
                </a:solidFill>
                <a:latin typeface="Consolas" panose="020B0609020204030204" pitchFamily="49" charset="0"/>
                <a:ea typeface="Malgun Gothic"/>
                <a:cs typeface="Malgun Gothic"/>
              </a:rPr>
              <a:t>02</a:t>
            </a:r>
            <a:endParaRPr sz="1200" b="0">
              <a:solidFill>
                <a:srgbClr val="929292"/>
              </a:solidFill>
              <a:latin typeface="Consolas" panose="020B0609020204030204" pitchFamily="49" charset="0"/>
              <a:ea typeface="Malgun Gothic"/>
              <a:cs typeface="Malgun Gothic"/>
            </a:endParaRPr>
          </a:p>
        </p:txBody>
      </p:sp>
      <p:sp>
        <p:nvSpPr>
          <p:cNvPr id="10" name="code-line">
            <a:extLst>
              <a:ext uri="{FF2B5EF4-FFF2-40B4-BE49-F238E27FC236}">
                <a16:creationId xmlns:a16="http://schemas.microsoft.com/office/drawing/2014/main" id="{41D029EE-7044-40BB-AC3F-11EAFFB73AD8}"/>
              </a:ext>
            </a:extLst>
          </p:cNvPr>
          <p:cNvSpPr>
            <a:spLocks noGrp="1"/>
          </p:cNvSpPr>
          <p:nvPr/>
        </p:nvSpPr>
        <p:spPr>
          <a:xfrm>
            <a:off x="1285875" y="2324100"/>
            <a:ext cx="10115550" cy="247650"/>
          </a:xfrm>
          <a:prstGeom prst="rect">
            <a:avLst/>
          </a:prstGeom>
          <a:noFill/>
          <a:ln w="0">
            <a:noFill/>
          </a:ln>
        </p:spPr>
        <p:txBody>
          <a:bodyPr/>
          <a:lstStyle>
            <a:defPPr>
              <a:defRPr sz="1575" b="0">
                <a:solidFill>
                  <a:srgbClr val="FFFFFF"/>
                </a:solidFill>
                <a:latin typeface="Malgun Gothic"/>
                <a:ea typeface="Malgun Gothic"/>
                <a:cs typeface="Malgun Gothic"/>
              </a:defRPr>
            </a:defPPr>
          </a:lstStyle>
          <a:p>
            <a:pPr>
              <a:defRPr sz="1575" b="0">
                <a:solidFill>
                  <a:srgbClr val="FFFFFF"/>
                </a:solidFill>
                <a:latin typeface="Malgun Gothic"/>
                <a:ea typeface="Malgun Gothic"/>
                <a:cs typeface="Malgun Gothic"/>
              </a:defRPr>
            </a:pPr>
            <a:r>
              <a:rPr lang="en-US" sz="1575" b="0">
                <a:solidFill>
                  <a:srgbClr val="FFFFFF"/>
                </a:solidFill>
                <a:latin typeface="Consolas" panose="020B0609020204030204" pitchFamily="49" charset="0"/>
                <a:ea typeface="Malgun Gothic"/>
                <a:cs typeface="Malgun Gothic"/>
              </a:rPr>
              <a:t>    if lo &gt;= hi:</a:t>
            </a:r>
            <a:endParaRPr sz="1575" b="0">
              <a:solidFill>
                <a:srgbClr val="FFFFFF"/>
              </a:solidFill>
              <a:latin typeface="Consolas" panose="020B0609020204030204" pitchFamily="49" charset="0"/>
              <a:ea typeface="Malgun Gothic"/>
              <a:cs typeface="Malgun Gothic"/>
            </a:endParaRPr>
          </a:p>
        </p:txBody>
      </p:sp>
      <p:sp>
        <p:nvSpPr>
          <p:cNvPr id="11" name="code-number">
            <a:extLst>
              <a:ext uri="{FF2B5EF4-FFF2-40B4-BE49-F238E27FC236}">
                <a16:creationId xmlns:a16="http://schemas.microsoft.com/office/drawing/2014/main" id="{D841A222-2A67-4744-BFFC-4404D4EBD6F5}"/>
              </a:ext>
            </a:extLst>
          </p:cNvPr>
          <p:cNvSpPr>
            <a:spLocks noGrp="1"/>
          </p:cNvSpPr>
          <p:nvPr/>
        </p:nvSpPr>
        <p:spPr>
          <a:xfrm>
            <a:off x="771525" y="2533650"/>
            <a:ext cx="361950" cy="238125"/>
          </a:xfrm>
          <a:prstGeom prst="rect">
            <a:avLst/>
          </a:prstGeom>
          <a:noFill/>
          <a:ln w="0">
            <a:noFill/>
          </a:ln>
        </p:spPr>
        <p:txBody>
          <a:bodyPr/>
          <a:lstStyle>
            <a:defPPr>
              <a:defRPr sz="1200" b="0">
                <a:solidFill>
                  <a:srgbClr val="929292"/>
                </a:solidFill>
                <a:latin typeface="Malgun Gothic"/>
                <a:ea typeface="Malgun Gothic"/>
                <a:cs typeface="Malgun Gothic"/>
              </a:defRPr>
            </a:defPPr>
          </a:lstStyle>
          <a:p>
            <a:pPr>
              <a:defRPr sz="1200" b="0">
                <a:solidFill>
                  <a:srgbClr val="929292"/>
                </a:solidFill>
                <a:latin typeface="Malgun Gothic"/>
                <a:ea typeface="Malgun Gothic"/>
                <a:cs typeface="Malgun Gothic"/>
              </a:defRPr>
            </a:pPr>
            <a:r>
              <a:rPr lang="en-US" altLang="ko-KR" sz="1200" b="0">
                <a:solidFill>
                  <a:srgbClr val="929292"/>
                </a:solidFill>
                <a:latin typeface="Consolas" panose="020B0609020204030204" pitchFamily="49" charset="0"/>
                <a:ea typeface="Malgun Gothic"/>
                <a:cs typeface="Malgun Gothic"/>
              </a:rPr>
              <a:t>03</a:t>
            </a:r>
            <a:endParaRPr sz="1200" b="0">
              <a:solidFill>
                <a:srgbClr val="929292"/>
              </a:solidFill>
              <a:latin typeface="Consolas" panose="020B0609020204030204" pitchFamily="49" charset="0"/>
              <a:ea typeface="Malgun Gothic"/>
              <a:cs typeface="Malgun Gothic"/>
            </a:endParaRPr>
          </a:p>
        </p:txBody>
      </p:sp>
      <p:sp>
        <p:nvSpPr>
          <p:cNvPr id="12" name="code-line">
            <a:extLst>
              <a:ext uri="{FF2B5EF4-FFF2-40B4-BE49-F238E27FC236}">
                <a16:creationId xmlns:a16="http://schemas.microsoft.com/office/drawing/2014/main" id="{8747AC82-8099-4570-8616-FA401273D7CC}"/>
              </a:ext>
            </a:extLst>
          </p:cNvPr>
          <p:cNvSpPr>
            <a:spLocks noGrp="1"/>
          </p:cNvSpPr>
          <p:nvPr/>
        </p:nvSpPr>
        <p:spPr>
          <a:xfrm>
            <a:off x="1285875" y="2533650"/>
            <a:ext cx="10115550" cy="247650"/>
          </a:xfrm>
          <a:prstGeom prst="rect">
            <a:avLst/>
          </a:prstGeom>
          <a:noFill/>
          <a:ln w="0">
            <a:noFill/>
          </a:ln>
        </p:spPr>
        <p:txBody>
          <a:bodyPr/>
          <a:lstStyle>
            <a:defPPr>
              <a:defRPr sz="1575" b="0">
                <a:solidFill>
                  <a:srgbClr val="FFFFFF"/>
                </a:solidFill>
                <a:latin typeface="Malgun Gothic"/>
                <a:ea typeface="Malgun Gothic"/>
                <a:cs typeface="Malgun Gothic"/>
              </a:defRPr>
            </a:defPPr>
          </a:lstStyle>
          <a:p>
            <a:pPr>
              <a:defRPr sz="1575" b="0">
                <a:solidFill>
                  <a:srgbClr val="FFFFFF"/>
                </a:solidFill>
                <a:latin typeface="Malgun Gothic"/>
                <a:ea typeface="Malgun Gothic"/>
                <a:cs typeface="Malgun Gothic"/>
              </a:defRPr>
            </a:pPr>
            <a:r>
              <a:rPr lang="en-US" sz="1575" b="0">
                <a:solidFill>
                  <a:srgbClr val="FFFFFF"/>
                </a:solidFill>
                <a:latin typeface="Consolas" panose="020B0609020204030204" pitchFamily="49" charset="0"/>
                <a:ea typeface="Malgun Gothic"/>
                <a:cs typeface="Malgun Gothic"/>
              </a:rPr>
              <a:t>        return</a:t>
            </a:r>
            <a:endParaRPr sz="1575" b="0">
              <a:solidFill>
                <a:srgbClr val="FFFFFF"/>
              </a:solidFill>
              <a:latin typeface="Consolas" panose="020B0609020204030204" pitchFamily="49" charset="0"/>
              <a:ea typeface="Malgun Gothic"/>
              <a:cs typeface="Malgun Gothic"/>
            </a:endParaRPr>
          </a:p>
        </p:txBody>
      </p:sp>
      <p:sp>
        <p:nvSpPr>
          <p:cNvPr id="13" name="code-number">
            <a:extLst>
              <a:ext uri="{FF2B5EF4-FFF2-40B4-BE49-F238E27FC236}">
                <a16:creationId xmlns:a16="http://schemas.microsoft.com/office/drawing/2014/main" id="{310818F8-26E1-424E-A7F7-11A68A289C54}"/>
              </a:ext>
            </a:extLst>
          </p:cNvPr>
          <p:cNvSpPr>
            <a:spLocks noGrp="1"/>
          </p:cNvSpPr>
          <p:nvPr/>
        </p:nvSpPr>
        <p:spPr>
          <a:xfrm>
            <a:off x="771525" y="2743200"/>
            <a:ext cx="361950" cy="238125"/>
          </a:xfrm>
          <a:prstGeom prst="rect">
            <a:avLst/>
          </a:prstGeom>
          <a:noFill/>
          <a:ln w="0">
            <a:noFill/>
          </a:ln>
        </p:spPr>
        <p:txBody>
          <a:bodyPr/>
          <a:lstStyle>
            <a:defPPr>
              <a:defRPr sz="1200" b="0">
                <a:solidFill>
                  <a:srgbClr val="929292"/>
                </a:solidFill>
                <a:latin typeface="Malgun Gothic"/>
                <a:ea typeface="Malgun Gothic"/>
                <a:cs typeface="Malgun Gothic"/>
              </a:defRPr>
            </a:defPPr>
          </a:lstStyle>
          <a:p>
            <a:pPr>
              <a:defRPr sz="1200" b="0">
                <a:solidFill>
                  <a:srgbClr val="929292"/>
                </a:solidFill>
                <a:latin typeface="Malgun Gothic"/>
                <a:ea typeface="Malgun Gothic"/>
                <a:cs typeface="Malgun Gothic"/>
              </a:defRPr>
            </a:pPr>
            <a:r>
              <a:rPr lang="en-US" altLang="ko-KR" sz="1200" b="0">
                <a:solidFill>
                  <a:srgbClr val="929292"/>
                </a:solidFill>
                <a:latin typeface="Consolas" panose="020B0609020204030204" pitchFamily="49" charset="0"/>
                <a:ea typeface="Malgun Gothic"/>
                <a:cs typeface="Malgun Gothic"/>
              </a:rPr>
              <a:t>04</a:t>
            </a:r>
            <a:endParaRPr sz="1200" b="0">
              <a:solidFill>
                <a:srgbClr val="929292"/>
              </a:solidFill>
              <a:latin typeface="Consolas" panose="020B0609020204030204" pitchFamily="49" charset="0"/>
              <a:ea typeface="Malgun Gothic"/>
              <a:cs typeface="Malgun Gothic"/>
            </a:endParaRPr>
          </a:p>
        </p:txBody>
      </p:sp>
      <p:sp>
        <p:nvSpPr>
          <p:cNvPr id="14" name="code-line">
            <a:extLst>
              <a:ext uri="{FF2B5EF4-FFF2-40B4-BE49-F238E27FC236}">
                <a16:creationId xmlns:a16="http://schemas.microsoft.com/office/drawing/2014/main" id="{700E3BBC-39D7-45F1-9407-B7582A55D658}"/>
              </a:ext>
            </a:extLst>
          </p:cNvPr>
          <p:cNvSpPr>
            <a:spLocks noGrp="1"/>
          </p:cNvSpPr>
          <p:nvPr/>
        </p:nvSpPr>
        <p:spPr>
          <a:xfrm>
            <a:off x="1285875" y="2743200"/>
            <a:ext cx="10115550" cy="247650"/>
          </a:xfrm>
          <a:prstGeom prst="rect">
            <a:avLst/>
          </a:prstGeom>
          <a:noFill/>
          <a:ln w="0">
            <a:noFill/>
          </a:ln>
        </p:spPr>
        <p:txBody>
          <a:bodyPr/>
          <a:lstStyle>
            <a:defPPr>
              <a:defRPr sz="1575" b="0">
                <a:solidFill>
                  <a:srgbClr val="FFFFFF"/>
                </a:solidFill>
                <a:latin typeface="Malgun Gothic"/>
                <a:ea typeface="Malgun Gothic"/>
                <a:cs typeface="Malgun Gothic"/>
              </a:defRPr>
            </a:defPPr>
          </a:lstStyle>
          <a:p>
            <a:pPr>
              <a:defRPr sz="1575" b="0">
                <a:solidFill>
                  <a:srgbClr val="FFFFFF"/>
                </a:solidFill>
                <a:latin typeface="Malgun Gothic"/>
                <a:ea typeface="Malgun Gothic"/>
                <a:cs typeface="Malgun Gothic"/>
              </a:defRPr>
            </a:pPr>
            <a:r>
              <a:rPr lang="it-IT" sz="1575" b="0">
                <a:solidFill>
                  <a:srgbClr val="FFFFFF"/>
                </a:solidFill>
                <a:latin typeface="Consolas" panose="020B0609020204030204" pitchFamily="49" charset="0"/>
                <a:ea typeface="Malgun Gothic"/>
                <a:cs typeface="Malgun Gothic"/>
              </a:rPr>
              <a:t>    p = partition(a, lo, hi)</a:t>
            </a:r>
            <a:endParaRPr sz="1575" b="0">
              <a:solidFill>
                <a:srgbClr val="FFFFFF"/>
              </a:solidFill>
              <a:latin typeface="Consolas" panose="020B0609020204030204" pitchFamily="49" charset="0"/>
              <a:ea typeface="Malgun Gothic"/>
              <a:cs typeface="Malgun Gothic"/>
            </a:endParaRPr>
          </a:p>
        </p:txBody>
      </p:sp>
      <p:sp>
        <p:nvSpPr>
          <p:cNvPr id="15" name="code-number">
            <a:extLst>
              <a:ext uri="{FF2B5EF4-FFF2-40B4-BE49-F238E27FC236}">
                <a16:creationId xmlns:a16="http://schemas.microsoft.com/office/drawing/2014/main" id="{72038E01-3A17-4B49-A167-2F2073B110CD}"/>
              </a:ext>
            </a:extLst>
          </p:cNvPr>
          <p:cNvSpPr>
            <a:spLocks noGrp="1"/>
          </p:cNvSpPr>
          <p:nvPr/>
        </p:nvSpPr>
        <p:spPr>
          <a:xfrm>
            <a:off x="771525" y="2952750"/>
            <a:ext cx="361950" cy="238125"/>
          </a:xfrm>
          <a:prstGeom prst="rect">
            <a:avLst/>
          </a:prstGeom>
          <a:noFill/>
          <a:ln w="0">
            <a:noFill/>
          </a:ln>
        </p:spPr>
        <p:txBody>
          <a:bodyPr/>
          <a:lstStyle>
            <a:defPPr>
              <a:defRPr sz="1200" b="0">
                <a:solidFill>
                  <a:srgbClr val="929292"/>
                </a:solidFill>
                <a:latin typeface="Malgun Gothic"/>
                <a:ea typeface="Malgun Gothic"/>
                <a:cs typeface="Malgun Gothic"/>
              </a:defRPr>
            </a:defPPr>
          </a:lstStyle>
          <a:p>
            <a:pPr>
              <a:defRPr sz="1200" b="0">
                <a:solidFill>
                  <a:srgbClr val="929292"/>
                </a:solidFill>
                <a:latin typeface="Malgun Gothic"/>
                <a:ea typeface="Malgun Gothic"/>
                <a:cs typeface="Malgun Gothic"/>
              </a:defRPr>
            </a:pPr>
            <a:r>
              <a:rPr lang="en-US" altLang="ko-KR" sz="1200" b="0">
                <a:solidFill>
                  <a:srgbClr val="929292"/>
                </a:solidFill>
                <a:latin typeface="Consolas" panose="020B0609020204030204" pitchFamily="49" charset="0"/>
                <a:ea typeface="Malgun Gothic"/>
                <a:cs typeface="Malgun Gothic"/>
              </a:rPr>
              <a:t>05</a:t>
            </a:r>
            <a:endParaRPr sz="1200" b="0">
              <a:solidFill>
                <a:srgbClr val="929292"/>
              </a:solidFill>
              <a:latin typeface="Consolas" panose="020B0609020204030204" pitchFamily="49" charset="0"/>
              <a:ea typeface="Malgun Gothic"/>
              <a:cs typeface="Malgun Gothic"/>
            </a:endParaRPr>
          </a:p>
        </p:txBody>
      </p:sp>
      <p:sp>
        <p:nvSpPr>
          <p:cNvPr id="16" name="code-line">
            <a:extLst>
              <a:ext uri="{FF2B5EF4-FFF2-40B4-BE49-F238E27FC236}">
                <a16:creationId xmlns:a16="http://schemas.microsoft.com/office/drawing/2014/main" id="{38017828-BA88-4F0D-9F08-9C4D29B708A2}"/>
              </a:ext>
            </a:extLst>
          </p:cNvPr>
          <p:cNvSpPr>
            <a:spLocks noGrp="1"/>
          </p:cNvSpPr>
          <p:nvPr/>
        </p:nvSpPr>
        <p:spPr>
          <a:xfrm>
            <a:off x="1285875" y="2952750"/>
            <a:ext cx="10115550" cy="247650"/>
          </a:xfrm>
          <a:prstGeom prst="rect">
            <a:avLst/>
          </a:prstGeom>
          <a:noFill/>
          <a:ln w="0">
            <a:noFill/>
          </a:ln>
        </p:spPr>
        <p:txBody>
          <a:bodyPr/>
          <a:lstStyle>
            <a:defPPr>
              <a:defRPr sz="1575" b="0">
                <a:solidFill>
                  <a:srgbClr val="FFFFFF"/>
                </a:solidFill>
                <a:latin typeface="Malgun Gothic"/>
                <a:ea typeface="Malgun Gothic"/>
                <a:cs typeface="Malgun Gothic"/>
              </a:defRPr>
            </a:defPPr>
          </a:lstStyle>
          <a:p>
            <a:pPr>
              <a:defRPr sz="1575" b="0">
                <a:solidFill>
                  <a:srgbClr val="FFFFFF"/>
                </a:solidFill>
                <a:latin typeface="Malgun Gothic"/>
                <a:ea typeface="Malgun Gothic"/>
                <a:cs typeface="Malgun Gothic"/>
              </a:defRPr>
            </a:pPr>
            <a:r>
              <a:rPr lang="en-US" sz="1575" b="0">
                <a:solidFill>
                  <a:srgbClr val="FFFFFF"/>
                </a:solidFill>
                <a:latin typeface="Consolas" panose="020B0609020204030204" pitchFamily="49" charset="0"/>
                <a:ea typeface="Malgun Gothic"/>
                <a:cs typeface="Malgun Gothic"/>
              </a:rPr>
              <a:t>    quick_sort(a, lo, p - 1)</a:t>
            </a:r>
            <a:endParaRPr sz="1575" b="0">
              <a:solidFill>
                <a:srgbClr val="FFFFFF"/>
              </a:solidFill>
              <a:latin typeface="Consolas" panose="020B0609020204030204" pitchFamily="49" charset="0"/>
              <a:ea typeface="Malgun Gothic"/>
              <a:cs typeface="Malgun Gothic"/>
            </a:endParaRPr>
          </a:p>
        </p:txBody>
      </p:sp>
      <p:sp>
        <p:nvSpPr>
          <p:cNvPr id="17" name="code-number">
            <a:extLst>
              <a:ext uri="{FF2B5EF4-FFF2-40B4-BE49-F238E27FC236}">
                <a16:creationId xmlns:a16="http://schemas.microsoft.com/office/drawing/2014/main" id="{D524A9D6-7A07-4575-B4B8-6B7E01FA2E31}"/>
              </a:ext>
            </a:extLst>
          </p:cNvPr>
          <p:cNvSpPr>
            <a:spLocks noGrp="1"/>
          </p:cNvSpPr>
          <p:nvPr/>
        </p:nvSpPr>
        <p:spPr>
          <a:xfrm>
            <a:off x="771525" y="3162300"/>
            <a:ext cx="361950" cy="238125"/>
          </a:xfrm>
          <a:prstGeom prst="rect">
            <a:avLst/>
          </a:prstGeom>
          <a:noFill/>
          <a:ln w="0">
            <a:noFill/>
          </a:ln>
        </p:spPr>
        <p:txBody>
          <a:bodyPr/>
          <a:lstStyle>
            <a:defPPr>
              <a:defRPr sz="1200" b="0">
                <a:solidFill>
                  <a:srgbClr val="929292"/>
                </a:solidFill>
                <a:latin typeface="Malgun Gothic"/>
                <a:ea typeface="Malgun Gothic"/>
                <a:cs typeface="Malgun Gothic"/>
              </a:defRPr>
            </a:defPPr>
          </a:lstStyle>
          <a:p>
            <a:pPr>
              <a:defRPr sz="1200" b="0">
                <a:solidFill>
                  <a:srgbClr val="929292"/>
                </a:solidFill>
                <a:latin typeface="Malgun Gothic"/>
                <a:ea typeface="Malgun Gothic"/>
                <a:cs typeface="Malgun Gothic"/>
              </a:defRPr>
            </a:pPr>
            <a:r>
              <a:rPr lang="en-US" altLang="ko-KR" sz="1200" b="0">
                <a:solidFill>
                  <a:srgbClr val="929292"/>
                </a:solidFill>
                <a:latin typeface="Consolas" panose="020B0609020204030204" pitchFamily="49" charset="0"/>
                <a:ea typeface="Malgun Gothic"/>
                <a:cs typeface="Malgun Gothic"/>
              </a:rPr>
              <a:t>06</a:t>
            </a:r>
            <a:endParaRPr sz="1200" b="0">
              <a:solidFill>
                <a:srgbClr val="929292"/>
              </a:solidFill>
              <a:latin typeface="Consolas" panose="020B0609020204030204" pitchFamily="49" charset="0"/>
              <a:ea typeface="Malgun Gothic"/>
              <a:cs typeface="Malgun Gothic"/>
            </a:endParaRPr>
          </a:p>
        </p:txBody>
      </p:sp>
      <p:sp>
        <p:nvSpPr>
          <p:cNvPr id="18" name="code-line">
            <a:extLst>
              <a:ext uri="{FF2B5EF4-FFF2-40B4-BE49-F238E27FC236}">
                <a16:creationId xmlns:a16="http://schemas.microsoft.com/office/drawing/2014/main" id="{42E5F7DC-BF07-4C1D-9CD5-E96BA88EDD66}"/>
              </a:ext>
            </a:extLst>
          </p:cNvPr>
          <p:cNvSpPr>
            <a:spLocks noGrp="1"/>
          </p:cNvSpPr>
          <p:nvPr/>
        </p:nvSpPr>
        <p:spPr>
          <a:xfrm>
            <a:off x="1285875" y="3162300"/>
            <a:ext cx="10115550" cy="247650"/>
          </a:xfrm>
          <a:prstGeom prst="rect">
            <a:avLst/>
          </a:prstGeom>
          <a:noFill/>
          <a:ln w="0">
            <a:noFill/>
          </a:ln>
        </p:spPr>
        <p:txBody>
          <a:bodyPr/>
          <a:lstStyle>
            <a:defPPr>
              <a:defRPr sz="1575" b="0">
                <a:solidFill>
                  <a:srgbClr val="FFFFFF"/>
                </a:solidFill>
                <a:latin typeface="Malgun Gothic"/>
                <a:ea typeface="Malgun Gothic"/>
                <a:cs typeface="Malgun Gothic"/>
              </a:defRPr>
            </a:defPPr>
          </a:lstStyle>
          <a:p>
            <a:pPr>
              <a:defRPr sz="1575" b="0">
                <a:solidFill>
                  <a:srgbClr val="FFFFFF"/>
                </a:solidFill>
                <a:latin typeface="Malgun Gothic"/>
                <a:ea typeface="Malgun Gothic"/>
                <a:cs typeface="Malgun Gothic"/>
              </a:defRPr>
            </a:pPr>
            <a:r>
              <a:rPr lang="en-US" sz="1575" b="0">
                <a:solidFill>
                  <a:srgbClr val="FFFFFF"/>
                </a:solidFill>
                <a:latin typeface="Consolas" panose="020B0609020204030204" pitchFamily="49" charset="0"/>
                <a:ea typeface="Malgun Gothic"/>
                <a:cs typeface="Malgun Gothic"/>
              </a:rPr>
              <a:t>    quick_sort(a, p + 1, hi)</a:t>
            </a:r>
            <a:endParaRPr sz="1575" b="0">
              <a:solidFill>
                <a:srgbClr val="FFFFFF"/>
              </a:solidFill>
              <a:latin typeface="Consolas" panose="020B0609020204030204" pitchFamily="49" charset="0"/>
              <a:ea typeface="Malgun Gothic"/>
              <a:cs typeface="Malgun Gothic"/>
            </a:endParaRPr>
          </a:p>
        </p:txBody>
      </p:sp>
      <p:sp>
        <p:nvSpPr>
          <p:cNvPr id="19" name="직사각형 18">
            <a:extLst>
              <a:ext uri="{FF2B5EF4-FFF2-40B4-BE49-F238E27FC236}">
                <a16:creationId xmlns:a16="http://schemas.microsoft.com/office/drawing/2014/main" id="{19C3162F-9626-4B27-92ED-301987D14DAF}"/>
              </a:ext>
            </a:extLst>
          </p:cNvPr>
          <p:cNvSpPr>
            <a:spLocks noGrp="1"/>
          </p:cNvSpPr>
          <p:nvPr/>
        </p:nvSpPr>
        <p:spPr>
          <a:xfrm>
            <a:off x="609600" y="6048375"/>
            <a:ext cx="10972800" cy="238125"/>
          </a:xfrm>
          <a:prstGeom prst="rect">
            <a:avLst/>
          </a:prstGeom>
          <a:noFill/>
          <a:ln w="0">
            <a:noFill/>
          </a:ln>
        </p:spPr>
        <p:txBody>
          <a:bodyPr/>
          <a:lstStyle>
            <a:defPPr>
              <a:defRPr sz="1200" b="0">
                <a:solidFill>
                  <a:srgbClr val="5B5B5B"/>
                </a:solidFill>
                <a:latin typeface="Malgun Gothic"/>
                <a:ea typeface="Malgun Gothic"/>
                <a:cs typeface="Malgun Gothic"/>
              </a:defRPr>
            </a:defPPr>
          </a:lstStyle>
          <a:p>
            <a:pPr>
              <a:defRPr sz="1200" b="0">
                <a:solidFill>
                  <a:srgbClr val="5B5B5B"/>
                </a:solidFill>
                <a:latin typeface="Malgun Gothic"/>
                <a:ea typeface="Malgun Gothic"/>
                <a:cs typeface="Malgun Gothic"/>
              </a:defRPr>
            </a:pPr>
            <a:r>
              <a:rPr lang="ko-KR" altLang="en-US" sz="1200" b="0">
                <a:solidFill>
                  <a:srgbClr val="5B5B5B"/>
                </a:solidFill>
                <a:latin typeface="Malgun Gothic" panose="020B0503020000020004" pitchFamily="50" charset="-127"/>
                <a:ea typeface="Malgun Gothic"/>
                <a:cs typeface="Malgun Gothic"/>
              </a:rPr>
              <a:t>평균 </a:t>
            </a:r>
            <a:r>
              <a:rPr lang="en-US" altLang="ko-KR" sz="1200" b="0">
                <a:solidFill>
                  <a:srgbClr val="5B5B5B"/>
                </a:solidFill>
                <a:latin typeface="Malgun Gothic" panose="020B0503020000020004" pitchFamily="50" charset="-127"/>
                <a:ea typeface="Malgun Gothic"/>
                <a:cs typeface="Malgun Gothic"/>
              </a:rPr>
              <a:t>O(n log n), </a:t>
            </a:r>
            <a:r>
              <a:rPr lang="ko-KR" altLang="en-US" sz="1200" b="0">
                <a:solidFill>
                  <a:srgbClr val="5B5B5B"/>
                </a:solidFill>
                <a:latin typeface="Malgun Gothic" panose="020B0503020000020004" pitchFamily="50" charset="-127"/>
                <a:ea typeface="Malgun Gothic"/>
                <a:cs typeface="Malgun Gothic"/>
              </a:rPr>
              <a:t>최악 </a:t>
            </a:r>
            <a:r>
              <a:rPr lang="en-US" altLang="ko-KR" sz="1200" b="0">
                <a:solidFill>
                  <a:srgbClr val="5B5B5B"/>
                </a:solidFill>
                <a:latin typeface="Malgun Gothic" panose="020B0503020000020004" pitchFamily="50" charset="-127"/>
                <a:ea typeface="Malgun Gothic"/>
                <a:cs typeface="Malgun Gothic"/>
              </a:rPr>
              <a:t>O(n²). </a:t>
            </a:r>
            <a:r>
              <a:rPr lang="ko-KR" altLang="en-US" sz="1200" b="0">
                <a:solidFill>
                  <a:srgbClr val="5B5B5B"/>
                </a:solidFill>
                <a:latin typeface="Malgun Gothic" panose="020B0503020000020004" pitchFamily="50" charset="-127"/>
                <a:ea typeface="Malgun Gothic"/>
                <a:cs typeface="Malgun Gothic"/>
              </a:rPr>
              <a:t>가운데 인덱스의 값이 중앙값이라는 보장은 없다</a:t>
            </a:r>
            <a:r>
              <a:rPr lang="en-US" altLang="ko-KR" sz="1200" b="0">
                <a:solidFill>
                  <a:srgbClr val="5B5B5B"/>
                </a:solidFill>
                <a:latin typeface="Malgun Gothic" panose="020B0503020000020004" pitchFamily="50" charset="-127"/>
                <a:ea typeface="Malgun Gothic"/>
                <a:cs typeface="Malgun Gothic"/>
              </a:rPr>
              <a:t>.</a:t>
            </a:r>
            <a:endParaRPr sz="1200" b="0">
              <a:solidFill>
                <a:srgbClr val="5B5B5B"/>
              </a:solidFill>
              <a:latin typeface="Malgun Gothic" panose="020B0503020000020004" pitchFamily="50" charset="-127"/>
              <a:ea typeface="Malgun Gothic"/>
              <a:cs typeface="Malgun Gothic"/>
            </a:endParaRPr>
          </a:p>
        </p:txBody>
      </p:sp>
      <p:sp>
        <p:nvSpPr>
          <p:cNvPr id="20" name="직사각형 19">
            <a:extLst>
              <a:ext uri="{FF2B5EF4-FFF2-40B4-BE49-F238E27FC236}">
                <a16:creationId xmlns:a16="http://schemas.microsoft.com/office/drawing/2014/main" id="{677C72B1-D0D8-40F7-81C0-F696FABC1E41}"/>
              </a:ext>
            </a:extLst>
          </p:cNvPr>
          <p:cNvSpPr>
            <a:spLocks noGrp="1"/>
          </p:cNvSpPr>
          <p:nvPr/>
        </p:nvSpPr>
        <p:spPr>
          <a:xfrm>
            <a:off x="609600" y="6600825"/>
            <a:ext cx="9906000" cy="190500"/>
          </a:xfrm>
          <a:prstGeom prst="rect">
            <a:avLst/>
          </a:prstGeom>
          <a:noFill/>
          <a:ln w="0">
            <a:noFill/>
          </a:ln>
        </p:spPr>
        <p:txBody>
          <a:bodyPr/>
          <a:lstStyle>
            <a:defPPr>
              <a:defRPr sz="825" b="0">
                <a:solidFill>
                  <a:srgbClr val="151515"/>
                </a:solidFill>
                <a:latin typeface="Malgun Gothic"/>
                <a:ea typeface="Malgun Gothic"/>
                <a:cs typeface="Malgun Gothic"/>
              </a:defRPr>
            </a:defPPr>
          </a:lstStyle>
          <a:p>
            <a:pPr>
              <a:defRPr sz="825" b="0">
                <a:solidFill>
                  <a:srgbClr val="151515"/>
                </a:solidFill>
                <a:latin typeface="Malgun Gothic"/>
                <a:ea typeface="Malgun Gothic"/>
                <a:cs typeface="Malgun Gothic"/>
              </a:defRPr>
            </a:pPr>
            <a:r>
              <a:rPr lang="en-US" sz="825" b="0">
                <a:solidFill>
                  <a:srgbClr val="151515"/>
                </a:solidFill>
                <a:latin typeface="Consolas" panose="020B0609020204030204" pitchFamily="49" charset="0"/>
                <a:ea typeface="Malgun Gothic"/>
                <a:cs typeface="Malgun Gothic"/>
              </a:rPr>
              <a:t>04 / DIVIDE AND CONQUER · EXERCISES</a:t>
            </a:r>
            <a:endParaRPr sz="825" b="0">
              <a:solidFill>
                <a:srgbClr val="151515"/>
              </a:solidFill>
              <a:latin typeface="Consolas" panose="020B0609020204030204" pitchFamily="49" charset="0"/>
              <a:ea typeface="Malgun Gothic"/>
              <a:cs typeface="Malgun Gothic"/>
            </a:endParaRPr>
          </a:p>
        </p:txBody>
      </p:sp>
      <p:sp>
        <p:nvSpPr>
          <p:cNvPr id="21" name="직사각형 20">
            <a:extLst>
              <a:ext uri="{FF2B5EF4-FFF2-40B4-BE49-F238E27FC236}">
                <a16:creationId xmlns:a16="http://schemas.microsoft.com/office/drawing/2014/main" id="{B6D6490F-EBEF-4CF0-82B4-32E94B4F5CBE}"/>
              </a:ext>
            </a:extLst>
          </p:cNvPr>
          <p:cNvSpPr>
            <a:spLocks noGrp="1"/>
          </p:cNvSpPr>
          <p:nvPr/>
        </p:nvSpPr>
        <p:spPr>
          <a:xfrm>
            <a:off x="11049000" y="6562725"/>
            <a:ext cx="533400" cy="238125"/>
          </a:xfrm>
          <a:prstGeom prst="rect">
            <a:avLst/>
          </a:prstGeom>
          <a:noFill/>
          <a:ln w="0">
            <a:noFill/>
          </a:ln>
        </p:spPr>
        <p:txBody>
          <a:bodyPr/>
          <a:lstStyle>
            <a:defPPr>
              <a:defRPr sz="1050" b="0">
                <a:solidFill>
                  <a:srgbClr val="151515"/>
                </a:solidFill>
                <a:latin typeface="Malgun Gothic"/>
                <a:ea typeface="Malgun Gothic"/>
                <a:cs typeface="Malgun Gothic"/>
              </a:defRPr>
            </a:defPPr>
          </a:lstStyle>
          <a:p>
            <a:pPr>
              <a:defRPr sz="1050" b="0">
                <a:solidFill>
                  <a:srgbClr val="151515"/>
                </a:solidFill>
                <a:latin typeface="Malgun Gothic"/>
                <a:ea typeface="Malgun Gothic"/>
                <a:cs typeface="Malgun Gothic"/>
              </a:defRPr>
            </a:pPr>
            <a:r>
              <a:rPr lang="en-US" altLang="ko-KR" sz="1050" b="0">
                <a:solidFill>
                  <a:srgbClr val="151515"/>
                </a:solidFill>
                <a:latin typeface="Consolas" panose="020B0609020204030204" pitchFamily="49" charset="0"/>
                <a:ea typeface="Malgun Gothic"/>
                <a:cs typeface="Malgun Gothic"/>
              </a:rPr>
              <a:t>211</a:t>
            </a:r>
            <a:endParaRPr sz="1050" b="0">
              <a:solidFill>
                <a:srgbClr val="151515"/>
              </a:solidFill>
              <a:latin typeface="Consolas" panose="020B0609020204030204" pitchFamily="49" charset="0"/>
              <a:ea typeface="Malgun Gothic"/>
              <a:cs typeface="Malgun Gothic"/>
            </a:endParaRPr>
          </a:p>
        </p:txBody>
      </p:sp>
    </p:spTree>
    <p:extLst>
      <p:ext uri="{BB962C8B-B14F-4D97-AF65-F5344CB8AC3E}">
        <p14:creationId xmlns:p14="http://schemas.microsoft.com/office/powerpoint/2010/main" val="2078967921"/>
      </p:ext>
    </p:extLst>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직사각형 21">
            <a:extLst>
              <a:ext uri="{FF2B5EF4-FFF2-40B4-BE49-F238E27FC236}">
                <a16:creationId xmlns:a16="http://schemas.microsoft.com/office/drawing/2014/main" id="{BD13B399-7CE0-448B-A2FB-C4B0A550BB1D}"/>
              </a:ext>
            </a:extLst>
          </p:cNvPr>
          <p:cNvSpPr>
            <a:spLocks noGrp="1"/>
          </p:cNvSpPr>
          <p:nvPr/>
        </p:nvSpPr>
        <p:spPr>
          <a:xfrm>
            <a:off x="609600" y="266700"/>
            <a:ext cx="8096250" cy="247650"/>
          </a:xfrm>
          <a:prstGeom prst="rect">
            <a:avLst/>
          </a:prstGeom>
          <a:noFill/>
          <a:ln w="0">
            <a:noFill/>
          </a:ln>
        </p:spPr>
        <p:txBody>
          <a:bodyPr/>
          <a:lstStyle>
            <a:defPPr>
              <a:defRPr sz="1050" b="0">
                <a:solidFill>
                  <a:srgbClr val="151515"/>
                </a:solidFill>
                <a:latin typeface="Malgun Gothic"/>
                <a:ea typeface="Malgun Gothic"/>
                <a:cs typeface="Malgun Gothic"/>
              </a:defRPr>
            </a:defPPr>
          </a:lstStyle>
          <a:p>
            <a:pPr>
              <a:defRPr sz="1050" b="0">
                <a:solidFill>
                  <a:srgbClr val="151515"/>
                </a:solidFill>
                <a:latin typeface="Malgun Gothic"/>
                <a:ea typeface="Malgun Gothic"/>
                <a:cs typeface="Malgun Gothic"/>
              </a:defRPr>
            </a:pPr>
            <a:r>
              <a:rPr lang="en-US" altLang="ko-KR" sz="1050" b="0">
                <a:solidFill>
                  <a:srgbClr val="151515"/>
                </a:solidFill>
                <a:latin typeface="Malgun Gothic" panose="020B0503020000020004" pitchFamily="50" charset="-127"/>
                <a:ea typeface="Malgun Gothic"/>
                <a:cs typeface="Malgun Gothic"/>
              </a:rPr>
              <a:t>4</a:t>
            </a:r>
            <a:r>
              <a:rPr lang="ko-KR" altLang="en-US" sz="1050" b="0">
                <a:solidFill>
                  <a:srgbClr val="151515"/>
                </a:solidFill>
                <a:latin typeface="Malgun Gothic" panose="020B0503020000020004" pitchFamily="50" charset="-127"/>
                <a:ea typeface="Malgun Gothic"/>
                <a:cs typeface="Malgun Gothic"/>
              </a:rPr>
              <a:t>장 분할 정복  </a:t>
            </a:r>
            <a:r>
              <a:rPr lang="en-US" altLang="ko-KR" sz="1050" b="0">
                <a:solidFill>
                  <a:srgbClr val="151515"/>
                </a:solidFill>
                <a:latin typeface="Malgun Gothic" panose="020B0503020000020004" pitchFamily="50" charset="-127"/>
                <a:ea typeface="Malgun Gothic"/>
                <a:cs typeface="Malgun Gothic"/>
              </a:rPr>
              <a:t>/  Python/C </a:t>
            </a:r>
            <a:r>
              <a:rPr lang="ko-KR" altLang="en-US" sz="1050" b="0">
                <a:solidFill>
                  <a:srgbClr val="151515"/>
                </a:solidFill>
                <a:latin typeface="Malgun Gothic" panose="020B0503020000020004" pitchFamily="50" charset="-127"/>
                <a:ea typeface="Malgun Gothic"/>
                <a:cs typeface="Malgun Gothic"/>
              </a:rPr>
              <a:t>구현</a:t>
            </a:r>
            <a:endParaRPr sz="1050" b="0">
              <a:solidFill>
                <a:srgbClr val="151515"/>
              </a:solidFill>
              <a:latin typeface="Malgun Gothic" panose="020B0503020000020004" pitchFamily="50" charset="-127"/>
              <a:ea typeface="Malgun Gothic"/>
              <a:cs typeface="Malgun Gothic"/>
            </a:endParaRPr>
          </a:p>
        </p:txBody>
      </p:sp>
      <p:sp>
        <p:nvSpPr>
          <p:cNvPr id="2" name="직사각형 1">
            <a:extLst>
              <a:ext uri="{FF2B5EF4-FFF2-40B4-BE49-F238E27FC236}">
                <a16:creationId xmlns:a16="http://schemas.microsoft.com/office/drawing/2014/main" id="{6EFCFBEC-3DA7-497D-948C-0331EB6EA348}"/>
              </a:ext>
            </a:extLst>
          </p:cNvPr>
          <p:cNvSpPr>
            <a:spLocks noGrp="1"/>
          </p:cNvSpPr>
          <p:nvPr/>
        </p:nvSpPr>
        <p:spPr>
          <a:xfrm>
            <a:off x="10287000" y="266700"/>
            <a:ext cx="1295400" cy="238125"/>
          </a:xfrm>
          <a:prstGeom prst="rect">
            <a:avLst/>
          </a:prstGeom>
          <a:noFill/>
          <a:ln w="0">
            <a:noFill/>
          </a:ln>
        </p:spPr>
        <p:txBody>
          <a:bodyPr/>
          <a:lstStyle>
            <a:defPPr>
              <a:defRPr sz="900" b="0">
                <a:solidFill>
                  <a:srgbClr val="151515"/>
                </a:solidFill>
                <a:latin typeface="Malgun Gothic"/>
                <a:ea typeface="Malgun Gothic"/>
                <a:cs typeface="Malgun Gothic"/>
              </a:defRPr>
            </a:defPPr>
          </a:lstStyle>
          <a:p>
            <a:pPr>
              <a:defRPr sz="900" b="0">
                <a:solidFill>
                  <a:srgbClr val="151515"/>
                </a:solidFill>
                <a:latin typeface="Malgun Gothic"/>
                <a:ea typeface="Malgun Gothic"/>
                <a:cs typeface="Malgun Gothic"/>
              </a:defRPr>
            </a:pPr>
            <a:r>
              <a:rPr lang="en-US" sz="900" b="0">
                <a:solidFill>
                  <a:srgbClr val="151515"/>
                </a:solidFill>
                <a:latin typeface="Malgun Gothic" panose="020B0503020000020004" pitchFamily="50" charset="-127"/>
                <a:ea typeface="Malgun Gothic"/>
                <a:cs typeface="Malgun Gothic"/>
              </a:rPr>
              <a:t>ALGORITHMS</a:t>
            </a:r>
            <a:endParaRPr sz="900" b="0">
              <a:solidFill>
                <a:srgbClr val="151515"/>
              </a:solidFill>
              <a:latin typeface="Malgun Gothic" panose="020B0503020000020004" pitchFamily="50" charset="-127"/>
              <a:ea typeface="Malgun Gothic"/>
              <a:cs typeface="Malgun Gothic"/>
            </a:endParaRPr>
          </a:p>
        </p:txBody>
      </p:sp>
      <p:sp>
        <p:nvSpPr>
          <p:cNvPr id="3" name="직사각형 2">
            <a:extLst>
              <a:ext uri="{FF2B5EF4-FFF2-40B4-BE49-F238E27FC236}">
                <a16:creationId xmlns:a16="http://schemas.microsoft.com/office/drawing/2014/main" id="{49401A0D-5D65-4EF7-86FA-E5076C919BC3}"/>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latin typeface="Malgun Gothic"/>
                <a:ea typeface="Malgun Gothic"/>
                <a:cs typeface="Malgun Gothic"/>
              </a:defRPr>
            </a:defPPr>
          </a:lstStyle>
          <a:p>
            <a:pPr>
              <a:defRPr sz="3000" b="1">
                <a:solidFill>
                  <a:srgbClr val="151515"/>
                </a:solidFill>
                <a:latin typeface="Malgun Gothic"/>
                <a:ea typeface="Malgun Gothic"/>
                <a:cs typeface="Malgun Gothic"/>
              </a:defRPr>
            </a:pPr>
            <a:r>
              <a:rPr lang="ko-KR" altLang="en-US" sz="3000" b="1">
                <a:solidFill>
                  <a:srgbClr val="151515"/>
                </a:solidFill>
                <a:latin typeface="Malgun Gothic" panose="020B0503020000020004" pitchFamily="50" charset="-127"/>
                <a:ea typeface="Malgun Gothic"/>
                <a:cs typeface="Malgun Gothic"/>
              </a:rPr>
              <a:t>문제 </a:t>
            </a:r>
            <a:r>
              <a:rPr lang="en-US" altLang="ko-KR" sz="3000" b="1">
                <a:solidFill>
                  <a:srgbClr val="151515"/>
                </a:solidFill>
                <a:latin typeface="Malgun Gothic" panose="020B0503020000020004" pitchFamily="50" charset="-127"/>
                <a:ea typeface="Malgun Gothic"/>
                <a:cs typeface="Malgun Gothic"/>
              </a:rPr>
              <a:t>98  </a:t>
            </a:r>
            <a:r>
              <a:rPr lang="en-US" sz="3000" b="1">
                <a:solidFill>
                  <a:srgbClr val="151515"/>
                </a:solidFill>
                <a:latin typeface="Malgun Gothic" panose="020B0503020000020004" pitchFamily="50" charset="-127"/>
                <a:ea typeface="Malgun Gothic"/>
                <a:cs typeface="Malgun Gothic"/>
              </a:rPr>
              <a:t>C </a:t>
            </a:r>
            <a:r>
              <a:rPr lang="ko-KR" altLang="en-US" sz="3000" b="1">
                <a:solidFill>
                  <a:srgbClr val="151515"/>
                </a:solidFill>
                <a:latin typeface="Malgun Gothic" panose="020B0503020000020004" pitchFamily="50" charset="-127"/>
                <a:ea typeface="Malgun Gothic"/>
                <a:cs typeface="Malgun Gothic"/>
              </a:rPr>
              <a:t>구현</a:t>
            </a:r>
            <a:endParaRPr sz="3000" b="1">
              <a:solidFill>
                <a:srgbClr val="151515"/>
              </a:solidFill>
              <a:latin typeface="Malgun Gothic" panose="020B0503020000020004" pitchFamily="50" charset="-127"/>
              <a:ea typeface="Malgun Gothic"/>
              <a:cs typeface="Malgun Gothic"/>
            </a:endParaRPr>
          </a:p>
        </p:txBody>
      </p:sp>
      <p:sp>
        <p:nvSpPr>
          <p:cNvPr id="4" name="직사각형 3">
            <a:extLst>
              <a:ext uri="{FF2B5EF4-FFF2-40B4-BE49-F238E27FC236}">
                <a16:creationId xmlns:a16="http://schemas.microsoft.com/office/drawing/2014/main" id="{554FF7D5-6D32-498E-8F5C-4174451C0DE8}"/>
              </a:ext>
            </a:extLst>
          </p:cNvPr>
          <p:cNvSpPr>
            <a:spLocks noGrp="1"/>
          </p:cNvSpPr>
          <p:nvPr/>
        </p:nvSpPr>
        <p:spPr>
          <a:xfrm>
            <a:off x="609600" y="1381125"/>
            <a:ext cx="10972800" cy="19050"/>
          </a:xfrm>
          <a:prstGeom prst="rect">
            <a:avLst/>
          </a:prstGeom>
          <a:solidFill>
            <a:srgbClr val="151515"/>
          </a:solidFill>
          <a:ln w="0">
            <a:noFill/>
          </a:ln>
        </p:spPr>
        <p:txBody>
          <a:bodyPr/>
          <a:lstStyle/>
          <a:p>
            <a:endParaRPr lang="ko-KR" altLang="en-US"/>
          </a:p>
        </p:txBody>
      </p:sp>
      <p:sp>
        <p:nvSpPr>
          <p:cNvPr id="5" name="직사각형 4">
            <a:extLst>
              <a:ext uri="{FF2B5EF4-FFF2-40B4-BE49-F238E27FC236}">
                <a16:creationId xmlns:a16="http://schemas.microsoft.com/office/drawing/2014/main" id="{24232269-478A-4320-A02E-BF5D9BC4156A}"/>
              </a:ext>
            </a:extLst>
          </p:cNvPr>
          <p:cNvSpPr>
            <a:spLocks noGrp="1"/>
          </p:cNvSpPr>
          <p:nvPr/>
        </p:nvSpPr>
        <p:spPr>
          <a:xfrm>
            <a:off x="609600" y="1552575"/>
            <a:ext cx="10972800" cy="266700"/>
          </a:xfrm>
          <a:prstGeom prst="rect">
            <a:avLst/>
          </a:prstGeom>
          <a:noFill/>
          <a:ln w="0">
            <a:noFill/>
          </a:ln>
        </p:spPr>
        <p:txBody>
          <a:bodyPr/>
          <a:lstStyle>
            <a:defPPr>
              <a:defRPr sz="1500" b="0">
                <a:solidFill>
                  <a:srgbClr val="5B5B5B"/>
                </a:solidFill>
                <a:latin typeface="Malgun Gothic"/>
                <a:ea typeface="Malgun Gothic"/>
                <a:cs typeface="Malgun Gothic"/>
              </a:defRPr>
            </a:defPPr>
          </a:lstStyle>
          <a:p>
            <a:pPr>
              <a:defRPr sz="1500" b="0">
                <a:solidFill>
                  <a:srgbClr val="5B5B5B"/>
                </a:solidFill>
                <a:latin typeface="Malgun Gothic"/>
                <a:ea typeface="Malgun Gothic"/>
                <a:cs typeface="Malgun Gothic"/>
              </a:defRPr>
            </a:pPr>
            <a:r>
              <a:rPr lang="ko-KR" altLang="en-US" sz="1500" b="0">
                <a:solidFill>
                  <a:srgbClr val="5B5B5B"/>
                </a:solidFill>
                <a:latin typeface="Malgun Gothic" panose="020B0503020000020004" pitchFamily="50" charset="-127"/>
                <a:ea typeface="Malgun Gothic"/>
                <a:cs typeface="Malgun Gothic"/>
              </a:rPr>
              <a:t>퀵 정렬</a:t>
            </a:r>
            <a:endParaRPr sz="1500" b="0">
              <a:solidFill>
                <a:srgbClr val="5B5B5B"/>
              </a:solidFill>
              <a:latin typeface="Malgun Gothic" panose="020B0503020000020004" pitchFamily="50" charset="-127"/>
              <a:ea typeface="Malgun Gothic"/>
              <a:cs typeface="Malgun Gothic"/>
            </a:endParaRPr>
          </a:p>
        </p:txBody>
      </p:sp>
      <p:sp>
        <p:nvSpPr>
          <p:cNvPr id="6" name="직사각형 5">
            <a:extLst>
              <a:ext uri="{FF2B5EF4-FFF2-40B4-BE49-F238E27FC236}">
                <a16:creationId xmlns:a16="http://schemas.microsoft.com/office/drawing/2014/main" id="{30EB53CD-DB0E-4ACD-8A42-DE9F8D9A86D1}"/>
              </a:ext>
            </a:extLst>
          </p:cNvPr>
          <p:cNvSpPr>
            <a:spLocks noGrp="1"/>
          </p:cNvSpPr>
          <p:nvPr/>
        </p:nvSpPr>
        <p:spPr>
          <a:xfrm>
            <a:off x="609600" y="1981200"/>
            <a:ext cx="10972800" cy="3962400"/>
          </a:xfrm>
          <a:prstGeom prst="rect">
            <a:avLst/>
          </a:prstGeom>
          <a:solidFill>
            <a:srgbClr val="171717"/>
          </a:solidFill>
          <a:ln w="0">
            <a:noFill/>
          </a:ln>
        </p:spPr>
        <p:txBody>
          <a:bodyPr/>
          <a:lstStyle/>
          <a:p>
            <a:endParaRPr lang="ko-KR" altLang="en-US"/>
          </a:p>
        </p:txBody>
      </p:sp>
      <p:sp>
        <p:nvSpPr>
          <p:cNvPr id="7" name="code-number">
            <a:extLst>
              <a:ext uri="{FF2B5EF4-FFF2-40B4-BE49-F238E27FC236}">
                <a16:creationId xmlns:a16="http://schemas.microsoft.com/office/drawing/2014/main" id="{FAEEC476-B6F7-4D84-822D-EF16F6730A03}"/>
              </a:ext>
            </a:extLst>
          </p:cNvPr>
          <p:cNvSpPr>
            <a:spLocks noGrp="1"/>
          </p:cNvSpPr>
          <p:nvPr/>
        </p:nvSpPr>
        <p:spPr>
          <a:xfrm>
            <a:off x="771525" y="2114550"/>
            <a:ext cx="361950" cy="238125"/>
          </a:xfrm>
          <a:prstGeom prst="rect">
            <a:avLst/>
          </a:prstGeom>
          <a:noFill/>
          <a:ln w="0">
            <a:noFill/>
          </a:ln>
        </p:spPr>
        <p:txBody>
          <a:bodyPr/>
          <a:lstStyle>
            <a:defPPr>
              <a:defRPr sz="1200" b="0">
                <a:solidFill>
                  <a:srgbClr val="929292"/>
                </a:solidFill>
                <a:latin typeface="Malgun Gothic"/>
                <a:ea typeface="Malgun Gothic"/>
                <a:cs typeface="Malgun Gothic"/>
              </a:defRPr>
            </a:defPPr>
          </a:lstStyle>
          <a:p>
            <a:pPr>
              <a:defRPr sz="1200" b="0">
                <a:solidFill>
                  <a:srgbClr val="929292"/>
                </a:solidFill>
                <a:latin typeface="Malgun Gothic"/>
                <a:ea typeface="Malgun Gothic"/>
                <a:cs typeface="Malgun Gothic"/>
              </a:defRPr>
            </a:pPr>
            <a:r>
              <a:rPr lang="en-US" altLang="ko-KR" sz="1200" b="0">
                <a:solidFill>
                  <a:srgbClr val="929292"/>
                </a:solidFill>
                <a:latin typeface="Consolas" panose="020B0609020204030204" pitchFamily="49" charset="0"/>
                <a:ea typeface="Malgun Gothic"/>
                <a:cs typeface="Malgun Gothic"/>
              </a:rPr>
              <a:t>01</a:t>
            </a:r>
            <a:endParaRPr sz="1200" b="0">
              <a:solidFill>
                <a:srgbClr val="929292"/>
              </a:solidFill>
              <a:latin typeface="Consolas" panose="020B0609020204030204" pitchFamily="49" charset="0"/>
              <a:ea typeface="Malgun Gothic"/>
              <a:cs typeface="Malgun Gothic"/>
            </a:endParaRPr>
          </a:p>
        </p:txBody>
      </p:sp>
      <p:sp>
        <p:nvSpPr>
          <p:cNvPr id="8" name="code-line">
            <a:extLst>
              <a:ext uri="{FF2B5EF4-FFF2-40B4-BE49-F238E27FC236}">
                <a16:creationId xmlns:a16="http://schemas.microsoft.com/office/drawing/2014/main" id="{A4069E7D-839A-4F6C-AD6E-8B9B3407E1B3}"/>
              </a:ext>
            </a:extLst>
          </p:cNvPr>
          <p:cNvSpPr>
            <a:spLocks noGrp="1"/>
          </p:cNvSpPr>
          <p:nvPr/>
        </p:nvSpPr>
        <p:spPr>
          <a:xfrm>
            <a:off x="1285875" y="2114550"/>
            <a:ext cx="10115550" cy="247650"/>
          </a:xfrm>
          <a:prstGeom prst="rect">
            <a:avLst/>
          </a:prstGeom>
          <a:noFill/>
          <a:ln w="0">
            <a:noFill/>
          </a:ln>
        </p:spPr>
        <p:txBody>
          <a:bodyPr/>
          <a:lstStyle>
            <a:defPPr>
              <a:defRPr sz="1575" b="0">
                <a:solidFill>
                  <a:srgbClr val="FFFFFF"/>
                </a:solidFill>
                <a:latin typeface="Malgun Gothic"/>
                <a:ea typeface="Malgun Gothic"/>
                <a:cs typeface="Malgun Gothic"/>
              </a:defRPr>
            </a:defPPr>
          </a:lstStyle>
          <a:p>
            <a:pPr>
              <a:defRPr sz="1575" b="0">
                <a:solidFill>
                  <a:srgbClr val="FFFFFF"/>
                </a:solidFill>
                <a:latin typeface="Malgun Gothic"/>
                <a:ea typeface="Malgun Gothic"/>
                <a:cs typeface="Malgun Gothic"/>
              </a:defRPr>
            </a:pPr>
            <a:r>
              <a:rPr lang="en-US" sz="1575" b="0">
                <a:solidFill>
                  <a:srgbClr val="FFFFFF"/>
                </a:solidFill>
                <a:latin typeface="Consolas" panose="020B0609020204030204" pitchFamily="49" charset="0"/>
                <a:ea typeface="Malgun Gothic"/>
                <a:cs typeface="Malgun Gothic"/>
              </a:rPr>
              <a:t>void quick_sort(int a[], int lo, int hi) {</a:t>
            </a:r>
            <a:endParaRPr sz="1575" b="0">
              <a:solidFill>
                <a:srgbClr val="FFFFFF"/>
              </a:solidFill>
              <a:latin typeface="Consolas" panose="020B0609020204030204" pitchFamily="49" charset="0"/>
              <a:ea typeface="Malgun Gothic"/>
              <a:cs typeface="Malgun Gothic"/>
            </a:endParaRPr>
          </a:p>
        </p:txBody>
      </p:sp>
      <p:sp>
        <p:nvSpPr>
          <p:cNvPr id="9" name="code-number">
            <a:extLst>
              <a:ext uri="{FF2B5EF4-FFF2-40B4-BE49-F238E27FC236}">
                <a16:creationId xmlns:a16="http://schemas.microsoft.com/office/drawing/2014/main" id="{5DCB8E04-9926-4C68-AEEF-33ECBBF20F7B}"/>
              </a:ext>
            </a:extLst>
          </p:cNvPr>
          <p:cNvSpPr>
            <a:spLocks noGrp="1"/>
          </p:cNvSpPr>
          <p:nvPr/>
        </p:nvSpPr>
        <p:spPr>
          <a:xfrm>
            <a:off x="771525" y="2324100"/>
            <a:ext cx="361950" cy="238125"/>
          </a:xfrm>
          <a:prstGeom prst="rect">
            <a:avLst/>
          </a:prstGeom>
          <a:noFill/>
          <a:ln w="0">
            <a:noFill/>
          </a:ln>
        </p:spPr>
        <p:txBody>
          <a:bodyPr/>
          <a:lstStyle>
            <a:defPPr>
              <a:defRPr sz="1200" b="0">
                <a:solidFill>
                  <a:srgbClr val="929292"/>
                </a:solidFill>
                <a:latin typeface="Malgun Gothic"/>
                <a:ea typeface="Malgun Gothic"/>
                <a:cs typeface="Malgun Gothic"/>
              </a:defRPr>
            </a:defPPr>
          </a:lstStyle>
          <a:p>
            <a:pPr>
              <a:defRPr sz="1200" b="0">
                <a:solidFill>
                  <a:srgbClr val="929292"/>
                </a:solidFill>
                <a:latin typeface="Malgun Gothic"/>
                <a:ea typeface="Malgun Gothic"/>
                <a:cs typeface="Malgun Gothic"/>
              </a:defRPr>
            </a:pPr>
            <a:r>
              <a:rPr lang="en-US" altLang="ko-KR" sz="1200" b="0">
                <a:solidFill>
                  <a:srgbClr val="929292"/>
                </a:solidFill>
                <a:latin typeface="Consolas" panose="020B0609020204030204" pitchFamily="49" charset="0"/>
                <a:ea typeface="Malgun Gothic"/>
                <a:cs typeface="Malgun Gothic"/>
              </a:rPr>
              <a:t>02</a:t>
            </a:r>
            <a:endParaRPr sz="1200" b="0">
              <a:solidFill>
                <a:srgbClr val="929292"/>
              </a:solidFill>
              <a:latin typeface="Consolas" panose="020B0609020204030204" pitchFamily="49" charset="0"/>
              <a:ea typeface="Malgun Gothic"/>
              <a:cs typeface="Malgun Gothic"/>
            </a:endParaRPr>
          </a:p>
        </p:txBody>
      </p:sp>
      <p:sp>
        <p:nvSpPr>
          <p:cNvPr id="10" name="code-line">
            <a:extLst>
              <a:ext uri="{FF2B5EF4-FFF2-40B4-BE49-F238E27FC236}">
                <a16:creationId xmlns:a16="http://schemas.microsoft.com/office/drawing/2014/main" id="{A976BCBF-DB61-47BE-9912-48B37632CFAA}"/>
              </a:ext>
            </a:extLst>
          </p:cNvPr>
          <p:cNvSpPr>
            <a:spLocks noGrp="1"/>
          </p:cNvSpPr>
          <p:nvPr/>
        </p:nvSpPr>
        <p:spPr>
          <a:xfrm>
            <a:off x="1285875" y="2324100"/>
            <a:ext cx="10115550" cy="247650"/>
          </a:xfrm>
          <a:prstGeom prst="rect">
            <a:avLst/>
          </a:prstGeom>
          <a:noFill/>
          <a:ln w="0">
            <a:noFill/>
          </a:ln>
        </p:spPr>
        <p:txBody>
          <a:bodyPr/>
          <a:lstStyle>
            <a:defPPr>
              <a:defRPr sz="1575" b="0">
                <a:solidFill>
                  <a:srgbClr val="FFFFFF"/>
                </a:solidFill>
                <a:latin typeface="Malgun Gothic"/>
                <a:ea typeface="Malgun Gothic"/>
                <a:cs typeface="Malgun Gothic"/>
              </a:defRPr>
            </a:defPPr>
          </a:lstStyle>
          <a:p>
            <a:pPr>
              <a:defRPr sz="1575" b="0">
                <a:solidFill>
                  <a:srgbClr val="FFFFFF"/>
                </a:solidFill>
                <a:latin typeface="Malgun Gothic"/>
                <a:ea typeface="Malgun Gothic"/>
                <a:cs typeface="Malgun Gothic"/>
              </a:defRPr>
            </a:pPr>
            <a:r>
              <a:rPr lang="en-US" sz="1575" b="0">
                <a:solidFill>
                  <a:srgbClr val="FFFFFF"/>
                </a:solidFill>
                <a:latin typeface="Consolas" panose="020B0609020204030204" pitchFamily="49" charset="0"/>
                <a:ea typeface="Malgun Gothic"/>
                <a:cs typeface="Malgun Gothic"/>
              </a:rPr>
              <a:t>    if (lo &gt;= hi) return;</a:t>
            </a:r>
            <a:endParaRPr sz="1575" b="0">
              <a:solidFill>
                <a:srgbClr val="FFFFFF"/>
              </a:solidFill>
              <a:latin typeface="Consolas" panose="020B0609020204030204" pitchFamily="49" charset="0"/>
              <a:ea typeface="Malgun Gothic"/>
              <a:cs typeface="Malgun Gothic"/>
            </a:endParaRPr>
          </a:p>
        </p:txBody>
      </p:sp>
      <p:sp>
        <p:nvSpPr>
          <p:cNvPr id="11" name="code-number">
            <a:extLst>
              <a:ext uri="{FF2B5EF4-FFF2-40B4-BE49-F238E27FC236}">
                <a16:creationId xmlns:a16="http://schemas.microsoft.com/office/drawing/2014/main" id="{BD45CBFE-CE4E-4239-9025-B194402FB73E}"/>
              </a:ext>
            </a:extLst>
          </p:cNvPr>
          <p:cNvSpPr>
            <a:spLocks noGrp="1"/>
          </p:cNvSpPr>
          <p:nvPr/>
        </p:nvSpPr>
        <p:spPr>
          <a:xfrm>
            <a:off x="771525" y="2533650"/>
            <a:ext cx="361950" cy="238125"/>
          </a:xfrm>
          <a:prstGeom prst="rect">
            <a:avLst/>
          </a:prstGeom>
          <a:noFill/>
          <a:ln w="0">
            <a:noFill/>
          </a:ln>
        </p:spPr>
        <p:txBody>
          <a:bodyPr/>
          <a:lstStyle>
            <a:defPPr>
              <a:defRPr sz="1200" b="0">
                <a:solidFill>
                  <a:srgbClr val="929292"/>
                </a:solidFill>
                <a:latin typeface="Malgun Gothic"/>
                <a:ea typeface="Malgun Gothic"/>
                <a:cs typeface="Malgun Gothic"/>
              </a:defRPr>
            </a:defPPr>
          </a:lstStyle>
          <a:p>
            <a:pPr>
              <a:defRPr sz="1200" b="0">
                <a:solidFill>
                  <a:srgbClr val="929292"/>
                </a:solidFill>
                <a:latin typeface="Malgun Gothic"/>
                <a:ea typeface="Malgun Gothic"/>
                <a:cs typeface="Malgun Gothic"/>
              </a:defRPr>
            </a:pPr>
            <a:r>
              <a:rPr lang="en-US" altLang="ko-KR" sz="1200" b="0">
                <a:solidFill>
                  <a:srgbClr val="929292"/>
                </a:solidFill>
                <a:latin typeface="Consolas" panose="020B0609020204030204" pitchFamily="49" charset="0"/>
                <a:ea typeface="Malgun Gothic"/>
                <a:cs typeface="Malgun Gothic"/>
              </a:rPr>
              <a:t>03</a:t>
            </a:r>
            <a:endParaRPr sz="1200" b="0">
              <a:solidFill>
                <a:srgbClr val="929292"/>
              </a:solidFill>
              <a:latin typeface="Consolas" panose="020B0609020204030204" pitchFamily="49" charset="0"/>
              <a:ea typeface="Malgun Gothic"/>
              <a:cs typeface="Malgun Gothic"/>
            </a:endParaRPr>
          </a:p>
        </p:txBody>
      </p:sp>
      <p:sp>
        <p:nvSpPr>
          <p:cNvPr id="12" name="code-line">
            <a:extLst>
              <a:ext uri="{FF2B5EF4-FFF2-40B4-BE49-F238E27FC236}">
                <a16:creationId xmlns:a16="http://schemas.microsoft.com/office/drawing/2014/main" id="{3ECBCC72-218A-4AA6-83D1-C008F9E77E54}"/>
              </a:ext>
            </a:extLst>
          </p:cNvPr>
          <p:cNvSpPr>
            <a:spLocks noGrp="1"/>
          </p:cNvSpPr>
          <p:nvPr/>
        </p:nvSpPr>
        <p:spPr>
          <a:xfrm>
            <a:off x="1285875" y="2533650"/>
            <a:ext cx="10115550" cy="247650"/>
          </a:xfrm>
          <a:prstGeom prst="rect">
            <a:avLst/>
          </a:prstGeom>
          <a:noFill/>
          <a:ln w="0">
            <a:noFill/>
          </a:ln>
        </p:spPr>
        <p:txBody>
          <a:bodyPr/>
          <a:lstStyle>
            <a:defPPr>
              <a:defRPr sz="1575" b="0">
                <a:solidFill>
                  <a:srgbClr val="FFFFFF"/>
                </a:solidFill>
                <a:latin typeface="Malgun Gothic"/>
                <a:ea typeface="Malgun Gothic"/>
                <a:cs typeface="Malgun Gothic"/>
              </a:defRPr>
            </a:defPPr>
          </a:lstStyle>
          <a:p>
            <a:pPr>
              <a:defRPr sz="1575" b="0">
                <a:solidFill>
                  <a:srgbClr val="FFFFFF"/>
                </a:solidFill>
                <a:latin typeface="Malgun Gothic"/>
                <a:ea typeface="Malgun Gothic"/>
                <a:cs typeface="Malgun Gothic"/>
              </a:defRPr>
            </a:pPr>
            <a:r>
              <a:rPr lang="en-US" sz="1575" b="0">
                <a:solidFill>
                  <a:srgbClr val="FFFFFF"/>
                </a:solidFill>
                <a:latin typeface="Consolas" panose="020B0609020204030204" pitchFamily="49" charset="0"/>
                <a:ea typeface="Malgun Gothic"/>
                <a:cs typeface="Malgun Gothic"/>
              </a:rPr>
              <a:t>    int p = partition(a, lo, hi);</a:t>
            </a:r>
            <a:endParaRPr sz="1575" b="0">
              <a:solidFill>
                <a:srgbClr val="FFFFFF"/>
              </a:solidFill>
              <a:latin typeface="Consolas" panose="020B0609020204030204" pitchFamily="49" charset="0"/>
              <a:ea typeface="Malgun Gothic"/>
              <a:cs typeface="Malgun Gothic"/>
            </a:endParaRPr>
          </a:p>
        </p:txBody>
      </p:sp>
      <p:sp>
        <p:nvSpPr>
          <p:cNvPr id="13" name="code-number">
            <a:extLst>
              <a:ext uri="{FF2B5EF4-FFF2-40B4-BE49-F238E27FC236}">
                <a16:creationId xmlns:a16="http://schemas.microsoft.com/office/drawing/2014/main" id="{B1FC7445-3C02-471C-9CAE-41F170FB6EC1}"/>
              </a:ext>
            </a:extLst>
          </p:cNvPr>
          <p:cNvSpPr>
            <a:spLocks noGrp="1"/>
          </p:cNvSpPr>
          <p:nvPr/>
        </p:nvSpPr>
        <p:spPr>
          <a:xfrm>
            <a:off x="771525" y="2743200"/>
            <a:ext cx="361950" cy="238125"/>
          </a:xfrm>
          <a:prstGeom prst="rect">
            <a:avLst/>
          </a:prstGeom>
          <a:noFill/>
          <a:ln w="0">
            <a:noFill/>
          </a:ln>
        </p:spPr>
        <p:txBody>
          <a:bodyPr/>
          <a:lstStyle>
            <a:defPPr>
              <a:defRPr sz="1200" b="0">
                <a:solidFill>
                  <a:srgbClr val="929292"/>
                </a:solidFill>
                <a:latin typeface="Malgun Gothic"/>
                <a:ea typeface="Malgun Gothic"/>
                <a:cs typeface="Malgun Gothic"/>
              </a:defRPr>
            </a:defPPr>
          </a:lstStyle>
          <a:p>
            <a:pPr>
              <a:defRPr sz="1200" b="0">
                <a:solidFill>
                  <a:srgbClr val="929292"/>
                </a:solidFill>
                <a:latin typeface="Malgun Gothic"/>
                <a:ea typeface="Malgun Gothic"/>
                <a:cs typeface="Malgun Gothic"/>
              </a:defRPr>
            </a:pPr>
            <a:r>
              <a:rPr lang="en-US" altLang="ko-KR" sz="1200" b="0">
                <a:solidFill>
                  <a:srgbClr val="929292"/>
                </a:solidFill>
                <a:latin typeface="Consolas" panose="020B0609020204030204" pitchFamily="49" charset="0"/>
                <a:ea typeface="Malgun Gothic"/>
                <a:cs typeface="Malgun Gothic"/>
              </a:rPr>
              <a:t>04</a:t>
            </a:r>
            <a:endParaRPr sz="1200" b="0">
              <a:solidFill>
                <a:srgbClr val="929292"/>
              </a:solidFill>
              <a:latin typeface="Consolas" panose="020B0609020204030204" pitchFamily="49" charset="0"/>
              <a:ea typeface="Malgun Gothic"/>
              <a:cs typeface="Malgun Gothic"/>
            </a:endParaRPr>
          </a:p>
        </p:txBody>
      </p:sp>
      <p:sp>
        <p:nvSpPr>
          <p:cNvPr id="14" name="code-line">
            <a:extLst>
              <a:ext uri="{FF2B5EF4-FFF2-40B4-BE49-F238E27FC236}">
                <a16:creationId xmlns:a16="http://schemas.microsoft.com/office/drawing/2014/main" id="{1ADAEEA4-EA8F-462E-80B9-1B00B9F94C06}"/>
              </a:ext>
            </a:extLst>
          </p:cNvPr>
          <p:cNvSpPr>
            <a:spLocks noGrp="1"/>
          </p:cNvSpPr>
          <p:nvPr/>
        </p:nvSpPr>
        <p:spPr>
          <a:xfrm>
            <a:off x="1285875" y="2743200"/>
            <a:ext cx="10115550" cy="247650"/>
          </a:xfrm>
          <a:prstGeom prst="rect">
            <a:avLst/>
          </a:prstGeom>
          <a:noFill/>
          <a:ln w="0">
            <a:noFill/>
          </a:ln>
        </p:spPr>
        <p:txBody>
          <a:bodyPr/>
          <a:lstStyle>
            <a:defPPr>
              <a:defRPr sz="1575" b="0">
                <a:solidFill>
                  <a:srgbClr val="FFFFFF"/>
                </a:solidFill>
                <a:latin typeface="Malgun Gothic"/>
                <a:ea typeface="Malgun Gothic"/>
                <a:cs typeface="Malgun Gothic"/>
              </a:defRPr>
            </a:defPPr>
          </a:lstStyle>
          <a:p>
            <a:pPr>
              <a:defRPr sz="1575" b="0">
                <a:solidFill>
                  <a:srgbClr val="FFFFFF"/>
                </a:solidFill>
                <a:latin typeface="Malgun Gothic"/>
                <a:ea typeface="Malgun Gothic"/>
                <a:cs typeface="Malgun Gothic"/>
              </a:defRPr>
            </a:pPr>
            <a:r>
              <a:rPr lang="en-US" sz="1575" b="0">
                <a:solidFill>
                  <a:srgbClr val="FFFFFF"/>
                </a:solidFill>
                <a:latin typeface="Consolas" panose="020B0609020204030204" pitchFamily="49" charset="0"/>
                <a:ea typeface="Malgun Gothic"/>
                <a:cs typeface="Malgun Gothic"/>
              </a:rPr>
              <a:t>    quick_sort(a, lo, p - 1);</a:t>
            </a:r>
            <a:endParaRPr sz="1575" b="0">
              <a:solidFill>
                <a:srgbClr val="FFFFFF"/>
              </a:solidFill>
              <a:latin typeface="Consolas" panose="020B0609020204030204" pitchFamily="49" charset="0"/>
              <a:ea typeface="Malgun Gothic"/>
              <a:cs typeface="Malgun Gothic"/>
            </a:endParaRPr>
          </a:p>
        </p:txBody>
      </p:sp>
      <p:sp>
        <p:nvSpPr>
          <p:cNvPr id="15" name="code-number">
            <a:extLst>
              <a:ext uri="{FF2B5EF4-FFF2-40B4-BE49-F238E27FC236}">
                <a16:creationId xmlns:a16="http://schemas.microsoft.com/office/drawing/2014/main" id="{138CB9B2-A1E8-4257-BBFC-B3977310184F}"/>
              </a:ext>
            </a:extLst>
          </p:cNvPr>
          <p:cNvSpPr>
            <a:spLocks noGrp="1"/>
          </p:cNvSpPr>
          <p:nvPr/>
        </p:nvSpPr>
        <p:spPr>
          <a:xfrm>
            <a:off x="771525" y="2952750"/>
            <a:ext cx="361950" cy="238125"/>
          </a:xfrm>
          <a:prstGeom prst="rect">
            <a:avLst/>
          </a:prstGeom>
          <a:noFill/>
          <a:ln w="0">
            <a:noFill/>
          </a:ln>
        </p:spPr>
        <p:txBody>
          <a:bodyPr/>
          <a:lstStyle>
            <a:defPPr>
              <a:defRPr sz="1200" b="0">
                <a:solidFill>
                  <a:srgbClr val="929292"/>
                </a:solidFill>
                <a:latin typeface="Malgun Gothic"/>
                <a:ea typeface="Malgun Gothic"/>
                <a:cs typeface="Malgun Gothic"/>
              </a:defRPr>
            </a:defPPr>
          </a:lstStyle>
          <a:p>
            <a:pPr>
              <a:defRPr sz="1200" b="0">
                <a:solidFill>
                  <a:srgbClr val="929292"/>
                </a:solidFill>
                <a:latin typeface="Malgun Gothic"/>
                <a:ea typeface="Malgun Gothic"/>
                <a:cs typeface="Malgun Gothic"/>
              </a:defRPr>
            </a:pPr>
            <a:r>
              <a:rPr lang="en-US" altLang="ko-KR" sz="1200" b="0">
                <a:solidFill>
                  <a:srgbClr val="929292"/>
                </a:solidFill>
                <a:latin typeface="Consolas" panose="020B0609020204030204" pitchFamily="49" charset="0"/>
                <a:ea typeface="Malgun Gothic"/>
                <a:cs typeface="Malgun Gothic"/>
              </a:rPr>
              <a:t>05</a:t>
            </a:r>
            <a:endParaRPr sz="1200" b="0">
              <a:solidFill>
                <a:srgbClr val="929292"/>
              </a:solidFill>
              <a:latin typeface="Consolas" panose="020B0609020204030204" pitchFamily="49" charset="0"/>
              <a:ea typeface="Malgun Gothic"/>
              <a:cs typeface="Malgun Gothic"/>
            </a:endParaRPr>
          </a:p>
        </p:txBody>
      </p:sp>
      <p:sp>
        <p:nvSpPr>
          <p:cNvPr id="16" name="code-line">
            <a:extLst>
              <a:ext uri="{FF2B5EF4-FFF2-40B4-BE49-F238E27FC236}">
                <a16:creationId xmlns:a16="http://schemas.microsoft.com/office/drawing/2014/main" id="{4E3FD061-B49F-4E86-BC8C-A896F6D7E567}"/>
              </a:ext>
            </a:extLst>
          </p:cNvPr>
          <p:cNvSpPr>
            <a:spLocks noGrp="1"/>
          </p:cNvSpPr>
          <p:nvPr/>
        </p:nvSpPr>
        <p:spPr>
          <a:xfrm>
            <a:off x="1285875" y="2952750"/>
            <a:ext cx="10115550" cy="247650"/>
          </a:xfrm>
          <a:prstGeom prst="rect">
            <a:avLst/>
          </a:prstGeom>
          <a:noFill/>
          <a:ln w="0">
            <a:noFill/>
          </a:ln>
        </p:spPr>
        <p:txBody>
          <a:bodyPr/>
          <a:lstStyle>
            <a:defPPr>
              <a:defRPr sz="1575" b="0">
                <a:solidFill>
                  <a:srgbClr val="FFFFFF"/>
                </a:solidFill>
                <a:latin typeface="Malgun Gothic"/>
                <a:ea typeface="Malgun Gothic"/>
                <a:cs typeface="Malgun Gothic"/>
              </a:defRPr>
            </a:defPPr>
          </a:lstStyle>
          <a:p>
            <a:pPr>
              <a:defRPr sz="1575" b="0">
                <a:solidFill>
                  <a:srgbClr val="FFFFFF"/>
                </a:solidFill>
                <a:latin typeface="Malgun Gothic"/>
                <a:ea typeface="Malgun Gothic"/>
                <a:cs typeface="Malgun Gothic"/>
              </a:defRPr>
            </a:pPr>
            <a:r>
              <a:rPr lang="en-US" sz="1575" b="0">
                <a:solidFill>
                  <a:srgbClr val="FFFFFF"/>
                </a:solidFill>
                <a:latin typeface="Consolas" panose="020B0609020204030204" pitchFamily="49" charset="0"/>
                <a:ea typeface="Malgun Gothic"/>
                <a:cs typeface="Malgun Gothic"/>
              </a:rPr>
              <a:t>    quick_sort(a, p + 1, hi);</a:t>
            </a:r>
            <a:endParaRPr sz="1575" b="0">
              <a:solidFill>
                <a:srgbClr val="FFFFFF"/>
              </a:solidFill>
              <a:latin typeface="Consolas" panose="020B0609020204030204" pitchFamily="49" charset="0"/>
              <a:ea typeface="Malgun Gothic"/>
              <a:cs typeface="Malgun Gothic"/>
            </a:endParaRPr>
          </a:p>
        </p:txBody>
      </p:sp>
      <p:sp>
        <p:nvSpPr>
          <p:cNvPr id="17" name="code-number">
            <a:extLst>
              <a:ext uri="{FF2B5EF4-FFF2-40B4-BE49-F238E27FC236}">
                <a16:creationId xmlns:a16="http://schemas.microsoft.com/office/drawing/2014/main" id="{9F294A60-A455-4575-BEE1-DCC7F78B245E}"/>
              </a:ext>
            </a:extLst>
          </p:cNvPr>
          <p:cNvSpPr>
            <a:spLocks noGrp="1"/>
          </p:cNvSpPr>
          <p:nvPr/>
        </p:nvSpPr>
        <p:spPr>
          <a:xfrm>
            <a:off x="771525" y="3162300"/>
            <a:ext cx="361950" cy="238125"/>
          </a:xfrm>
          <a:prstGeom prst="rect">
            <a:avLst/>
          </a:prstGeom>
          <a:noFill/>
          <a:ln w="0">
            <a:noFill/>
          </a:ln>
        </p:spPr>
        <p:txBody>
          <a:bodyPr/>
          <a:lstStyle>
            <a:defPPr>
              <a:defRPr sz="1200" b="0">
                <a:solidFill>
                  <a:srgbClr val="929292"/>
                </a:solidFill>
                <a:latin typeface="Malgun Gothic"/>
                <a:ea typeface="Malgun Gothic"/>
                <a:cs typeface="Malgun Gothic"/>
              </a:defRPr>
            </a:defPPr>
          </a:lstStyle>
          <a:p>
            <a:pPr>
              <a:defRPr sz="1200" b="0">
                <a:solidFill>
                  <a:srgbClr val="929292"/>
                </a:solidFill>
                <a:latin typeface="Malgun Gothic"/>
                <a:ea typeface="Malgun Gothic"/>
                <a:cs typeface="Malgun Gothic"/>
              </a:defRPr>
            </a:pPr>
            <a:r>
              <a:rPr lang="en-US" altLang="ko-KR" sz="1200" b="0">
                <a:solidFill>
                  <a:srgbClr val="929292"/>
                </a:solidFill>
                <a:latin typeface="Consolas" panose="020B0609020204030204" pitchFamily="49" charset="0"/>
                <a:ea typeface="Malgun Gothic"/>
                <a:cs typeface="Malgun Gothic"/>
              </a:rPr>
              <a:t>06</a:t>
            </a:r>
            <a:endParaRPr sz="1200" b="0">
              <a:solidFill>
                <a:srgbClr val="929292"/>
              </a:solidFill>
              <a:latin typeface="Consolas" panose="020B0609020204030204" pitchFamily="49" charset="0"/>
              <a:ea typeface="Malgun Gothic"/>
              <a:cs typeface="Malgun Gothic"/>
            </a:endParaRPr>
          </a:p>
        </p:txBody>
      </p:sp>
      <p:sp>
        <p:nvSpPr>
          <p:cNvPr id="18" name="code-line">
            <a:extLst>
              <a:ext uri="{FF2B5EF4-FFF2-40B4-BE49-F238E27FC236}">
                <a16:creationId xmlns:a16="http://schemas.microsoft.com/office/drawing/2014/main" id="{8EF6449B-31A7-4F5C-8A49-103ECFBB738F}"/>
              </a:ext>
            </a:extLst>
          </p:cNvPr>
          <p:cNvSpPr>
            <a:spLocks noGrp="1"/>
          </p:cNvSpPr>
          <p:nvPr/>
        </p:nvSpPr>
        <p:spPr>
          <a:xfrm>
            <a:off x="1285875" y="3162300"/>
            <a:ext cx="10115550" cy="247650"/>
          </a:xfrm>
          <a:prstGeom prst="rect">
            <a:avLst/>
          </a:prstGeom>
          <a:noFill/>
          <a:ln w="0">
            <a:noFill/>
          </a:ln>
        </p:spPr>
        <p:txBody>
          <a:bodyPr/>
          <a:lstStyle>
            <a:defPPr>
              <a:defRPr sz="1575" b="0">
                <a:solidFill>
                  <a:srgbClr val="FFFFFF"/>
                </a:solidFill>
                <a:latin typeface="Malgun Gothic"/>
                <a:ea typeface="Malgun Gothic"/>
                <a:cs typeface="Malgun Gothic"/>
              </a:defRPr>
            </a:defPPr>
          </a:lstStyle>
          <a:p>
            <a:pPr>
              <a:defRPr sz="1575" b="0">
                <a:solidFill>
                  <a:srgbClr val="FFFFFF"/>
                </a:solidFill>
                <a:latin typeface="Malgun Gothic"/>
                <a:ea typeface="Malgun Gothic"/>
                <a:cs typeface="Malgun Gothic"/>
              </a:defRPr>
            </a:pPr>
            <a:r>
              <a:rPr lang="en-US" altLang="ko-KR" sz="1575" b="0">
                <a:solidFill>
                  <a:srgbClr val="FFFFFF"/>
                </a:solidFill>
                <a:latin typeface="Consolas" panose="020B0609020204030204" pitchFamily="49" charset="0"/>
                <a:ea typeface="Malgun Gothic"/>
                <a:cs typeface="Malgun Gothic"/>
              </a:rPr>
              <a:t>}</a:t>
            </a:r>
            <a:endParaRPr sz="1575" b="0">
              <a:solidFill>
                <a:srgbClr val="FFFFFF"/>
              </a:solidFill>
              <a:latin typeface="Consolas" panose="020B0609020204030204" pitchFamily="49" charset="0"/>
              <a:ea typeface="Malgun Gothic"/>
              <a:cs typeface="Malgun Gothic"/>
            </a:endParaRPr>
          </a:p>
        </p:txBody>
      </p:sp>
      <p:sp>
        <p:nvSpPr>
          <p:cNvPr id="19" name="직사각형 18">
            <a:extLst>
              <a:ext uri="{FF2B5EF4-FFF2-40B4-BE49-F238E27FC236}">
                <a16:creationId xmlns:a16="http://schemas.microsoft.com/office/drawing/2014/main" id="{6B22A6C1-AF65-47E6-A742-CBAB6E5A8B08}"/>
              </a:ext>
            </a:extLst>
          </p:cNvPr>
          <p:cNvSpPr>
            <a:spLocks noGrp="1"/>
          </p:cNvSpPr>
          <p:nvPr/>
        </p:nvSpPr>
        <p:spPr>
          <a:xfrm>
            <a:off x="609600" y="6048375"/>
            <a:ext cx="10972800" cy="238125"/>
          </a:xfrm>
          <a:prstGeom prst="rect">
            <a:avLst/>
          </a:prstGeom>
          <a:noFill/>
          <a:ln w="0">
            <a:noFill/>
          </a:ln>
        </p:spPr>
        <p:txBody>
          <a:bodyPr/>
          <a:lstStyle>
            <a:defPPr>
              <a:defRPr sz="1200" b="0">
                <a:solidFill>
                  <a:srgbClr val="5B5B5B"/>
                </a:solidFill>
                <a:latin typeface="Malgun Gothic"/>
                <a:ea typeface="Malgun Gothic"/>
                <a:cs typeface="Malgun Gothic"/>
              </a:defRPr>
            </a:defPPr>
          </a:lstStyle>
          <a:p>
            <a:pPr>
              <a:defRPr sz="1200" b="0">
                <a:solidFill>
                  <a:srgbClr val="5B5B5B"/>
                </a:solidFill>
                <a:latin typeface="Malgun Gothic"/>
                <a:ea typeface="Malgun Gothic"/>
                <a:cs typeface="Malgun Gothic"/>
              </a:defRPr>
            </a:pPr>
            <a:r>
              <a:rPr lang="ko-KR" altLang="en-US" sz="1200" b="0">
                <a:solidFill>
                  <a:srgbClr val="5B5B5B"/>
                </a:solidFill>
                <a:latin typeface="Malgun Gothic" panose="020B0503020000020004" pitchFamily="50" charset="-127"/>
                <a:ea typeface="Malgun Gothic"/>
                <a:cs typeface="Malgun Gothic"/>
              </a:rPr>
              <a:t>평균 </a:t>
            </a:r>
            <a:r>
              <a:rPr lang="en-US" altLang="ko-KR" sz="1200" b="0">
                <a:solidFill>
                  <a:srgbClr val="5B5B5B"/>
                </a:solidFill>
                <a:latin typeface="Malgun Gothic" panose="020B0503020000020004" pitchFamily="50" charset="-127"/>
                <a:ea typeface="Malgun Gothic"/>
                <a:cs typeface="Malgun Gothic"/>
              </a:rPr>
              <a:t>O(n log n), </a:t>
            </a:r>
            <a:r>
              <a:rPr lang="ko-KR" altLang="en-US" sz="1200" b="0">
                <a:solidFill>
                  <a:srgbClr val="5B5B5B"/>
                </a:solidFill>
                <a:latin typeface="Malgun Gothic" panose="020B0503020000020004" pitchFamily="50" charset="-127"/>
                <a:ea typeface="Malgun Gothic"/>
                <a:cs typeface="Malgun Gothic"/>
              </a:rPr>
              <a:t>최악 </a:t>
            </a:r>
            <a:r>
              <a:rPr lang="en-US" altLang="ko-KR" sz="1200" b="0">
                <a:solidFill>
                  <a:srgbClr val="5B5B5B"/>
                </a:solidFill>
                <a:latin typeface="Malgun Gothic" panose="020B0503020000020004" pitchFamily="50" charset="-127"/>
                <a:ea typeface="Malgun Gothic"/>
                <a:cs typeface="Malgun Gothic"/>
              </a:rPr>
              <a:t>O(n²). </a:t>
            </a:r>
            <a:r>
              <a:rPr lang="ko-KR" altLang="en-US" sz="1200" b="0">
                <a:solidFill>
                  <a:srgbClr val="5B5B5B"/>
                </a:solidFill>
                <a:latin typeface="Malgun Gothic" panose="020B0503020000020004" pitchFamily="50" charset="-127"/>
                <a:ea typeface="Malgun Gothic"/>
                <a:cs typeface="Malgun Gothic"/>
              </a:rPr>
              <a:t>가운데 인덱스의 값이 중앙값이라는 보장은 없다</a:t>
            </a:r>
            <a:r>
              <a:rPr lang="en-US" altLang="ko-KR" sz="1200" b="0">
                <a:solidFill>
                  <a:srgbClr val="5B5B5B"/>
                </a:solidFill>
                <a:latin typeface="Malgun Gothic" panose="020B0503020000020004" pitchFamily="50" charset="-127"/>
                <a:ea typeface="Malgun Gothic"/>
                <a:cs typeface="Malgun Gothic"/>
              </a:rPr>
              <a:t>.</a:t>
            </a:r>
            <a:endParaRPr sz="1200" b="0">
              <a:solidFill>
                <a:srgbClr val="5B5B5B"/>
              </a:solidFill>
              <a:latin typeface="Malgun Gothic" panose="020B0503020000020004" pitchFamily="50" charset="-127"/>
              <a:ea typeface="Malgun Gothic"/>
              <a:cs typeface="Malgun Gothic"/>
            </a:endParaRPr>
          </a:p>
        </p:txBody>
      </p:sp>
      <p:sp>
        <p:nvSpPr>
          <p:cNvPr id="20" name="직사각형 19">
            <a:extLst>
              <a:ext uri="{FF2B5EF4-FFF2-40B4-BE49-F238E27FC236}">
                <a16:creationId xmlns:a16="http://schemas.microsoft.com/office/drawing/2014/main" id="{82886004-ED53-43A1-9C65-1F9B0529103E}"/>
              </a:ext>
            </a:extLst>
          </p:cNvPr>
          <p:cNvSpPr>
            <a:spLocks noGrp="1"/>
          </p:cNvSpPr>
          <p:nvPr/>
        </p:nvSpPr>
        <p:spPr>
          <a:xfrm>
            <a:off x="609600" y="6600825"/>
            <a:ext cx="9906000" cy="190500"/>
          </a:xfrm>
          <a:prstGeom prst="rect">
            <a:avLst/>
          </a:prstGeom>
          <a:noFill/>
          <a:ln w="0">
            <a:noFill/>
          </a:ln>
        </p:spPr>
        <p:txBody>
          <a:bodyPr/>
          <a:lstStyle>
            <a:defPPr>
              <a:defRPr sz="825" b="0">
                <a:solidFill>
                  <a:srgbClr val="151515"/>
                </a:solidFill>
                <a:latin typeface="Malgun Gothic"/>
                <a:ea typeface="Malgun Gothic"/>
                <a:cs typeface="Malgun Gothic"/>
              </a:defRPr>
            </a:defPPr>
          </a:lstStyle>
          <a:p>
            <a:pPr>
              <a:defRPr sz="825" b="0">
                <a:solidFill>
                  <a:srgbClr val="151515"/>
                </a:solidFill>
                <a:latin typeface="Malgun Gothic"/>
                <a:ea typeface="Malgun Gothic"/>
                <a:cs typeface="Malgun Gothic"/>
              </a:defRPr>
            </a:pPr>
            <a:r>
              <a:rPr lang="en-US" sz="825" b="0">
                <a:solidFill>
                  <a:srgbClr val="151515"/>
                </a:solidFill>
                <a:latin typeface="Consolas" panose="020B0609020204030204" pitchFamily="49" charset="0"/>
                <a:ea typeface="Malgun Gothic"/>
                <a:cs typeface="Malgun Gothic"/>
              </a:rPr>
              <a:t>04 / DIVIDE AND CONQUER · EXERCISES</a:t>
            </a:r>
            <a:endParaRPr sz="825" b="0">
              <a:solidFill>
                <a:srgbClr val="151515"/>
              </a:solidFill>
              <a:latin typeface="Consolas" panose="020B0609020204030204" pitchFamily="49" charset="0"/>
              <a:ea typeface="Malgun Gothic"/>
              <a:cs typeface="Malgun Gothic"/>
            </a:endParaRPr>
          </a:p>
        </p:txBody>
      </p:sp>
      <p:sp>
        <p:nvSpPr>
          <p:cNvPr id="21" name="직사각형 20">
            <a:extLst>
              <a:ext uri="{FF2B5EF4-FFF2-40B4-BE49-F238E27FC236}">
                <a16:creationId xmlns:a16="http://schemas.microsoft.com/office/drawing/2014/main" id="{CD1FF901-0BEF-4826-9FE0-2E9ECCA8628C}"/>
              </a:ext>
            </a:extLst>
          </p:cNvPr>
          <p:cNvSpPr>
            <a:spLocks noGrp="1"/>
          </p:cNvSpPr>
          <p:nvPr/>
        </p:nvSpPr>
        <p:spPr>
          <a:xfrm>
            <a:off x="11049000" y="6562725"/>
            <a:ext cx="533400" cy="238125"/>
          </a:xfrm>
          <a:prstGeom prst="rect">
            <a:avLst/>
          </a:prstGeom>
          <a:noFill/>
          <a:ln w="0">
            <a:noFill/>
          </a:ln>
        </p:spPr>
        <p:txBody>
          <a:bodyPr/>
          <a:lstStyle>
            <a:defPPr>
              <a:defRPr sz="1050" b="0">
                <a:solidFill>
                  <a:srgbClr val="151515"/>
                </a:solidFill>
                <a:latin typeface="Malgun Gothic"/>
                <a:ea typeface="Malgun Gothic"/>
                <a:cs typeface="Malgun Gothic"/>
              </a:defRPr>
            </a:defPPr>
          </a:lstStyle>
          <a:p>
            <a:pPr>
              <a:defRPr sz="1050" b="0">
                <a:solidFill>
                  <a:srgbClr val="151515"/>
                </a:solidFill>
                <a:latin typeface="Malgun Gothic"/>
                <a:ea typeface="Malgun Gothic"/>
                <a:cs typeface="Malgun Gothic"/>
              </a:defRPr>
            </a:pPr>
            <a:r>
              <a:rPr lang="en-US" altLang="ko-KR" sz="1050" b="0">
                <a:solidFill>
                  <a:srgbClr val="151515"/>
                </a:solidFill>
                <a:latin typeface="Consolas" panose="020B0609020204030204" pitchFamily="49" charset="0"/>
                <a:ea typeface="Malgun Gothic"/>
                <a:cs typeface="Malgun Gothic"/>
              </a:rPr>
              <a:t>212</a:t>
            </a:r>
            <a:endParaRPr sz="1050" b="0">
              <a:solidFill>
                <a:srgbClr val="151515"/>
              </a:solidFill>
              <a:latin typeface="Consolas" panose="020B0609020204030204" pitchFamily="49" charset="0"/>
              <a:ea typeface="Malgun Gothic"/>
              <a:cs typeface="Malgun Gothic"/>
            </a:endParaRPr>
          </a:p>
        </p:txBody>
      </p:sp>
    </p:spTree>
    <p:extLst>
      <p:ext uri="{BB962C8B-B14F-4D97-AF65-F5344CB8AC3E}">
        <p14:creationId xmlns:p14="http://schemas.microsoft.com/office/powerpoint/2010/main" val="1674888555"/>
      </p:ext>
    </p:extLst>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ext-28-64">
            <a:extLst>
              <a:ext uri="{FF2B5EF4-FFF2-40B4-BE49-F238E27FC236}">
                <a16:creationId xmlns:a16="http://schemas.microsoft.com/office/drawing/2014/main" id="{67C57034-DA85-41F1-BD23-E8AFD58E8885}"/>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Python/C 구현</a:t>
            </a:r>
          </a:p>
        </p:txBody>
      </p:sp>
      <p:sp>
        <p:nvSpPr>
          <p:cNvPr id="2" name="text-28-1080">
            <a:extLst>
              <a:ext uri="{FF2B5EF4-FFF2-40B4-BE49-F238E27FC236}">
                <a16:creationId xmlns:a16="http://schemas.microsoft.com/office/drawing/2014/main" id="{120A0A1B-E722-4C35-AEEF-B0E160636E05}"/>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4E230E6C-8249-4AA8-90FE-60EE1A3BB750}"/>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99  </a:t>
            </a:r>
          </a:p>
        </p:txBody>
      </p:sp>
      <p:sp>
        <p:nvSpPr>
          <p:cNvPr id="4" name="직사각형 3">
            <a:extLst>
              <a:ext uri="{FF2B5EF4-FFF2-40B4-BE49-F238E27FC236}">
                <a16:creationId xmlns:a16="http://schemas.microsoft.com/office/drawing/2014/main" id="{E719C47E-5C52-4175-BFFC-FC9A7E840145}"/>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B10FB529-764E-4810-83AA-DFC8C8E7D47A}"/>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0C6A54F1-F12E-4BE2-8F86-5B89FB135DE2}"/>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8377572B-AC90-475C-8951-B026383705EA}"/>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213</a:t>
            </a:r>
            <a:endParaRPr sz="1050" b="1" i="0">
              <a:solidFill>
                <a:srgbClr val="171717"/>
              </a:solidFill>
              <a:latin typeface="Consolas"/>
              <a:ea typeface="Consolas"/>
              <a:cs typeface="Consolas"/>
            </a:endParaRPr>
          </a:p>
        </p:txBody>
      </p:sp>
      <p:sp>
        <p:nvSpPr>
          <p:cNvPr id="8" name="text-178-64">
            <a:extLst>
              <a:ext uri="{FF2B5EF4-FFF2-40B4-BE49-F238E27FC236}">
                <a16:creationId xmlns:a16="http://schemas.microsoft.com/office/drawing/2014/main" id="{C4B0DDF9-B451-43CB-90A1-1771ADBF1729}"/>
              </a:ext>
            </a:extLst>
          </p:cNvPr>
          <p:cNvSpPr>
            <a:spLocks noGrp="1"/>
          </p:cNvSpPr>
          <p:nvPr/>
        </p:nvSpPr>
        <p:spPr>
          <a:xfrm>
            <a:off x="609600" y="1695450"/>
            <a:ext cx="10972800" cy="112014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0/1 정사각형을 균일할 때까지 네 등분한 뒤 값 1인 최종 조각의 수를 반환한다.</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n=2ᵏ≤32. white_count(a,r,c,n)을 작성한다. C 열 폭은 32다. Python 또는 C 중</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하나로 함수를 작성하시오.</a:t>
            </a:r>
          </a:p>
        </p:txBody>
      </p:sp>
      <p:sp>
        <p:nvSpPr>
          <p:cNvPr id="9" name="text-405-64">
            <a:extLst>
              <a:ext uri="{FF2B5EF4-FFF2-40B4-BE49-F238E27FC236}">
                <a16:creationId xmlns:a16="http://schemas.microsoft.com/office/drawing/2014/main" id="{AE0C3E96-4D4B-4387-A67E-96A602622E0B}"/>
              </a:ext>
            </a:extLst>
          </p:cNvPr>
          <p:cNvSpPr>
            <a:spLocks noGrp="1"/>
          </p:cNvSpPr>
          <p:nvPr/>
        </p:nvSpPr>
        <p:spPr>
          <a:xfrm>
            <a:off x="609600" y="3857625"/>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함수의 동작, 경계 처리, 시간 복잡도를 함께 작성하시오.</a:t>
            </a:r>
          </a:p>
        </p:txBody>
      </p:sp>
      <p:sp>
        <p:nvSpPr>
          <p:cNvPr id="10" name="직사각형 9">
            <a:extLst>
              <a:ext uri="{FF2B5EF4-FFF2-40B4-BE49-F238E27FC236}">
                <a16:creationId xmlns:a16="http://schemas.microsoft.com/office/drawing/2014/main" id="{A2738C79-2E4A-4835-A27E-774D97E4821B}"/>
              </a:ext>
            </a:extLst>
          </p:cNvPr>
          <p:cNvSpPr>
            <a:spLocks noGrp="1"/>
          </p:cNvSpPr>
          <p:nvPr/>
        </p:nvSpPr>
        <p:spPr>
          <a:xfrm>
            <a:off x="609600" y="4495800"/>
            <a:ext cx="10972800" cy="9525"/>
          </a:xfrm>
          <a:prstGeom prst="rect">
            <a:avLst/>
          </a:prstGeom>
          <a:solidFill>
            <a:srgbClr val="D4D4D4"/>
          </a:solidFill>
          <a:ln w="0">
            <a:noFill/>
          </a:ln>
        </p:spPr>
      </p:sp>
      <p:sp>
        <p:nvSpPr>
          <p:cNvPr id="11" name="직사각형 10">
            <a:extLst>
              <a:ext uri="{FF2B5EF4-FFF2-40B4-BE49-F238E27FC236}">
                <a16:creationId xmlns:a16="http://schemas.microsoft.com/office/drawing/2014/main" id="{719FD1A2-1640-4D18-9CBE-F0C590B51492}"/>
              </a:ext>
            </a:extLst>
          </p:cNvPr>
          <p:cNvSpPr>
            <a:spLocks noGrp="1"/>
          </p:cNvSpPr>
          <p:nvPr/>
        </p:nvSpPr>
        <p:spPr>
          <a:xfrm>
            <a:off x="609600" y="5181600"/>
            <a:ext cx="10972800" cy="9525"/>
          </a:xfrm>
          <a:prstGeom prst="rect">
            <a:avLst/>
          </a:prstGeom>
          <a:solidFill>
            <a:srgbClr val="D4D4D4"/>
          </a:solidFill>
          <a:ln w="0">
            <a:noFill/>
          </a:ln>
        </p:spPr>
      </p:sp>
      <p:sp>
        <p:nvSpPr>
          <p:cNvPr id="12" name="직사각형 11">
            <a:extLst>
              <a:ext uri="{FF2B5EF4-FFF2-40B4-BE49-F238E27FC236}">
                <a16:creationId xmlns:a16="http://schemas.microsoft.com/office/drawing/2014/main" id="{2E1B0818-97C2-4521-AF22-0CADEFCFA1CC}"/>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p14:creationId xmlns:p14="http://schemas.microsoft.com/office/powerpoint/2010/main" val="462685519"/>
      </p:ext>
    </p:extLst>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E55BF6BF-8F27-4E6D-84B8-EA45A111A73E}"/>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Python/C 구현</a:t>
            </a:r>
          </a:p>
        </p:txBody>
      </p:sp>
      <p:sp>
        <p:nvSpPr>
          <p:cNvPr id="2" name="text-28-1080">
            <a:extLst>
              <a:ext uri="{FF2B5EF4-FFF2-40B4-BE49-F238E27FC236}">
                <a16:creationId xmlns:a16="http://schemas.microsoft.com/office/drawing/2014/main" id="{DE542465-47C5-4478-8FA7-BE22EC9EFB3D}"/>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CFE273F1-EE3D-4C8D-BBFB-49119B7BB27E}"/>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99  정답과 해설</a:t>
            </a:r>
          </a:p>
        </p:txBody>
      </p:sp>
      <p:sp>
        <p:nvSpPr>
          <p:cNvPr id="4" name="직사각형 3">
            <a:extLst>
              <a:ext uri="{FF2B5EF4-FFF2-40B4-BE49-F238E27FC236}">
                <a16:creationId xmlns:a16="http://schemas.microsoft.com/office/drawing/2014/main" id="{3EDE3AD8-2DC3-4260-9AAC-028243CF8AF4}"/>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0191AAA7-2C5F-4978-82E1-C5A7A9CD1CDB}"/>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2BDBE68C-0155-4506-8999-C73FEB491C51}"/>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2938D6B9-1008-4525-AAA3-5212060DC804}"/>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214</a:t>
            </a:r>
            <a:endParaRPr sz="1050" b="1" i="0">
              <a:solidFill>
                <a:srgbClr val="171717"/>
              </a:solidFill>
              <a:latin typeface="Consolas"/>
              <a:ea typeface="Consolas"/>
              <a:cs typeface="Consolas"/>
            </a:endParaRPr>
          </a:p>
        </p:txBody>
      </p:sp>
      <p:sp>
        <p:nvSpPr>
          <p:cNvPr id="8" name="text-178-64">
            <a:extLst>
              <a:ext uri="{FF2B5EF4-FFF2-40B4-BE49-F238E27FC236}">
                <a16:creationId xmlns:a16="http://schemas.microsoft.com/office/drawing/2014/main" id="{CB051D76-7E8B-4835-8201-582CFB460999}"/>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단색 종이 조각 수</a:t>
            </a:r>
          </a:p>
        </p:txBody>
      </p:sp>
      <p:sp>
        <p:nvSpPr>
          <p:cNvPr id="9" name="직사각형 8">
            <a:extLst>
              <a:ext uri="{FF2B5EF4-FFF2-40B4-BE49-F238E27FC236}">
                <a16:creationId xmlns:a16="http://schemas.microsoft.com/office/drawing/2014/main" id="{3806DD82-60FA-4BDD-9ACF-7BF076987290}"/>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96C2AD5B-827A-4123-9767-F36166458BEE}"/>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균일한 1 영역은 한 조각, 균일한 0 영역은 0개로 세고 나머지는 네 결과를 합한다.</a:t>
            </a:r>
          </a:p>
        </p:txBody>
      </p:sp>
      <p:sp>
        <p:nvSpPr>
          <p:cNvPr id="11" name="text-324.4-64">
            <a:extLst>
              <a:ext uri="{FF2B5EF4-FFF2-40B4-BE49-F238E27FC236}">
                <a16:creationId xmlns:a16="http://schemas.microsoft.com/office/drawing/2014/main" id="{7B037945-64C3-4A30-AB90-097933923175}"/>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C4F44A85-4A7A-4093-B2C3-DB299A89E195}"/>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5857B8FD-6906-434E-BC57-AF54714FE21C}"/>
              </a:ext>
            </a:extLst>
          </p:cNvPr>
          <p:cNvSpPr>
            <a:spLocks noGrp="1"/>
          </p:cNvSpPr>
          <p:nvPr/>
        </p:nvSpPr>
        <p:spPr>
          <a:xfrm>
            <a:off x="609600" y="3547110"/>
            <a:ext cx="10972800" cy="320040"/>
          </a:xfrm>
          <a:prstGeom prst="rect">
            <a:avLst/>
          </a:prstGeom>
          <a:noFill/>
          <a:ln w="0">
            <a:noFill/>
          </a:ln>
        </p:spPr>
        <p:txBody>
          <a:bodyPr wrap="squar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시간 O(n² log(n+1)) 상한. 1인 칸 수와 조각 수는 다르다.</a:t>
            </a:r>
          </a:p>
        </p:txBody>
      </p:sp>
    </p:spTree>
    <p:extLst>
      <p:ext uri="{BB962C8B-B14F-4D97-AF65-F5344CB8AC3E}">
        <p14:creationId xmlns:p14="http://schemas.microsoft.com/office/powerpoint/2010/main" val="462685519"/>
      </p:ext>
    </p:extLst>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9" name="text-28-64">
            <a:extLst>
              <a:ext uri="{FF2B5EF4-FFF2-40B4-BE49-F238E27FC236}">
                <a16:creationId xmlns:a16="http://schemas.microsoft.com/office/drawing/2014/main" id="{4F8A67A3-F90E-4B26-AB12-F8BC9325919E}"/>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Python/C 구현</a:t>
            </a:r>
          </a:p>
        </p:txBody>
      </p:sp>
      <p:sp>
        <p:nvSpPr>
          <p:cNvPr id="2" name="text-28-1080">
            <a:extLst>
              <a:ext uri="{FF2B5EF4-FFF2-40B4-BE49-F238E27FC236}">
                <a16:creationId xmlns:a16="http://schemas.microsoft.com/office/drawing/2014/main" id="{5E4893B4-C14B-446F-8837-84ED8F402814}"/>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9ACF15EA-59AA-43EE-833C-6BDB1010F3F5}"/>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99  Python 구현</a:t>
            </a:r>
          </a:p>
        </p:txBody>
      </p:sp>
      <p:sp>
        <p:nvSpPr>
          <p:cNvPr id="4" name="직사각형 3">
            <a:extLst>
              <a:ext uri="{FF2B5EF4-FFF2-40B4-BE49-F238E27FC236}">
                <a16:creationId xmlns:a16="http://schemas.microsoft.com/office/drawing/2014/main" id="{01C5FAF6-2F2A-469C-A35E-F806E14C7B91}"/>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309CC91E-7193-41A1-B288-A0258332E91F}"/>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03601060-1189-44E3-B3B8-1B3858F270F6}"/>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D00BC31A-BB4D-45A0-A05D-EC0936EEB28A}"/>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215</a:t>
            </a:r>
            <a:endParaRPr sz="1050" b="1" i="0">
              <a:solidFill>
                <a:srgbClr val="171717"/>
              </a:solidFill>
              <a:latin typeface="Consolas"/>
              <a:ea typeface="Consolas"/>
              <a:cs typeface="Consolas"/>
            </a:endParaRPr>
          </a:p>
        </p:txBody>
      </p:sp>
      <p:sp>
        <p:nvSpPr>
          <p:cNvPr id="8" name="text-163-64">
            <a:extLst>
              <a:ext uri="{FF2B5EF4-FFF2-40B4-BE49-F238E27FC236}">
                <a16:creationId xmlns:a16="http://schemas.microsoft.com/office/drawing/2014/main" id="{4DBAC3B2-F712-49E4-8421-46DEF6F59631}"/>
              </a:ext>
            </a:extLst>
          </p:cNvPr>
          <p:cNvSpPr>
            <a:spLocks noGrp="1"/>
          </p:cNvSpPr>
          <p:nvPr/>
        </p:nvSpPr>
        <p:spPr>
          <a:xfrm>
            <a:off x="609600" y="1552575"/>
            <a:ext cx="10972800" cy="266700"/>
          </a:xfrm>
          <a:prstGeom prst="rect">
            <a:avLst/>
          </a:prstGeom>
          <a:noFill/>
          <a:ln w="0">
            <a:noFill/>
          </a:ln>
        </p:spPr>
        <p:txBody>
          <a:bodyPr wrap="none" lIns="0" tIns="0" rIns="0" bIns="0" anchor="t">
            <a:noAutofit/>
          </a:bodyPr>
          <a:lstStyle/>
          <a:p>
            <a:pPr algn="l">
              <a:lnSpc>
                <a:spcPct val="108000"/>
              </a:lnSpc>
              <a:buNone/>
              <a:defRPr sz="1500" b="0" i="0">
                <a:solidFill>
                  <a:srgbClr val="606060"/>
                </a:solidFill>
                <a:latin typeface="Malgun Gothic"/>
                <a:ea typeface="Malgun Gothic"/>
                <a:cs typeface="Malgun Gothic"/>
              </a:defRPr>
            </a:pPr>
            <a:r>
              <a:rPr sz="1500" b="0" i="0">
                <a:solidFill>
                  <a:srgbClr val="606060"/>
                </a:solidFill>
                <a:latin typeface="Malgun Gothic"/>
                <a:ea typeface="Malgun Gothic"/>
                <a:cs typeface="Malgun Gothic"/>
              </a:rPr>
              <a:t>단색 종이 조각 수</a:t>
            </a:r>
          </a:p>
        </p:txBody>
      </p:sp>
      <p:sp>
        <p:nvSpPr>
          <p:cNvPr id="9" name="직사각형 8">
            <a:extLst>
              <a:ext uri="{FF2B5EF4-FFF2-40B4-BE49-F238E27FC236}">
                <a16:creationId xmlns:a16="http://schemas.microsoft.com/office/drawing/2014/main" id="{6E0F1482-C356-4C66-8F47-8D107ABBA43C}"/>
              </a:ext>
            </a:extLst>
          </p:cNvPr>
          <p:cNvSpPr>
            <a:spLocks noGrp="1"/>
          </p:cNvSpPr>
          <p:nvPr/>
        </p:nvSpPr>
        <p:spPr>
          <a:xfrm>
            <a:off x="609600" y="1981200"/>
            <a:ext cx="10972800" cy="3962400"/>
          </a:xfrm>
          <a:prstGeom prst="rect">
            <a:avLst/>
          </a:prstGeom>
          <a:solidFill>
            <a:srgbClr val="171717"/>
          </a:solidFill>
          <a:ln w="0">
            <a:noFill/>
          </a:ln>
        </p:spPr>
      </p:sp>
      <p:sp>
        <p:nvSpPr>
          <p:cNvPr id="10" name="text-222-81">
            <a:extLst>
              <a:ext uri="{FF2B5EF4-FFF2-40B4-BE49-F238E27FC236}">
                <a16:creationId xmlns:a16="http://schemas.microsoft.com/office/drawing/2014/main" id="{9BDB6568-D13C-45A9-A8BC-D4E169B81805}"/>
              </a:ext>
            </a:extLst>
          </p:cNvPr>
          <p:cNvSpPr>
            <a:spLocks noGrp="1"/>
          </p:cNvSpPr>
          <p:nvPr/>
        </p:nvSpPr>
        <p:spPr>
          <a:xfrm>
            <a:off x="771525" y="211455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01</a:t>
            </a:r>
          </a:p>
        </p:txBody>
      </p:sp>
      <p:sp>
        <p:nvSpPr>
          <p:cNvPr id="11" name="text-222-135">
            <a:extLst>
              <a:ext uri="{FF2B5EF4-FFF2-40B4-BE49-F238E27FC236}">
                <a16:creationId xmlns:a16="http://schemas.microsoft.com/office/drawing/2014/main" id="{D622C776-484F-4107-946E-2180E65AC341}"/>
              </a:ext>
            </a:extLst>
          </p:cNvPr>
          <p:cNvSpPr>
            <a:spLocks noGrp="1"/>
          </p:cNvSpPr>
          <p:nvPr/>
        </p:nvSpPr>
        <p:spPr>
          <a:xfrm>
            <a:off x="1285875" y="211455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def white_count(a, r, c, n):</a:t>
            </a:r>
          </a:p>
        </p:txBody>
      </p:sp>
      <p:sp>
        <p:nvSpPr>
          <p:cNvPr id="12" name="text-242.5-81">
            <a:extLst>
              <a:ext uri="{FF2B5EF4-FFF2-40B4-BE49-F238E27FC236}">
                <a16:creationId xmlns:a16="http://schemas.microsoft.com/office/drawing/2014/main" id="{C0EF1DB7-6226-4253-9305-447926EB324F}"/>
              </a:ext>
            </a:extLst>
          </p:cNvPr>
          <p:cNvSpPr>
            <a:spLocks noGrp="1"/>
          </p:cNvSpPr>
          <p:nvPr/>
        </p:nvSpPr>
        <p:spPr>
          <a:xfrm>
            <a:off x="771525" y="2309813"/>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02</a:t>
            </a:r>
          </a:p>
        </p:txBody>
      </p:sp>
      <p:sp>
        <p:nvSpPr>
          <p:cNvPr id="13" name="text-242.5-135">
            <a:extLst>
              <a:ext uri="{FF2B5EF4-FFF2-40B4-BE49-F238E27FC236}">
                <a16:creationId xmlns:a16="http://schemas.microsoft.com/office/drawing/2014/main" id="{1D936580-3BB8-4039-8445-C43C4319CCD8}"/>
              </a:ext>
            </a:extLst>
          </p:cNvPr>
          <p:cNvSpPr>
            <a:spLocks noGrp="1"/>
          </p:cNvSpPr>
          <p:nvPr/>
        </p:nvSpPr>
        <p:spPr>
          <a:xfrm>
            <a:off x="1285875" y="2309813"/>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value = a[r][c]</a:t>
            </a:r>
          </a:p>
        </p:txBody>
      </p:sp>
      <p:sp>
        <p:nvSpPr>
          <p:cNvPr id="14" name="text-263-81">
            <a:extLst>
              <a:ext uri="{FF2B5EF4-FFF2-40B4-BE49-F238E27FC236}">
                <a16:creationId xmlns:a16="http://schemas.microsoft.com/office/drawing/2014/main" id="{CFB5BDE6-4052-4B3E-BD26-642E24B697DA}"/>
              </a:ext>
            </a:extLst>
          </p:cNvPr>
          <p:cNvSpPr>
            <a:spLocks noGrp="1"/>
          </p:cNvSpPr>
          <p:nvPr/>
        </p:nvSpPr>
        <p:spPr>
          <a:xfrm>
            <a:off x="771525" y="2505075"/>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03</a:t>
            </a:r>
          </a:p>
        </p:txBody>
      </p:sp>
      <p:sp>
        <p:nvSpPr>
          <p:cNvPr id="15" name="text-263-135">
            <a:extLst>
              <a:ext uri="{FF2B5EF4-FFF2-40B4-BE49-F238E27FC236}">
                <a16:creationId xmlns:a16="http://schemas.microsoft.com/office/drawing/2014/main" id="{020C5776-7820-4BD1-9D33-1D3DED659EEA}"/>
              </a:ext>
            </a:extLst>
          </p:cNvPr>
          <p:cNvSpPr>
            <a:spLocks noGrp="1"/>
          </p:cNvSpPr>
          <p:nvPr/>
        </p:nvSpPr>
        <p:spPr>
          <a:xfrm>
            <a:off x="1285875" y="2505075"/>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if all(a[i][j] == value</a:t>
            </a:r>
          </a:p>
        </p:txBody>
      </p:sp>
      <p:sp>
        <p:nvSpPr>
          <p:cNvPr id="16" name="text-283.5-81">
            <a:extLst>
              <a:ext uri="{FF2B5EF4-FFF2-40B4-BE49-F238E27FC236}">
                <a16:creationId xmlns:a16="http://schemas.microsoft.com/office/drawing/2014/main" id="{C0DDFD9A-03C3-4E65-95AA-59D1B3617D04}"/>
              </a:ext>
            </a:extLst>
          </p:cNvPr>
          <p:cNvSpPr>
            <a:spLocks noGrp="1"/>
          </p:cNvSpPr>
          <p:nvPr/>
        </p:nvSpPr>
        <p:spPr>
          <a:xfrm>
            <a:off x="771525" y="2700338"/>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04</a:t>
            </a:r>
          </a:p>
        </p:txBody>
      </p:sp>
      <p:sp>
        <p:nvSpPr>
          <p:cNvPr id="17" name="text-283.5-135">
            <a:extLst>
              <a:ext uri="{FF2B5EF4-FFF2-40B4-BE49-F238E27FC236}">
                <a16:creationId xmlns:a16="http://schemas.microsoft.com/office/drawing/2014/main" id="{D0F380A1-B31C-4F68-A0DD-553363BE07DA}"/>
              </a:ext>
            </a:extLst>
          </p:cNvPr>
          <p:cNvSpPr>
            <a:spLocks noGrp="1"/>
          </p:cNvSpPr>
          <p:nvPr/>
        </p:nvSpPr>
        <p:spPr>
          <a:xfrm>
            <a:off x="1285875" y="2700338"/>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for i in range(r, r+n) for j in range(c, c+n)):</a:t>
            </a:r>
          </a:p>
        </p:txBody>
      </p:sp>
      <p:sp>
        <p:nvSpPr>
          <p:cNvPr id="18" name="text-304-81">
            <a:extLst>
              <a:ext uri="{FF2B5EF4-FFF2-40B4-BE49-F238E27FC236}">
                <a16:creationId xmlns:a16="http://schemas.microsoft.com/office/drawing/2014/main" id="{3BBAF8EE-AD7E-4F69-9AC4-57D3E8729568}"/>
              </a:ext>
            </a:extLst>
          </p:cNvPr>
          <p:cNvSpPr>
            <a:spLocks noGrp="1"/>
          </p:cNvSpPr>
          <p:nvPr/>
        </p:nvSpPr>
        <p:spPr>
          <a:xfrm>
            <a:off x="771525" y="289560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05</a:t>
            </a:r>
          </a:p>
        </p:txBody>
      </p:sp>
      <p:sp>
        <p:nvSpPr>
          <p:cNvPr id="19" name="text-304-135">
            <a:extLst>
              <a:ext uri="{FF2B5EF4-FFF2-40B4-BE49-F238E27FC236}">
                <a16:creationId xmlns:a16="http://schemas.microsoft.com/office/drawing/2014/main" id="{488223FD-6259-4AFC-A988-E7105FCCB2B6}"/>
              </a:ext>
            </a:extLst>
          </p:cNvPr>
          <p:cNvSpPr>
            <a:spLocks noGrp="1"/>
          </p:cNvSpPr>
          <p:nvPr/>
        </p:nvSpPr>
        <p:spPr>
          <a:xfrm>
            <a:off x="1285875" y="289560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return value</a:t>
            </a:r>
          </a:p>
        </p:txBody>
      </p:sp>
      <p:sp>
        <p:nvSpPr>
          <p:cNvPr id="20" name="text-324.5-81">
            <a:extLst>
              <a:ext uri="{FF2B5EF4-FFF2-40B4-BE49-F238E27FC236}">
                <a16:creationId xmlns:a16="http://schemas.microsoft.com/office/drawing/2014/main" id="{A3D101B3-12ED-4909-86F5-EA3F8A1FE342}"/>
              </a:ext>
            </a:extLst>
          </p:cNvPr>
          <p:cNvSpPr>
            <a:spLocks noGrp="1"/>
          </p:cNvSpPr>
          <p:nvPr/>
        </p:nvSpPr>
        <p:spPr>
          <a:xfrm>
            <a:off x="771525" y="3090863"/>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06</a:t>
            </a:r>
          </a:p>
        </p:txBody>
      </p:sp>
      <p:sp>
        <p:nvSpPr>
          <p:cNvPr id="21" name="text-324.5-135">
            <a:extLst>
              <a:ext uri="{FF2B5EF4-FFF2-40B4-BE49-F238E27FC236}">
                <a16:creationId xmlns:a16="http://schemas.microsoft.com/office/drawing/2014/main" id="{9AEBA387-A05E-4D0E-AA3D-2907EF42379C}"/>
              </a:ext>
            </a:extLst>
          </p:cNvPr>
          <p:cNvSpPr>
            <a:spLocks noGrp="1"/>
          </p:cNvSpPr>
          <p:nvPr/>
        </p:nvSpPr>
        <p:spPr>
          <a:xfrm>
            <a:off x="1285875" y="3090863"/>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h = n // 2</a:t>
            </a:r>
          </a:p>
        </p:txBody>
      </p:sp>
      <p:sp>
        <p:nvSpPr>
          <p:cNvPr id="22" name="text-345-81">
            <a:extLst>
              <a:ext uri="{FF2B5EF4-FFF2-40B4-BE49-F238E27FC236}">
                <a16:creationId xmlns:a16="http://schemas.microsoft.com/office/drawing/2014/main" id="{F2121400-A50C-429E-85A4-2A9BCAAB955F}"/>
              </a:ext>
            </a:extLst>
          </p:cNvPr>
          <p:cNvSpPr>
            <a:spLocks noGrp="1"/>
          </p:cNvSpPr>
          <p:nvPr/>
        </p:nvSpPr>
        <p:spPr>
          <a:xfrm>
            <a:off x="771525" y="3286125"/>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07</a:t>
            </a:r>
          </a:p>
        </p:txBody>
      </p:sp>
      <p:sp>
        <p:nvSpPr>
          <p:cNvPr id="23" name="text-345-135">
            <a:extLst>
              <a:ext uri="{FF2B5EF4-FFF2-40B4-BE49-F238E27FC236}">
                <a16:creationId xmlns:a16="http://schemas.microsoft.com/office/drawing/2014/main" id="{3131FBB0-FE68-4B35-A0E9-83FC29B8CCDE}"/>
              </a:ext>
            </a:extLst>
          </p:cNvPr>
          <p:cNvSpPr>
            <a:spLocks noGrp="1"/>
          </p:cNvSpPr>
          <p:nvPr/>
        </p:nvSpPr>
        <p:spPr>
          <a:xfrm>
            <a:off x="1285875" y="3286125"/>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return (white_count(a,r,c,h) + white_count(a,r,c+h,h)</a:t>
            </a:r>
          </a:p>
        </p:txBody>
      </p:sp>
      <p:sp>
        <p:nvSpPr>
          <p:cNvPr id="24" name="text-365.5-81">
            <a:extLst>
              <a:ext uri="{FF2B5EF4-FFF2-40B4-BE49-F238E27FC236}">
                <a16:creationId xmlns:a16="http://schemas.microsoft.com/office/drawing/2014/main" id="{326BEE00-00E8-4D6F-B486-86F13AEF684B}"/>
              </a:ext>
            </a:extLst>
          </p:cNvPr>
          <p:cNvSpPr>
            <a:spLocks noGrp="1"/>
          </p:cNvSpPr>
          <p:nvPr/>
        </p:nvSpPr>
        <p:spPr>
          <a:xfrm>
            <a:off x="771525" y="3481388"/>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08</a:t>
            </a:r>
          </a:p>
        </p:txBody>
      </p:sp>
      <p:sp>
        <p:nvSpPr>
          <p:cNvPr id="25" name="text-365.5-135">
            <a:extLst>
              <a:ext uri="{FF2B5EF4-FFF2-40B4-BE49-F238E27FC236}">
                <a16:creationId xmlns:a16="http://schemas.microsoft.com/office/drawing/2014/main" id="{FE6ADD01-B713-41D4-B47F-3F454FDA7DAE}"/>
              </a:ext>
            </a:extLst>
          </p:cNvPr>
          <p:cNvSpPr>
            <a:spLocks noGrp="1"/>
          </p:cNvSpPr>
          <p:nvPr/>
        </p:nvSpPr>
        <p:spPr>
          <a:xfrm>
            <a:off x="1285875" y="3481388"/>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 white_count(a,r+h,c,h)</a:t>
            </a:r>
          </a:p>
        </p:txBody>
      </p:sp>
      <p:sp>
        <p:nvSpPr>
          <p:cNvPr id="26" name="text-386-81">
            <a:extLst>
              <a:ext uri="{FF2B5EF4-FFF2-40B4-BE49-F238E27FC236}">
                <a16:creationId xmlns:a16="http://schemas.microsoft.com/office/drawing/2014/main" id="{7936460E-753D-4E78-824A-4368169B6ADE}"/>
              </a:ext>
            </a:extLst>
          </p:cNvPr>
          <p:cNvSpPr>
            <a:spLocks noGrp="1"/>
          </p:cNvSpPr>
          <p:nvPr/>
        </p:nvSpPr>
        <p:spPr>
          <a:xfrm>
            <a:off x="771525" y="367665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09</a:t>
            </a:r>
          </a:p>
        </p:txBody>
      </p:sp>
      <p:sp>
        <p:nvSpPr>
          <p:cNvPr id="27" name="text-386-135">
            <a:extLst>
              <a:ext uri="{FF2B5EF4-FFF2-40B4-BE49-F238E27FC236}">
                <a16:creationId xmlns:a16="http://schemas.microsoft.com/office/drawing/2014/main" id="{275799EE-7935-416A-81B3-C6865663FBEE}"/>
              </a:ext>
            </a:extLst>
          </p:cNvPr>
          <p:cNvSpPr>
            <a:spLocks noGrp="1"/>
          </p:cNvSpPr>
          <p:nvPr/>
        </p:nvSpPr>
        <p:spPr>
          <a:xfrm>
            <a:off x="1285875" y="367665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 white_count(a,r+h,c+h,h))</a:t>
            </a:r>
          </a:p>
        </p:txBody>
      </p:sp>
      <p:sp>
        <p:nvSpPr>
          <p:cNvPr id="28" name="text-635-64">
            <a:extLst>
              <a:ext uri="{FF2B5EF4-FFF2-40B4-BE49-F238E27FC236}">
                <a16:creationId xmlns:a16="http://schemas.microsoft.com/office/drawing/2014/main" id="{B3FC7CE0-4DE1-40BE-8D7C-1AC79222A03F}"/>
              </a:ext>
            </a:extLst>
          </p:cNvPr>
          <p:cNvSpPr>
            <a:spLocks noGrp="1"/>
          </p:cNvSpPr>
          <p:nvPr/>
        </p:nvSpPr>
        <p:spPr>
          <a:xfrm>
            <a:off x="609600" y="6048375"/>
            <a:ext cx="10972800" cy="213360"/>
          </a:xfrm>
          <a:prstGeom prst="rect">
            <a:avLst/>
          </a:prstGeom>
          <a:noFill/>
          <a:ln w="0">
            <a:noFill/>
          </a:ln>
        </p:spPr>
        <p:txBody>
          <a:bodyPr wrap="square" lIns="0" tIns="0" rIns="0" bIns="0" anchor="t">
            <a:noAutofit/>
          </a:bodyPr>
          <a:lstStyle/>
          <a:p>
            <a:pPr algn="l">
              <a:lnSpc>
                <a:spcPct val="108000"/>
              </a:lnSpc>
              <a:buNone/>
              <a:defRPr sz="1200" b="0" i="0">
                <a:solidFill>
                  <a:srgbClr val="606060"/>
                </a:solidFill>
                <a:latin typeface="Malgun Gothic"/>
                <a:ea typeface="Malgun Gothic"/>
                <a:cs typeface="Malgun Gothic"/>
              </a:defRPr>
            </a:pPr>
            <a:r>
              <a:rPr sz="1200" b="0" i="0">
                <a:solidFill>
                  <a:srgbClr val="606060"/>
                </a:solidFill>
                <a:latin typeface="Malgun Gothic"/>
                <a:ea typeface="Malgun Gothic"/>
                <a:cs typeface="Malgun Gothic"/>
              </a:rPr>
              <a:t>시간 O(n² log(n+1)) 상한. 1인 칸 수와 조각 수는 다르다.</a:t>
            </a:r>
          </a:p>
        </p:txBody>
      </p:sp>
    </p:spTree>
    <p:extLst>
      <p:ext uri="{BB962C8B-B14F-4D97-AF65-F5344CB8AC3E}">
        <p14:creationId xmlns:p14="http://schemas.microsoft.com/office/powerpoint/2010/main" val="462685519"/>
      </p:ext>
    </p:extLst>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1" name="text-28-64">
            <a:extLst>
              <a:ext uri="{FF2B5EF4-FFF2-40B4-BE49-F238E27FC236}">
                <a16:creationId xmlns:a16="http://schemas.microsoft.com/office/drawing/2014/main" id="{CDDC7FDC-B4BE-40AB-825D-17DD9B34E690}"/>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Python/C 구현</a:t>
            </a:r>
          </a:p>
        </p:txBody>
      </p:sp>
      <p:sp>
        <p:nvSpPr>
          <p:cNvPr id="2" name="text-28-1080">
            <a:extLst>
              <a:ext uri="{FF2B5EF4-FFF2-40B4-BE49-F238E27FC236}">
                <a16:creationId xmlns:a16="http://schemas.microsoft.com/office/drawing/2014/main" id="{46F321E6-5098-4D60-8F50-35DFBA256788}"/>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02A38DE3-296E-46E2-876E-4D84B8E120DB}"/>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99  C 구현</a:t>
            </a:r>
          </a:p>
        </p:txBody>
      </p:sp>
      <p:sp>
        <p:nvSpPr>
          <p:cNvPr id="4" name="직사각형 3">
            <a:extLst>
              <a:ext uri="{FF2B5EF4-FFF2-40B4-BE49-F238E27FC236}">
                <a16:creationId xmlns:a16="http://schemas.microsoft.com/office/drawing/2014/main" id="{D7E1F9DF-14FB-4604-897E-95C68C3215C9}"/>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8454FFFA-4EF8-4370-9B16-2F48F615BB10}"/>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DC6E4209-9E19-458C-98F3-FFD2AF94CE09}"/>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FA6B395A-92CA-4ADD-A306-8E0774BF1A39}"/>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216</a:t>
            </a:r>
            <a:endParaRPr sz="1050" b="1" i="0">
              <a:solidFill>
                <a:srgbClr val="171717"/>
              </a:solidFill>
              <a:latin typeface="Consolas"/>
              <a:ea typeface="Consolas"/>
              <a:cs typeface="Consolas"/>
            </a:endParaRPr>
          </a:p>
        </p:txBody>
      </p:sp>
      <p:sp>
        <p:nvSpPr>
          <p:cNvPr id="8" name="text-163-64">
            <a:extLst>
              <a:ext uri="{FF2B5EF4-FFF2-40B4-BE49-F238E27FC236}">
                <a16:creationId xmlns:a16="http://schemas.microsoft.com/office/drawing/2014/main" id="{9CAA364F-2A27-428E-B377-C1545241CA97}"/>
              </a:ext>
            </a:extLst>
          </p:cNvPr>
          <p:cNvSpPr>
            <a:spLocks noGrp="1"/>
          </p:cNvSpPr>
          <p:nvPr/>
        </p:nvSpPr>
        <p:spPr>
          <a:xfrm>
            <a:off x="609600" y="1552575"/>
            <a:ext cx="10972800" cy="266700"/>
          </a:xfrm>
          <a:prstGeom prst="rect">
            <a:avLst/>
          </a:prstGeom>
          <a:noFill/>
          <a:ln w="0">
            <a:noFill/>
          </a:ln>
        </p:spPr>
        <p:txBody>
          <a:bodyPr wrap="none" lIns="0" tIns="0" rIns="0" bIns="0" anchor="t">
            <a:noAutofit/>
          </a:bodyPr>
          <a:lstStyle/>
          <a:p>
            <a:pPr algn="l">
              <a:lnSpc>
                <a:spcPct val="108000"/>
              </a:lnSpc>
              <a:buNone/>
              <a:defRPr sz="1500" b="0" i="0">
                <a:solidFill>
                  <a:srgbClr val="606060"/>
                </a:solidFill>
                <a:latin typeface="Malgun Gothic"/>
                <a:ea typeface="Malgun Gothic"/>
                <a:cs typeface="Malgun Gothic"/>
              </a:defRPr>
            </a:pPr>
            <a:r>
              <a:rPr sz="1500" b="0" i="0">
                <a:solidFill>
                  <a:srgbClr val="606060"/>
                </a:solidFill>
                <a:latin typeface="Malgun Gothic"/>
                <a:ea typeface="Malgun Gothic"/>
                <a:cs typeface="Malgun Gothic"/>
              </a:rPr>
              <a:t>단색 종이 조각 수</a:t>
            </a:r>
          </a:p>
        </p:txBody>
      </p:sp>
      <p:sp>
        <p:nvSpPr>
          <p:cNvPr id="9" name="직사각형 8">
            <a:extLst>
              <a:ext uri="{FF2B5EF4-FFF2-40B4-BE49-F238E27FC236}">
                <a16:creationId xmlns:a16="http://schemas.microsoft.com/office/drawing/2014/main" id="{E64E9CDC-725E-40E6-993D-A16BE99A03DD}"/>
              </a:ext>
            </a:extLst>
          </p:cNvPr>
          <p:cNvSpPr>
            <a:spLocks noGrp="1"/>
          </p:cNvSpPr>
          <p:nvPr/>
        </p:nvSpPr>
        <p:spPr>
          <a:xfrm>
            <a:off x="609600" y="1981200"/>
            <a:ext cx="10972800" cy="3962400"/>
          </a:xfrm>
          <a:prstGeom prst="rect">
            <a:avLst/>
          </a:prstGeom>
          <a:solidFill>
            <a:srgbClr val="171717"/>
          </a:solidFill>
          <a:ln w="0">
            <a:noFill/>
          </a:ln>
        </p:spPr>
      </p:sp>
      <p:sp>
        <p:nvSpPr>
          <p:cNvPr id="10" name="text-222-81">
            <a:extLst>
              <a:ext uri="{FF2B5EF4-FFF2-40B4-BE49-F238E27FC236}">
                <a16:creationId xmlns:a16="http://schemas.microsoft.com/office/drawing/2014/main" id="{9AD9BABD-83CD-4633-8EFB-E05BEF193678}"/>
              </a:ext>
            </a:extLst>
          </p:cNvPr>
          <p:cNvSpPr>
            <a:spLocks noGrp="1"/>
          </p:cNvSpPr>
          <p:nvPr/>
        </p:nvSpPr>
        <p:spPr>
          <a:xfrm>
            <a:off x="771525" y="211455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01</a:t>
            </a:r>
          </a:p>
        </p:txBody>
      </p:sp>
      <p:sp>
        <p:nvSpPr>
          <p:cNvPr id="11" name="text-222-135">
            <a:extLst>
              <a:ext uri="{FF2B5EF4-FFF2-40B4-BE49-F238E27FC236}">
                <a16:creationId xmlns:a16="http://schemas.microsoft.com/office/drawing/2014/main" id="{B68AAD8F-A6F2-4CED-99E0-EA7235B83B9C}"/>
              </a:ext>
            </a:extLst>
          </p:cNvPr>
          <p:cNvSpPr>
            <a:spLocks noGrp="1"/>
          </p:cNvSpPr>
          <p:nvPr/>
        </p:nvSpPr>
        <p:spPr>
          <a:xfrm>
            <a:off x="1285875" y="211455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int white_count(const int a[][32], int r, int c, int n) {</a:t>
            </a:r>
          </a:p>
        </p:txBody>
      </p:sp>
      <p:sp>
        <p:nvSpPr>
          <p:cNvPr id="12" name="text-242.5-81">
            <a:extLst>
              <a:ext uri="{FF2B5EF4-FFF2-40B4-BE49-F238E27FC236}">
                <a16:creationId xmlns:a16="http://schemas.microsoft.com/office/drawing/2014/main" id="{D18848DE-1435-47FF-9F40-663199E883EB}"/>
              </a:ext>
            </a:extLst>
          </p:cNvPr>
          <p:cNvSpPr>
            <a:spLocks noGrp="1"/>
          </p:cNvSpPr>
          <p:nvPr/>
        </p:nvSpPr>
        <p:spPr>
          <a:xfrm>
            <a:off x="771525" y="2309813"/>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02</a:t>
            </a:r>
          </a:p>
        </p:txBody>
      </p:sp>
      <p:sp>
        <p:nvSpPr>
          <p:cNvPr id="13" name="text-242.5-135">
            <a:extLst>
              <a:ext uri="{FF2B5EF4-FFF2-40B4-BE49-F238E27FC236}">
                <a16:creationId xmlns:a16="http://schemas.microsoft.com/office/drawing/2014/main" id="{EE80F4B0-C849-47EE-86B1-CDF6747B94A2}"/>
              </a:ext>
            </a:extLst>
          </p:cNvPr>
          <p:cNvSpPr>
            <a:spLocks noGrp="1"/>
          </p:cNvSpPr>
          <p:nvPr/>
        </p:nvSpPr>
        <p:spPr>
          <a:xfrm>
            <a:off x="1285875" y="2309813"/>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int same=1, value=a[r][c];</a:t>
            </a:r>
          </a:p>
        </p:txBody>
      </p:sp>
      <p:sp>
        <p:nvSpPr>
          <p:cNvPr id="14" name="text-263-81">
            <a:extLst>
              <a:ext uri="{FF2B5EF4-FFF2-40B4-BE49-F238E27FC236}">
                <a16:creationId xmlns:a16="http://schemas.microsoft.com/office/drawing/2014/main" id="{639E7028-AD7A-4E80-B283-9CEF0B578B8C}"/>
              </a:ext>
            </a:extLst>
          </p:cNvPr>
          <p:cNvSpPr>
            <a:spLocks noGrp="1"/>
          </p:cNvSpPr>
          <p:nvPr/>
        </p:nvSpPr>
        <p:spPr>
          <a:xfrm>
            <a:off x="771525" y="2505075"/>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03</a:t>
            </a:r>
          </a:p>
        </p:txBody>
      </p:sp>
      <p:sp>
        <p:nvSpPr>
          <p:cNvPr id="15" name="text-263-135">
            <a:extLst>
              <a:ext uri="{FF2B5EF4-FFF2-40B4-BE49-F238E27FC236}">
                <a16:creationId xmlns:a16="http://schemas.microsoft.com/office/drawing/2014/main" id="{32F589C5-000F-41F3-AE03-A4130D5B6A1F}"/>
              </a:ext>
            </a:extLst>
          </p:cNvPr>
          <p:cNvSpPr>
            <a:spLocks noGrp="1"/>
          </p:cNvSpPr>
          <p:nvPr/>
        </p:nvSpPr>
        <p:spPr>
          <a:xfrm>
            <a:off x="1285875" y="2505075"/>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for (int i=r; i&lt;r+n; ++i)</a:t>
            </a:r>
          </a:p>
        </p:txBody>
      </p:sp>
      <p:sp>
        <p:nvSpPr>
          <p:cNvPr id="16" name="text-283.5-81">
            <a:extLst>
              <a:ext uri="{FF2B5EF4-FFF2-40B4-BE49-F238E27FC236}">
                <a16:creationId xmlns:a16="http://schemas.microsoft.com/office/drawing/2014/main" id="{77C671EA-34E4-478A-8F3D-2F42F7E1477E}"/>
              </a:ext>
            </a:extLst>
          </p:cNvPr>
          <p:cNvSpPr>
            <a:spLocks noGrp="1"/>
          </p:cNvSpPr>
          <p:nvPr/>
        </p:nvSpPr>
        <p:spPr>
          <a:xfrm>
            <a:off x="771525" y="2700338"/>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04</a:t>
            </a:r>
          </a:p>
        </p:txBody>
      </p:sp>
      <p:sp>
        <p:nvSpPr>
          <p:cNvPr id="17" name="text-283.5-135">
            <a:extLst>
              <a:ext uri="{FF2B5EF4-FFF2-40B4-BE49-F238E27FC236}">
                <a16:creationId xmlns:a16="http://schemas.microsoft.com/office/drawing/2014/main" id="{CFFA37F9-A2AD-4D31-A3BF-DDC453D40495}"/>
              </a:ext>
            </a:extLst>
          </p:cNvPr>
          <p:cNvSpPr>
            <a:spLocks noGrp="1"/>
          </p:cNvSpPr>
          <p:nvPr/>
        </p:nvSpPr>
        <p:spPr>
          <a:xfrm>
            <a:off x="1285875" y="2700338"/>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for (int j=c; j&lt;c+n; ++j)</a:t>
            </a:r>
          </a:p>
        </p:txBody>
      </p:sp>
      <p:sp>
        <p:nvSpPr>
          <p:cNvPr id="18" name="text-304-81">
            <a:extLst>
              <a:ext uri="{FF2B5EF4-FFF2-40B4-BE49-F238E27FC236}">
                <a16:creationId xmlns:a16="http://schemas.microsoft.com/office/drawing/2014/main" id="{C809FB36-7E9E-40AA-9C31-26314FAB6AFA}"/>
              </a:ext>
            </a:extLst>
          </p:cNvPr>
          <p:cNvSpPr>
            <a:spLocks noGrp="1"/>
          </p:cNvSpPr>
          <p:nvPr/>
        </p:nvSpPr>
        <p:spPr>
          <a:xfrm>
            <a:off x="771525" y="289560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05</a:t>
            </a:r>
          </a:p>
        </p:txBody>
      </p:sp>
      <p:sp>
        <p:nvSpPr>
          <p:cNvPr id="19" name="text-304-135">
            <a:extLst>
              <a:ext uri="{FF2B5EF4-FFF2-40B4-BE49-F238E27FC236}">
                <a16:creationId xmlns:a16="http://schemas.microsoft.com/office/drawing/2014/main" id="{E7157BEA-6CAA-4F10-ACEC-3524DE97BD1E}"/>
              </a:ext>
            </a:extLst>
          </p:cNvPr>
          <p:cNvSpPr>
            <a:spLocks noGrp="1"/>
          </p:cNvSpPr>
          <p:nvPr/>
        </p:nvSpPr>
        <p:spPr>
          <a:xfrm>
            <a:off x="1285875" y="289560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if (a[i][j]!=value) same=0;</a:t>
            </a:r>
          </a:p>
        </p:txBody>
      </p:sp>
      <p:sp>
        <p:nvSpPr>
          <p:cNvPr id="20" name="text-324.5-81">
            <a:extLst>
              <a:ext uri="{FF2B5EF4-FFF2-40B4-BE49-F238E27FC236}">
                <a16:creationId xmlns:a16="http://schemas.microsoft.com/office/drawing/2014/main" id="{1329F2EF-1034-454C-AE86-1F133CA8D8A4}"/>
              </a:ext>
            </a:extLst>
          </p:cNvPr>
          <p:cNvSpPr>
            <a:spLocks noGrp="1"/>
          </p:cNvSpPr>
          <p:nvPr/>
        </p:nvSpPr>
        <p:spPr>
          <a:xfrm>
            <a:off x="771525" y="3090863"/>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06</a:t>
            </a:r>
          </a:p>
        </p:txBody>
      </p:sp>
      <p:sp>
        <p:nvSpPr>
          <p:cNvPr id="21" name="text-324.5-135">
            <a:extLst>
              <a:ext uri="{FF2B5EF4-FFF2-40B4-BE49-F238E27FC236}">
                <a16:creationId xmlns:a16="http://schemas.microsoft.com/office/drawing/2014/main" id="{F9EB5723-E42B-46C3-998C-326F5F167C65}"/>
              </a:ext>
            </a:extLst>
          </p:cNvPr>
          <p:cNvSpPr>
            <a:spLocks noGrp="1"/>
          </p:cNvSpPr>
          <p:nvPr/>
        </p:nvSpPr>
        <p:spPr>
          <a:xfrm>
            <a:off x="1285875" y="3090863"/>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if (same) return value;</a:t>
            </a:r>
          </a:p>
        </p:txBody>
      </p:sp>
      <p:sp>
        <p:nvSpPr>
          <p:cNvPr id="22" name="text-345-81">
            <a:extLst>
              <a:ext uri="{FF2B5EF4-FFF2-40B4-BE49-F238E27FC236}">
                <a16:creationId xmlns:a16="http://schemas.microsoft.com/office/drawing/2014/main" id="{02BAB3E4-E1A1-4085-BF4A-129D716C28C2}"/>
              </a:ext>
            </a:extLst>
          </p:cNvPr>
          <p:cNvSpPr>
            <a:spLocks noGrp="1"/>
          </p:cNvSpPr>
          <p:nvPr/>
        </p:nvSpPr>
        <p:spPr>
          <a:xfrm>
            <a:off x="771525" y="3286125"/>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07</a:t>
            </a:r>
          </a:p>
        </p:txBody>
      </p:sp>
      <p:sp>
        <p:nvSpPr>
          <p:cNvPr id="23" name="text-345-135">
            <a:extLst>
              <a:ext uri="{FF2B5EF4-FFF2-40B4-BE49-F238E27FC236}">
                <a16:creationId xmlns:a16="http://schemas.microsoft.com/office/drawing/2014/main" id="{0E5E2BE1-3691-4468-880D-A459E6EF9CEC}"/>
              </a:ext>
            </a:extLst>
          </p:cNvPr>
          <p:cNvSpPr>
            <a:spLocks noGrp="1"/>
          </p:cNvSpPr>
          <p:nvPr/>
        </p:nvSpPr>
        <p:spPr>
          <a:xfrm>
            <a:off x="1285875" y="3286125"/>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int h=n/2;</a:t>
            </a:r>
          </a:p>
        </p:txBody>
      </p:sp>
      <p:sp>
        <p:nvSpPr>
          <p:cNvPr id="24" name="text-365.5-81">
            <a:extLst>
              <a:ext uri="{FF2B5EF4-FFF2-40B4-BE49-F238E27FC236}">
                <a16:creationId xmlns:a16="http://schemas.microsoft.com/office/drawing/2014/main" id="{800AFD82-9DD8-4AE7-BEDB-13061628E53C}"/>
              </a:ext>
            </a:extLst>
          </p:cNvPr>
          <p:cNvSpPr>
            <a:spLocks noGrp="1"/>
          </p:cNvSpPr>
          <p:nvPr/>
        </p:nvSpPr>
        <p:spPr>
          <a:xfrm>
            <a:off x="771525" y="3481388"/>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08</a:t>
            </a:r>
          </a:p>
        </p:txBody>
      </p:sp>
      <p:sp>
        <p:nvSpPr>
          <p:cNvPr id="25" name="text-365.5-135">
            <a:extLst>
              <a:ext uri="{FF2B5EF4-FFF2-40B4-BE49-F238E27FC236}">
                <a16:creationId xmlns:a16="http://schemas.microsoft.com/office/drawing/2014/main" id="{88DE2C6B-FB7D-483B-9823-A76BA38C824D}"/>
              </a:ext>
            </a:extLst>
          </p:cNvPr>
          <p:cNvSpPr>
            <a:spLocks noGrp="1"/>
          </p:cNvSpPr>
          <p:nvPr/>
        </p:nvSpPr>
        <p:spPr>
          <a:xfrm>
            <a:off x="1285875" y="3481388"/>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return white_count(a,r,c,h)+white_count(a,r,c+h,h)</a:t>
            </a:r>
          </a:p>
        </p:txBody>
      </p:sp>
      <p:sp>
        <p:nvSpPr>
          <p:cNvPr id="26" name="text-386-81">
            <a:extLst>
              <a:ext uri="{FF2B5EF4-FFF2-40B4-BE49-F238E27FC236}">
                <a16:creationId xmlns:a16="http://schemas.microsoft.com/office/drawing/2014/main" id="{7B40F0B3-DC4C-414D-9CAF-1968CF4BF9ED}"/>
              </a:ext>
            </a:extLst>
          </p:cNvPr>
          <p:cNvSpPr>
            <a:spLocks noGrp="1"/>
          </p:cNvSpPr>
          <p:nvPr/>
        </p:nvSpPr>
        <p:spPr>
          <a:xfrm>
            <a:off x="771525" y="367665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09</a:t>
            </a:r>
          </a:p>
        </p:txBody>
      </p:sp>
      <p:sp>
        <p:nvSpPr>
          <p:cNvPr id="27" name="text-386-135">
            <a:extLst>
              <a:ext uri="{FF2B5EF4-FFF2-40B4-BE49-F238E27FC236}">
                <a16:creationId xmlns:a16="http://schemas.microsoft.com/office/drawing/2014/main" id="{08F61A3F-A529-4100-BFB0-AF7387A61B26}"/>
              </a:ext>
            </a:extLst>
          </p:cNvPr>
          <p:cNvSpPr>
            <a:spLocks noGrp="1"/>
          </p:cNvSpPr>
          <p:nvPr/>
        </p:nvSpPr>
        <p:spPr>
          <a:xfrm>
            <a:off x="1285875" y="367665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 white_count(a,r+h,c,h)+white_count(a,r+h,c+h,h);</a:t>
            </a:r>
          </a:p>
        </p:txBody>
      </p:sp>
      <p:sp>
        <p:nvSpPr>
          <p:cNvPr id="28" name="text-406.5-81">
            <a:extLst>
              <a:ext uri="{FF2B5EF4-FFF2-40B4-BE49-F238E27FC236}">
                <a16:creationId xmlns:a16="http://schemas.microsoft.com/office/drawing/2014/main" id="{C2C4DFF7-2F2E-479D-9310-457C90F0EE68}"/>
              </a:ext>
            </a:extLst>
          </p:cNvPr>
          <p:cNvSpPr>
            <a:spLocks noGrp="1"/>
          </p:cNvSpPr>
          <p:nvPr/>
        </p:nvSpPr>
        <p:spPr>
          <a:xfrm>
            <a:off x="771525" y="3871913"/>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10</a:t>
            </a:r>
          </a:p>
        </p:txBody>
      </p:sp>
      <p:sp>
        <p:nvSpPr>
          <p:cNvPr id="29" name="text-406.5-135">
            <a:extLst>
              <a:ext uri="{FF2B5EF4-FFF2-40B4-BE49-F238E27FC236}">
                <a16:creationId xmlns:a16="http://schemas.microsoft.com/office/drawing/2014/main" id="{1E00AE93-1F08-4626-9D69-B1836C5C1FB8}"/>
              </a:ext>
            </a:extLst>
          </p:cNvPr>
          <p:cNvSpPr>
            <a:spLocks noGrp="1"/>
          </p:cNvSpPr>
          <p:nvPr/>
        </p:nvSpPr>
        <p:spPr>
          <a:xfrm>
            <a:off x="1285875" y="3871913"/>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a:t>
            </a:r>
          </a:p>
        </p:txBody>
      </p:sp>
      <p:sp>
        <p:nvSpPr>
          <p:cNvPr id="30" name="text-635-64">
            <a:extLst>
              <a:ext uri="{FF2B5EF4-FFF2-40B4-BE49-F238E27FC236}">
                <a16:creationId xmlns:a16="http://schemas.microsoft.com/office/drawing/2014/main" id="{7B416694-ED8C-4729-A9F2-168508CDE2EE}"/>
              </a:ext>
            </a:extLst>
          </p:cNvPr>
          <p:cNvSpPr>
            <a:spLocks noGrp="1"/>
          </p:cNvSpPr>
          <p:nvPr/>
        </p:nvSpPr>
        <p:spPr>
          <a:xfrm>
            <a:off x="609600" y="6048375"/>
            <a:ext cx="10972800" cy="213360"/>
          </a:xfrm>
          <a:prstGeom prst="rect">
            <a:avLst/>
          </a:prstGeom>
          <a:noFill/>
          <a:ln w="0">
            <a:noFill/>
          </a:ln>
        </p:spPr>
        <p:txBody>
          <a:bodyPr wrap="square" lIns="0" tIns="0" rIns="0" bIns="0" anchor="t">
            <a:noAutofit/>
          </a:bodyPr>
          <a:lstStyle/>
          <a:p>
            <a:pPr algn="l">
              <a:lnSpc>
                <a:spcPct val="108000"/>
              </a:lnSpc>
              <a:buNone/>
              <a:defRPr sz="1200" b="0" i="0">
                <a:solidFill>
                  <a:srgbClr val="606060"/>
                </a:solidFill>
                <a:latin typeface="Malgun Gothic"/>
                <a:ea typeface="Malgun Gothic"/>
                <a:cs typeface="Malgun Gothic"/>
              </a:defRPr>
            </a:pPr>
            <a:r>
              <a:rPr sz="1200" b="0" i="0">
                <a:solidFill>
                  <a:srgbClr val="606060"/>
                </a:solidFill>
                <a:latin typeface="Malgun Gothic"/>
                <a:ea typeface="Malgun Gothic"/>
                <a:cs typeface="Malgun Gothic"/>
              </a:rPr>
              <a:t>시간 O(n² log(n+1)) 상한. 1인 칸 수와 조각 수는 다르다.</a:t>
            </a:r>
          </a:p>
        </p:txBody>
      </p:sp>
    </p:spTree>
    <p:extLst>
      <p:ext uri="{BB962C8B-B14F-4D97-AF65-F5344CB8AC3E}">
        <p14:creationId xmlns:p14="http://schemas.microsoft.com/office/powerpoint/2010/main" val="462685519"/>
      </p:ext>
    </p:extLst>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ext-28-64">
            <a:extLst>
              <a:ext uri="{FF2B5EF4-FFF2-40B4-BE49-F238E27FC236}">
                <a16:creationId xmlns:a16="http://schemas.microsoft.com/office/drawing/2014/main" id="{9F57FAF8-EE1C-44F4-B9C3-9B7E7D209F7D}"/>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Python/C 구현</a:t>
            </a:r>
          </a:p>
        </p:txBody>
      </p:sp>
      <p:sp>
        <p:nvSpPr>
          <p:cNvPr id="2" name="text-28-1080">
            <a:extLst>
              <a:ext uri="{FF2B5EF4-FFF2-40B4-BE49-F238E27FC236}">
                <a16:creationId xmlns:a16="http://schemas.microsoft.com/office/drawing/2014/main" id="{0C9E1313-0369-4A90-9D2B-1A45BD599C2C}"/>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80461CD7-3152-4F8E-B550-88537CA92642}"/>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100  </a:t>
            </a:r>
          </a:p>
        </p:txBody>
      </p:sp>
      <p:sp>
        <p:nvSpPr>
          <p:cNvPr id="4" name="직사각형 3">
            <a:extLst>
              <a:ext uri="{FF2B5EF4-FFF2-40B4-BE49-F238E27FC236}">
                <a16:creationId xmlns:a16="http://schemas.microsoft.com/office/drawing/2014/main" id="{D8BDD1DE-7DF9-41B1-B1F6-3131BB93B3B3}"/>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764B4645-C2F0-4D3B-AC9F-44461643C701}"/>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D6E600C1-FA14-4319-878D-88F1AE5DAE6D}"/>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639B88CB-54CA-4C64-AE7E-7A9F43FE5CA0}"/>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217</a:t>
            </a:r>
            <a:endParaRPr sz="1050" b="1" i="0">
              <a:solidFill>
                <a:srgbClr val="171717"/>
              </a:solidFill>
              <a:latin typeface="Consolas"/>
              <a:ea typeface="Consolas"/>
              <a:cs typeface="Consolas"/>
            </a:endParaRPr>
          </a:p>
        </p:txBody>
      </p:sp>
      <p:sp>
        <p:nvSpPr>
          <p:cNvPr id="8" name="text-178-64">
            <a:extLst>
              <a:ext uri="{FF2B5EF4-FFF2-40B4-BE49-F238E27FC236}">
                <a16:creationId xmlns:a16="http://schemas.microsoft.com/office/drawing/2014/main" id="{A3A496FB-B1A2-459B-AB3D-9FD9FE977C7E}"/>
              </a:ext>
            </a:extLst>
          </p:cNvPr>
          <p:cNvSpPr>
            <a:spLocks noGrp="1"/>
          </p:cNvSpPr>
          <p:nvPr/>
        </p:nvSpPr>
        <p:spPr>
          <a:xfrm>
            <a:off x="609600" y="1695450"/>
            <a:ext cx="10972800" cy="112014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오름차순 배열 a,b는 원래 배열의 왼쪽·오른쪽 절반이다. a[i]&gt;b[j]인 교차 역전 쌍 수</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cross_inversions를 병합식 순회로 구하시오. 각 길이 0..1000. Python 또는 C 중</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하나로 함수를 작성하시오.</a:t>
            </a:r>
          </a:p>
        </p:txBody>
      </p:sp>
      <p:sp>
        <p:nvSpPr>
          <p:cNvPr id="9" name="text-405-64">
            <a:extLst>
              <a:ext uri="{FF2B5EF4-FFF2-40B4-BE49-F238E27FC236}">
                <a16:creationId xmlns:a16="http://schemas.microsoft.com/office/drawing/2014/main" id="{CDD6A78A-C7E8-462A-ADFE-3348349B0575}"/>
              </a:ext>
            </a:extLst>
          </p:cNvPr>
          <p:cNvSpPr>
            <a:spLocks noGrp="1"/>
          </p:cNvSpPr>
          <p:nvPr/>
        </p:nvSpPr>
        <p:spPr>
          <a:xfrm>
            <a:off x="609600" y="3857625"/>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함수의 동작, 경계 처리, 시간 복잡도를 함께 작성하시오.</a:t>
            </a:r>
          </a:p>
        </p:txBody>
      </p:sp>
      <p:sp>
        <p:nvSpPr>
          <p:cNvPr id="10" name="직사각형 9">
            <a:extLst>
              <a:ext uri="{FF2B5EF4-FFF2-40B4-BE49-F238E27FC236}">
                <a16:creationId xmlns:a16="http://schemas.microsoft.com/office/drawing/2014/main" id="{6487EC03-8471-4DCD-A65D-C0AE9CDD26CC}"/>
              </a:ext>
            </a:extLst>
          </p:cNvPr>
          <p:cNvSpPr>
            <a:spLocks noGrp="1"/>
          </p:cNvSpPr>
          <p:nvPr/>
        </p:nvSpPr>
        <p:spPr>
          <a:xfrm>
            <a:off x="609600" y="4495800"/>
            <a:ext cx="10972800" cy="9525"/>
          </a:xfrm>
          <a:prstGeom prst="rect">
            <a:avLst/>
          </a:prstGeom>
          <a:solidFill>
            <a:srgbClr val="D4D4D4"/>
          </a:solidFill>
          <a:ln w="0">
            <a:noFill/>
          </a:ln>
        </p:spPr>
      </p:sp>
      <p:sp>
        <p:nvSpPr>
          <p:cNvPr id="11" name="직사각형 10">
            <a:extLst>
              <a:ext uri="{FF2B5EF4-FFF2-40B4-BE49-F238E27FC236}">
                <a16:creationId xmlns:a16="http://schemas.microsoft.com/office/drawing/2014/main" id="{495B8705-3CBB-4AAF-819A-F65AC04F76C7}"/>
              </a:ext>
            </a:extLst>
          </p:cNvPr>
          <p:cNvSpPr>
            <a:spLocks noGrp="1"/>
          </p:cNvSpPr>
          <p:nvPr/>
        </p:nvSpPr>
        <p:spPr>
          <a:xfrm>
            <a:off x="609600" y="5181600"/>
            <a:ext cx="10972800" cy="9525"/>
          </a:xfrm>
          <a:prstGeom prst="rect">
            <a:avLst/>
          </a:prstGeom>
          <a:solidFill>
            <a:srgbClr val="D4D4D4"/>
          </a:solidFill>
          <a:ln w="0">
            <a:noFill/>
          </a:ln>
        </p:spPr>
      </p:sp>
      <p:sp>
        <p:nvSpPr>
          <p:cNvPr id="12" name="직사각형 11">
            <a:extLst>
              <a:ext uri="{FF2B5EF4-FFF2-40B4-BE49-F238E27FC236}">
                <a16:creationId xmlns:a16="http://schemas.microsoft.com/office/drawing/2014/main" id="{89361DDA-3ABB-4EE1-9D31-10F271D4B542}"/>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p14:creationId xmlns:p14="http://schemas.microsoft.com/office/powerpoint/2010/main" val="462685519"/>
      </p:ext>
    </p:extLst>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7910BB4D-E430-4AF1-97A2-F2ED1F6E6C80}"/>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Python/C 구현</a:t>
            </a:r>
          </a:p>
        </p:txBody>
      </p:sp>
      <p:sp>
        <p:nvSpPr>
          <p:cNvPr id="2" name="text-28-1080">
            <a:extLst>
              <a:ext uri="{FF2B5EF4-FFF2-40B4-BE49-F238E27FC236}">
                <a16:creationId xmlns:a16="http://schemas.microsoft.com/office/drawing/2014/main" id="{FF07ED32-DA07-406F-8932-9298DBC02324}"/>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7171700D-0FE9-4492-A59B-AB9718232FD5}"/>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100  정답과 해설</a:t>
            </a:r>
          </a:p>
        </p:txBody>
      </p:sp>
      <p:sp>
        <p:nvSpPr>
          <p:cNvPr id="4" name="직사각형 3">
            <a:extLst>
              <a:ext uri="{FF2B5EF4-FFF2-40B4-BE49-F238E27FC236}">
                <a16:creationId xmlns:a16="http://schemas.microsoft.com/office/drawing/2014/main" id="{38F8AAA6-4013-4161-8F37-9BF329DF5794}"/>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286A4A7D-9C75-4627-A532-2294AD2CC95B}"/>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312E93B3-F0B5-4297-8268-8C95C61B6140}"/>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7DDFB6DF-6E94-4F7F-982C-AEDBE119BA88}"/>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218</a:t>
            </a:r>
            <a:endParaRPr sz="1050" b="1" i="0">
              <a:solidFill>
                <a:srgbClr val="171717"/>
              </a:solidFill>
              <a:latin typeface="Consolas"/>
              <a:ea typeface="Consolas"/>
              <a:cs typeface="Consolas"/>
            </a:endParaRPr>
          </a:p>
        </p:txBody>
      </p:sp>
      <p:sp>
        <p:nvSpPr>
          <p:cNvPr id="8" name="text-178-64">
            <a:extLst>
              <a:ext uri="{FF2B5EF4-FFF2-40B4-BE49-F238E27FC236}">
                <a16:creationId xmlns:a16="http://schemas.microsoft.com/office/drawing/2014/main" id="{5CEDBFF3-02BA-4CFA-9E6A-2DFE8E28C2A0}"/>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병합 중 역전 쌍 세기</a:t>
            </a:r>
          </a:p>
        </p:txBody>
      </p:sp>
      <p:sp>
        <p:nvSpPr>
          <p:cNvPr id="9" name="직사각형 8">
            <a:extLst>
              <a:ext uri="{FF2B5EF4-FFF2-40B4-BE49-F238E27FC236}">
                <a16:creationId xmlns:a16="http://schemas.microsoft.com/office/drawing/2014/main" id="{1C6D212F-BC0C-4E8D-8683-6DCE0DBE71D3}"/>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50FAF124-8E83-4FC2-8735-65B3F9ACB49F}"/>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오른쪽 값이 더 작으면 남은 왼쪽 원소 모두와 역전 쌍을 만든다.</a:t>
            </a:r>
          </a:p>
        </p:txBody>
      </p:sp>
      <p:sp>
        <p:nvSpPr>
          <p:cNvPr id="11" name="text-324.4-64">
            <a:extLst>
              <a:ext uri="{FF2B5EF4-FFF2-40B4-BE49-F238E27FC236}">
                <a16:creationId xmlns:a16="http://schemas.microsoft.com/office/drawing/2014/main" id="{7E0A048B-FEC0-443C-B8D2-C15F0164CD5A}"/>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42792181-7E1A-47C1-B5A3-8A7FF3BE3591}"/>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01674E4A-134B-4DFB-9434-ABE6A61F1AAA}"/>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시간 O(n+m). 같은 값은 역전 쌍으로 세지 않는다.</a:t>
            </a:r>
          </a:p>
        </p:txBody>
      </p:sp>
    </p:spTree>
    <p:extLst>
      <p:ext uri="{BB962C8B-B14F-4D97-AF65-F5344CB8AC3E}">
        <p14:creationId xmlns:p14="http://schemas.microsoft.com/office/powerpoint/2010/main" val="462685519"/>
      </p:ext>
    </p:extLst>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9" name="text-28-64">
            <a:extLst>
              <a:ext uri="{FF2B5EF4-FFF2-40B4-BE49-F238E27FC236}">
                <a16:creationId xmlns:a16="http://schemas.microsoft.com/office/drawing/2014/main" id="{3CC7A8AD-8D91-4C57-ABAA-16699DEBDAE0}"/>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Python/C 구현</a:t>
            </a:r>
          </a:p>
        </p:txBody>
      </p:sp>
      <p:sp>
        <p:nvSpPr>
          <p:cNvPr id="2" name="text-28-1080">
            <a:extLst>
              <a:ext uri="{FF2B5EF4-FFF2-40B4-BE49-F238E27FC236}">
                <a16:creationId xmlns:a16="http://schemas.microsoft.com/office/drawing/2014/main" id="{27B69C55-6338-4339-8E22-933D78124599}"/>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720D6A7F-CB56-475A-98AE-B76AEE58B9DC}"/>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100  Python 구현</a:t>
            </a:r>
          </a:p>
        </p:txBody>
      </p:sp>
      <p:sp>
        <p:nvSpPr>
          <p:cNvPr id="4" name="직사각형 3">
            <a:extLst>
              <a:ext uri="{FF2B5EF4-FFF2-40B4-BE49-F238E27FC236}">
                <a16:creationId xmlns:a16="http://schemas.microsoft.com/office/drawing/2014/main" id="{2E498019-672D-4756-9627-D5C16A3686DA}"/>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AC34B2AE-E40D-492B-A55B-3446C73058B6}"/>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DB39D8FF-3112-4BF8-A179-F82CDA2CB3FF}"/>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39871336-D0C8-4AB7-819F-018DFE4DCAB4}"/>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219</a:t>
            </a:r>
            <a:endParaRPr sz="1050" b="1" i="0">
              <a:solidFill>
                <a:srgbClr val="171717"/>
              </a:solidFill>
              <a:latin typeface="Consolas"/>
              <a:ea typeface="Consolas"/>
              <a:cs typeface="Consolas"/>
            </a:endParaRPr>
          </a:p>
        </p:txBody>
      </p:sp>
      <p:sp>
        <p:nvSpPr>
          <p:cNvPr id="8" name="text-163-64">
            <a:extLst>
              <a:ext uri="{FF2B5EF4-FFF2-40B4-BE49-F238E27FC236}">
                <a16:creationId xmlns:a16="http://schemas.microsoft.com/office/drawing/2014/main" id="{37608DD2-2818-47AD-90F9-354BE1BCE4D7}"/>
              </a:ext>
            </a:extLst>
          </p:cNvPr>
          <p:cNvSpPr>
            <a:spLocks noGrp="1"/>
          </p:cNvSpPr>
          <p:nvPr/>
        </p:nvSpPr>
        <p:spPr>
          <a:xfrm>
            <a:off x="609600" y="1552575"/>
            <a:ext cx="10972800" cy="266700"/>
          </a:xfrm>
          <a:prstGeom prst="rect">
            <a:avLst/>
          </a:prstGeom>
          <a:noFill/>
          <a:ln w="0">
            <a:noFill/>
          </a:ln>
        </p:spPr>
        <p:txBody>
          <a:bodyPr wrap="none" lIns="0" tIns="0" rIns="0" bIns="0" anchor="t">
            <a:noAutofit/>
          </a:bodyPr>
          <a:lstStyle/>
          <a:p>
            <a:pPr algn="l">
              <a:lnSpc>
                <a:spcPct val="108000"/>
              </a:lnSpc>
              <a:buNone/>
              <a:defRPr sz="1500" b="0" i="0">
                <a:solidFill>
                  <a:srgbClr val="606060"/>
                </a:solidFill>
                <a:latin typeface="Malgun Gothic"/>
                <a:ea typeface="Malgun Gothic"/>
                <a:cs typeface="Malgun Gothic"/>
              </a:defRPr>
            </a:pPr>
            <a:r>
              <a:rPr sz="1500" b="0" i="0">
                <a:solidFill>
                  <a:srgbClr val="606060"/>
                </a:solidFill>
                <a:latin typeface="Malgun Gothic"/>
                <a:ea typeface="Malgun Gothic"/>
                <a:cs typeface="Malgun Gothic"/>
              </a:rPr>
              <a:t>병합 중 역전 쌍 세기</a:t>
            </a:r>
          </a:p>
        </p:txBody>
      </p:sp>
      <p:sp>
        <p:nvSpPr>
          <p:cNvPr id="9" name="직사각형 8">
            <a:extLst>
              <a:ext uri="{FF2B5EF4-FFF2-40B4-BE49-F238E27FC236}">
                <a16:creationId xmlns:a16="http://schemas.microsoft.com/office/drawing/2014/main" id="{FF5AC79E-84AF-4271-9615-49AC32B6B440}"/>
              </a:ext>
            </a:extLst>
          </p:cNvPr>
          <p:cNvSpPr>
            <a:spLocks noGrp="1"/>
          </p:cNvSpPr>
          <p:nvPr/>
        </p:nvSpPr>
        <p:spPr>
          <a:xfrm>
            <a:off x="609600" y="1981200"/>
            <a:ext cx="10972800" cy="3962400"/>
          </a:xfrm>
          <a:prstGeom prst="rect">
            <a:avLst/>
          </a:prstGeom>
          <a:solidFill>
            <a:srgbClr val="171717"/>
          </a:solidFill>
          <a:ln w="0">
            <a:noFill/>
          </a:ln>
        </p:spPr>
      </p:sp>
      <p:sp>
        <p:nvSpPr>
          <p:cNvPr id="10" name="text-222-81">
            <a:extLst>
              <a:ext uri="{FF2B5EF4-FFF2-40B4-BE49-F238E27FC236}">
                <a16:creationId xmlns:a16="http://schemas.microsoft.com/office/drawing/2014/main" id="{4ACD4495-1B3F-4770-A18E-D78F63D86CCD}"/>
              </a:ext>
            </a:extLst>
          </p:cNvPr>
          <p:cNvSpPr>
            <a:spLocks noGrp="1"/>
          </p:cNvSpPr>
          <p:nvPr/>
        </p:nvSpPr>
        <p:spPr>
          <a:xfrm>
            <a:off x="771525" y="211455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01</a:t>
            </a:r>
          </a:p>
        </p:txBody>
      </p:sp>
      <p:sp>
        <p:nvSpPr>
          <p:cNvPr id="11" name="text-222-135">
            <a:extLst>
              <a:ext uri="{FF2B5EF4-FFF2-40B4-BE49-F238E27FC236}">
                <a16:creationId xmlns:a16="http://schemas.microsoft.com/office/drawing/2014/main" id="{BAA9837C-83C6-4FBC-8837-0E59B78BB768}"/>
              </a:ext>
            </a:extLst>
          </p:cNvPr>
          <p:cNvSpPr>
            <a:spLocks noGrp="1"/>
          </p:cNvSpPr>
          <p:nvPr/>
        </p:nvSpPr>
        <p:spPr>
          <a:xfrm>
            <a:off x="1285875" y="211455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def cross_inversions(a, b):</a:t>
            </a:r>
          </a:p>
        </p:txBody>
      </p:sp>
      <p:sp>
        <p:nvSpPr>
          <p:cNvPr id="12" name="text-242.5-81">
            <a:extLst>
              <a:ext uri="{FF2B5EF4-FFF2-40B4-BE49-F238E27FC236}">
                <a16:creationId xmlns:a16="http://schemas.microsoft.com/office/drawing/2014/main" id="{69905A98-9913-479F-9779-3E59CF61F583}"/>
              </a:ext>
            </a:extLst>
          </p:cNvPr>
          <p:cNvSpPr>
            <a:spLocks noGrp="1"/>
          </p:cNvSpPr>
          <p:nvPr/>
        </p:nvSpPr>
        <p:spPr>
          <a:xfrm>
            <a:off x="771525" y="2309813"/>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02</a:t>
            </a:r>
          </a:p>
        </p:txBody>
      </p:sp>
      <p:sp>
        <p:nvSpPr>
          <p:cNvPr id="13" name="text-242.5-135">
            <a:extLst>
              <a:ext uri="{FF2B5EF4-FFF2-40B4-BE49-F238E27FC236}">
                <a16:creationId xmlns:a16="http://schemas.microsoft.com/office/drawing/2014/main" id="{B6DD5219-4FD8-4A47-B4CB-DF9EEF68152D}"/>
              </a:ext>
            </a:extLst>
          </p:cNvPr>
          <p:cNvSpPr>
            <a:spLocks noGrp="1"/>
          </p:cNvSpPr>
          <p:nvPr/>
        </p:nvSpPr>
        <p:spPr>
          <a:xfrm>
            <a:off x="1285875" y="2309813"/>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i = j = count = 0</a:t>
            </a:r>
          </a:p>
        </p:txBody>
      </p:sp>
      <p:sp>
        <p:nvSpPr>
          <p:cNvPr id="14" name="text-263-81">
            <a:extLst>
              <a:ext uri="{FF2B5EF4-FFF2-40B4-BE49-F238E27FC236}">
                <a16:creationId xmlns:a16="http://schemas.microsoft.com/office/drawing/2014/main" id="{4877BE11-88D5-421B-8ED1-F56E0685DF38}"/>
              </a:ext>
            </a:extLst>
          </p:cNvPr>
          <p:cNvSpPr>
            <a:spLocks noGrp="1"/>
          </p:cNvSpPr>
          <p:nvPr/>
        </p:nvSpPr>
        <p:spPr>
          <a:xfrm>
            <a:off x="771525" y="2505075"/>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03</a:t>
            </a:r>
          </a:p>
        </p:txBody>
      </p:sp>
      <p:sp>
        <p:nvSpPr>
          <p:cNvPr id="15" name="text-263-135">
            <a:extLst>
              <a:ext uri="{FF2B5EF4-FFF2-40B4-BE49-F238E27FC236}">
                <a16:creationId xmlns:a16="http://schemas.microsoft.com/office/drawing/2014/main" id="{58C6D5C3-400D-4912-8170-5DDDEB45A188}"/>
              </a:ext>
            </a:extLst>
          </p:cNvPr>
          <p:cNvSpPr>
            <a:spLocks noGrp="1"/>
          </p:cNvSpPr>
          <p:nvPr/>
        </p:nvSpPr>
        <p:spPr>
          <a:xfrm>
            <a:off x="1285875" y="2505075"/>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while i &lt; len(a) and j &lt; len(b):</a:t>
            </a:r>
          </a:p>
        </p:txBody>
      </p:sp>
      <p:sp>
        <p:nvSpPr>
          <p:cNvPr id="16" name="text-283.5-81">
            <a:extLst>
              <a:ext uri="{FF2B5EF4-FFF2-40B4-BE49-F238E27FC236}">
                <a16:creationId xmlns:a16="http://schemas.microsoft.com/office/drawing/2014/main" id="{B4D5631B-DCE5-4046-BFD9-A125B4DE4855}"/>
              </a:ext>
            </a:extLst>
          </p:cNvPr>
          <p:cNvSpPr>
            <a:spLocks noGrp="1"/>
          </p:cNvSpPr>
          <p:nvPr/>
        </p:nvSpPr>
        <p:spPr>
          <a:xfrm>
            <a:off x="771525" y="2700338"/>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04</a:t>
            </a:r>
          </a:p>
        </p:txBody>
      </p:sp>
      <p:sp>
        <p:nvSpPr>
          <p:cNvPr id="17" name="text-283.5-135">
            <a:extLst>
              <a:ext uri="{FF2B5EF4-FFF2-40B4-BE49-F238E27FC236}">
                <a16:creationId xmlns:a16="http://schemas.microsoft.com/office/drawing/2014/main" id="{1CE0D048-1F14-4258-A93F-8431843D8F47}"/>
              </a:ext>
            </a:extLst>
          </p:cNvPr>
          <p:cNvSpPr>
            <a:spLocks noGrp="1"/>
          </p:cNvSpPr>
          <p:nvPr/>
        </p:nvSpPr>
        <p:spPr>
          <a:xfrm>
            <a:off x="1285875" y="2700338"/>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if a[i] &lt;= b[j]:</a:t>
            </a:r>
          </a:p>
        </p:txBody>
      </p:sp>
      <p:sp>
        <p:nvSpPr>
          <p:cNvPr id="18" name="text-304-81">
            <a:extLst>
              <a:ext uri="{FF2B5EF4-FFF2-40B4-BE49-F238E27FC236}">
                <a16:creationId xmlns:a16="http://schemas.microsoft.com/office/drawing/2014/main" id="{B66BC90E-28CA-4583-B649-69FE0EADA43F}"/>
              </a:ext>
            </a:extLst>
          </p:cNvPr>
          <p:cNvSpPr>
            <a:spLocks noGrp="1"/>
          </p:cNvSpPr>
          <p:nvPr/>
        </p:nvSpPr>
        <p:spPr>
          <a:xfrm>
            <a:off x="771525" y="289560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05</a:t>
            </a:r>
          </a:p>
        </p:txBody>
      </p:sp>
      <p:sp>
        <p:nvSpPr>
          <p:cNvPr id="19" name="text-304-135">
            <a:extLst>
              <a:ext uri="{FF2B5EF4-FFF2-40B4-BE49-F238E27FC236}">
                <a16:creationId xmlns:a16="http://schemas.microsoft.com/office/drawing/2014/main" id="{7DF5AC8E-276F-4839-AC52-958B3CB763B4}"/>
              </a:ext>
            </a:extLst>
          </p:cNvPr>
          <p:cNvSpPr>
            <a:spLocks noGrp="1"/>
          </p:cNvSpPr>
          <p:nvPr/>
        </p:nvSpPr>
        <p:spPr>
          <a:xfrm>
            <a:off x="1285875" y="289560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i += 1</a:t>
            </a:r>
          </a:p>
        </p:txBody>
      </p:sp>
      <p:sp>
        <p:nvSpPr>
          <p:cNvPr id="20" name="text-324.5-81">
            <a:extLst>
              <a:ext uri="{FF2B5EF4-FFF2-40B4-BE49-F238E27FC236}">
                <a16:creationId xmlns:a16="http://schemas.microsoft.com/office/drawing/2014/main" id="{29345799-75A7-4C7E-9AC3-238668145427}"/>
              </a:ext>
            </a:extLst>
          </p:cNvPr>
          <p:cNvSpPr>
            <a:spLocks noGrp="1"/>
          </p:cNvSpPr>
          <p:nvPr/>
        </p:nvSpPr>
        <p:spPr>
          <a:xfrm>
            <a:off x="771525" y="3090863"/>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06</a:t>
            </a:r>
          </a:p>
        </p:txBody>
      </p:sp>
      <p:sp>
        <p:nvSpPr>
          <p:cNvPr id="21" name="text-324.5-135">
            <a:extLst>
              <a:ext uri="{FF2B5EF4-FFF2-40B4-BE49-F238E27FC236}">
                <a16:creationId xmlns:a16="http://schemas.microsoft.com/office/drawing/2014/main" id="{C06CB03B-88BC-4FA1-AD33-DD70DC68E718}"/>
              </a:ext>
            </a:extLst>
          </p:cNvPr>
          <p:cNvSpPr>
            <a:spLocks noGrp="1"/>
          </p:cNvSpPr>
          <p:nvPr/>
        </p:nvSpPr>
        <p:spPr>
          <a:xfrm>
            <a:off x="1285875" y="3090863"/>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else:</a:t>
            </a:r>
          </a:p>
        </p:txBody>
      </p:sp>
      <p:sp>
        <p:nvSpPr>
          <p:cNvPr id="22" name="text-345-81">
            <a:extLst>
              <a:ext uri="{FF2B5EF4-FFF2-40B4-BE49-F238E27FC236}">
                <a16:creationId xmlns:a16="http://schemas.microsoft.com/office/drawing/2014/main" id="{4EAACB57-1F9C-4F80-80CE-B332CDBE6189}"/>
              </a:ext>
            </a:extLst>
          </p:cNvPr>
          <p:cNvSpPr>
            <a:spLocks noGrp="1"/>
          </p:cNvSpPr>
          <p:nvPr/>
        </p:nvSpPr>
        <p:spPr>
          <a:xfrm>
            <a:off x="771525" y="3286125"/>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07</a:t>
            </a:r>
          </a:p>
        </p:txBody>
      </p:sp>
      <p:sp>
        <p:nvSpPr>
          <p:cNvPr id="23" name="text-345-135">
            <a:extLst>
              <a:ext uri="{FF2B5EF4-FFF2-40B4-BE49-F238E27FC236}">
                <a16:creationId xmlns:a16="http://schemas.microsoft.com/office/drawing/2014/main" id="{FA3882E3-3579-4C51-B14D-C16046D671CC}"/>
              </a:ext>
            </a:extLst>
          </p:cNvPr>
          <p:cNvSpPr>
            <a:spLocks noGrp="1"/>
          </p:cNvSpPr>
          <p:nvPr/>
        </p:nvSpPr>
        <p:spPr>
          <a:xfrm>
            <a:off x="1285875" y="3286125"/>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count += len(a) - i</a:t>
            </a:r>
          </a:p>
        </p:txBody>
      </p:sp>
      <p:sp>
        <p:nvSpPr>
          <p:cNvPr id="24" name="text-365.5-81">
            <a:extLst>
              <a:ext uri="{FF2B5EF4-FFF2-40B4-BE49-F238E27FC236}">
                <a16:creationId xmlns:a16="http://schemas.microsoft.com/office/drawing/2014/main" id="{8C0D87B1-63EB-44E4-B3EA-3FA456E6E446}"/>
              </a:ext>
            </a:extLst>
          </p:cNvPr>
          <p:cNvSpPr>
            <a:spLocks noGrp="1"/>
          </p:cNvSpPr>
          <p:nvPr/>
        </p:nvSpPr>
        <p:spPr>
          <a:xfrm>
            <a:off x="771525" y="3481388"/>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08</a:t>
            </a:r>
          </a:p>
        </p:txBody>
      </p:sp>
      <p:sp>
        <p:nvSpPr>
          <p:cNvPr id="25" name="text-365.5-135">
            <a:extLst>
              <a:ext uri="{FF2B5EF4-FFF2-40B4-BE49-F238E27FC236}">
                <a16:creationId xmlns:a16="http://schemas.microsoft.com/office/drawing/2014/main" id="{627D347D-5512-4026-9BB2-17DFA73A3C6B}"/>
              </a:ext>
            </a:extLst>
          </p:cNvPr>
          <p:cNvSpPr>
            <a:spLocks noGrp="1"/>
          </p:cNvSpPr>
          <p:nvPr/>
        </p:nvSpPr>
        <p:spPr>
          <a:xfrm>
            <a:off x="1285875" y="3481388"/>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j += 1</a:t>
            </a:r>
          </a:p>
        </p:txBody>
      </p:sp>
      <p:sp>
        <p:nvSpPr>
          <p:cNvPr id="26" name="text-386-81">
            <a:extLst>
              <a:ext uri="{FF2B5EF4-FFF2-40B4-BE49-F238E27FC236}">
                <a16:creationId xmlns:a16="http://schemas.microsoft.com/office/drawing/2014/main" id="{749B8F5C-1DFA-4F78-B6E8-9BE0EF6D88E1}"/>
              </a:ext>
            </a:extLst>
          </p:cNvPr>
          <p:cNvSpPr>
            <a:spLocks noGrp="1"/>
          </p:cNvSpPr>
          <p:nvPr/>
        </p:nvSpPr>
        <p:spPr>
          <a:xfrm>
            <a:off x="771525" y="367665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09</a:t>
            </a:r>
          </a:p>
        </p:txBody>
      </p:sp>
      <p:sp>
        <p:nvSpPr>
          <p:cNvPr id="27" name="text-386-135">
            <a:extLst>
              <a:ext uri="{FF2B5EF4-FFF2-40B4-BE49-F238E27FC236}">
                <a16:creationId xmlns:a16="http://schemas.microsoft.com/office/drawing/2014/main" id="{48156DB7-ECFD-4937-BF64-310B70C8933E}"/>
              </a:ext>
            </a:extLst>
          </p:cNvPr>
          <p:cNvSpPr>
            <a:spLocks noGrp="1"/>
          </p:cNvSpPr>
          <p:nvPr/>
        </p:nvSpPr>
        <p:spPr>
          <a:xfrm>
            <a:off x="1285875" y="367665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return count</a:t>
            </a:r>
          </a:p>
        </p:txBody>
      </p:sp>
      <p:sp>
        <p:nvSpPr>
          <p:cNvPr id="28" name="text-635-64">
            <a:extLst>
              <a:ext uri="{FF2B5EF4-FFF2-40B4-BE49-F238E27FC236}">
                <a16:creationId xmlns:a16="http://schemas.microsoft.com/office/drawing/2014/main" id="{E1812EE8-F378-4FA3-9CA7-7DF676C66DC9}"/>
              </a:ext>
            </a:extLst>
          </p:cNvPr>
          <p:cNvSpPr>
            <a:spLocks noGrp="1"/>
          </p:cNvSpPr>
          <p:nvPr/>
        </p:nvSpPr>
        <p:spPr>
          <a:xfrm>
            <a:off x="609600" y="6048375"/>
            <a:ext cx="10972800" cy="213360"/>
          </a:xfrm>
          <a:prstGeom prst="rect">
            <a:avLst/>
          </a:prstGeom>
          <a:noFill/>
          <a:ln w="0">
            <a:noFill/>
          </a:ln>
        </p:spPr>
        <p:txBody>
          <a:bodyPr wrap="none" lIns="0" tIns="0" rIns="0" bIns="0" anchor="t">
            <a:noAutofit/>
          </a:bodyPr>
          <a:lstStyle/>
          <a:p>
            <a:pPr algn="l">
              <a:lnSpc>
                <a:spcPct val="108000"/>
              </a:lnSpc>
              <a:buNone/>
              <a:defRPr sz="1200" b="0" i="0">
                <a:solidFill>
                  <a:srgbClr val="606060"/>
                </a:solidFill>
                <a:latin typeface="Malgun Gothic"/>
                <a:ea typeface="Malgun Gothic"/>
                <a:cs typeface="Malgun Gothic"/>
              </a:defRPr>
            </a:pPr>
            <a:r>
              <a:rPr sz="1200" b="0" i="0">
                <a:solidFill>
                  <a:srgbClr val="606060"/>
                </a:solidFill>
                <a:latin typeface="Malgun Gothic"/>
                <a:ea typeface="Malgun Gothic"/>
                <a:cs typeface="Malgun Gothic"/>
              </a:rPr>
              <a:t>시간 O(n+m). 같은 값은 역전 쌍으로 세지 않는다.</a:t>
            </a:r>
          </a:p>
        </p:txBody>
      </p:sp>
    </p:spTree>
    <p:extLst>
      <p:ext uri="{BB962C8B-B14F-4D97-AF65-F5344CB8AC3E}">
        <p14:creationId xmlns:p14="http://schemas.microsoft.com/office/powerpoint/2010/main" val="462685519"/>
      </p:ext>
    </p:extLst>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1" name="text-28-64">
            <a:extLst>
              <a:ext uri="{FF2B5EF4-FFF2-40B4-BE49-F238E27FC236}">
                <a16:creationId xmlns:a16="http://schemas.microsoft.com/office/drawing/2014/main" id="{72622186-19B2-4D76-BB58-57EE6711A236}"/>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Python/C 구현</a:t>
            </a:r>
          </a:p>
        </p:txBody>
      </p:sp>
      <p:sp>
        <p:nvSpPr>
          <p:cNvPr id="2" name="text-28-1080">
            <a:extLst>
              <a:ext uri="{FF2B5EF4-FFF2-40B4-BE49-F238E27FC236}">
                <a16:creationId xmlns:a16="http://schemas.microsoft.com/office/drawing/2014/main" id="{35DCB988-3A01-4C79-96E7-491EE8BAB61E}"/>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0CA95E4C-42D6-42A4-9732-0EBC6CFAD8F8}"/>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100  C 구현</a:t>
            </a:r>
          </a:p>
        </p:txBody>
      </p:sp>
      <p:sp>
        <p:nvSpPr>
          <p:cNvPr id="4" name="직사각형 3">
            <a:extLst>
              <a:ext uri="{FF2B5EF4-FFF2-40B4-BE49-F238E27FC236}">
                <a16:creationId xmlns:a16="http://schemas.microsoft.com/office/drawing/2014/main" id="{1CBB0C9F-F2B9-4D02-8593-28284839C59D}"/>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B5C395E9-19B4-472B-8C1B-1AF2338AAF3C}"/>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9ABCEA5E-0F94-48FE-AC34-CE860B20657B}"/>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7FD0ABDB-54B8-4587-85C4-DAA1316BF606}"/>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220</a:t>
            </a:r>
            <a:endParaRPr sz="1050" b="1" i="0">
              <a:solidFill>
                <a:srgbClr val="171717"/>
              </a:solidFill>
              <a:latin typeface="Consolas"/>
              <a:ea typeface="Consolas"/>
              <a:cs typeface="Consolas"/>
            </a:endParaRPr>
          </a:p>
        </p:txBody>
      </p:sp>
      <p:sp>
        <p:nvSpPr>
          <p:cNvPr id="8" name="text-163-64">
            <a:extLst>
              <a:ext uri="{FF2B5EF4-FFF2-40B4-BE49-F238E27FC236}">
                <a16:creationId xmlns:a16="http://schemas.microsoft.com/office/drawing/2014/main" id="{F2B93C21-C393-4750-9787-D33059640421}"/>
              </a:ext>
            </a:extLst>
          </p:cNvPr>
          <p:cNvSpPr>
            <a:spLocks noGrp="1"/>
          </p:cNvSpPr>
          <p:nvPr/>
        </p:nvSpPr>
        <p:spPr>
          <a:xfrm>
            <a:off x="609600" y="1552575"/>
            <a:ext cx="10972800" cy="266700"/>
          </a:xfrm>
          <a:prstGeom prst="rect">
            <a:avLst/>
          </a:prstGeom>
          <a:noFill/>
          <a:ln w="0">
            <a:noFill/>
          </a:ln>
        </p:spPr>
        <p:txBody>
          <a:bodyPr wrap="none" lIns="0" tIns="0" rIns="0" bIns="0" anchor="t">
            <a:noAutofit/>
          </a:bodyPr>
          <a:lstStyle/>
          <a:p>
            <a:pPr algn="l">
              <a:lnSpc>
                <a:spcPct val="108000"/>
              </a:lnSpc>
              <a:buNone/>
              <a:defRPr sz="1500" b="0" i="0">
                <a:solidFill>
                  <a:srgbClr val="606060"/>
                </a:solidFill>
                <a:latin typeface="Malgun Gothic"/>
                <a:ea typeface="Malgun Gothic"/>
                <a:cs typeface="Malgun Gothic"/>
              </a:defRPr>
            </a:pPr>
            <a:r>
              <a:rPr sz="1500" b="0" i="0">
                <a:solidFill>
                  <a:srgbClr val="606060"/>
                </a:solidFill>
                <a:latin typeface="Malgun Gothic"/>
                <a:ea typeface="Malgun Gothic"/>
                <a:cs typeface="Malgun Gothic"/>
              </a:rPr>
              <a:t>병합 중 역전 쌍 세기</a:t>
            </a:r>
          </a:p>
        </p:txBody>
      </p:sp>
      <p:sp>
        <p:nvSpPr>
          <p:cNvPr id="9" name="직사각형 8">
            <a:extLst>
              <a:ext uri="{FF2B5EF4-FFF2-40B4-BE49-F238E27FC236}">
                <a16:creationId xmlns:a16="http://schemas.microsoft.com/office/drawing/2014/main" id="{319569D7-E290-4542-9710-77CF6B906724}"/>
              </a:ext>
            </a:extLst>
          </p:cNvPr>
          <p:cNvSpPr>
            <a:spLocks noGrp="1"/>
          </p:cNvSpPr>
          <p:nvPr/>
        </p:nvSpPr>
        <p:spPr>
          <a:xfrm>
            <a:off x="609600" y="1981200"/>
            <a:ext cx="10972800" cy="3962400"/>
          </a:xfrm>
          <a:prstGeom prst="rect">
            <a:avLst/>
          </a:prstGeom>
          <a:solidFill>
            <a:srgbClr val="171717"/>
          </a:solidFill>
          <a:ln w="0">
            <a:noFill/>
          </a:ln>
        </p:spPr>
      </p:sp>
      <p:sp>
        <p:nvSpPr>
          <p:cNvPr id="10" name="text-222-81">
            <a:extLst>
              <a:ext uri="{FF2B5EF4-FFF2-40B4-BE49-F238E27FC236}">
                <a16:creationId xmlns:a16="http://schemas.microsoft.com/office/drawing/2014/main" id="{B889074A-B8D4-4D19-85D7-6388A6550585}"/>
              </a:ext>
            </a:extLst>
          </p:cNvPr>
          <p:cNvSpPr>
            <a:spLocks noGrp="1"/>
          </p:cNvSpPr>
          <p:nvPr/>
        </p:nvSpPr>
        <p:spPr>
          <a:xfrm>
            <a:off x="771525" y="211455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01</a:t>
            </a:r>
          </a:p>
        </p:txBody>
      </p:sp>
      <p:sp>
        <p:nvSpPr>
          <p:cNvPr id="11" name="text-222-135">
            <a:extLst>
              <a:ext uri="{FF2B5EF4-FFF2-40B4-BE49-F238E27FC236}">
                <a16:creationId xmlns:a16="http://schemas.microsoft.com/office/drawing/2014/main" id="{218972C6-4343-4404-A9D6-DEF27AC422E6}"/>
              </a:ext>
            </a:extLst>
          </p:cNvPr>
          <p:cNvSpPr>
            <a:spLocks noGrp="1"/>
          </p:cNvSpPr>
          <p:nvPr/>
        </p:nvSpPr>
        <p:spPr>
          <a:xfrm>
            <a:off x="1285875" y="211455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long long cross_inversions(const int a[], int n,</a:t>
            </a:r>
          </a:p>
        </p:txBody>
      </p:sp>
      <p:sp>
        <p:nvSpPr>
          <p:cNvPr id="12" name="text-242.5-81">
            <a:extLst>
              <a:ext uri="{FF2B5EF4-FFF2-40B4-BE49-F238E27FC236}">
                <a16:creationId xmlns:a16="http://schemas.microsoft.com/office/drawing/2014/main" id="{C4D43483-8C16-4A05-A61C-F3607BCB9FAC}"/>
              </a:ext>
            </a:extLst>
          </p:cNvPr>
          <p:cNvSpPr>
            <a:spLocks noGrp="1"/>
          </p:cNvSpPr>
          <p:nvPr/>
        </p:nvSpPr>
        <p:spPr>
          <a:xfrm>
            <a:off x="771525" y="2309813"/>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02</a:t>
            </a:r>
          </a:p>
        </p:txBody>
      </p:sp>
      <p:sp>
        <p:nvSpPr>
          <p:cNvPr id="13" name="text-242.5-135">
            <a:extLst>
              <a:ext uri="{FF2B5EF4-FFF2-40B4-BE49-F238E27FC236}">
                <a16:creationId xmlns:a16="http://schemas.microsoft.com/office/drawing/2014/main" id="{72E7C309-1D34-4E26-89E8-0EB9D4262ED5}"/>
              </a:ext>
            </a:extLst>
          </p:cNvPr>
          <p:cNvSpPr>
            <a:spLocks noGrp="1"/>
          </p:cNvSpPr>
          <p:nvPr/>
        </p:nvSpPr>
        <p:spPr>
          <a:xfrm>
            <a:off x="1285875" y="2309813"/>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const int b[], int m) {</a:t>
            </a:r>
          </a:p>
        </p:txBody>
      </p:sp>
      <p:sp>
        <p:nvSpPr>
          <p:cNvPr id="14" name="text-263-81">
            <a:extLst>
              <a:ext uri="{FF2B5EF4-FFF2-40B4-BE49-F238E27FC236}">
                <a16:creationId xmlns:a16="http://schemas.microsoft.com/office/drawing/2014/main" id="{53E13CFF-9DB9-4862-8E70-2D046AA8C245}"/>
              </a:ext>
            </a:extLst>
          </p:cNvPr>
          <p:cNvSpPr>
            <a:spLocks noGrp="1"/>
          </p:cNvSpPr>
          <p:nvPr/>
        </p:nvSpPr>
        <p:spPr>
          <a:xfrm>
            <a:off x="771525" y="2505075"/>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03</a:t>
            </a:r>
          </a:p>
        </p:txBody>
      </p:sp>
      <p:sp>
        <p:nvSpPr>
          <p:cNvPr id="15" name="text-263-135">
            <a:extLst>
              <a:ext uri="{FF2B5EF4-FFF2-40B4-BE49-F238E27FC236}">
                <a16:creationId xmlns:a16="http://schemas.microsoft.com/office/drawing/2014/main" id="{C526E841-33C0-46BE-8937-A37A3C90737E}"/>
              </a:ext>
            </a:extLst>
          </p:cNvPr>
          <p:cNvSpPr>
            <a:spLocks noGrp="1"/>
          </p:cNvSpPr>
          <p:nvPr/>
        </p:nvSpPr>
        <p:spPr>
          <a:xfrm>
            <a:off x="1285875" y="2505075"/>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int i=0, j=0;</a:t>
            </a:r>
          </a:p>
        </p:txBody>
      </p:sp>
      <p:sp>
        <p:nvSpPr>
          <p:cNvPr id="16" name="text-283.5-81">
            <a:extLst>
              <a:ext uri="{FF2B5EF4-FFF2-40B4-BE49-F238E27FC236}">
                <a16:creationId xmlns:a16="http://schemas.microsoft.com/office/drawing/2014/main" id="{F6965616-7EB3-471D-AC05-687BDD314314}"/>
              </a:ext>
            </a:extLst>
          </p:cNvPr>
          <p:cNvSpPr>
            <a:spLocks noGrp="1"/>
          </p:cNvSpPr>
          <p:nvPr/>
        </p:nvSpPr>
        <p:spPr>
          <a:xfrm>
            <a:off x="771525" y="2700338"/>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04</a:t>
            </a:r>
          </a:p>
        </p:txBody>
      </p:sp>
      <p:sp>
        <p:nvSpPr>
          <p:cNvPr id="17" name="text-283.5-135">
            <a:extLst>
              <a:ext uri="{FF2B5EF4-FFF2-40B4-BE49-F238E27FC236}">
                <a16:creationId xmlns:a16="http://schemas.microsoft.com/office/drawing/2014/main" id="{E889D48E-0272-4C66-B99A-8FD02431E123}"/>
              </a:ext>
            </a:extLst>
          </p:cNvPr>
          <p:cNvSpPr>
            <a:spLocks noGrp="1"/>
          </p:cNvSpPr>
          <p:nvPr/>
        </p:nvSpPr>
        <p:spPr>
          <a:xfrm>
            <a:off x="1285875" y="2700338"/>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long long count=0;</a:t>
            </a:r>
          </a:p>
        </p:txBody>
      </p:sp>
      <p:sp>
        <p:nvSpPr>
          <p:cNvPr id="18" name="text-304-81">
            <a:extLst>
              <a:ext uri="{FF2B5EF4-FFF2-40B4-BE49-F238E27FC236}">
                <a16:creationId xmlns:a16="http://schemas.microsoft.com/office/drawing/2014/main" id="{7F1B7C67-3066-4AD3-AC84-667133945CE9}"/>
              </a:ext>
            </a:extLst>
          </p:cNvPr>
          <p:cNvSpPr>
            <a:spLocks noGrp="1"/>
          </p:cNvSpPr>
          <p:nvPr/>
        </p:nvSpPr>
        <p:spPr>
          <a:xfrm>
            <a:off x="771525" y="289560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05</a:t>
            </a:r>
          </a:p>
        </p:txBody>
      </p:sp>
      <p:sp>
        <p:nvSpPr>
          <p:cNvPr id="19" name="text-304-135">
            <a:extLst>
              <a:ext uri="{FF2B5EF4-FFF2-40B4-BE49-F238E27FC236}">
                <a16:creationId xmlns:a16="http://schemas.microsoft.com/office/drawing/2014/main" id="{07E9A239-801A-408A-8C7F-44A9A4556A0C}"/>
              </a:ext>
            </a:extLst>
          </p:cNvPr>
          <p:cNvSpPr>
            <a:spLocks noGrp="1"/>
          </p:cNvSpPr>
          <p:nvPr/>
        </p:nvSpPr>
        <p:spPr>
          <a:xfrm>
            <a:off x="1285875" y="289560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while (i&lt;n &amp;&amp; j&lt;m) {</a:t>
            </a:r>
          </a:p>
        </p:txBody>
      </p:sp>
      <p:sp>
        <p:nvSpPr>
          <p:cNvPr id="20" name="text-324.5-81">
            <a:extLst>
              <a:ext uri="{FF2B5EF4-FFF2-40B4-BE49-F238E27FC236}">
                <a16:creationId xmlns:a16="http://schemas.microsoft.com/office/drawing/2014/main" id="{D5755151-DA05-4700-94CC-B5B9FC4E2F9C}"/>
              </a:ext>
            </a:extLst>
          </p:cNvPr>
          <p:cNvSpPr>
            <a:spLocks noGrp="1"/>
          </p:cNvSpPr>
          <p:nvPr/>
        </p:nvSpPr>
        <p:spPr>
          <a:xfrm>
            <a:off x="771525" y="3090863"/>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06</a:t>
            </a:r>
          </a:p>
        </p:txBody>
      </p:sp>
      <p:sp>
        <p:nvSpPr>
          <p:cNvPr id="21" name="text-324.5-135">
            <a:extLst>
              <a:ext uri="{FF2B5EF4-FFF2-40B4-BE49-F238E27FC236}">
                <a16:creationId xmlns:a16="http://schemas.microsoft.com/office/drawing/2014/main" id="{CBA6F795-C3D7-417B-995B-855EECF74155}"/>
              </a:ext>
            </a:extLst>
          </p:cNvPr>
          <p:cNvSpPr>
            <a:spLocks noGrp="1"/>
          </p:cNvSpPr>
          <p:nvPr/>
        </p:nvSpPr>
        <p:spPr>
          <a:xfrm>
            <a:off x="1285875" y="3090863"/>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if (a[i]&lt;=b[j]) ++i;</a:t>
            </a:r>
          </a:p>
        </p:txBody>
      </p:sp>
      <p:sp>
        <p:nvSpPr>
          <p:cNvPr id="22" name="text-345-81">
            <a:extLst>
              <a:ext uri="{FF2B5EF4-FFF2-40B4-BE49-F238E27FC236}">
                <a16:creationId xmlns:a16="http://schemas.microsoft.com/office/drawing/2014/main" id="{DD142619-5DAC-4E98-ACCB-3AE236A512D9}"/>
              </a:ext>
            </a:extLst>
          </p:cNvPr>
          <p:cNvSpPr>
            <a:spLocks noGrp="1"/>
          </p:cNvSpPr>
          <p:nvPr/>
        </p:nvSpPr>
        <p:spPr>
          <a:xfrm>
            <a:off x="771525" y="3286125"/>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07</a:t>
            </a:r>
          </a:p>
        </p:txBody>
      </p:sp>
      <p:sp>
        <p:nvSpPr>
          <p:cNvPr id="23" name="text-345-135">
            <a:extLst>
              <a:ext uri="{FF2B5EF4-FFF2-40B4-BE49-F238E27FC236}">
                <a16:creationId xmlns:a16="http://schemas.microsoft.com/office/drawing/2014/main" id="{87D06E0D-BF4F-459B-B122-49FED0F69665}"/>
              </a:ext>
            </a:extLst>
          </p:cNvPr>
          <p:cNvSpPr>
            <a:spLocks noGrp="1"/>
          </p:cNvSpPr>
          <p:nvPr/>
        </p:nvSpPr>
        <p:spPr>
          <a:xfrm>
            <a:off x="1285875" y="3286125"/>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else { count+=n-i; ++j; }</a:t>
            </a:r>
          </a:p>
        </p:txBody>
      </p:sp>
      <p:sp>
        <p:nvSpPr>
          <p:cNvPr id="24" name="text-365.5-81">
            <a:extLst>
              <a:ext uri="{FF2B5EF4-FFF2-40B4-BE49-F238E27FC236}">
                <a16:creationId xmlns:a16="http://schemas.microsoft.com/office/drawing/2014/main" id="{3C8A3E5E-FA54-493F-8DF2-92728C0F97AE}"/>
              </a:ext>
            </a:extLst>
          </p:cNvPr>
          <p:cNvSpPr>
            <a:spLocks noGrp="1"/>
          </p:cNvSpPr>
          <p:nvPr/>
        </p:nvSpPr>
        <p:spPr>
          <a:xfrm>
            <a:off x="771525" y="3481388"/>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08</a:t>
            </a:r>
          </a:p>
        </p:txBody>
      </p:sp>
      <p:sp>
        <p:nvSpPr>
          <p:cNvPr id="25" name="text-365.5-135">
            <a:extLst>
              <a:ext uri="{FF2B5EF4-FFF2-40B4-BE49-F238E27FC236}">
                <a16:creationId xmlns:a16="http://schemas.microsoft.com/office/drawing/2014/main" id="{8DFA1FDE-B6D7-4634-A837-76611BBFA3CF}"/>
              </a:ext>
            </a:extLst>
          </p:cNvPr>
          <p:cNvSpPr>
            <a:spLocks noGrp="1"/>
          </p:cNvSpPr>
          <p:nvPr/>
        </p:nvSpPr>
        <p:spPr>
          <a:xfrm>
            <a:off x="1285875" y="3481388"/>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a:t>
            </a:r>
          </a:p>
        </p:txBody>
      </p:sp>
      <p:sp>
        <p:nvSpPr>
          <p:cNvPr id="26" name="text-386-81">
            <a:extLst>
              <a:ext uri="{FF2B5EF4-FFF2-40B4-BE49-F238E27FC236}">
                <a16:creationId xmlns:a16="http://schemas.microsoft.com/office/drawing/2014/main" id="{16065666-0BEC-4F93-AA80-F5506E14079C}"/>
              </a:ext>
            </a:extLst>
          </p:cNvPr>
          <p:cNvSpPr>
            <a:spLocks noGrp="1"/>
          </p:cNvSpPr>
          <p:nvPr/>
        </p:nvSpPr>
        <p:spPr>
          <a:xfrm>
            <a:off x="771525" y="367665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09</a:t>
            </a:r>
          </a:p>
        </p:txBody>
      </p:sp>
      <p:sp>
        <p:nvSpPr>
          <p:cNvPr id="27" name="text-386-135">
            <a:extLst>
              <a:ext uri="{FF2B5EF4-FFF2-40B4-BE49-F238E27FC236}">
                <a16:creationId xmlns:a16="http://schemas.microsoft.com/office/drawing/2014/main" id="{ED02BBF6-E8CA-43E5-AC18-B940A1AEA193}"/>
              </a:ext>
            </a:extLst>
          </p:cNvPr>
          <p:cNvSpPr>
            <a:spLocks noGrp="1"/>
          </p:cNvSpPr>
          <p:nvPr/>
        </p:nvSpPr>
        <p:spPr>
          <a:xfrm>
            <a:off x="1285875" y="367665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return count;</a:t>
            </a:r>
          </a:p>
        </p:txBody>
      </p:sp>
      <p:sp>
        <p:nvSpPr>
          <p:cNvPr id="28" name="text-406.5-81">
            <a:extLst>
              <a:ext uri="{FF2B5EF4-FFF2-40B4-BE49-F238E27FC236}">
                <a16:creationId xmlns:a16="http://schemas.microsoft.com/office/drawing/2014/main" id="{FDD887F4-B5C4-4EFC-A4C7-2EC2E818284C}"/>
              </a:ext>
            </a:extLst>
          </p:cNvPr>
          <p:cNvSpPr>
            <a:spLocks noGrp="1"/>
          </p:cNvSpPr>
          <p:nvPr/>
        </p:nvSpPr>
        <p:spPr>
          <a:xfrm>
            <a:off x="771525" y="3871913"/>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10</a:t>
            </a:r>
          </a:p>
        </p:txBody>
      </p:sp>
      <p:sp>
        <p:nvSpPr>
          <p:cNvPr id="29" name="text-406.5-135">
            <a:extLst>
              <a:ext uri="{FF2B5EF4-FFF2-40B4-BE49-F238E27FC236}">
                <a16:creationId xmlns:a16="http://schemas.microsoft.com/office/drawing/2014/main" id="{CFC43825-28BE-48A1-BC0B-AFA51ADC2A41}"/>
              </a:ext>
            </a:extLst>
          </p:cNvPr>
          <p:cNvSpPr>
            <a:spLocks noGrp="1"/>
          </p:cNvSpPr>
          <p:nvPr/>
        </p:nvSpPr>
        <p:spPr>
          <a:xfrm>
            <a:off x="1285875" y="3871913"/>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a:t>
            </a:r>
          </a:p>
        </p:txBody>
      </p:sp>
      <p:sp>
        <p:nvSpPr>
          <p:cNvPr id="30" name="text-635-64">
            <a:extLst>
              <a:ext uri="{FF2B5EF4-FFF2-40B4-BE49-F238E27FC236}">
                <a16:creationId xmlns:a16="http://schemas.microsoft.com/office/drawing/2014/main" id="{41472F92-EC06-43E3-B7E6-B413E43E4C09}"/>
              </a:ext>
            </a:extLst>
          </p:cNvPr>
          <p:cNvSpPr>
            <a:spLocks noGrp="1"/>
          </p:cNvSpPr>
          <p:nvPr/>
        </p:nvSpPr>
        <p:spPr>
          <a:xfrm>
            <a:off x="609600" y="6048375"/>
            <a:ext cx="10972800" cy="213360"/>
          </a:xfrm>
          <a:prstGeom prst="rect">
            <a:avLst/>
          </a:prstGeom>
          <a:noFill/>
          <a:ln w="0">
            <a:noFill/>
          </a:ln>
        </p:spPr>
        <p:txBody>
          <a:bodyPr wrap="none" lIns="0" tIns="0" rIns="0" bIns="0" anchor="t">
            <a:noAutofit/>
          </a:bodyPr>
          <a:lstStyle/>
          <a:p>
            <a:pPr algn="l">
              <a:lnSpc>
                <a:spcPct val="108000"/>
              </a:lnSpc>
              <a:buNone/>
              <a:defRPr sz="1200" b="0" i="0">
                <a:solidFill>
                  <a:srgbClr val="606060"/>
                </a:solidFill>
                <a:latin typeface="Malgun Gothic"/>
                <a:ea typeface="Malgun Gothic"/>
                <a:cs typeface="Malgun Gothic"/>
              </a:defRPr>
            </a:pPr>
            <a:r>
              <a:rPr sz="1200" b="0" i="0">
                <a:solidFill>
                  <a:srgbClr val="606060"/>
                </a:solidFill>
                <a:latin typeface="Malgun Gothic"/>
                <a:ea typeface="Malgun Gothic"/>
                <a:cs typeface="Malgun Gothic"/>
              </a:rPr>
              <a:t>시간 O(n+m). 같은 값은 역전 쌍으로 세지 않는다.</a:t>
            </a:r>
          </a:p>
        </p:txBody>
      </p:sp>
    </p:spTree>
    <p:extLst>
      <p:ext uri="{BB962C8B-B14F-4D97-AF65-F5344CB8AC3E}">
        <p14:creationId xmlns:p14="http://schemas.microsoft.com/office/powerpoint/2010/main" val="46268551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28984</Words>
  <Application>Microsoft Office PowerPoint</Application>
  <DocSecurity>0</DocSecurity>
  <PresentationFormat>와이드스크린</PresentationFormat>
  <Paragraphs>3872</Paragraphs>
  <Slides>220</Slides>
  <Notes>220</Notes>
  <HiddenSlides>0</HiddenSlides>
  <MMClips>0</MMClips>
  <ScaleCrop>false</ScaleCrop>
  <HeadingPairs>
    <vt:vector size="6" baseType="variant">
      <vt:variant>
        <vt:lpstr>사용한 글꼴</vt:lpstr>
      </vt:variant>
      <vt:variant>
        <vt:i4>4</vt:i4>
      </vt:variant>
      <vt:variant>
        <vt:lpstr>테마</vt:lpstr>
      </vt:variant>
      <vt:variant>
        <vt:i4>1</vt:i4>
      </vt:variant>
      <vt:variant>
        <vt:lpstr>슬라이드 제목</vt:lpstr>
      </vt:variant>
      <vt:variant>
        <vt:i4>220</vt:i4>
      </vt:variant>
    </vt:vector>
  </HeadingPairs>
  <TitlesOfParts>
    <vt:vector size="225" baseType="lpstr">
      <vt:lpstr>Malgun Gothic</vt:lpstr>
      <vt:lpstr>Arial</vt:lpstr>
      <vt:lpstr>Calibri</vt:lpstr>
      <vt:lpstr>Consolas</vt:lpstr>
      <vt:lpstr>Office Theme</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상돈 박</cp:lastModifiedBy>
  <cp:revision>2</cp:revision>
  <dcterms:created xsi:type="dcterms:W3CDTF">2026-09-19T14:52:50Z</dcterms:created>
  <dcterms:modified xsi:type="dcterms:W3CDTF">2026-10-11T11:52:54Z</dcterms:modified>
</cp:coreProperties>
</file>