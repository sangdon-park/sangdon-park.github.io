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df63e3576542c2" /><Relationship Type="http://schemas.openxmlformats.org/officeDocument/2006/relationships/extended-properties" Target="/docProps/app.xml" Id="Re8c8d62b87714c4d" /><Relationship Type="http://schemas.openxmlformats.org/officeDocument/2006/relationships/officeDocument" Target="/ppt/presentation.xml" Id="R5b8e4201c9224f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63fbafb19447d8"/>
  </p:sldMasterIdLst>
  <p:notesMasterIdLst>
    <p:notesMasterId xmlns:r="http://schemas.openxmlformats.org/officeDocument/2006/relationships" r:id="R72afdbe1fc5f420a"/>
  </p:notesMasterIdLst>
  <p:sldIdLst>
    <p:sldId xmlns:r="http://schemas.openxmlformats.org/officeDocument/2006/relationships" id="256" r:id="R57c2bf3634eb40f3"/>
    <p:sldId xmlns:r="http://schemas.openxmlformats.org/officeDocument/2006/relationships" id="257" r:id="Ra79f8bc32e0b458a"/>
    <p:sldId xmlns:r="http://schemas.openxmlformats.org/officeDocument/2006/relationships" id="258" r:id="R5af4a7ece1584cf8"/>
    <p:sldId xmlns:r="http://schemas.openxmlformats.org/officeDocument/2006/relationships" id="259" r:id="R5d2c8ac314ef4dfd"/>
    <p:sldId xmlns:r="http://schemas.openxmlformats.org/officeDocument/2006/relationships" id="260" r:id="Rbaecba4670974ed3"/>
    <p:sldId xmlns:r="http://schemas.openxmlformats.org/officeDocument/2006/relationships" id="261" r:id="R31e3f9152638427c"/>
    <p:sldId xmlns:r="http://schemas.openxmlformats.org/officeDocument/2006/relationships" id="262" r:id="R7a4bf986a3f0454d"/>
    <p:sldId xmlns:r="http://schemas.openxmlformats.org/officeDocument/2006/relationships" id="263" r:id="R8ce07a99f6274dc8"/>
    <p:sldId xmlns:r="http://schemas.openxmlformats.org/officeDocument/2006/relationships" id="264" r:id="Re3f2c9e066e8406d"/>
    <p:sldId xmlns:r="http://schemas.openxmlformats.org/officeDocument/2006/relationships" id="265" r:id="R5b201ce5d0c24649"/>
    <p:sldId xmlns:r="http://schemas.openxmlformats.org/officeDocument/2006/relationships" id="266" r:id="R1cc96514a2c1496b"/>
    <p:sldId xmlns:r="http://schemas.openxmlformats.org/officeDocument/2006/relationships" id="267" r:id="R9779434140ec4d9d"/>
    <p:sldId xmlns:r="http://schemas.openxmlformats.org/officeDocument/2006/relationships" id="268" r:id="R95b386065fe545e1"/>
    <p:sldId xmlns:r="http://schemas.openxmlformats.org/officeDocument/2006/relationships" id="269" r:id="R1f1b0c8f81824a74"/>
    <p:sldId xmlns:r="http://schemas.openxmlformats.org/officeDocument/2006/relationships" id="270" r:id="Rdb1b5c44982144a5"/>
    <p:sldId xmlns:r="http://schemas.openxmlformats.org/officeDocument/2006/relationships" id="271" r:id="R7e853d0401534688"/>
    <p:sldId xmlns:r="http://schemas.openxmlformats.org/officeDocument/2006/relationships" id="272" r:id="R13d79fe14d4c4554"/>
    <p:sldId xmlns:r="http://schemas.openxmlformats.org/officeDocument/2006/relationships" id="273" r:id="Rd55a5cac020342e1"/>
    <p:sldId xmlns:r="http://schemas.openxmlformats.org/officeDocument/2006/relationships" id="274" r:id="Ra8aeb9e3b5b14cd2"/>
    <p:sldId xmlns:r="http://schemas.openxmlformats.org/officeDocument/2006/relationships" id="275" r:id="Rea3f00ed5e6e4eba"/>
    <p:sldId xmlns:r="http://schemas.openxmlformats.org/officeDocument/2006/relationships" id="276" r:id="R686701a25b7e4fb9"/>
    <p:sldId xmlns:r="http://schemas.openxmlformats.org/officeDocument/2006/relationships" id="277" r:id="R1859b33dd847448e"/>
    <p:sldId xmlns:r="http://schemas.openxmlformats.org/officeDocument/2006/relationships" id="278" r:id="R443b06770dcf40ed"/>
    <p:sldId xmlns:r="http://schemas.openxmlformats.org/officeDocument/2006/relationships" id="279" r:id="Rd96a8d2e0be0418a"/>
    <p:sldId xmlns:r="http://schemas.openxmlformats.org/officeDocument/2006/relationships" id="280" r:id="R7eb5b53e5bba4aa1"/>
    <p:sldId xmlns:r="http://schemas.openxmlformats.org/officeDocument/2006/relationships" id="281" r:id="Ra7b306ba489c4876"/>
    <p:sldId xmlns:r="http://schemas.openxmlformats.org/officeDocument/2006/relationships" id="282" r:id="R450a433c8fbc4215"/>
    <p:sldId xmlns:r="http://schemas.openxmlformats.org/officeDocument/2006/relationships" id="283" r:id="R6ac8cc915f284deb"/>
    <p:sldId xmlns:r="http://schemas.openxmlformats.org/officeDocument/2006/relationships" id="284" r:id="Rf47447bfe3cb4bf1"/>
    <p:sldId xmlns:r="http://schemas.openxmlformats.org/officeDocument/2006/relationships" id="285" r:id="R64696d681b464607"/>
    <p:sldId xmlns:r="http://schemas.openxmlformats.org/officeDocument/2006/relationships" id="286" r:id="R375fd3626db241ab"/>
    <p:sldId xmlns:r="http://schemas.openxmlformats.org/officeDocument/2006/relationships" id="287" r:id="R0803c25c37ef4bc4"/>
    <p:sldId xmlns:r="http://schemas.openxmlformats.org/officeDocument/2006/relationships" id="288" r:id="Rfa0b99ff086a4944"/>
    <p:sldId xmlns:r="http://schemas.openxmlformats.org/officeDocument/2006/relationships" id="289" r:id="R1da308bcd3994f45"/>
    <p:sldId xmlns:r="http://schemas.openxmlformats.org/officeDocument/2006/relationships" id="290" r:id="R0abcb755274741d1"/>
    <p:sldId xmlns:r="http://schemas.openxmlformats.org/officeDocument/2006/relationships" id="291" r:id="R75a3113257464816"/>
    <p:sldId xmlns:r="http://schemas.openxmlformats.org/officeDocument/2006/relationships" id="292" r:id="R028b1aa1745d4ddd"/>
    <p:sldId xmlns:r="http://schemas.openxmlformats.org/officeDocument/2006/relationships" id="293" r:id="R5d60f94b8dc044c1"/>
    <p:sldId xmlns:r="http://schemas.openxmlformats.org/officeDocument/2006/relationships" id="294" r:id="R787f16aba635499e"/>
    <p:sldId xmlns:r="http://schemas.openxmlformats.org/officeDocument/2006/relationships" id="295" r:id="R2e6a139bddfe45f0"/>
    <p:sldId xmlns:r="http://schemas.openxmlformats.org/officeDocument/2006/relationships" id="296" r:id="R2ce69f64d14c4c2f"/>
    <p:sldId xmlns:r="http://schemas.openxmlformats.org/officeDocument/2006/relationships" id="297" r:id="R06e73f7431724820"/>
    <p:sldId xmlns:r="http://schemas.openxmlformats.org/officeDocument/2006/relationships" id="298" r:id="Re2beac60caf24bc2"/>
    <p:sldId xmlns:r="http://schemas.openxmlformats.org/officeDocument/2006/relationships" id="299" r:id="Rdd0ce180e6534a3c"/>
    <p:sldId xmlns:r="http://schemas.openxmlformats.org/officeDocument/2006/relationships" id="300" r:id="R9b51ee1f82cd482b"/>
    <p:sldId xmlns:r="http://schemas.openxmlformats.org/officeDocument/2006/relationships" id="301" r:id="Rf8d7af74bed24ba8"/>
    <p:sldId xmlns:r="http://schemas.openxmlformats.org/officeDocument/2006/relationships" id="302" r:id="R7ae27fde16684ada"/>
    <p:sldId xmlns:r="http://schemas.openxmlformats.org/officeDocument/2006/relationships" id="303" r:id="Rad935ebc1c2647c7"/>
    <p:sldId xmlns:r="http://schemas.openxmlformats.org/officeDocument/2006/relationships" id="304" r:id="R24da831df62b441a"/>
    <p:sldId xmlns:r="http://schemas.openxmlformats.org/officeDocument/2006/relationships" id="305" r:id="Rd479c70df8a14294"/>
    <p:sldId xmlns:r="http://schemas.openxmlformats.org/officeDocument/2006/relationships" id="306" r:id="Rf267e09049524c73"/>
    <p:sldId xmlns:r="http://schemas.openxmlformats.org/officeDocument/2006/relationships" id="307" r:id="R73b95346f2384f57"/>
    <p:sldId xmlns:r="http://schemas.openxmlformats.org/officeDocument/2006/relationships" id="308" r:id="R6741f14091514902"/>
    <p:sldId xmlns:r="http://schemas.openxmlformats.org/officeDocument/2006/relationships" id="309" r:id="R7407059076c34494"/>
    <p:sldId xmlns:r="http://schemas.openxmlformats.org/officeDocument/2006/relationships" id="310" r:id="R2ff1e63c991f4e11"/>
    <p:sldId xmlns:r="http://schemas.openxmlformats.org/officeDocument/2006/relationships" id="311" r:id="R97c15661cd9344a0"/>
    <p:sldId xmlns:r="http://schemas.openxmlformats.org/officeDocument/2006/relationships" id="312" r:id="Re317e78ccbb9458c"/>
    <p:sldId xmlns:r="http://schemas.openxmlformats.org/officeDocument/2006/relationships" id="313" r:id="Ra2d2954472d44513"/>
    <p:sldId xmlns:r="http://schemas.openxmlformats.org/officeDocument/2006/relationships" id="314" r:id="R319dd6398a194fe6"/>
    <p:sldId xmlns:r="http://schemas.openxmlformats.org/officeDocument/2006/relationships" id="315" r:id="Rf5854594360b4eec"/>
    <p:sldId xmlns:r="http://schemas.openxmlformats.org/officeDocument/2006/relationships" id="316" r:id="Ra7ec7127617a4d80"/>
    <p:sldId xmlns:r="http://schemas.openxmlformats.org/officeDocument/2006/relationships" id="317" r:id="R6479acbb5bd74490"/>
    <p:sldId xmlns:r="http://schemas.openxmlformats.org/officeDocument/2006/relationships" id="318" r:id="Re2f3b7a8778046fb"/>
    <p:sldId xmlns:r="http://schemas.openxmlformats.org/officeDocument/2006/relationships" id="319" r:id="Rae12dd41b0604157"/>
    <p:sldId xmlns:r="http://schemas.openxmlformats.org/officeDocument/2006/relationships" id="320" r:id="R6b32294b6e9b4fcc"/>
    <p:sldId xmlns:r="http://schemas.openxmlformats.org/officeDocument/2006/relationships" id="321" r:id="Ra442411de8264134"/>
    <p:sldId xmlns:r="http://schemas.openxmlformats.org/officeDocument/2006/relationships" id="322" r:id="R052e4e425c8e4b8b"/>
    <p:sldId xmlns:r="http://schemas.openxmlformats.org/officeDocument/2006/relationships" id="323" r:id="Rbcb7463dea514f9b"/>
    <p:sldId xmlns:r="http://schemas.openxmlformats.org/officeDocument/2006/relationships" id="324" r:id="R6b4b36b030c445b3"/>
    <p:sldId xmlns:r="http://schemas.openxmlformats.org/officeDocument/2006/relationships" id="325" r:id="Rfab0f1c94d774a80"/>
    <p:sldId xmlns:r="http://schemas.openxmlformats.org/officeDocument/2006/relationships" id="326" r:id="R077e5a2dcf3f4545"/>
    <p:sldId xmlns:r="http://schemas.openxmlformats.org/officeDocument/2006/relationships" id="327" r:id="Rc02e43e5bc844dd4"/>
    <p:sldId xmlns:r="http://schemas.openxmlformats.org/officeDocument/2006/relationships" id="328" r:id="R52c37fa9d40f4f6b"/>
    <p:sldId xmlns:r="http://schemas.openxmlformats.org/officeDocument/2006/relationships" id="329" r:id="Rb85f68630ee048ba"/>
    <p:sldId xmlns:r="http://schemas.openxmlformats.org/officeDocument/2006/relationships" id="330" r:id="R4c11f9c319744ca5"/>
    <p:sldId xmlns:r="http://schemas.openxmlformats.org/officeDocument/2006/relationships" id="331" r:id="Raea805ebe69b457d"/>
    <p:sldId xmlns:r="http://schemas.openxmlformats.org/officeDocument/2006/relationships" id="332" r:id="Rd5ebcd49f452427f"/>
    <p:sldId xmlns:r="http://schemas.openxmlformats.org/officeDocument/2006/relationships" id="333" r:id="R6dc50eaa393c4742"/>
    <p:sldId xmlns:r="http://schemas.openxmlformats.org/officeDocument/2006/relationships" id="334" r:id="R702b1972cdd24353"/>
    <p:sldId xmlns:r="http://schemas.openxmlformats.org/officeDocument/2006/relationships" id="335" r:id="R1f11b132b63a46a3"/>
    <p:sldId xmlns:r="http://schemas.openxmlformats.org/officeDocument/2006/relationships" id="336" r:id="R7427d8322aad452b"/>
    <p:sldId xmlns:r="http://schemas.openxmlformats.org/officeDocument/2006/relationships" id="337" r:id="Rdd4e8e0f64de42db"/>
    <p:sldId xmlns:r="http://schemas.openxmlformats.org/officeDocument/2006/relationships" id="338" r:id="R5ae1a7e77a194a38"/>
    <p:sldId xmlns:r="http://schemas.openxmlformats.org/officeDocument/2006/relationships" id="339" r:id="R16fb93da42ee4ced"/>
    <p:sldId xmlns:r="http://schemas.openxmlformats.org/officeDocument/2006/relationships" id="340" r:id="R39fc94dcb8c14229"/>
    <p:sldId xmlns:r="http://schemas.openxmlformats.org/officeDocument/2006/relationships" id="341" r:id="R7b4b0107059d4135"/>
    <p:sldId xmlns:r="http://schemas.openxmlformats.org/officeDocument/2006/relationships" id="342" r:id="R51d992f815854f16"/>
    <p:sldId xmlns:r="http://schemas.openxmlformats.org/officeDocument/2006/relationships" id="343" r:id="Rb9ef90d33dee4903"/>
    <p:sldId xmlns:r="http://schemas.openxmlformats.org/officeDocument/2006/relationships" id="344" r:id="R6f4f65525bc24791"/>
    <p:sldId xmlns:r="http://schemas.openxmlformats.org/officeDocument/2006/relationships" id="345" r:id="Rc0758cac5f2649f1"/>
    <p:sldId xmlns:r="http://schemas.openxmlformats.org/officeDocument/2006/relationships" id="346" r:id="Re3cb5d488f754a23"/>
    <p:sldId xmlns:r="http://schemas.openxmlformats.org/officeDocument/2006/relationships" id="347" r:id="R36aefe3ea99a42f7"/>
    <p:sldId xmlns:r="http://schemas.openxmlformats.org/officeDocument/2006/relationships" id="348" r:id="R865ef707a4194e81"/>
    <p:sldId xmlns:r="http://schemas.openxmlformats.org/officeDocument/2006/relationships" id="349" r:id="Rd4d89364841d4f41"/>
    <p:sldId xmlns:r="http://schemas.openxmlformats.org/officeDocument/2006/relationships" id="350" r:id="R9a957d49b8284b51"/>
    <p:sldId xmlns:r="http://schemas.openxmlformats.org/officeDocument/2006/relationships" id="351" r:id="R4cdddbf50b634b36"/>
    <p:sldId xmlns:r="http://schemas.openxmlformats.org/officeDocument/2006/relationships" id="352" r:id="Rd92386aaa69a4d46"/>
    <p:sldId xmlns:r="http://schemas.openxmlformats.org/officeDocument/2006/relationships" id="353" r:id="R5d83a92668004fdd"/>
    <p:sldId xmlns:r="http://schemas.openxmlformats.org/officeDocument/2006/relationships" id="354" r:id="R8ab4d673a2d74dfb"/>
    <p:sldId xmlns:r="http://schemas.openxmlformats.org/officeDocument/2006/relationships" id="355" r:id="Raaae12b40bc84eab"/>
    <p:sldId xmlns:r="http://schemas.openxmlformats.org/officeDocument/2006/relationships" id="356" r:id="Read13c81dded4336"/>
    <p:sldId xmlns:r="http://schemas.openxmlformats.org/officeDocument/2006/relationships" id="357" r:id="R5e05d2dcec314a73"/>
    <p:sldId xmlns:r="http://schemas.openxmlformats.org/officeDocument/2006/relationships" id="358" r:id="Rb9f3add4ff53477a"/>
    <p:sldId xmlns:r="http://schemas.openxmlformats.org/officeDocument/2006/relationships" id="359" r:id="R5d780e0a9a124789"/>
    <p:sldId xmlns:r="http://schemas.openxmlformats.org/officeDocument/2006/relationships" id="360" r:id="Raf494ee35352439e"/>
    <p:sldId xmlns:r="http://schemas.openxmlformats.org/officeDocument/2006/relationships" id="361" r:id="Rae207eec45d1426a"/>
    <p:sldId xmlns:r="http://schemas.openxmlformats.org/officeDocument/2006/relationships" id="362" r:id="R6659363f7c9d4d9b"/>
    <p:sldId xmlns:r="http://schemas.openxmlformats.org/officeDocument/2006/relationships" id="363" r:id="Re80d20e4738e49b2"/>
    <p:sldId xmlns:r="http://schemas.openxmlformats.org/officeDocument/2006/relationships" id="364" r:id="Rdff106c872c1401e"/>
    <p:sldId xmlns:r="http://schemas.openxmlformats.org/officeDocument/2006/relationships" id="365" r:id="Rd2c3752c4ac54dba"/>
    <p:sldId xmlns:r="http://schemas.openxmlformats.org/officeDocument/2006/relationships" id="366" r:id="Rc543e7bde1d74634"/>
    <p:sldId xmlns:r="http://schemas.openxmlformats.org/officeDocument/2006/relationships" id="367" r:id="R158867b6d10e4da0"/>
    <p:sldId xmlns:r="http://schemas.openxmlformats.org/officeDocument/2006/relationships" id="368" r:id="R99d9b132d3a44008"/>
    <p:sldId xmlns:r="http://schemas.openxmlformats.org/officeDocument/2006/relationships" id="369" r:id="Rb68768d88807454f"/>
    <p:sldId xmlns:r="http://schemas.openxmlformats.org/officeDocument/2006/relationships" id="370" r:id="R07a2d554de734aea"/>
    <p:sldId xmlns:r="http://schemas.openxmlformats.org/officeDocument/2006/relationships" id="371" r:id="R479584b98f474c8f"/>
    <p:sldId xmlns:r="http://schemas.openxmlformats.org/officeDocument/2006/relationships" id="372" r:id="Rd89bcb1bb15d4e52"/>
    <p:sldId xmlns:r="http://schemas.openxmlformats.org/officeDocument/2006/relationships" id="373" r:id="R461ad6ae2d1d4a3a"/>
    <p:sldId xmlns:r="http://schemas.openxmlformats.org/officeDocument/2006/relationships" id="374" r:id="Rd510e1a83cbd4853"/>
    <p:sldId xmlns:r="http://schemas.openxmlformats.org/officeDocument/2006/relationships" id="375" r:id="Rbee906bb91e640cd"/>
    <p:sldId xmlns:r="http://schemas.openxmlformats.org/officeDocument/2006/relationships" id="376" r:id="Rac35eab516d84e63"/>
    <p:sldId xmlns:r="http://schemas.openxmlformats.org/officeDocument/2006/relationships" id="377" r:id="R72e1854b845b4ab1"/>
    <p:sldId xmlns:r="http://schemas.openxmlformats.org/officeDocument/2006/relationships" id="378" r:id="Rbcc4ac09187d4ade"/>
    <p:sldId xmlns:r="http://schemas.openxmlformats.org/officeDocument/2006/relationships" id="379" r:id="Rb90baaae81de4d58"/>
    <p:sldId xmlns:r="http://schemas.openxmlformats.org/officeDocument/2006/relationships" id="380" r:id="Re057e1e4eb6c4cf3"/>
    <p:sldId xmlns:r="http://schemas.openxmlformats.org/officeDocument/2006/relationships" id="381" r:id="R0f990066f65b48df"/>
    <p:sldId xmlns:r="http://schemas.openxmlformats.org/officeDocument/2006/relationships" id="382" r:id="Rc45fc0d913154c29"/>
    <p:sldId xmlns:r="http://schemas.openxmlformats.org/officeDocument/2006/relationships" id="383" r:id="Rc7d762e8182e4b23"/>
    <p:sldId xmlns:r="http://schemas.openxmlformats.org/officeDocument/2006/relationships" id="384" r:id="Rcd9fe1b2b8874aab"/>
    <p:sldId xmlns:r="http://schemas.openxmlformats.org/officeDocument/2006/relationships" id="385" r:id="Rd85575a66a964e2e"/>
    <p:sldId xmlns:r="http://schemas.openxmlformats.org/officeDocument/2006/relationships" id="386" r:id="R732d766b89644642"/>
    <p:sldId xmlns:r="http://schemas.openxmlformats.org/officeDocument/2006/relationships" id="387" r:id="Rf0da61d50e474c5b"/>
    <p:sldId xmlns:r="http://schemas.openxmlformats.org/officeDocument/2006/relationships" id="388" r:id="R483733042ec24158"/>
    <p:sldId xmlns:r="http://schemas.openxmlformats.org/officeDocument/2006/relationships" id="389" r:id="R16c2c68ebee342a3"/>
    <p:sldId xmlns:r="http://schemas.openxmlformats.org/officeDocument/2006/relationships" id="390" r:id="Rd4a6110957e24923"/>
    <p:sldId xmlns:r="http://schemas.openxmlformats.org/officeDocument/2006/relationships" id="391" r:id="R31e39505b4ef4560"/>
    <p:sldId xmlns:r="http://schemas.openxmlformats.org/officeDocument/2006/relationships" id="392" r:id="Re0ce85891ee14e33"/>
    <p:sldId xmlns:r="http://schemas.openxmlformats.org/officeDocument/2006/relationships" id="393" r:id="R61cc2bae2d424541"/>
    <p:sldId xmlns:r="http://schemas.openxmlformats.org/officeDocument/2006/relationships" id="394" r:id="Rb949d0868ba749ce"/>
    <p:sldId xmlns:r="http://schemas.openxmlformats.org/officeDocument/2006/relationships" id="395" r:id="R04b847cab3944b9f"/>
    <p:sldId xmlns:r="http://schemas.openxmlformats.org/officeDocument/2006/relationships" id="396" r:id="Re8b66446147e4702"/>
    <p:sldId xmlns:r="http://schemas.openxmlformats.org/officeDocument/2006/relationships" id="397" r:id="Ra43b4d584ba547d9"/>
    <p:sldId xmlns:r="http://schemas.openxmlformats.org/officeDocument/2006/relationships" id="398" r:id="R4b65ca52312e466d"/>
    <p:sldId xmlns:r="http://schemas.openxmlformats.org/officeDocument/2006/relationships" id="399" r:id="R7cda26fbb8e24fb0"/>
    <p:sldId xmlns:r="http://schemas.openxmlformats.org/officeDocument/2006/relationships" id="400" r:id="R631af34a98e949d3"/>
    <p:sldId xmlns:r="http://schemas.openxmlformats.org/officeDocument/2006/relationships" id="401" r:id="R5ba51bc4687c4da8"/>
    <p:sldId xmlns:r="http://schemas.openxmlformats.org/officeDocument/2006/relationships" id="402" r:id="R1e8017069ef24062"/>
    <p:sldId xmlns:r="http://schemas.openxmlformats.org/officeDocument/2006/relationships" id="403" r:id="Rc2783fa51f914c5d"/>
    <p:sldId xmlns:r="http://schemas.openxmlformats.org/officeDocument/2006/relationships" id="404" r:id="R6a9200fbb0944f39"/>
    <p:sldId xmlns:r="http://schemas.openxmlformats.org/officeDocument/2006/relationships" id="405" r:id="R1a8edb59c8bc4ec4"/>
    <p:sldId xmlns:r="http://schemas.openxmlformats.org/officeDocument/2006/relationships" id="406" r:id="Rf8a65892ae374ac6"/>
    <p:sldId xmlns:r="http://schemas.openxmlformats.org/officeDocument/2006/relationships" id="407" r:id="R0e058b3980e64270"/>
    <p:sldId xmlns:r="http://schemas.openxmlformats.org/officeDocument/2006/relationships" id="408" r:id="R98db1de006f54bb7"/>
    <p:sldId xmlns:r="http://schemas.openxmlformats.org/officeDocument/2006/relationships" id="409" r:id="R96b9eb16c34f4644"/>
    <p:sldId xmlns:r="http://schemas.openxmlformats.org/officeDocument/2006/relationships" id="410" r:id="R02629b1fa99149ea"/>
    <p:sldId xmlns:r="http://schemas.openxmlformats.org/officeDocument/2006/relationships" id="411" r:id="Rbb675414226c46cc"/>
    <p:sldId xmlns:r="http://schemas.openxmlformats.org/officeDocument/2006/relationships" id="412" r:id="R373f5b72991244c8"/>
    <p:sldId xmlns:r="http://schemas.openxmlformats.org/officeDocument/2006/relationships" id="413" r:id="R0f895644e42d4060"/>
    <p:sldId xmlns:r="http://schemas.openxmlformats.org/officeDocument/2006/relationships" id="414" r:id="Rb37312f7041c4bb6"/>
    <p:sldId xmlns:r="http://schemas.openxmlformats.org/officeDocument/2006/relationships" id="415" r:id="R868e737795e84de7"/>
    <p:sldId xmlns:r="http://schemas.openxmlformats.org/officeDocument/2006/relationships" id="416" r:id="Rf23807bd596e474c"/>
    <p:sldId xmlns:r="http://schemas.openxmlformats.org/officeDocument/2006/relationships" id="417" r:id="R688a3fa25c164902"/>
    <p:sldId xmlns:r="http://schemas.openxmlformats.org/officeDocument/2006/relationships" id="418" r:id="R0275b93be6544855"/>
    <p:sldId xmlns:r="http://schemas.openxmlformats.org/officeDocument/2006/relationships" id="419" r:id="R48f3f550fc694d47"/>
    <p:sldId xmlns:r="http://schemas.openxmlformats.org/officeDocument/2006/relationships" id="420" r:id="Rfc945788633e42e6"/>
    <p:sldId xmlns:r="http://schemas.openxmlformats.org/officeDocument/2006/relationships" id="421" r:id="R164bcf0c744d4e40"/>
    <p:sldId xmlns:r="http://schemas.openxmlformats.org/officeDocument/2006/relationships" id="422" r:id="Rbd6c16046c0642f8"/>
    <p:sldId xmlns:r="http://schemas.openxmlformats.org/officeDocument/2006/relationships" id="423" r:id="R672d0e6323544e3d"/>
    <p:sldId xmlns:r="http://schemas.openxmlformats.org/officeDocument/2006/relationships" id="424" r:id="Rdb83327fda9d4f36"/>
    <p:sldId xmlns:r="http://schemas.openxmlformats.org/officeDocument/2006/relationships" id="425" r:id="R936a83b3e38f451e"/>
    <p:sldId xmlns:r="http://schemas.openxmlformats.org/officeDocument/2006/relationships" id="426" r:id="R463a40003d3e43e9"/>
    <p:sldId xmlns:r="http://schemas.openxmlformats.org/officeDocument/2006/relationships" id="427" r:id="Rff1df3e3c1644fc2"/>
    <p:sldId xmlns:r="http://schemas.openxmlformats.org/officeDocument/2006/relationships" id="428" r:id="Red649258a0c14468"/>
    <p:sldId xmlns:r="http://schemas.openxmlformats.org/officeDocument/2006/relationships" id="429" r:id="R6cf8e46cc58a4173"/>
    <p:sldId xmlns:r="http://schemas.openxmlformats.org/officeDocument/2006/relationships" id="430" r:id="R9f6bd8f55d7b4a7c"/>
    <p:sldId xmlns:r="http://schemas.openxmlformats.org/officeDocument/2006/relationships" id="431" r:id="Rfcdb44099c2a41a9"/>
    <p:sldId xmlns:r="http://schemas.openxmlformats.org/officeDocument/2006/relationships" id="432" r:id="R445028e674494443"/>
    <p:sldId xmlns:r="http://schemas.openxmlformats.org/officeDocument/2006/relationships" id="433" r:id="Rdb68d61e463149e6"/>
    <p:sldId xmlns:r="http://schemas.openxmlformats.org/officeDocument/2006/relationships" id="434" r:id="R827e5c7a07c54726"/>
    <p:sldId xmlns:r="http://schemas.openxmlformats.org/officeDocument/2006/relationships" id="435" r:id="R818d77a03e5e4abb"/>
    <p:sldId xmlns:r="http://schemas.openxmlformats.org/officeDocument/2006/relationships" id="436" r:id="R79883e9e37444856"/>
    <p:sldId xmlns:r="http://schemas.openxmlformats.org/officeDocument/2006/relationships" id="437" r:id="R205e83627e8d4d29"/>
    <p:sldId xmlns:r="http://schemas.openxmlformats.org/officeDocument/2006/relationships" id="438" r:id="R9b287a6e863a4cbb"/>
    <p:sldId xmlns:r="http://schemas.openxmlformats.org/officeDocument/2006/relationships" id="439" r:id="R236edc683d094d69"/>
    <p:sldId xmlns:r="http://schemas.openxmlformats.org/officeDocument/2006/relationships" id="440" r:id="R4b0064cef3364923"/>
    <p:sldId xmlns:r="http://schemas.openxmlformats.org/officeDocument/2006/relationships" id="441" r:id="R7e51da64fc3a48dd"/>
    <p:sldId xmlns:r="http://schemas.openxmlformats.org/officeDocument/2006/relationships" id="442" r:id="R85b106e1f49f4bc3"/>
    <p:sldId xmlns:r="http://schemas.openxmlformats.org/officeDocument/2006/relationships" id="443" r:id="R2811474365de4264"/>
    <p:sldId xmlns:r="http://schemas.openxmlformats.org/officeDocument/2006/relationships" id="444" r:id="Rf97774d34e6a436d"/>
    <p:sldId xmlns:r="http://schemas.openxmlformats.org/officeDocument/2006/relationships" id="445" r:id="Rc3f4b3c2058a455f"/>
    <p:sldId xmlns:r="http://schemas.openxmlformats.org/officeDocument/2006/relationships" id="446" r:id="Rcfa89dc34958418c"/>
    <p:sldId xmlns:r="http://schemas.openxmlformats.org/officeDocument/2006/relationships" id="447" r:id="Rbda27e720482438c"/>
    <p:sldId xmlns:r="http://schemas.openxmlformats.org/officeDocument/2006/relationships" id="448" r:id="Rd29c1798b5b84881"/>
    <p:sldId xmlns:r="http://schemas.openxmlformats.org/officeDocument/2006/relationships" id="449" r:id="R740c70eeb78349ab"/>
    <p:sldId xmlns:r="http://schemas.openxmlformats.org/officeDocument/2006/relationships" id="450" r:id="R98ae8e1a950d43c1"/>
    <p:sldId xmlns:r="http://schemas.openxmlformats.org/officeDocument/2006/relationships" id="451" r:id="R6f59ccdfd6ed4069"/>
    <p:sldId xmlns:r="http://schemas.openxmlformats.org/officeDocument/2006/relationships" id="452" r:id="Rdfddbc07333745ec"/>
    <p:sldId xmlns:r="http://schemas.openxmlformats.org/officeDocument/2006/relationships" id="453" r:id="R40bfaa94d0844d98"/>
    <p:sldId xmlns:r="http://schemas.openxmlformats.org/officeDocument/2006/relationships" id="454" r:id="Rca2168072cb84ddd"/>
    <p:sldId xmlns:r="http://schemas.openxmlformats.org/officeDocument/2006/relationships" id="455" r:id="Rb1aa1e96c4954e6a"/>
    <p:sldId xmlns:r="http://schemas.openxmlformats.org/officeDocument/2006/relationships" id="456" r:id="Rb85accaafafb425f"/>
    <p:sldId xmlns:r="http://schemas.openxmlformats.org/officeDocument/2006/relationships" id="457" r:id="R4f1e6b8359d44c2b"/>
    <p:sldId xmlns:r="http://schemas.openxmlformats.org/officeDocument/2006/relationships" id="458" r:id="Re2dc182a9a544157"/>
    <p:sldId xmlns:r="http://schemas.openxmlformats.org/officeDocument/2006/relationships" id="459" r:id="Rd3d88e800ec6472a"/>
    <p:sldId xmlns:r="http://schemas.openxmlformats.org/officeDocument/2006/relationships" id="460" r:id="R45d644334d5f4651"/>
    <p:sldId xmlns:r="http://schemas.openxmlformats.org/officeDocument/2006/relationships" id="461" r:id="Ra5172efd8a0646e3"/>
    <p:sldId xmlns:r="http://schemas.openxmlformats.org/officeDocument/2006/relationships" id="462" r:id="R2d6041720f7049a4"/>
    <p:sldId xmlns:r="http://schemas.openxmlformats.org/officeDocument/2006/relationships" id="463" r:id="Rad133184c1ec40e3"/>
    <p:sldId xmlns:r="http://schemas.openxmlformats.org/officeDocument/2006/relationships" id="464" r:id="Rb2e9537b21ed4827"/>
    <p:sldId xmlns:r="http://schemas.openxmlformats.org/officeDocument/2006/relationships" id="465" r:id="Rda0e12c2eb1d42db"/>
    <p:sldId xmlns:r="http://schemas.openxmlformats.org/officeDocument/2006/relationships" id="466" r:id="Rb37476c6aa6543f7"/>
    <p:sldId xmlns:r="http://schemas.openxmlformats.org/officeDocument/2006/relationships" id="467" r:id="Rc2a53c8383274b2c"/>
    <p:sldId xmlns:r="http://schemas.openxmlformats.org/officeDocument/2006/relationships" id="468" r:id="R641c0e3f2edd45ac"/>
    <p:sldId xmlns:r="http://schemas.openxmlformats.org/officeDocument/2006/relationships" id="469" r:id="R0a9b097383d349a0"/>
    <p:sldId xmlns:r="http://schemas.openxmlformats.org/officeDocument/2006/relationships" id="470" r:id="R4a3b8ec46b564d9a"/>
    <p:sldId xmlns:r="http://schemas.openxmlformats.org/officeDocument/2006/relationships" id="471" r:id="R4ece9d35d79248ea"/>
    <p:sldId xmlns:r="http://schemas.openxmlformats.org/officeDocument/2006/relationships" id="472" r:id="R6939fa9e08c34a97"/>
    <p:sldId xmlns:r="http://schemas.openxmlformats.org/officeDocument/2006/relationships" id="473" r:id="Rf3fff96854b1467d"/>
    <p:sldId xmlns:r="http://schemas.openxmlformats.org/officeDocument/2006/relationships" id="474" r:id="Re5cb18b938434a30"/>
    <p:sldId xmlns:r="http://schemas.openxmlformats.org/officeDocument/2006/relationships" id="475" r:id="R563cb418281640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1f4051c46f4d96" /><Relationship Type="http://schemas.openxmlformats.org/officeDocument/2006/relationships/slideMaster" Target="/ppt/slideMasters/slideMaster1.xml" Id="R4863fbafb19447d8" /><Relationship Type="http://schemas.openxmlformats.org/officeDocument/2006/relationships/notesMaster" Target="/ppt/notesMasters/notesMaster1.xml" Id="R72afdbe1fc5f420a" /><Relationship Type="http://schemas.openxmlformats.org/officeDocument/2006/relationships/presProps" Target="/ppt/presProps.xml" Id="R50b5e8ed93214726" /><Relationship Type="http://schemas.openxmlformats.org/officeDocument/2006/relationships/viewProps" Target="/ppt/viewProps.xml" Id="Rb720e6950f5844f6" /><Relationship Type="http://schemas.openxmlformats.org/officeDocument/2006/relationships/tableStyles" Target="/ppt/tableStyles.xml" Id="R93d238fba580453c" /><Relationship Type="http://schemas.openxmlformats.org/officeDocument/2006/relationships/slide" Target="/ppt/slides/slide1.xml" Id="R57c2bf3634eb40f3" /><Relationship Type="http://schemas.openxmlformats.org/officeDocument/2006/relationships/slide" Target="/ppt/slides/slide2.xml" Id="Ra79f8bc32e0b458a" /><Relationship Type="http://schemas.openxmlformats.org/officeDocument/2006/relationships/slide" Target="/ppt/slides/slide3.xml" Id="R5af4a7ece1584cf8" /><Relationship Type="http://schemas.openxmlformats.org/officeDocument/2006/relationships/slide" Target="/ppt/slides/slide4.xml" Id="R5d2c8ac314ef4dfd" /><Relationship Type="http://schemas.openxmlformats.org/officeDocument/2006/relationships/slide" Target="/ppt/slides/slide5.xml" Id="Rbaecba4670974ed3" /><Relationship Type="http://schemas.openxmlformats.org/officeDocument/2006/relationships/slide" Target="/ppt/slides/slide6.xml" Id="R31e3f9152638427c" /><Relationship Type="http://schemas.openxmlformats.org/officeDocument/2006/relationships/slide" Target="/ppt/slides/slide7.xml" Id="R7a4bf986a3f0454d" /><Relationship Type="http://schemas.openxmlformats.org/officeDocument/2006/relationships/slide" Target="/ppt/slides/slide8.xml" Id="R8ce07a99f6274dc8" /><Relationship Type="http://schemas.openxmlformats.org/officeDocument/2006/relationships/slide" Target="/ppt/slides/slide9.xml" Id="Re3f2c9e066e8406d" /><Relationship Type="http://schemas.openxmlformats.org/officeDocument/2006/relationships/slide" Target="/ppt/slides/slide10.xml" Id="R5b201ce5d0c24649" /><Relationship Type="http://schemas.openxmlformats.org/officeDocument/2006/relationships/slide" Target="/ppt/slides/slide11.xml" Id="R1cc96514a2c1496b" /><Relationship Type="http://schemas.openxmlformats.org/officeDocument/2006/relationships/slide" Target="/ppt/slides/slide12.xml" Id="R9779434140ec4d9d" /><Relationship Type="http://schemas.openxmlformats.org/officeDocument/2006/relationships/slide" Target="/ppt/slides/slide13.xml" Id="R95b386065fe545e1" /><Relationship Type="http://schemas.openxmlformats.org/officeDocument/2006/relationships/slide" Target="/ppt/slides/slide14.xml" Id="R1f1b0c8f81824a74" /><Relationship Type="http://schemas.openxmlformats.org/officeDocument/2006/relationships/slide" Target="/ppt/slides/slide15.xml" Id="Rdb1b5c44982144a5" /><Relationship Type="http://schemas.openxmlformats.org/officeDocument/2006/relationships/slide" Target="/ppt/slides/slide16.xml" Id="R7e853d0401534688" /><Relationship Type="http://schemas.openxmlformats.org/officeDocument/2006/relationships/slide" Target="/ppt/slides/slide17.xml" Id="R13d79fe14d4c4554" /><Relationship Type="http://schemas.openxmlformats.org/officeDocument/2006/relationships/slide" Target="/ppt/slides/slide18.xml" Id="Rd55a5cac020342e1" /><Relationship Type="http://schemas.openxmlformats.org/officeDocument/2006/relationships/slide" Target="/ppt/slides/slide19.xml" Id="Ra8aeb9e3b5b14cd2" /><Relationship Type="http://schemas.openxmlformats.org/officeDocument/2006/relationships/slide" Target="/ppt/slides/slide20.xml" Id="Rea3f00ed5e6e4eba" /><Relationship Type="http://schemas.openxmlformats.org/officeDocument/2006/relationships/slide" Target="/ppt/slides/slide21.xml" Id="R686701a25b7e4fb9" /><Relationship Type="http://schemas.openxmlformats.org/officeDocument/2006/relationships/slide" Target="/ppt/slides/slide22.xml" Id="R1859b33dd847448e" /><Relationship Type="http://schemas.openxmlformats.org/officeDocument/2006/relationships/slide" Target="/ppt/slides/slide23.xml" Id="R443b06770dcf40ed" /><Relationship Type="http://schemas.openxmlformats.org/officeDocument/2006/relationships/slide" Target="/ppt/slides/slide24.xml" Id="Rd96a8d2e0be0418a" /><Relationship Type="http://schemas.openxmlformats.org/officeDocument/2006/relationships/slide" Target="/ppt/slides/slide25.xml" Id="R7eb5b53e5bba4aa1" /><Relationship Type="http://schemas.openxmlformats.org/officeDocument/2006/relationships/slide" Target="/ppt/slides/slide26.xml" Id="Ra7b306ba489c4876" /><Relationship Type="http://schemas.openxmlformats.org/officeDocument/2006/relationships/slide" Target="/ppt/slides/slide27.xml" Id="R450a433c8fbc4215" /><Relationship Type="http://schemas.openxmlformats.org/officeDocument/2006/relationships/slide" Target="/ppt/slides/slide28.xml" Id="R6ac8cc915f284deb" /><Relationship Type="http://schemas.openxmlformats.org/officeDocument/2006/relationships/slide" Target="/ppt/slides/slide29.xml" Id="Rf47447bfe3cb4bf1" /><Relationship Type="http://schemas.openxmlformats.org/officeDocument/2006/relationships/slide" Target="/ppt/slides/slide30.xml" Id="R64696d681b464607" /><Relationship Type="http://schemas.openxmlformats.org/officeDocument/2006/relationships/slide" Target="/ppt/slides/slide31.xml" Id="R375fd3626db241ab" /><Relationship Type="http://schemas.openxmlformats.org/officeDocument/2006/relationships/slide" Target="/ppt/slides/slide32.xml" Id="R0803c25c37ef4bc4" /><Relationship Type="http://schemas.openxmlformats.org/officeDocument/2006/relationships/slide" Target="/ppt/slides/slide33.xml" Id="Rfa0b99ff086a4944" /><Relationship Type="http://schemas.openxmlformats.org/officeDocument/2006/relationships/slide" Target="/ppt/slides/slide34.xml" Id="R1da308bcd3994f45" /><Relationship Type="http://schemas.openxmlformats.org/officeDocument/2006/relationships/slide" Target="/ppt/slides/slide35.xml" Id="R0abcb755274741d1" /><Relationship Type="http://schemas.openxmlformats.org/officeDocument/2006/relationships/slide" Target="/ppt/slides/slide36.xml" Id="R75a3113257464816" /><Relationship Type="http://schemas.openxmlformats.org/officeDocument/2006/relationships/slide" Target="/ppt/slides/slide37.xml" Id="R028b1aa1745d4ddd" /><Relationship Type="http://schemas.openxmlformats.org/officeDocument/2006/relationships/slide" Target="/ppt/slides/slide38.xml" Id="R5d60f94b8dc044c1" /><Relationship Type="http://schemas.openxmlformats.org/officeDocument/2006/relationships/slide" Target="/ppt/slides/slide39.xml" Id="R787f16aba635499e" /><Relationship Type="http://schemas.openxmlformats.org/officeDocument/2006/relationships/slide" Target="/ppt/slides/slide40.xml" Id="R2e6a139bddfe45f0" /><Relationship Type="http://schemas.openxmlformats.org/officeDocument/2006/relationships/slide" Target="/ppt/slides/slide41.xml" Id="R2ce69f64d14c4c2f" /><Relationship Type="http://schemas.openxmlformats.org/officeDocument/2006/relationships/slide" Target="/ppt/slides/slide42.xml" Id="R06e73f7431724820" /><Relationship Type="http://schemas.openxmlformats.org/officeDocument/2006/relationships/slide" Target="/ppt/slides/slide43.xml" Id="Re2beac60caf24bc2" /><Relationship Type="http://schemas.openxmlformats.org/officeDocument/2006/relationships/slide" Target="/ppt/slides/slide44.xml" Id="Rdd0ce180e6534a3c" /><Relationship Type="http://schemas.openxmlformats.org/officeDocument/2006/relationships/slide" Target="/ppt/slides/slide45.xml" Id="R9b51ee1f82cd482b" /><Relationship Type="http://schemas.openxmlformats.org/officeDocument/2006/relationships/slide" Target="/ppt/slides/slide46.xml" Id="Rf8d7af74bed24ba8" /><Relationship Type="http://schemas.openxmlformats.org/officeDocument/2006/relationships/slide" Target="/ppt/slides/slide47.xml" Id="R7ae27fde16684ada" /><Relationship Type="http://schemas.openxmlformats.org/officeDocument/2006/relationships/slide" Target="/ppt/slides/slide48.xml" Id="Rad935ebc1c2647c7" /><Relationship Type="http://schemas.openxmlformats.org/officeDocument/2006/relationships/slide" Target="/ppt/slides/slide49.xml" Id="R24da831df62b441a" /><Relationship Type="http://schemas.openxmlformats.org/officeDocument/2006/relationships/slide" Target="/ppt/slides/slide50.xml" Id="Rd479c70df8a14294" /><Relationship Type="http://schemas.openxmlformats.org/officeDocument/2006/relationships/slide" Target="/ppt/slides/slide51.xml" Id="Rf267e09049524c73" /><Relationship Type="http://schemas.openxmlformats.org/officeDocument/2006/relationships/slide" Target="/ppt/slides/slide52.xml" Id="R73b95346f2384f57" /><Relationship Type="http://schemas.openxmlformats.org/officeDocument/2006/relationships/slide" Target="/ppt/slides/slide53.xml" Id="R6741f14091514902" /><Relationship Type="http://schemas.openxmlformats.org/officeDocument/2006/relationships/slide" Target="/ppt/slides/slide54.xml" Id="R7407059076c34494" /><Relationship Type="http://schemas.openxmlformats.org/officeDocument/2006/relationships/slide" Target="/ppt/slides/slide55.xml" Id="R2ff1e63c991f4e11" /><Relationship Type="http://schemas.openxmlformats.org/officeDocument/2006/relationships/slide" Target="/ppt/slides/slide56.xml" Id="R97c15661cd9344a0" /><Relationship Type="http://schemas.openxmlformats.org/officeDocument/2006/relationships/slide" Target="/ppt/slides/slide57.xml" Id="Re317e78ccbb9458c" /><Relationship Type="http://schemas.openxmlformats.org/officeDocument/2006/relationships/slide" Target="/ppt/slides/slide58.xml" Id="Ra2d2954472d44513" /><Relationship Type="http://schemas.openxmlformats.org/officeDocument/2006/relationships/slide" Target="/ppt/slides/slide59.xml" Id="R319dd6398a194fe6" /><Relationship Type="http://schemas.openxmlformats.org/officeDocument/2006/relationships/slide" Target="/ppt/slides/slide60.xml" Id="Rf5854594360b4eec" /><Relationship Type="http://schemas.openxmlformats.org/officeDocument/2006/relationships/slide" Target="/ppt/slides/slide61.xml" Id="Ra7ec7127617a4d80" /><Relationship Type="http://schemas.openxmlformats.org/officeDocument/2006/relationships/slide" Target="/ppt/slides/slide62.xml" Id="R6479acbb5bd74490" /><Relationship Type="http://schemas.openxmlformats.org/officeDocument/2006/relationships/slide" Target="/ppt/slides/slide63.xml" Id="Re2f3b7a8778046fb" /><Relationship Type="http://schemas.openxmlformats.org/officeDocument/2006/relationships/slide" Target="/ppt/slides/slide64.xml" Id="Rae12dd41b0604157" /><Relationship Type="http://schemas.openxmlformats.org/officeDocument/2006/relationships/slide" Target="/ppt/slides/slide65.xml" Id="R6b32294b6e9b4fcc" /><Relationship Type="http://schemas.openxmlformats.org/officeDocument/2006/relationships/slide" Target="/ppt/slides/slide66.xml" Id="Ra442411de8264134" /><Relationship Type="http://schemas.openxmlformats.org/officeDocument/2006/relationships/slide" Target="/ppt/slides/slide67.xml" Id="R052e4e425c8e4b8b" /><Relationship Type="http://schemas.openxmlformats.org/officeDocument/2006/relationships/slide" Target="/ppt/slides/slide68.xml" Id="Rbcb7463dea514f9b" /><Relationship Type="http://schemas.openxmlformats.org/officeDocument/2006/relationships/slide" Target="/ppt/slides/slide69.xml" Id="R6b4b36b030c445b3" /><Relationship Type="http://schemas.openxmlformats.org/officeDocument/2006/relationships/slide" Target="/ppt/slides/slide70.xml" Id="Rfab0f1c94d774a80" /><Relationship Type="http://schemas.openxmlformats.org/officeDocument/2006/relationships/slide" Target="/ppt/slides/slide71.xml" Id="R077e5a2dcf3f4545" /><Relationship Type="http://schemas.openxmlformats.org/officeDocument/2006/relationships/slide" Target="/ppt/slides/slide72.xml" Id="Rc02e43e5bc844dd4" /><Relationship Type="http://schemas.openxmlformats.org/officeDocument/2006/relationships/slide" Target="/ppt/slides/slide73.xml" Id="R52c37fa9d40f4f6b" /><Relationship Type="http://schemas.openxmlformats.org/officeDocument/2006/relationships/slide" Target="/ppt/slides/slide74.xml" Id="Rb85f68630ee048ba" /><Relationship Type="http://schemas.openxmlformats.org/officeDocument/2006/relationships/slide" Target="/ppt/slides/slide75.xml" Id="R4c11f9c319744ca5" /><Relationship Type="http://schemas.openxmlformats.org/officeDocument/2006/relationships/slide" Target="/ppt/slides/slide76.xml" Id="Raea805ebe69b457d" /><Relationship Type="http://schemas.openxmlformats.org/officeDocument/2006/relationships/slide" Target="/ppt/slides/slide77.xml" Id="Rd5ebcd49f452427f" /><Relationship Type="http://schemas.openxmlformats.org/officeDocument/2006/relationships/slide" Target="/ppt/slides/slide78.xml" Id="R6dc50eaa393c4742" /><Relationship Type="http://schemas.openxmlformats.org/officeDocument/2006/relationships/slide" Target="/ppt/slides/slide79.xml" Id="R702b1972cdd24353" /><Relationship Type="http://schemas.openxmlformats.org/officeDocument/2006/relationships/slide" Target="/ppt/slides/slide80.xml" Id="R1f11b132b63a46a3" /><Relationship Type="http://schemas.openxmlformats.org/officeDocument/2006/relationships/slide" Target="/ppt/slides/slide81.xml" Id="R7427d8322aad452b" /><Relationship Type="http://schemas.openxmlformats.org/officeDocument/2006/relationships/slide" Target="/ppt/slides/slide82.xml" Id="Rdd4e8e0f64de42db" /><Relationship Type="http://schemas.openxmlformats.org/officeDocument/2006/relationships/slide" Target="/ppt/slides/slide83.xml" Id="R5ae1a7e77a194a38" /><Relationship Type="http://schemas.openxmlformats.org/officeDocument/2006/relationships/slide" Target="/ppt/slides/slide84.xml" Id="R16fb93da42ee4ced" /><Relationship Type="http://schemas.openxmlformats.org/officeDocument/2006/relationships/slide" Target="/ppt/slides/slide85.xml" Id="R39fc94dcb8c14229" /><Relationship Type="http://schemas.openxmlformats.org/officeDocument/2006/relationships/slide" Target="/ppt/slides/slide86.xml" Id="R7b4b0107059d4135" /><Relationship Type="http://schemas.openxmlformats.org/officeDocument/2006/relationships/slide" Target="/ppt/slides/slide87.xml" Id="R51d992f815854f16" /><Relationship Type="http://schemas.openxmlformats.org/officeDocument/2006/relationships/slide" Target="/ppt/slides/slide88.xml" Id="Rb9ef90d33dee4903" /><Relationship Type="http://schemas.openxmlformats.org/officeDocument/2006/relationships/slide" Target="/ppt/slides/slide89.xml" Id="R6f4f65525bc24791" /><Relationship Type="http://schemas.openxmlformats.org/officeDocument/2006/relationships/slide" Target="/ppt/slides/slide90.xml" Id="Rc0758cac5f2649f1" /><Relationship Type="http://schemas.openxmlformats.org/officeDocument/2006/relationships/slide" Target="/ppt/slides/slide91.xml" Id="Re3cb5d488f754a23" /><Relationship Type="http://schemas.openxmlformats.org/officeDocument/2006/relationships/slide" Target="/ppt/slides/slide92.xml" Id="R36aefe3ea99a42f7" /><Relationship Type="http://schemas.openxmlformats.org/officeDocument/2006/relationships/slide" Target="/ppt/slides/slide93.xml" Id="R865ef707a4194e81" /><Relationship Type="http://schemas.openxmlformats.org/officeDocument/2006/relationships/slide" Target="/ppt/slides/slide94.xml" Id="Rd4d89364841d4f41" /><Relationship Type="http://schemas.openxmlformats.org/officeDocument/2006/relationships/slide" Target="/ppt/slides/slide95.xml" Id="R9a957d49b8284b51" /><Relationship Type="http://schemas.openxmlformats.org/officeDocument/2006/relationships/slide" Target="/ppt/slides/slide96.xml" Id="R4cdddbf50b634b36" /><Relationship Type="http://schemas.openxmlformats.org/officeDocument/2006/relationships/slide" Target="/ppt/slides/slide97.xml" Id="Rd92386aaa69a4d46" /><Relationship Type="http://schemas.openxmlformats.org/officeDocument/2006/relationships/slide" Target="/ppt/slides/slide98.xml" Id="R5d83a92668004fdd" /><Relationship Type="http://schemas.openxmlformats.org/officeDocument/2006/relationships/slide" Target="/ppt/slides/slide99.xml" Id="R8ab4d673a2d74dfb" /><Relationship Type="http://schemas.openxmlformats.org/officeDocument/2006/relationships/slide" Target="/ppt/slides/slide100.xml" Id="Raaae12b40bc84eab" /><Relationship Type="http://schemas.openxmlformats.org/officeDocument/2006/relationships/slide" Target="/ppt/slides/slide101.xml" Id="Read13c81dded4336" /><Relationship Type="http://schemas.openxmlformats.org/officeDocument/2006/relationships/slide" Target="/ppt/slides/slide102.xml" Id="R5e05d2dcec314a73" /><Relationship Type="http://schemas.openxmlformats.org/officeDocument/2006/relationships/slide" Target="/ppt/slides/slide103.xml" Id="Rb9f3add4ff53477a" /><Relationship Type="http://schemas.openxmlformats.org/officeDocument/2006/relationships/slide" Target="/ppt/slides/slide104.xml" Id="R5d780e0a9a124789" /><Relationship Type="http://schemas.openxmlformats.org/officeDocument/2006/relationships/slide" Target="/ppt/slides/slide105.xml" Id="Raf494ee35352439e" /><Relationship Type="http://schemas.openxmlformats.org/officeDocument/2006/relationships/slide" Target="/ppt/slides/slide106.xml" Id="Rae207eec45d1426a" /><Relationship Type="http://schemas.openxmlformats.org/officeDocument/2006/relationships/slide" Target="/ppt/slides/slide107.xml" Id="R6659363f7c9d4d9b" /><Relationship Type="http://schemas.openxmlformats.org/officeDocument/2006/relationships/slide" Target="/ppt/slides/slide108.xml" Id="Re80d20e4738e49b2" /><Relationship Type="http://schemas.openxmlformats.org/officeDocument/2006/relationships/slide" Target="/ppt/slides/slide109.xml" Id="Rdff106c872c1401e" /><Relationship Type="http://schemas.openxmlformats.org/officeDocument/2006/relationships/slide" Target="/ppt/slides/slide110.xml" Id="Rd2c3752c4ac54dba" /><Relationship Type="http://schemas.openxmlformats.org/officeDocument/2006/relationships/slide" Target="/ppt/slides/slide111.xml" Id="Rc543e7bde1d74634" /><Relationship Type="http://schemas.openxmlformats.org/officeDocument/2006/relationships/slide" Target="/ppt/slides/slide112.xml" Id="R158867b6d10e4da0" /><Relationship Type="http://schemas.openxmlformats.org/officeDocument/2006/relationships/slide" Target="/ppt/slides/slide113.xml" Id="R99d9b132d3a44008" /><Relationship Type="http://schemas.openxmlformats.org/officeDocument/2006/relationships/slide" Target="/ppt/slides/slide114.xml" Id="Rb68768d88807454f" /><Relationship Type="http://schemas.openxmlformats.org/officeDocument/2006/relationships/slide" Target="/ppt/slides/slide115.xml" Id="R07a2d554de734aea" /><Relationship Type="http://schemas.openxmlformats.org/officeDocument/2006/relationships/slide" Target="/ppt/slides/slide116.xml" Id="R479584b98f474c8f" /><Relationship Type="http://schemas.openxmlformats.org/officeDocument/2006/relationships/slide" Target="/ppt/slides/slide117.xml" Id="Rd89bcb1bb15d4e52" /><Relationship Type="http://schemas.openxmlformats.org/officeDocument/2006/relationships/slide" Target="/ppt/slides/slide118.xml" Id="R461ad6ae2d1d4a3a" /><Relationship Type="http://schemas.openxmlformats.org/officeDocument/2006/relationships/slide" Target="/ppt/slides/slide119.xml" Id="Rd510e1a83cbd4853" /><Relationship Type="http://schemas.openxmlformats.org/officeDocument/2006/relationships/slide" Target="/ppt/slides/slide120.xml" Id="Rbee906bb91e640cd" /><Relationship Type="http://schemas.openxmlformats.org/officeDocument/2006/relationships/slide" Target="/ppt/slides/slide121.xml" Id="Rac35eab516d84e63" /><Relationship Type="http://schemas.openxmlformats.org/officeDocument/2006/relationships/slide" Target="/ppt/slides/slide122.xml" Id="R72e1854b845b4ab1" /><Relationship Type="http://schemas.openxmlformats.org/officeDocument/2006/relationships/slide" Target="/ppt/slides/slide123.xml" Id="Rbcc4ac09187d4ade" /><Relationship Type="http://schemas.openxmlformats.org/officeDocument/2006/relationships/slide" Target="/ppt/slides/slide124.xml" Id="Rb90baaae81de4d58" /><Relationship Type="http://schemas.openxmlformats.org/officeDocument/2006/relationships/slide" Target="/ppt/slides/slide125.xml" Id="Re057e1e4eb6c4cf3" /><Relationship Type="http://schemas.openxmlformats.org/officeDocument/2006/relationships/slide" Target="/ppt/slides/slide126.xml" Id="R0f990066f65b48df" /><Relationship Type="http://schemas.openxmlformats.org/officeDocument/2006/relationships/slide" Target="/ppt/slides/slide127.xml" Id="Rc45fc0d913154c29" /><Relationship Type="http://schemas.openxmlformats.org/officeDocument/2006/relationships/slide" Target="/ppt/slides/slide128.xml" Id="Rc7d762e8182e4b23" /><Relationship Type="http://schemas.openxmlformats.org/officeDocument/2006/relationships/slide" Target="/ppt/slides/slide129.xml" Id="Rcd9fe1b2b8874aab" /><Relationship Type="http://schemas.openxmlformats.org/officeDocument/2006/relationships/slide" Target="/ppt/slides/slide130.xml" Id="Rd85575a66a964e2e" /><Relationship Type="http://schemas.openxmlformats.org/officeDocument/2006/relationships/slide" Target="/ppt/slides/slide131.xml" Id="R732d766b89644642" /><Relationship Type="http://schemas.openxmlformats.org/officeDocument/2006/relationships/slide" Target="/ppt/slides/slide132.xml" Id="Rf0da61d50e474c5b" /><Relationship Type="http://schemas.openxmlformats.org/officeDocument/2006/relationships/slide" Target="/ppt/slides/slide133.xml" Id="R483733042ec24158" /><Relationship Type="http://schemas.openxmlformats.org/officeDocument/2006/relationships/slide" Target="/ppt/slides/slide134.xml" Id="R16c2c68ebee342a3" /><Relationship Type="http://schemas.openxmlformats.org/officeDocument/2006/relationships/slide" Target="/ppt/slides/slide135.xml" Id="Rd4a6110957e24923" /><Relationship Type="http://schemas.openxmlformats.org/officeDocument/2006/relationships/slide" Target="/ppt/slides/slide136.xml" Id="R31e39505b4ef4560" /><Relationship Type="http://schemas.openxmlformats.org/officeDocument/2006/relationships/slide" Target="/ppt/slides/slide137.xml" Id="Re0ce85891ee14e33" /><Relationship Type="http://schemas.openxmlformats.org/officeDocument/2006/relationships/slide" Target="/ppt/slides/slide138.xml" Id="R61cc2bae2d424541" /><Relationship Type="http://schemas.openxmlformats.org/officeDocument/2006/relationships/slide" Target="/ppt/slides/slide139.xml" Id="Rb949d0868ba749ce" /><Relationship Type="http://schemas.openxmlformats.org/officeDocument/2006/relationships/slide" Target="/ppt/slides/slide140.xml" Id="R04b847cab3944b9f" /><Relationship Type="http://schemas.openxmlformats.org/officeDocument/2006/relationships/slide" Target="/ppt/slides/slide141.xml" Id="Re8b66446147e4702" /><Relationship Type="http://schemas.openxmlformats.org/officeDocument/2006/relationships/slide" Target="/ppt/slides/slide142.xml" Id="Ra43b4d584ba547d9" /><Relationship Type="http://schemas.openxmlformats.org/officeDocument/2006/relationships/slide" Target="/ppt/slides/slide143.xml" Id="R4b65ca52312e466d" /><Relationship Type="http://schemas.openxmlformats.org/officeDocument/2006/relationships/slide" Target="/ppt/slides/slide144.xml" Id="R7cda26fbb8e24fb0" /><Relationship Type="http://schemas.openxmlformats.org/officeDocument/2006/relationships/slide" Target="/ppt/slides/slide145.xml" Id="R631af34a98e949d3" /><Relationship Type="http://schemas.openxmlformats.org/officeDocument/2006/relationships/slide" Target="/ppt/slides/slide146.xml" Id="R5ba51bc4687c4da8" /><Relationship Type="http://schemas.openxmlformats.org/officeDocument/2006/relationships/slide" Target="/ppt/slides/slide147.xml" Id="R1e8017069ef24062" /><Relationship Type="http://schemas.openxmlformats.org/officeDocument/2006/relationships/slide" Target="/ppt/slides/slide148.xml" Id="Rc2783fa51f914c5d" /><Relationship Type="http://schemas.openxmlformats.org/officeDocument/2006/relationships/slide" Target="/ppt/slides/slide149.xml" Id="R6a9200fbb0944f39" /><Relationship Type="http://schemas.openxmlformats.org/officeDocument/2006/relationships/slide" Target="/ppt/slides/slide150.xml" Id="R1a8edb59c8bc4ec4" /><Relationship Type="http://schemas.openxmlformats.org/officeDocument/2006/relationships/slide" Target="/ppt/slides/slide151.xml" Id="Rf8a65892ae374ac6" /><Relationship Type="http://schemas.openxmlformats.org/officeDocument/2006/relationships/slide" Target="/ppt/slides/slide152.xml" Id="R0e058b3980e64270" /><Relationship Type="http://schemas.openxmlformats.org/officeDocument/2006/relationships/slide" Target="/ppt/slides/slide153.xml" Id="R98db1de006f54bb7" /><Relationship Type="http://schemas.openxmlformats.org/officeDocument/2006/relationships/slide" Target="/ppt/slides/slide154.xml" Id="R96b9eb16c34f4644" /><Relationship Type="http://schemas.openxmlformats.org/officeDocument/2006/relationships/slide" Target="/ppt/slides/slide155.xml" Id="R02629b1fa99149ea" /><Relationship Type="http://schemas.openxmlformats.org/officeDocument/2006/relationships/slide" Target="/ppt/slides/slide156.xml" Id="Rbb675414226c46cc" /><Relationship Type="http://schemas.openxmlformats.org/officeDocument/2006/relationships/slide" Target="/ppt/slides/slide157.xml" Id="R373f5b72991244c8" /><Relationship Type="http://schemas.openxmlformats.org/officeDocument/2006/relationships/slide" Target="/ppt/slides/slide158.xml" Id="R0f895644e42d4060" /><Relationship Type="http://schemas.openxmlformats.org/officeDocument/2006/relationships/slide" Target="/ppt/slides/slide159.xml" Id="Rb37312f7041c4bb6" /><Relationship Type="http://schemas.openxmlformats.org/officeDocument/2006/relationships/slide" Target="/ppt/slides/slide160.xml" Id="R868e737795e84de7" /><Relationship Type="http://schemas.openxmlformats.org/officeDocument/2006/relationships/slide" Target="/ppt/slides/slide161.xml" Id="Rf23807bd596e474c" /><Relationship Type="http://schemas.openxmlformats.org/officeDocument/2006/relationships/slide" Target="/ppt/slides/slide162.xml" Id="R688a3fa25c164902" /><Relationship Type="http://schemas.openxmlformats.org/officeDocument/2006/relationships/slide" Target="/ppt/slides/slide163.xml" Id="R0275b93be6544855" /><Relationship Type="http://schemas.openxmlformats.org/officeDocument/2006/relationships/slide" Target="/ppt/slides/slide164.xml" Id="R48f3f550fc694d47" /><Relationship Type="http://schemas.openxmlformats.org/officeDocument/2006/relationships/slide" Target="/ppt/slides/slide165.xml" Id="Rfc945788633e42e6" /><Relationship Type="http://schemas.openxmlformats.org/officeDocument/2006/relationships/slide" Target="/ppt/slides/slide166.xml" Id="R164bcf0c744d4e40" /><Relationship Type="http://schemas.openxmlformats.org/officeDocument/2006/relationships/slide" Target="/ppt/slides/slide167.xml" Id="Rbd6c16046c0642f8" /><Relationship Type="http://schemas.openxmlformats.org/officeDocument/2006/relationships/slide" Target="/ppt/slides/slide168.xml" Id="R672d0e6323544e3d" /><Relationship Type="http://schemas.openxmlformats.org/officeDocument/2006/relationships/slide" Target="/ppt/slides/slide169.xml" Id="Rdb83327fda9d4f36" /><Relationship Type="http://schemas.openxmlformats.org/officeDocument/2006/relationships/slide" Target="/ppt/slides/slide170.xml" Id="R936a83b3e38f451e" /><Relationship Type="http://schemas.openxmlformats.org/officeDocument/2006/relationships/slide" Target="/ppt/slides/slide171.xml" Id="R463a40003d3e43e9" /><Relationship Type="http://schemas.openxmlformats.org/officeDocument/2006/relationships/slide" Target="/ppt/slides/slide172.xml" Id="Rff1df3e3c1644fc2" /><Relationship Type="http://schemas.openxmlformats.org/officeDocument/2006/relationships/slide" Target="/ppt/slides/slide173.xml" Id="Red649258a0c14468" /><Relationship Type="http://schemas.openxmlformats.org/officeDocument/2006/relationships/slide" Target="/ppt/slides/slide174.xml" Id="R6cf8e46cc58a4173" /><Relationship Type="http://schemas.openxmlformats.org/officeDocument/2006/relationships/slide" Target="/ppt/slides/slide175.xml" Id="R9f6bd8f55d7b4a7c" /><Relationship Type="http://schemas.openxmlformats.org/officeDocument/2006/relationships/slide" Target="/ppt/slides/slide176.xml" Id="Rfcdb44099c2a41a9" /><Relationship Type="http://schemas.openxmlformats.org/officeDocument/2006/relationships/slide" Target="/ppt/slides/slide177.xml" Id="R445028e674494443" /><Relationship Type="http://schemas.openxmlformats.org/officeDocument/2006/relationships/slide" Target="/ppt/slides/slide178.xml" Id="Rdb68d61e463149e6" /><Relationship Type="http://schemas.openxmlformats.org/officeDocument/2006/relationships/slide" Target="/ppt/slides/slide179.xml" Id="R827e5c7a07c54726" /><Relationship Type="http://schemas.openxmlformats.org/officeDocument/2006/relationships/slide" Target="/ppt/slides/slide180.xml" Id="R818d77a03e5e4abb" /><Relationship Type="http://schemas.openxmlformats.org/officeDocument/2006/relationships/slide" Target="/ppt/slides/slide181.xml" Id="R79883e9e37444856" /><Relationship Type="http://schemas.openxmlformats.org/officeDocument/2006/relationships/slide" Target="/ppt/slides/slide182.xml" Id="R205e83627e8d4d29" /><Relationship Type="http://schemas.openxmlformats.org/officeDocument/2006/relationships/slide" Target="/ppt/slides/slide183.xml" Id="R9b287a6e863a4cbb" /><Relationship Type="http://schemas.openxmlformats.org/officeDocument/2006/relationships/slide" Target="/ppt/slides/slide184.xml" Id="R236edc683d094d69" /><Relationship Type="http://schemas.openxmlformats.org/officeDocument/2006/relationships/slide" Target="/ppt/slides/slide185.xml" Id="R4b0064cef3364923" /><Relationship Type="http://schemas.openxmlformats.org/officeDocument/2006/relationships/slide" Target="/ppt/slides/slide186.xml" Id="R7e51da64fc3a48dd" /><Relationship Type="http://schemas.openxmlformats.org/officeDocument/2006/relationships/slide" Target="/ppt/slides/slide187.xml" Id="R85b106e1f49f4bc3" /><Relationship Type="http://schemas.openxmlformats.org/officeDocument/2006/relationships/slide" Target="/ppt/slides/slide188.xml" Id="R2811474365de4264" /><Relationship Type="http://schemas.openxmlformats.org/officeDocument/2006/relationships/slide" Target="/ppt/slides/slide189.xml" Id="Rf97774d34e6a436d" /><Relationship Type="http://schemas.openxmlformats.org/officeDocument/2006/relationships/slide" Target="/ppt/slides/slide190.xml" Id="Rc3f4b3c2058a455f" /><Relationship Type="http://schemas.openxmlformats.org/officeDocument/2006/relationships/slide" Target="/ppt/slides/slide191.xml" Id="Rcfa89dc34958418c" /><Relationship Type="http://schemas.openxmlformats.org/officeDocument/2006/relationships/slide" Target="/ppt/slides/slide192.xml" Id="Rbda27e720482438c" /><Relationship Type="http://schemas.openxmlformats.org/officeDocument/2006/relationships/slide" Target="/ppt/slides/slide193.xml" Id="Rd29c1798b5b84881" /><Relationship Type="http://schemas.openxmlformats.org/officeDocument/2006/relationships/slide" Target="/ppt/slides/slide194.xml" Id="R740c70eeb78349ab" /><Relationship Type="http://schemas.openxmlformats.org/officeDocument/2006/relationships/slide" Target="/ppt/slides/slide195.xml" Id="R98ae8e1a950d43c1" /><Relationship Type="http://schemas.openxmlformats.org/officeDocument/2006/relationships/slide" Target="/ppt/slides/slide196.xml" Id="R6f59ccdfd6ed4069" /><Relationship Type="http://schemas.openxmlformats.org/officeDocument/2006/relationships/slide" Target="/ppt/slides/slide197.xml" Id="Rdfddbc07333745ec" /><Relationship Type="http://schemas.openxmlformats.org/officeDocument/2006/relationships/slide" Target="/ppt/slides/slide198.xml" Id="R40bfaa94d0844d98" /><Relationship Type="http://schemas.openxmlformats.org/officeDocument/2006/relationships/slide" Target="/ppt/slides/slide199.xml" Id="Rca2168072cb84ddd" /><Relationship Type="http://schemas.openxmlformats.org/officeDocument/2006/relationships/slide" Target="/ppt/slides/slide200.xml" Id="Rb1aa1e96c4954e6a" /><Relationship Type="http://schemas.openxmlformats.org/officeDocument/2006/relationships/slide" Target="/ppt/slides/slide201.xml" Id="Rb85accaafafb425f" /><Relationship Type="http://schemas.openxmlformats.org/officeDocument/2006/relationships/slide" Target="/ppt/slides/slide202.xml" Id="R4f1e6b8359d44c2b" /><Relationship Type="http://schemas.openxmlformats.org/officeDocument/2006/relationships/slide" Target="/ppt/slides/slide203.xml" Id="Re2dc182a9a544157" /><Relationship Type="http://schemas.openxmlformats.org/officeDocument/2006/relationships/slide" Target="/ppt/slides/slide204.xml" Id="Rd3d88e800ec6472a" /><Relationship Type="http://schemas.openxmlformats.org/officeDocument/2006/relationships/slide" Target="/ppt/slides/slide205.xml" Id="R45d644334d5f4651" /><Relationship Type="http://schemas.openxmlformats.org/officeDocument/2006/relationships/slide" Target="/ppt/slides/slide206.xml" Id="Ra5172efd8a0646e3" /><Relationship Type="http://schemas.openxmlformats.org/officeDocument/2006/relationships/slide" Target="/ppt/slides/slide207.xml" Id="R2d6041720f7049a4" /><Relationship Type="http://schemas.openxmlformats.org/officeDocument/2006/relationships/slide" Target="/ppt/slides/slide208.xml" Id="Rad133184c1ec40e3" /><Relationship Type="http://schemas.openxmlformats.org/officeDocument/2006/relationships/slide" Target="/ppt/slides/slide209.xml" Id="Rb2e9537b21ed4827" /><Relationship Type="http://schemas.openxmlformats.org/officeDocument/2006/relationships/slide" Target="/ppt/slides/slide210.xml" Id="Rda0e12c2eb1d42db" /><Relationship Type="http://schemas.openxmlformats.org/officeDocument/2006/relationships/slide" Target="/ppt/slides/slide211.xml" Id="Rb37476c6aa6543f7" /><Relationship Type="http://schemas.openxmlformats.org/officeDocument/2006/relationships/slide" Target="/ppt/slides/slide212.xml" Id="Rc2a53c8383274b2c" /><Relationship Type="http://schemas.openxmlformats.org/officeDocument/2006/relationships/slide" Target="/ppt/slides/slide213.xml" Id="R641c0e3f2edd45ac" /><Relationship Type="http://schemas.openxmlformats.org/officeDocument/2006/relationships/slide" Target="/ppt/slides/slide214.xml" Id="R0a9b097383d349a0" /><Relationship Type="http://schemas.openxmlformats.org/officeDocument/2006/relationships/slide" Target="/ppt/slides/slide215.xml" Id="R4a3b8ec46b564d9a" /><Relationship Type="http://schemas.openxmlformats.org/officeDocument/2006/relationships/slide" Target="/ppt/slides/slide216.xml" Id="R4ece9d35d79248ea" /><Relationship Type="http://schemas.openxmlformats.org/officeDocument/2006/relationships/slide" Target="/ppt/slides/slide217.xml" Id="R6939fa9e08c34a97" /><Relationship Type="http://schemas.openxmlformats.org/officeDocument/2006/relationships/slide" Target="/ppt/slides/slide218.xml" Id="Rf3fff96854b1467d" /><Relationship Type="http://schemas.openxmlformats.org/officeDocument/2006/relationships/slide" Target="/ppt/slides/slide219.xml" Id="Re5cb18b938434a30" /><Relationship Type="http://schemas.openxmlformats.org/officeDocument/2006/relationships/slide" Target="/ppt/slides/slide220.xml" Id="R563cb418281640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0101f76e4e4b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747936433f4f78" /><Relationship Type="http://schemas.openxmlformats.org/officeDocument/2006/relationships/notesMaster" Target="/ppt/notesMasters/notesMaster1.xml" Id="Rc94d3042386543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c64fcafa334e1d" /><Relationship Type="http://schemas.openxmlformats.org/officeDocument/2006/relationships/notesMaster" Target="/ppt/notesMasters/notesMaster1.xml" Id="R13437909333748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82f37a19014e70" /><Relationship Type="http://schemas.openxmlformats.org/officeDocument/2006/relationships/notesMaster" Target="/ppt/notesMasters/notesMaster1.xml" Id="R83b1a9788e0b4f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20d1a51fbd4a46" /><Relationship Type="http://schemas.openxmlformats.org/officeDocument/2006/relationships/notesMaster" Target="/ppt/notesMasters/notesMaster1.xml" Id="R1f392c990a9747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f13cec110d42bc" /><Relationship Type="http://schemas.openxmlformats.org/officeDocument/2006/relationships/notesMaster" Target="/ppt/notesMasters/notesMaster1.xml" Id="R06990cb390894e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fa46c705e0442d" /><Relationship Type="http://schemas.openxmlformats.org/officeDocument/2006/relationships/notesMaster" Target="/ppt/notesMasters/notesMaster1.xml" Id="R8f4ae4b367bc4b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6b718995454746" /><Relationship Type="http://schemas.openxmlformats.org/officeDocument/2006/relationships/notesMaster" Target="/ppt/notesMasters/notesMaster1.xml" Id="R3ece4422102c45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fe628214484a6e" /><Relationship Type="http://schemas.openxmlformats.org/officeDocument/2006/relationships/notesMaster" Target="/ppt/notesMasters/notesMaster1.xml" Id="Rb07d77c12c6241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99b289edcf459e" /><Relationship Type="http://schemas.openxmlformats.org/officeDocument/2006/relationships/notesMaster" Target="/ppt/notesMasters/notesMaster1.xml" Id="R7b9ae04342b045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3e36672fed44f7" /><Relationship Type="http://schemas.openxmlformats.org/officeDocument/2006/relationships/notesMaster" Target="/ppt/notesMasters/notesMaster1.xml" Id="R7fbb69ff08be45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f2c95590bb48cf" /><Relationship Type="http://schemas.openxmlformats.org/officeDocument/2006/relationships/notesMaster" Target="/ppt/notesMasters/notesMaster1.xml" Id="R4e5f6106d97d49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e8e29f4b7745b7" /><Relationship Type="http://schemas.openxmlformats.org/officeDocument/2006/relationships/notesMaster" Target="/ppt/notesMasters/notesMaster1.xml" Id="R451ab3e059c94a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23733cd0cc4f3a" /><Relationship Type="http://schemas.openxmlformats.org/officeDocument/2006/relationships/notesMaster" Target="/ppt/notesMasters/notesMaster1.xml" Id="Ref271338645043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ca9416a7b3403a" /><Relationship Type="http://schemas.openxmlformats.org/officeDocument/2006/relationships/notesMaster" Target="/ppt/notesMasters/notesMaster1.xml" Id="Reab16a77fb5746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009df1c6924df5" /><Relationship Type="http://schemas.openxmlformats.org/officeDocument/2006/relationships/notesMaster" Target="/ppt/notesMasters/notesMaster1.xml" Id="Rbd1b9ff9c71d4d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dfc3c349434279" /><Relationship Type="http://schemas.openxmlformats.org/officeDocument/2006/relationships/notesMaster" Target="/ppt/notesMasters/notesMaster1.xml" Id="R2da31f28279941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99df613e104c45" /><Relationship Type="http://schemas.openxmlformats.org/officeDocument/2006/relationships/notesMaster" Target="/ppt/notesMasters/notesMaster1.xml" Id="Ra12389f0289245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f67ac053e74676" /><Relationship Type="http://schemas.openxmlformats.org/officeDocument/2006/relationships/notesMaster" Target="/ppt/notesMasters/notesMaster1.xml" Id="R4c0fe9f514464c8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c046a276b04509" /><Relationship Type="http://schemas.openxmlformats.org/officeDocument/2006/relationships/notesMaster" Target="/ppt/notesMasters/notesMaster1.xml" Id="R79af3a2f8663460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6332ec8ae64597" /><Relationship Type="http://schemas.openxmlformats.org/officeDocument/2006/relationships/notesMaster" Target="/ppt/notesMasters/notesMaster1.xml" Id="Ra8f7cd41f92c4b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d81a6d920442c9" /><Relationship Type="http://schemas.openxmlformats.org/officeDocument/2006/relationships/notesMaster" Target="/ppt/notesMasters/notesMaster1.xml" Id="R470b68ec1cf941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43d66e44dba47c8" /><Relationship Type="http://schemas.openxmlformats.org/officeDocument/2006/relationships/notesMaster" Target="/ppt/notesMasters/notesMaster1.xml" Id="Ra71c549de41d439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74d2025cdda45b3" /><Relationship Type="http://schemas.openxmlformats.org/officeDocument/2006/relationships/notesMaster" Target="/ppt/notesMasters/notesMaster1.xml" Id="R1be49046be874f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2d2d5d2d9d42fa" /><Relationship Type="http://schemas.openxmlformats.org/officeDocument/2006/relationships/notesMaster" Target="/ppt/notesMasters/notesMaster1.xml" Id="R861c9455ace346d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406da30bba54173" /><Relationship Type="http://schemas.openxmlformats.org/officeDocument/2006/relationships/notesMaster" Target="/ppt/notesMasters/notesMaster1.xml" Id="R1e5c3b6539884c5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1dd45462ec347c3" /><Relationship Type="http://schemas.openxmlformats.org/officeDocument/2006/relationships/notesMaster" Target="/ppt/notesMasters/notesMaster1.xml" Id="Rd99290bd99bf48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799b17dc14843b6" /><Relationship Type="http://schemas.openxmlformats.org/officeDocument/2006/relationships/notesMaster" Target="/ppt/notesMasters/notesMaster1.xml" Id="R8e74cef8642743d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a4b8eb16b294cbf" /><Relationship Type="http://schemas.openxmlformats.org/officeDocument/2006/relationships/notesMaster" Target="/ppt/notesMasters/notesMaster1.xml" Id="Rd4c5a60d780c42b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f4d142b3fc74661" /><Relationship Type="http://schemas.openxmlformats.org/officeDocument/2006/relationships/notesMaster" Target="/ppt/notesMasters/notesMaster1.xml" Id="R90370bd71cbb44e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424f8bab47443a5" /><Relationship Type="http://schemas.openxmlformats.org/officeDocument/2006/relationships/notesMaster" Target="/ppt/notesMasters/notesMaster1.xml" Id="Rcadc4952d9a04f8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7de545b298f421c" /><Relationship Type="http://schemas.openxmlformats.org/officeDocument/2006/relationships/notesMaster" Target="/ppt/notesMasters/notesMaster1.xml" Id="Ra0af06ab89924c0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fba2d3ba0b84f65" /><Relationship Type="http://schemas.openxmlformats.org/officeDocument/2006/relationships/notesMaster" Target="/ppt/notesMasters/notesMaster1.xml" Id="R5df6749568704ad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4a17cb4690f4606" /><Relationship Type="http://schemas.openxmlformats.org/officeDocument/2006/relationships/notesMaster" Target="/ppt/notesMasters/notesMaster1.xml" Id="R6f2052bb42c7415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398c16202594ccc" /><Relationship Type="http://schemas.openxmlformats.org/officeDocument/2006/relationships/notesMaster" Target="/ppt/notesMasters/notesMaster1.xml" Id="Rb5de14ca652c475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7afe7fc76c2404a" /><Relationship Type="http://schemas.openxmlformats.org/officeDocument/2006/relationships/notesMaster" Target="/ppt/notesMasters/notesMaster1.xml" Id="Rde779a296f5841e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5ca8ebd2baf432d" /><Relationship Type="http://schemas.openxmlformats.org/officeDocument/2006/relationships/notesMaster" Target="/ppt/notesMasters/notesMaster1.xml" Id="R173e947c322b4ce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abbee8790e54924" /><Relationship Type="http://schemas.openxmlformats.org/officeDocument/2006/relationships/notesMaster" Target="/ppt/notesMasters/notesMaster1.xml" Id="Rb5b35e3cce44490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5907f60e44e480c" /><Relationship Type="http://schemas.openxmlformats.org/officeDocument/2006/relationships/notesMaster" Target="/ppt/notesMasters/notesMaster1.xml" Id="Rb15cabe55dfb412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4dc60bf72a943c1" /><Relationship Type="http://schemas.openxmlformats.org/officeDocument/2006/relationships/notesMaster" Target="/ppt/notesMasters/notesMaster1.xml" Id="Rcb3ada6e4ab641f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98e9c98c9fe46f2" /><Relationship Type="http://schemas.openxmlformats.org/officeDocument/2006/relationships/notesMaster" Target="/ppt/notesMasters/notesMaster1.xml" Id="Rafb95c3af603479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903b51fbbd04100" /><Relationship Type="http://schemas.openxmlformats.org/officeDocument/2006/relationships/notesMaster" Target="/ppt/notesMasters/notesMaster1.xml" Id="Re801d20346d24cb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026be0632dc4e60" /><Relationship Type="http://schemas.openxmlformats.org/officeDocument/2006/relationships/notesMaster" Target="/ppt/notesMasters/notesMaster1.xml" Id="R9b7363aa0ea8472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10bdc096f3e49c3" /><Relationship Type="http://schemas.openxmlformats.org/officeDocument/2006/relationships/notesMaster" Target="/ppt/notesMasters/notesMaster1.xml" Id="R75a3c3732c3a460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efc02b6e2a54e35" /><Relationship Type="http://schemas.openxmlformats.org/officeDocument/2006/relationships/notesMaster" Target="/ppt/notesMasters/notesMaster1.xml" Id="R59eb2293fe0144b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bac5c386da841cc" /><Relationship Type="http://schemas.openxmlformats.org/officeDocument/2006/relationships/notesMaster" Target="/ppt/notesMasters/notesMaster1.xml" Id="R7bb40f8d0893420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c7e9725e3884d25" /><Relationship Type="http://schemas.openxmlformats.org/officeDocument/2006/relationships/notesMaster" Target="/ppt/notesMasters/notesMaster1.xml" Id="R7b59d7ddb83a4e7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2da1e1f25004ae2" /><Relationship Type="http://schemas.openxmlformats.org/officeDocument/2006/relationships/notesMaster" Target="/ppt/notesMasters/notesMaster1.xml" Id="R053f24ca1e05483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8b61a4dd32b4d2b" /><Relationship Type="http://schemas.openxmlformats.org/officeDocument/2006/relationships/notesMaster" Target="/ppt/notesMasters/notesMaster1.xml" Id="R9b45173e88da47e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72b738c6d6946bb" /><Relationship Type="http://schemas.openxmlformats.org/officeDocument/2006/relationships/notesMaster" Target="/ppt/notesMasters/notesMaster1.xml" Id="R2b495c4524a4494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7060ee25d8d4131" /><Relationship Type="http://schemas.openxmlformats.org/officeDocument/2006/relationships/notesMaster" Target="/ppt/notesMasters/notesMaster1.xml" Id="R217f97d334f740a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9b33b55218e4fd3" /><Relationship Type="http://schemas.openxmlformats.org/officeDocument/2006/relationships/notesMaster" Target="/ppt/notesMasters/notesMaster1.xml" Id="R910619275c704ca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175a8a542bf4748" /><Relationship Type="http://schemas.openxmlformats.org/officeDocument/2006/relationships/notesMaster" Target="/ppt/notesMasters/notesMaster1.xml" Id="R9f13830990de4fe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fa69b6faaa24a78" /><Relationship Type="http://schemas.openxmlformats.org/officeDocument/2006/relationships/notesMaster" Target="/ppt/notesMasters/notesMaster1.xml" Id="Rc167bcff4c46490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e328a65b0f74060" /><Relationship Type="http://schemas.openxmlformats.org/officeDocument/2006/relationships/notesMaster" Target="/ppt/notesMasters/notesMaster1.xml" Id="Rfa2cece9aa174e8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d2ed76dc8084006" /><Relationship Type="http://schemas.openxmlformats.org/officeDocument/2006/relationships/notesMaster" Target="/ppt/notesMasters/notesMaster1.xml" Id="Reb212adb911b46e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630406050444bb5" /><Relationship Type="http://schemas.openxmlformats.org/officeDocument/2006/relationships/notesMaster" Target="/ppt/notesMasters/notesMaster1.xml" Id="R3e5f4c49dfe041c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5342952bc3e4108" /><Relationship Type="http://schemas.openxmlformats.org/officeDocument/2006/relationships/notesMaster" Target="/ppt/notesMasters/notesMaster1.xml" Id="Rb1ea968288614963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748ae7e09b54eab" /><Relationship Type="http://schemas.openxmlformats.org/officeDocument/2006/relationships/notesMaster" Target="/ppt/notesMasters/notesMaster1.xml" Id="Rdd5dd11bfd694af6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b7c811c5be046f4" /><Relationship Type="http://schemas.openxmlformats.org/officeDocument/2006/relationships/notesMaster" Target="/ppt/notesMasters/notesMaster1.xml" Id="R7d768daf6f0548a4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76d2a33a84245a5" /><Relationship Type="http://schemas.openxmlformats.org/officeDocument/2006/relationships/notesMaster" Target="/ppt/notesMasters/notesMaster1.xml" Id="R3631c1f0d1a9460d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c05aaa08519461b" /><Relationship Type="http://schemas.openxmlformats.org/officeDocument/2006/relationships/notesMaster" Target="/ppt/notesMasters/notesMaster1.xml" Id="Re1481bf7967a42c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a5394e1a23e463a" /><Relationship Type="http://schemas.openxmlformats.org/officeDocument/2006/relationships/notesMaster" Target="/ppt/notesMasters/notesMaster1.xml" Id="R2fa9d1cd4b24477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b2aaad48f7843aa" /><Relationship Type="http://schemas.openxmlformats.org/officeDocument/2006/relationships/notesMaster" Target="/ppt/notesMasters/notesMaster1.xml" Id="R5afacd1217fb492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7d736e954164952" /><Relationship Type="http://schemas.openxmlformats.org/officeDocument/2006/relationships/notesMaster" Target="/ppt/notesMasters/notesMaster1.xml" Id="R787f6ec32304448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caae498ea4e473f" /><Relationship Type="http://schemas.openxmlformats.org/officeDocument/2006/relationships/notesMaster" Target="/ppt/notesMasters/notesMaster1.xml" Id="R61c6f33d887744d2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148e7861126a43be" /><Relationship Type="http://schemas.openxmlformats.org/officeDocument/2006/relationships/notesMaster" Target="/ppt/notesMasters/notesMaster1.xml" Id="R7987835af4444c1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b6df6a6f5864e2f" /><Relationship Type="http://schemas.openxmlformats.org/officeDocument/2006/relationships/notesMaster" Target="/ppt/notesMasters/notesMaster1.xml" Id="R66c675706d814289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8b4b305d032f4c3a" /><Relationship Type="http://schemas.openxmlformats.org/officeDocument/2006/relationships/notesMaster" Target="/ppt/notesMasters/notesMaster1.xml" Id="R1642e33d983f4b6d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96f0aec60b964d26" /><Relationship Type="http://schemas.openxmlformats.org/officeDocument/2006/relationships/notesMaster" Target="/ppt/notesMasters/notesMaster1.xml" Id="R877fca549889461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0464e1b6b94f4d70" /><Relationship Type="http://schemas.openxmlformats.org/officeDocument/2006/relationships/notesMaster" Target="/ppt/notesMasters/notesMaster1.xml" Id="R532c8bc5830843f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1020899a9c5b4404" /><Relationship Type="http://schemas.openxmlformats.org/officeDocument/2006/relationships/notesMaster" Target="/ppt/notesMasters/notesMaster1.xml" Id="R31f4fe7f23ef4156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8849e00feef8473c" /><Relationship Type="http://schemas.openxmlformats.org/officeDocument/2006/relationships/notesMaster" Target="/ppt/notesMasters/notesMaster1.xml" Id="R85e8596a9cc24c62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df13b5c3f8b94481" /><Relationship Type="http://schemas.openxmlformats.org/officeDocument/2006/relationships/notesMaster" Target="/ppt/notesMasters/notesMaster1.xml" Id="Rf2cdcc4f04f34d0a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6ba5237572154d1b" /><Relationship Type="http://schemas.openxmlformats.org/officeDocument/2006/relationships/notesMaster" Target="/ppt/notesMasters/notesMaster1.xml" Id="Rd7f0b70b8dbf4d82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c79d2e8b58744dc9" /><Relationship Type="http://schemas.openxmlformats.org/officeDocument/2006/relationships/notesMaster" Target="/ppt/notesMasters/notesMaster1.xml" Id="Rab95527e92104985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e3deb8982cd248ba" /><Relationship Type="http://schemas.openxmlformats.org/officeDocument/2006/relationships/notesMaster" Target="/ppt/notesMasters/notesMaster1.xml" Id="Rad41fccdb986484a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7ddcf209cfcb4df5" /><Relationship Type="http://schemas.openxmlformats.org/officeDocument/2006/relationships/notesMaster" Target="/ppt/notesMasters/notesMaster1.xml" Id="Rb3403611929348c2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67cdcf8759324bab" /><Relationship Type="http://schemas.openxmlformats.org/officeDocument/2006/relationships/notesMaster" Target="/ppt/notesMasters/notesMaster1.xml" Id="Rd440f85324544ed9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2568dc5c4cdd45a8" /><Relationship Type="http://schemas.openxmlformats.org/officeDocument/2006/relationships/notesMaster" Target="/ppt/notesMasters/notesMaster1.xml" Id="Rf036c23bf29c4cfa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17aa56bc13f44d65" /><Relationship Type="http://schemas.openxmlformats.org/officeDocument/2006/relationships/notesMaster" Target="/ppt/notesMasters/notesMaster1.xml" Id="Re49dbe450e3e499f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9ecdbabd88374cd2" /><Relationship Type="http://schemas.openxmlformats.org/officeDocument/2006/relationships/notesMaster" Target="/ppt/notesMasters/notesMaster1.xml" Id="Rda3c0d570bba43d8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add27c19eef24585" /><Relationship Type="http://schemas.openxmlformats.org/officeDocument/2006/relationships/notesMaster" Target="/ppt/notesMasters/notesMaster1.xml" Id="R9f390a6e793e4cea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181392e86f942e3" /><Relationship Type="http://schemas.openxmlformats.org/officeDocument/2006/relationships/notesMaster" Target="/ppt/notesMasters/notesMaster1.xml" Id="Re7ae083ebab14851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1d0643dd9a6f4fce" /><Relationship Type="http://schemas.openxmlformats.org/officeDocument/2006/relationships/notesMaster" Target="/ppt/notesMasters/notesMaster1.xml" Id="R6e1f1906767c432c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2a10b3805c684363" /><Relationship Type="http://schemas.openxmlformats.org/officeDocument/2006/relationships/notesMaster" Target="/ppt/notesMasters/notesMaster1.xml" Id="R66bba629e66a4ddb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4464e9605abe402d" /><Relationship Type="http://schemas.openxmlformats.org/officeDocument/2006/relationships/notesMaster" Target="/ppt/notesMasters/notesMaster1.xml" Id="R86e07889aa7b4b44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fd1b769cb28d4fa2" /><Relationship Type="http://schemas.openxmlformats.org/officeDocument/2006/relationships/notesMaster" Target="/ppt/notesMasters/notesMaster1.xml" Id="R8a160f578a1e4f59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a45da7af3a3842a1" /><Relationship Type="http://schemas.openxmlformats.org/officeDocument/2006/relationships/notesMaster" Target="/ppt/notesMasters/notesMaster1.xml" Id="R29f202e796ed4128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a272f5c889264d14" /><Relationship Type="http://schemas.openxmlformats.org/officeDocument/2006/relationships/notesMaster" Target="/ppt/notesMasters/notesMaster1.xml" Id="R96eb3197cf804a69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1a68cc4a72724764" /><Relationship Type="http://schemas.openxmlformats.org/officeDocument/2006/relationships/notesMaster" Target="/ppt/notesMasters/notesMaster1.xml" Id="R93a77a77bb44453f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58a32a59ecf34eca" /><Relationship Type="http://schemas.openxmlformats.org/officeDocument/2006/relationships/notesMaster" Target="/ppt/notesMasters/notesMaster1.xml" Id="Rbb1733ae45e848c5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fe18ea7f3b9b49c0" /><Relationship Type="http://schemas.openxmlformats.org/officeDocument/2006/relationships/notesMaster" Target="/ppt/notesMasters/notesMaster1.xml" Id="R49e0440bdb094267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d5b4410b79984851" /><Relationship Type="http://schemas.openxmlformats.org/officeDocument/2006/relationships/notesMaster" Target="/ppt/notesMasters/notesMaster1.xml" Id="Re0169e28bc7c408a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f3672a3bedf5480e" /><Relationship Type="http://schemas.openxmlformats.org/officeDocument/2006/relationships/notesMaster" Target="/ppt/notesMasters/notesMaster1.xml" Id="Rdc9020ed63ed433d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7e27c684d4b54a97" /><Relationship Type="http://schemas.openxmlformats.org/officeDocument/2006/relationships/notesMaster" Target="/ppt/notesMasters/notesMaster1.xml" Id="R89bc4e63cab44773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aacf40f5a9624d35" /><Relationship Type="http://schemas.openxmlformats.org/officeDocument/2006/relationships/notesMaster" Target="/ppt/notesMasters/notesMaster1.xml" Id="R50dcaff6208d4805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96d538f577b2410f" /><Relationship Type="http://schemas.openxmlformats.org/officeDocument/2006/relationships/notesMaster" Target="/ppt/notesMasters/notesMaster1.xml" Id="R72bdf77b67414f30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12aab66699d84a99" /><Relationship Type="http://schemas.openxmlformats.org/officeDocument/2006/relationships/notesMaster" Target="/ppt/notesMasters/notesMaster1.xml" Id="Rb8acacda285d41a3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e940e1e7dd14480d" /><Relationship Type="http://schemas.openxmlformats.org/officeDocument/2006/relationships/notesMaster" Target="/ppt/notesMasters/notesMaster1.xml" Id="Rc094dc3f3dd84b13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d6cd0abbcae44e51" /><Relationship Type="http://schemas.openxmlformats.org/officeDocument/2006/relationships/notesMaster" Target="/ppt/notesMasters/notesMaster1.xml" Id="R0fcfd704f8334709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ae07e58312454c8d" /><Relationship Type="http://schemas.openxmlformats.org/officeDocument/2006/relationships/notesMaster" Target="/ppt/notesMasters/notesMaster1.xml" Id="R2b0fda7dc76f4660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bf56627022b4480f" /><Relationship Type="http://schemas.openxmlformats.org/officeDocument/2006/relationships/notesMaster" Target="/ppt/notesMasters/notesMaster1.xml" Id="R746b5b6911984ca2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daa31ebba8224d82" /><Relationship Type="http://schemas.openxmlformats.org/officeDocument/2006/relationships/notesMaster" Target="/ppt/notesMasters/notesMaster1.xml" Id="Rcaae1427277144be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442d5215df8e46f4" /><Relationship Type="http://schemas.openxmlformats.org/officeDocument/2006/relationships/notesMaster" Target="/ppt/notesMasters/notesMaster1.xml" Id="Ra1d37c27eb3840c4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8433dbdba3d54bb4" /><Relationship Type="http://schemas.openxmlformats.org/officeDocument/2006/relationships/notesMaster" Target="/ppt/notesMasters/notesMaster1.xml" Id="R2824f6bcf2b54b65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f94596dc2f074e43" /><Relationship Type="http://schemas.openxmlformats.org/officeDocument/2006/relationships/notesMaster" Target="/ppt/notesMasters/notesMaster1.xml" Id="R8498231908f94f8e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c6c438cc9b66459e" /><Relationship Type="http://schemas.openxmlformats.org/officeDocument/2006/relationships/notesMaster" Target="/ppt/notesMasters/notesMaster1.xml" Id="Raf7dc92be6264510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3f7df39a0b7645c0" /><Relationship Type="http://schemas.openxmlformats.org/officeDocument/2006/relationships/notesMaster" Target="/ppt/notesMasters/notesMaster1.xml" Id="R1ecdc08320b04ca4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fb8a5e48c8c3453d" /><Relationship Type="http://schemas.openxmlformats.org/officeDocument/2006/relationships/notesMaster" Target="/ppt/notesMasters/notesMaster1.xml" Id="R13d9a26b280f4ae4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49bc2bb86910459e" /><Relationship Type="http://schemas.openxmlformats.org/officeDocument/2006/relationships/notesMaster" Target="/ppt/notesMasters/notesMaster1.xml" Id="R986d41420b27443e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9e0873a0662048c6" /><Relationship Type="http://schemas.openxmlformats.org/officeDocument/2006/relationships/notesMaster" Target="/ppt/notesMasters/notesMaster1.xml" Id="Ra86159abb54c4c53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1d088b3bf98743d6" /><Relationship Type="http://schemas.openxmlformats.org/officeDocument/2006/relationships/notesMaster" Target="/ppt/notesMasters/notesMaster1.xml" Id="Rf34d3535a6f24a74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86b85a28d2d74fe5" /><Relationship Type="http://schemas.openxmlformats.org/officeDocument/2006/relationships/notesMaster" Target="/ppt/notesMasters/notesMaster1.xml" Id="Rc17bcaad473f47f4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9cd9da259220414a" /><Relationship Type="http://schemas.openxmlformats.org/officeDocument/2006/relationships/notesMaster" Target="/ppt/notesMasters/notesMaster1.xml" Id="R0a0a610f23ea4be2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c6b9df00d0ed41dd" /><Relationship Type="http://schemas.openxmlformats.org/officeDocument/2006/relationships/notesMaster" Target="/ppt/notesMasters/notesMaster1.xml" Id="R95071cbee5374807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3e98885d10994b54" /><Relationship Type="http://schemas.openxmlformats.org/officeDocument/2006/relationships/notesMaster" Target="/ppt/notesMasters/notesMaster1.xml" Id="R051195c20df04fe8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78238794934e43aa" /><Relationship Type="http://schemas.openxmlformats.org/officeDocument/2006/relationships/notesMaster" Target="/ppt/notesMasters/notesMaster1.xml" Id="R62bd8192e104492c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e1a9b9b3c0434314" /><Relationship Type="http://schemas.openxmlformats.org/officeDocument/2006/relationships/notesMaster" Target="/ppt/notesMasters/notesMaster1.xml" Id="R6dfee2f13e6f4b1a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42189ab5391b4430" /><Relationship Type="http://schemas.openxmlformats.org/officeDocument/2006/relationships/notesMaster" Target="/ppt/notesMasters/notesMaster1.xml" Id="R56b354d8c4d246b0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996abe7b5aae428a" /><Relationship Type="http://schemas.openxmlformats.org/officeDocument/2006/relationships/notesMaster" Target="/ppt/notesMasters/notesMaster1.xml" Id="R6e66e9db443c4dcd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73acfa09c1884acf" /><Relationship Type="http://schemas.openxmlformats.org/officeDocument/2006/relationships/notesMaster" Target="/ppt/notesMasters/notesMaster1.xml" Id="R4c28d2eb20e44cb2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be0523fa09124c95" /><Relationship Type="http://schemas.openxmlformats.org/officeDocument/2006/relationships/notesMaster" Target="/ppt/notesMasters/notesMaster1.xml" Id="R596fccbdcf804855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39e1567d8f424adb" /><Relationship Type="http://schemas.openxmlformats.org/officeDocument/2006/relationships/notesMaster" Target="/ppt/notesMasters/notesMaster1.xml" Id="Rd19a68b248314147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c277feb379124ebd" /><Relationship Type="http://schemas.openxmlformats.org/officeDocument/2006/relationships/notesMaster" Target="/ppt/notesMasters/notesMaster1.xml" Id="Rc858e45e7ff24598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f350aa33b46b460b" /><Relationship Type="http://schemas.openxmlformats.org/officeDocument/2006/relationships/notesMaster" Target="/ppt/notesMasters/notesMaster1.xml" Id="R2f505484a05f4da3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b25b6110ab824047" /><Relationship Type="http://schemas.openxmlformats.org/officeDocument/2006/relationships/notesMaster" Target="/ppt/notesMasters/notesMaster1.xml" Id="R8eb669e8d54b40a7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d6818e9f64944080" /><Relationship Type="http://schemas.openxmlformats.org/officeDocument/2006/relationships/notesMaster" Target="/ppt/notesMasters/notesMaster1.xml" Id="Rdcd29cdebf984450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87adf32099a14d2f" /><Relationship Type="http://schemas.openxmlformats.org/officeDocument/2006/relationships/notesMaster" Target="/ppt/notesMasters/notesMaster1.xml" Id="R7e8c2643c9cc497a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dfdc3833c35d45eb" /><Relationship Type="http://schemas.openxmlformats.org/officeDocument/2006/relationships/notesMaster" Target="/ppt/notesMasters/notesMaster1.xml" Id="R56555f1dc4e1402d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3df5027c92e141aa" /><Relationship Type="http://schemas.openxmlformats.org/officeDocument/2006/relationships/notesMaster" Target="/ppt/notesMasters/notesMaster1.xml" Id="R599e03ceb53740e7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093b9b5bf6fc4563" /><Relationship Type="http://schemas.openxmlformats.org/officeDocument/2006/relationships/notesMaster" Target="/ppt/notesMasters/notesMaster1.xml" Id="R29234734c8074668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dd69015458234b64" /><Relationship Type="http://schemas.openxmlformats.org/officeDocument/2006/relationships/notesMaster" Target="/ppt/notesMasters/notesMaster1.xml" Id="R3a4b876580b4437a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bd072131589b4131" /><Relationship Type="http://schemas.openxmlformats.org/officeDocument/2006/relationships/notesMaster" Target="/ppt/notesMasters/notesMaster1.xml" Id="R617f49dde91049c8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8c3702dd1356491f" /><Relationship Type="http://schemas.openxmlformats.org/officeDocument/2006/relationships/notesMaster" Target="/ppt/notesMasters/notesMaster1.xml" Id="R595ff36940de4986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ee603ead183f4742" /><Relationship Type="http://schemas.openxmlformats.org/officeDocument/2006/relationships/notesMaster" Target="/ppt/notesMasters/notesMaster1.xml" Id="R658fbe5bdb3e4910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a44ad9b9da2f4487" /><Relationship Type="http://schemas.openxmlformats.org/officeDocument/2006/relationships/notesMaster" Target="/ppt/notesMasters/notesMaster1.xml" Id="R20f3ba2e151c4321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9afbb01537a741e3" /><Relationship Type="http://schemas.openxmlformats.org/officeDocument/2006/relationships/notesMaster" Target="/ppt/notesMasters/notesMaster1.xml" Id="R2f882c9aad0c46c9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4a8470df6c824d73" /><Relationship Type="http://schemas.openxmlformats.org/officeDocument/2006/relationships/notesMaster" Target="/ppt/notesMasters/notesMaster1.xml" Id="Re2c2e67f8b084bb1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ebe0a07caa7a4df5" /><Relationship Type="http://schemas.openxmlformats.org/officeDocument/2006/relationships/notesMaster" Target="/ppt/notesMasters/notesMaster1.xml" Id="R1be7c2616b614ec5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f3ff4baab9a64ea1" /><Relationship Type="http://schemas.openxmlformats.org/officeDocument/2006/relationships/notesMaster" Target="/ppt/notesMasters/notesMaster1.xml" Id="Rd08d60aff48543f1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220d19b43f9e4669" /><Relationship Type="http://schemas.openxmlformats.org/officeDocument/2006/relationships/notesMaster" Target="/ppt/notesMasters/notesMaster1.xml" Id="R55e86c48fcdc46df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c383d7de738c4e67" /><Relationship Type="http://schemas.openxmlformats.org/officeDocument/2006/relationships/notesMaster" Target="/ppt/notesMasters/notesMaster1.xml" Id="Rf704889265434189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fb2b71d7561442bf" /><Relationship Type="http://schemas.openxmlformats.org/officeDocument/2006/relationships/notesMaster" Target="/ppt/notesMasters/notesMaster1.xml" Id="Rf69f78abb1954464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9710c69a208d4784" /><Relationship Type="http://schemas.openxmlformats.org/officeDocument/2006/relationships/notesMaster" Target="/ppt/notesMasters/notesMaster1.xml" Id="R9909978b49ae462f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e24fbf8264134c7b" /><Relationship Type="http://schemas.openxmlformats.org/officeDocument/2006/relationships/notesMaster" Target="/ppt/notesMasters/notesMaster1.xml" Id="Rfe0bc34f900844c5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28353d094ef64250" /><Relationship Type="http://schemas.openxmlformats.org/officeDocument/2006/relationships/notesMaster" Target="/ppt/notesMasters/notesMaster1.xml" Id="Rb8ad5272100e4efc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2f078d289b504497" /><Relationship Type="http://schemas.openxmlformats.org/officeDocument/2006/relationships/notesMaster" Target="/ppt/notesMasters/notesMaster1.xml" Id="Rc2732e5a347846ef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d76b75a5c7234ce4" /><Relationship Type="http://schemas.openxmlformats.org/officeDocument/2006/relationships/notesMaster" Target="/ppt/notesMasters/notesMaster1.xml" Id="R0b991682f0514df3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91d8e2f399884203" /><Relationship Type="http://schemas.openxmlformats.org/officeDocument/2006/relationships/notesMaster" Target="/ppt/notesMasters/notesMaster1.xml" Id="R4a2d82537e084656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860a2e761e414449" /><Relationship Type="http://schemas.openxmlformats.org/officeDocument/2006/relationships/notesMaster" Target="/ppt/notesMasters/notesMaster1.xml" Id="R530c957642e54006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af998099a9304396" /><Relationship Type="http://schemas.openxmlformats.org/officeDocument/2006/relationships/notesMaster" Target="/ppt/notesMasters/notesMaster1.xml" Id="R1e581d33f1f6400b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f12df1e0e7904bab" /><Relationship Type="http://schemas.openxmlformats.org/officeDocument/2006/relationships/notesMaster" Target="/ppt/notesMasters/notesMaster1.xml" Id="Rbb7f93eaa908409a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af4832952c864825" /><Relationship Type="http://schemas.openxmlformats.org/officeDocument/2006/relationships/notesMaster" Target="/ppt/notesMasters/notesMaster1.xml" Id="R9455934867a449de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d99c0617766e44a6" /><Relationship Type="http://schemas.openxmlformats.org/officeDocument/2006/relationships/notesMaster" Target="/ppt/notesMasters/notesMaster1.xml" Id="R40f26d04d89142d8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92ca0af7f2584b33" /><Relationship Type="http://schemas.openxmlformats.org/officeDocument/2006/relationships/notesMaster" Target="/ppt/notesMasters/notesMaster1.xml" Id="R41db0b69abc34c68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37f746b15b254eda" /><Relationship Type="http://schemas.openxmlformats.org/officeDocument/2006/relationships/notesMaster" Target="/ppt/notesMasters/notesMaster1.xml" Id="Rcb6fba55d9714cd8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ddf228132d614d11" /><Relationship Type="http://schemas.openxmlformats.org/officeDocument/2006/relationships/notesMaster" Target="/ppt/notesMasters/notesMaster1.xml" Id="R894546bb587d4c35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b4fe6d35136943a5" /><Relationship Type="http://schemas.openxmlformats.org/officeDocument/2006/relationships/notesMaster" Target="/ppt/notesMasters/notesMaster1.xml" Id="Rbafc46defebf4869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f6d62d90de8d4c34" /><Relationship Type="http://schemas.openxmlformats.org/officeDocument/2006/relationships/notesMaster" Target="/ppt/notesMasters/notesMaster1.xml" Id="R10c79458d4f54161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808c829f3a9b4553" /><Relationship Type="http://schemas.openxmlformats.org/officeDocument/2006/relationships/notesMaster" Target="/ppt/notesMasters/notesMaster1.xml" Id="Re2ee97c296874eac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894a7c78984846ea" /><Relationship Type="http://schemas.openxmlformats.org/officeDocument/2006/relationships/notesMaster" Target="/ppt/notesMasters/notesMaster1.xml" Id="R72215850f0cd4014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1ddb7d81ad4547c5" /><Relationship Type="http://schemas.openxmlformats.org/officeDocument/2006/relationships/notesMaster" Target="/ppt/notesMasters/notesMaster1.xml" Id="Rb67b8d57e74d4e81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504ffe6840cb45fa" /><Relationship Type="http://schemas.openxmlformats.org/officeDocument/2006/relationships/notesMaster" Target="/ppt/notesMasters/notesMaster1.xml" Id="R12e34d7a88ea42c9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faddc44428524d3c" /><Relationship Type="http://schemas.openxmlformats.org/officeDocument/2006/relationships/notesMaster" Target="/ppt/notesMasters/notesMaster1.xml" Id="R5e6ccdbc2f584b43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aa3434de1dd947fe" /><Relationship Type="http://schemas.openxmlformats.org/officeDocument/2006/relationships/notesMaster" Target="/ppt/notesMasters/notesMaster1.xml" Id="R38a902401d9947ac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89f615f09abd4ec4" /><Relationship Type="http://schemas.openxmlformats.org/officeDocument/2006/relationships/notesMaster" Target="/ppt/notesMasters/notesMaster1.xml" Id="Re72389a13fd34df9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3ca7c2df95964dbd" /><Relationship Type="http://schemas.openxmlformats.org/officeDocument/2006/relationships/notesMaster" Target="/ppt/notesMasters/notesMaster1.xml" Id="Re7cb87babe2a49e8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cf0a0a8c85bb465c" /><Relationship Type="http://schemas.openxmlformats.org/officeDocument/2006/relationships/notesMaster" Target="/ppt/notesMasters/notesMaster1.xml" Id="R0e74974552dd485b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79cccfd369ab4f6e" /><Relationship Type="http://schemas.openxmlformats.org/officeDocument/2006/relationships/notesMaster" Target="/ppt/notesMasters/notesMaster1.xml" Id="Re7477b51d76e4edb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12db665ec83f461e" /><Relationship Type="http://schemas.openxmlformats.org/officeDocument/2006/relationships/notesMaster" Target="/ppt/notesMasters/notesMaster1.xml" Id="Rcde5ad57fb764de1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206f83c7c0c74246" /><Relationship Type="http://schemas.openxmlformats.org/officeDocument/2006/relationships/notesMaster" Target="/ppt/notesMasters/notesMaster1.xml" Id="R5f3c1bbae4fc4ea6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1661eb6c8dc94d85" /><Relationship Type="http://schemas.openxmlformats.org/officeDocument/2006/relationships/notesMaster" Target="/ppt/notesMasters/notesMaster1.xml" Id="R3995c75508cb4e3f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5a37b7eecdda44e1" /><Relationship Type="http://schemas.openxmlformats.org/officeDocument/2006/relationships/notesMaster" Target="/ppt/notesMasters/notesMaster1.xml" Id="R3c4954ff0ac646f1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4fd2ac6d146e47d2" /><Relationship Type="http://schemas.openxmlformats.org/officeDocument/2006/relationships/notesMaster" Target="/ppt/notesMasters/notesMaster1.xml" Id="R480b9664075f48bd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61e76a22c6f04e9b" /><Relationship Type="http://schemas.openxmlformats.org/officeDocument/2006/relationships/notesMaster" Target="/ppt/notesMasters/notesMaster1.xml" Id="R5f8dd0393dd24964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cef93d7cd42f4fd3" /><Relationship Type="http://schemas.openxmlformats.org/officeDocument/2006/relationships/notesMaster" Target="/ppt/notesMasters/notesMaster1.xml" Id="R6b1cbb1be86e401b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9fcf421e27eb4ce8" /><Relationship Type="http://schemas.openxmlformats.org/officeDocument/2006/relationships/notesMaster" Target="/ppt/notesMasters/notesMaster1.xml" Id="R955f1cb161e649e7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e137d68131c04bf7" /><Relationship Type="http://schemas.openxmlformats.org/officeDocument/2006/relationships/notesMaster" Target="/ppt/notesMasters/notesMaster1.xml" Id="R072700aa8e5c43d0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5e03b1385b174119" /><Relationship Type="http://schemas.openxmlformats.org/officeDocument/2006/relationships/notesMaster" Target="/ppt/notesMasters/notesMaster1.xml" Id="R57fe4c32188643a0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ff70e856f2564e53" /><Relationship Type="http://schemas.openxmlformats.org/officeDocument/2006/relationships/notesMaster" Target="/ppt/notesMasters/notesMaster1.xml" Id="R2911cb35f2ba42dc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180d33355db94303" /><Relationship Type="http://schemas.openxmlformats.org/officeDocument/2006/relationships/notesMaster" Target="/ppt/notesMasters/notesMaster1.xml" Id="R6a2bdf39aad446a9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3eddb835b5eb4c34" /><Relationship Type="http://schemas.openxmlformats.org/officeDocument/2006/relationships/notesMaster" Target="/ppt/notesMasters/notesMaster1.xml" Id="R09067420b4b047a6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30e7e86d38d34e8b" /><Relationship Type="http://schemas.openxmlformats.org/officeDocument/2006/relationships/notesMaster" Target="/ppt/notesMasters/notesMaster1.xml" Id="Rdf9bf833c22f40eb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9116a1afa7a14ffc" /><Relationship Type="http://schemas.openxmlformats.org/officeDocument/2006/relationships/notesMaster" Target="/ppt/notesMasters/notesMaster1.xml" Id="Rb5336af20a594054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b4fde88d5e5f497e" /><Relationship Type="http://schemas.openxmlformats.org/officeDocument/2006/relationships/notesMaster" Target="/ppt/notesMasters/notesMaster1.xml" Id="R9731ebe18d3f4a46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a9045ebd29f84300" /><Relationship Type="http://schemas.openxmlformats.org/officeDocument/2006/relationships/notesMaster" Target="/ppt/notesMasters/notesMaster1.xml" Id="R4e294810c2f647c5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d1cd4c5293cc4658" /><Relationship Type="http://schemas.openxmlformats.org/officeDocument/2006/relationships/notesMaster" Target="/ppt/notesMasters/notesMaster1.xml" Id="R822ea1fd86264d74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e0b1816b11b6415e" /><Relationship Type="http://schemas.openxmlformats.org/officeDocument/2006/relationships/notesMaster" Target="/ppt/notesMasters/notesMaster1.xml" Id="Re01929129bbd48a5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8468aabf5398419f" /><Relationship Type="http://schemas.openxmlformats.org/officeDocument/2006/relationships/notesMaster" Target="/ppt/notesMasters/notesMaster1.xml" Id="Rc741520cacf44d4a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1ee9c01f82474df2" /><Relationship Type="http://schemas.openxmlformats.org/officeDocument/2006/relationships/notesMaster" Target="/ppt/notesMasters/notesMaster1.xml" Id="Rfd25e525d2544b4a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69aa935e2c304b0f" /><Relationship Type="http://schemas.openxmlformats.org/officeDocument/2006/relationships/notesMaster" Target="/ppt/notesMasters/notesMaster1.xml" Id="R00080fc3c67f43e3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4c95fa6dd1504648" /><Relationship Type="http://schemas.openxmlformats.org/officeDocument/2006/relationships/notesMaster" Target="/ppt/notesMasters/notesMaster1.xml" Id="R3ebb028e1882433c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6ad1e2e29f884a9c" /><Relationship Type="http://schemas.openxmlformats.org/officeDocument/2006/relationships/notesMaster" Target="/ppt/notesMasters/notesMaster1.xml" Id="Ra12c8354d9d542c4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8030f7e3a807454d" /><Relationship Type="http://schemas.openxmlformats.org/officeDocument/2006/relationships/notesMaster" Target="/ppt/notesMasters/notesMaster1.xml" Id="R310ab7c677c9459b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bd6026be1fb34556" /><Relationship Type="http://schemas.openxmlformats.org/officeDocument/2006/relationships/notesMaster" Target="/ppt/notesMasters/notesMaster1.xml" Id="R043f2a047c9f4e95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560517980fec4531" /><Relationship Type="http://schemas.openxmlformats.org/officeDocument/2006/relationships/notesMaster" Target="/ppt/notesMasters/notesMaster1.xml" Id="Ra8a5f9e596be4727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0331b88a0dc247fe" /><Relationship Type="http://schemas.openxmlformats.org/officeDocument/2006/relationships/notesMaster" Target="/ppt/notesMasters/notesMaster1.xml" Id="Re5005a44b1f04e26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5077c35c1fbb4c1a" /><Relationship Type="http://schemas.openxmlformats.org/officeDocument/2006/relationships/notesMaster" Target="/ppt/notesMasters/notesMaster1.xml" Id="R79b93354f3f74d35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b7d0ea867dbc4904" /><Relationship Type="http://schemas.openxmlformats.org/officeDocument/2006/relationships/notesMaster" Target="/ppt/notesMasters/notesMaster1.xml" Id="R1e0566e34ea047ae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13f8e73c4d154061" /><Relationship Type="http://schemas.openxmlformats.org/officeDocument/2006/relationships/notesMaster" Target="/ppt/notesMasters/notesMaster1.xml" Id="R39dc437492d74408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3d201863c3344fc4" /><Relationship Type="http://schemas.openxmlformats.org/officeDocument/2006/relationships/notesMaster" Target="/ppt/notesMasters/notesMaster1.xml" Id="Rccd3c1e026c74751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10a1ffa0b1694548" /><Relationship Type="http://schemas.openxmlformats.org/officeDocument/2006/relationships/notesMaster" Target="/ppt/notesMasters/notesMaster1.xml" Id="Rd5d421b8eed54113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d5c52f6e299040a7" /><Relationship Type="http://schemas.openxmlformats.org/officeDocument/2006/relationships/notesMaster" Target="/ppt/notesMasters/notesMaster1.xml" Id="R340593e186d94990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73f8535c026643b7" /><Relationship Type="http://schemas.openxmlformats.org/officeDocument/2006/relationships/notesMaster" Target="/ppt/notesMasters/notesMaster1.xml" Id="R8b32fee10fc3496c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637de798067e4fa1" /><Relationship Type="http://schemas.openxmlformats.org/officeDocument/2006/relationships/notesMaster" Target="/ppt/notesMasters/notesMaster1.xml" Id="R73cf35b717224554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f39ea73432d84dda" /><Relationship Type="http://schemas.openxmlformats.org/officeDocument/2006/relationships/notesMaster" Target="/ppt/notesMasters/notesMaster1.xml" Id="Rbe5f2ce6123f41a6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f05f9779ae7242dd" /><Relationship Type="http://schemas.openxmlformats.org/officeDocument/2006/relationships/notesMaster" Target="/ppt/notesMasters/notesMaster1.xml" Id="Re93210f6c1594137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b3ab7dbfb57643e5" /><Relationship Type="http://schemas.openxmlformats.org/officeDocument/2006/relationships/notesMaster" Target="/ppt/notesMasters/notesMaster1.xml" Id="R26f12f6d20b34262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6bb4206e4b0a4ace" /><Relationship Type="http://schemas.openxmlformats.org/officeDocument/2006/relationships/notesMaster" Target="/ppt/notesMasters/notesMaster1.xml" Id="R5e14c430aed24cda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e9bb83f771e14cad" /><Relationship Type="http://schemas.openxmlformats.org/officeDocument/2006/relationships/notesMaster" Target="/ppt/notesMasters/notesMaster1.xml" Id="R9dfd89dc856d44a3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9b102d2a8de84b20" /><Relationship Type="http://schemas.openxmlformats.org/officeDocument/2006/relationships/notesMaster" Target="/ppt/notesMasters/notesMaster1.xml" Id="R554064eaa64c4b72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2f3e97da03f54c05" /><Relationship Type="http://schemas.openxmlformats.org/officeDocument/2006/relationships/notesMaster" Target="/ppt/notesMasters/notesMaster1.xml" Id="R0b5af15ade6746f0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709627c481bb42cb" /><Relationship Type="http://schemas.openxmlformats.org/officeDocument/2006/relationships/notesMaster" Target="/ppt/notesMasters/notesMaster1.xml" Id="R9a83515e649f4f4a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57f6a72949c84977" /><Relationship Type="http://schemas.openxmlformats.org/officeDocument/2006/relationships/notesMaster" Target="/ppt/notesMasters/notesMaster1.xml" Id="R9d4bd8b829b64864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46618bfce12b41fd" /><Relationship Type="http://schemas.openxmlformats.org/officeDocument/2006/relationships/notesMaster" Target="/ppt/notesMasters/notesMaster1.xml" Id="Rb352787f7bcf4a01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5ac35d0e97f9498a" /><Relationship Type="http://schemas.openxmlformats.org/officeDocument/2006/relationships/notesMaster" Target="/ppt/notesMasters/notesMaster1.xml" Id="R28075edf5cf8423c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acb6ab47f1b34321" /><Relationship Type="http://schemas.openxmlformats.org/officeDocument/2006/relationships/notesMaster" Target="/ppt/notesMasters/notesMaster1.xml" Id="Ree396d161c354871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4c0f40ecbd684f83" /><Relationship Type="http://schemas.openxmlformats.org/officeDocument/2006/relationships/notesMaster" Target="/ppt/notesMasters/notesMaster1.xml" Id="R3466d4108ad74cc1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3fab40d19fac43c5" /><Relationship Type="http://schemas.openxmlformats.org/officeDocument/2006/relationships/notesMaster" Target="/ppt/notesMasters/notesMaster1.xml" Id="R141530d87c304967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6b4b19ee9f1a46d5" /><Relationship Type="http://schemas.openxmlformats.org/officeDocument/2006/relationships/notesMaster" Target="/ppt/notesMasters/notesMaster1.xml" Id="R22a1117325f445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3번, 배열이나 함수의 각 값이 어떤 부분 문제의 답인지 정한다입니다.</a:t>
            </a:r>
          </a:p>
          <a:p xmlns:a="http://schemas.openxmlformats.org/drawingml/2006/main">
            <a:r>
              <a:t>상태의 의미가 정해져야 점화식, 초기값, 계산 순서를 일관되게 설계할 수 있다.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3번, 같은 부분 문제의 결과를 저장하여 재사용한다입니다.</a:t>
            </a:r>
          </a:p>
          <a:p xmlns:a="http://schemas.openxmlformats.org/drawingml/2006/main">
            <a:r>
              <a:t>메모이제이션과 표 채우기는 모두 부분 문제의 답을 재사용한다.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2번, 최적해를 구성하는 관련 부분해도 그 부분 문제에 대해 최적이다입니다.</a:t>
            </a:r>
          </a:p>
          <a:p xmlns:a="http://schemas.openxmlformats.org/drawingml/2006/main">
            <a:r>
              <a:t>부분해를 더 좋은 해로 대체할 수 있다면 원래 해의 최적성과 모순이 되는 구조를 말한다.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4번, 재귀 중 필요한 상태를 계산하고 결과를 저장한다입니다.</a:t>
            </a:r>
          </a:p>
          <a:p xmlns:a="http://schemas.openxmlformats.org/drawingml/2006/main">
            <a:r>
              <a:t>필요한 상태만 방문할 수 있지만 재귀 호출 스택 비용도 고려해야 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1번, 각 상태가 참조하는 선행 상태를 먼저 계산한다입니다.</a:t>
            </a:r>
          </a:p>
          <a:p xmlns:a="http://schemas.openxmlformats.org/drawingml/2006/main">
            <a:r>
              <a:t>의존 관계를 만족하는 순서여야 아직 계산하지 않은 값을 읽지 않는다.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2번, 정답이 0인 상태를 반복해서 계산할 수 있다입니다.</a:t>
            </a:r>
          </a:p>
          <a:p xmlns:a="http://schemas.openxmlformats.org/drawingml/2006/main">
            <a:r>
              <a:t>미계산 여부는 별도 방문 배열이나 답의 범위 밖 표식으로 구분하는 편이 정확하다.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5번, F(n)=F(n−1)+F(n−2), n≥2입니다.</a:t>
            </a:r>
          </a:p>
          <a:p xmlns:a="http://schemas.openxmlformats.org/drawingml/2006/main">
            <a:r>
              <a:t>마지막 두 값을 더해 다음 값을 구한다.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5번, Θ(1)입니다.</a:t>
            </a:r>
          </a:p>
          <a:p xmlns:a="http://schemas.openxmlformats.org/drawingml/2006/main">
            <a:r>
              <a:t>한 단계에서 덧셈과 정해진 수의 대입만 하므로 Θ(1)이다. 전체 n단계의 시간과 구별한다.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5번, 1입니다.</a:t>
            </a:r>
          </a:p>
          <a:p xmlns:a="http://schemas.openxmlformats.org/drawingml/2006/main">
            <a:r>
              <a:t>빈 보드를 채우는 방법을 한 가지로 두면 마지막 두 칸을 가로 도미노 두 개로 채우는 경우를 일관되게 셀 수 있다.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4번, D(n)=D(n−1)+D(n−2)입니다.</a:t>
            </a:r>
          </a:p>
          <a:p xmlns:a="http://schemas.openxmlformats.org/drawingml/2006/main">
            <a:r>
              <a:t>세로 도미노 하나를 놓는 경우와 가로 도미노 두 개를 놓는 경우로 나뉜다.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5번, 0입니다.</a:t>
            </a:r>
          </a:p>
          <a:p xmlns:a="http://schemas.openxmlformats.org/drawingml/2006/main">
            <a:r>
              <a:t>이미 목표인 1이므로 연산이 필요 없다.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2번, dp[x−1]+1입니다.</a:t>
            </a:r>
          </a:p>
          <a:p xmlns:a="http://schemas.openxmlformats.org/drawingml/2006/main">
            <a:r>
              <a:t>빼기 1은 x≥2에서 항상 가능한 연산이다. 나눗셈 후보는 나누어떨어지는 경우에만 비교한다.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3번, dp[x/3]+1입니다.</a:t>
            </a:r>
          </a:p>
          <a:p xmlns:a="http://schemas.openxmlformats.org/drawingml/2006/main">
            <a:r>
              <a:t>한 번 나눈 뒤 남은 최적 연산 수를 더한다.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5번, S(n)=S(n−1)+S(n−2)입니다.</a:t>
            </a:r>
          </a:p>
          <a:p xmlns:a="http://schemas.openxmlformats.org/drawingml/2006/main">
            <a:r>
              <a:t>마지막 이동이 1칸인지 2칸인지로 나누면 겹치지 않는 두 경우가 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4번, dp[i−1][c]입니다.</a:t>
            </a:r>
          </a:p>
          <a:p xmlns:a="http://schemas.openxmlformats.org/drawingml/2006/main">
            <a:r>
              <a:t>i번째 물건을 제외하면 앞 i−1개로 같은 용량을 쓰는 문제다.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2번, dp[i−1][c−w_i]+v_i입니다.</a:t>
            </a:r>
          </a:p>
          <a:p xmlns:a="http://schemas.openxmlformats.org/drawingml/2006/main">
            <a:r>
              <a:t>이전 행을 참조해야 같은 물건을 다시 담지 않는다.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4번, 큰 용량에서 작은 용량으로입니다.</a:t>
            </a:r>
          </a:p>
          <a:p xmlns:a="http://schemas.openxmlformats.org/drawingml/2006/main">
            <a:r>
              <a:t>큰 용량부터 갱신하면 dp[c−w]는 현재 물건을 쓰기 전의 값으로 남는다.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3번, 작은 용량에서 큰 용량으로입니다.</a:t>
            </a:r>
          </a:p>
          <a:p xmlns:a="http://schemas.openxmlformats.org/drawingml/2006/main">
            <a:r>
              <a:t>앞서 갱신된 현재 물건의 상태를 다시 참조해야 반복 사용이 반영된다.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4번, 모든 c≥0에서 0입니다.</a:t>
            </a:r>
          </a:p>
          <a:p xmlns:a="http://schemas.openxmlformats.org/drawingml/2006/main">
            <a:r>
              <a:t>선택 가능한 물건이 없으므로 얻을 수 있는 가치는 0이다.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5번, 용량의 값 W에 비례하며 W의 비트 길이에 대한 다항 시간은 아니기 때문이다입니다.</a:t>
            </a:r>
          </a:p>
          <a:p xmlns:a="http://schemas.openxmlformats.org/drawingml/2006/main">
            <a:r>
              <a:t>W를 이진수로 입력하면 표현 길이는 O(log W)다. 값과 입력 길이를 구분해야 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4번, 부분 수열은 원래 순서를 유지하지만 연속일 필요는 없다입니다.</a:t>
            </a:r>
          </a:p>
          <a:p xmlns:a="http://schemas.openxmlformats.org/drawingml/2006/main">
            <a:r>
              <a:t>LCS는 떨어진 문자들을 선택할 수 있지만 순서를 뒤집을 수는 없다.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3번, dp[i−1][j−1]+1입니다.</a:t>
            </a:r>
          </a:p>
          <a:p xmlns:a="http://schemas.openxmlformats.org/drawingml/2006/main">
            <a:r>
              <a:t>같은 끝 문자를 공통 부분 수열의 마지막 문자로 붙일 수 있다.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5번, max(dp[i−1][j],dp[i][j−1])입니다.</a:t>
            </a:r>
          </a:p>
          <a:p xmlns:a="http://schemas.openxmlformats.org/drawingml/2006/main">
            <a:r>
              <a:t>둘 중 한쪽 끝 문자를 제외하는 경우를 비교한다.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2번, 모두 0입니다.</a:t>
            </a:r>
          </a:p>
          <a:p xmlns:a="http://schemas.openxmlformats.org/drawingml/2006/main">
            <a:r>
              <a:t>한 문자열이 비어 있으면 공통 부분 수열의 길이는 0이다.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1번, Θ(mn)입니다.</a:t>
            </a:r>
          </a:p>
          <a:p xmlns:a="http://schemas.openxmlformats.org/drawingml/2006/main">
            <a:r>
              <a:t>각 접두사 쌍의 상태를 한 번씩 상수 시간에 계산한다.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1번, 현재 행은 이전 행과 현재 행의 바로 왼쪽 값만 참조한다입니다.</a:t>
            </a:r>
          </a:p>
          <a:p xmlns:a="http://schemas.openxmlformats.org/drawingml/2006/main">
            <a:r>
              <a:t>문자가 같으면 왼쪽 위 값에 1을 더하고, 다르면 위와 왼쪽 값 중 큰 값을 사용한다.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5번, i−1,j−1입니다.</a:t>
            </a:r>
          </a:p>
          <a:p xmlns:a="http://schemas.openxmlformats.org/drawingml/2006/main">
            <a:r>
              <a:t>끝 문자를 사용했으므로 두 문자열의 그 문자를 모두 제외한 상태로 간다.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1번, 복원 동률 규칙에 따라 서로 다른 정답 문자열이 나올 수 있다입니다.</a:t>
            </a:r>
          </a:p>
          <a:p xmlns:a="http://schemas.openxmlformats.org/drawingml/2006/main">
            <a:r>
              <a:t>정답을 하나만 요구하면 길이가 최대이고 양쪽의 부분 수열인지 확인하면 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4번, max(D[i−1],D[i−2]+a[i−1])입니다.</a:t>
            </a:r>
          </a:p>
          <a:p xmlns:a="http://schemas.openxmlformats.org/drawingml/2006/main">
            <a:r>
              <a:t>마지막 창고를 안 고르거나, 고르고 바로 앞 창고를 제외한다.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2번, max(0,a[0])입니다.</a:t>
            </a:r>
          </a:p>
          <a:p xmlns:a="http://schemas.openxmlformats.org/drawingml/2006/main">
            <a:r>
              <a:t>음수 창고 하나보다 빈 선택의 합 0이 더 좋을 수 있다.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1번, 위 칸과 왼쪽 칸입니다.</a:t>
            </a:r>
          </a:p>
          <a:p xmlns:a="http://schemas.openxmlformats.org/drawingml/2006/main">
            <a:r>
              <a:t>현재 칸에 들어올 수 있는 마지막 이동을 역으로 나열한다.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1번, cost[0][0]입니다.</a:t>
            </a:r>
          </a:p>
          <a:p xmlns:a="http://schemas.openxmlformats.org/drawingml/2006/main">
            <a:r>
              <a:t>시작 상태의 비용 포함 여부를 문제 명세와 맞춰야 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1번, dp[i−1][j−1]+floor(cost[i][j]/2)입니다.</a:t>
            </a:r>
          </a:p>
          <a:p xmlns:a="http://schemas.openxmlformats.org/drawingml/2006/main">
            <a:r>
              <a:t>할인은 전체 경로 비용이 아니라 이번에 들어가는 칸의 비용에만 적용된다.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2번, 왼쪽에서 오는 오른쪽 이동입니다.</a:t>
            </a:r>
          </a:p>
          <a:p xmlns:a="http://schemas.openxmlformats.org/drawingml/2006/main">
            <a:r>
              <a:t>격자 밖 상태를 참조하면 안 된다. 첫 행에는 위쪽 선행 칸이 없다.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1번, 상태 의존 그래프의 위상 순서입니다.</a:t>
            </a:r>
          </a:p>
          <a:p xmlns:a="http://schemas.openxmlformats.org/drawingml/2006/main">
            <a:r>
              <a:t>각 상태의 선행 상태가 먼저 계산되는 순서다.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3번, 방문한 도시 집합에 따라 앞으로 갈 수 있는 도시가 달라진다입니다.</a:t>
            </a:r>
          </a:p>
          <a:p xmlns:a="http://schemas.openxmlformats.org/drawingml/2006/main">
            <a:r>
              <a:t>현재 도시가 같아도 방문 이력이 다르면 같은 부분 문제로 합칠 수 없다.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3번, 상태 수와 상태당 전이 비용을 곱한다입니다.</a:t>
            </a:r>
          </a:p>
          <a:p xmlns:a="http://schemas.openxmlformats.org/drawingml/2006/main">
            <a:r>
              <a:t>각 상태가 한 번 계산되는지 확인하고 전이의 반복 비용을 포함한다.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3번, 존재하지 않는 경로가 비용 0의 유리한 후보로 선택된다입니다.</a:t>
            </a:r>
          </a:p>
          <a:p xmlns:a="http://schemas.openxmlformats.org/drawingml/2006/main">
            <a:r>
              <a:t>불가능 상태는 ∞ 같은 표식으로 두고 유효한 기저 상태만 실제 값으로 설정한다.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4번, 어느 선행 상태나 선택으로 최적값을 얻었는지에 대한 정보입니다.</a:t>
            </a:r>
          </a:p>
          <a:p xmlns:a="http://schemas.openxmlformats.org/drawingml/2006/main">
            <a:r>
              <a:t>선택 정보를 저장하거나 완성된 표에서 같은 전이를 역추적할 수 있다.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상태 정의와 점화식을 확인하는 문항입니다. 먼저 조건과 요구한 반환값을 읽어 주세요. 다섯 보기 중 가장 적절한 하나를 골라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정답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2번, DP는 정의한 상태의 여러 전이 후보를 비교하고 결과를 재사용한다입니다.</a:t>
            </a:r>
          </a:p>
          <a:p xmlns:a="http://schemas.openxmlformats.org/drawingml/2006/main">
            <a:r>
              <a:t>문법이나 재귀 유무가 아니라 문제를 해결하는 선택 및 재사용 구조로 구분한다.</a:t>
            </a:r>
          </a:p>
          <a:p xmlns:a="http://schemas.openxmlformats.org/drawingml/2006/main">
            <a:r>
              <a:t>여기서는 상태 정의와 점화식의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정답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1,2,3,5,8,13입니다.</a:t>
            </a:r>
          </a:p>
          <a:p xmlns:a="http://schemas.openxmlformats.org/drawingml/2006/main">
            <a:r>
              <a:t>앞의 두 값을 더해 순서대로 계산한다.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5개입니다.</a:t>
            </a:r>
          </a:p>
          <a:p xmlns:a="http://schemas.openxmlformats.org/drawingml/2006/main">
            <a:r>
              <a:t>F(2),F(3),F(4),F(5),F(6)을 각각 한 번 계산한다. 호출 횟수 전체와 구별한다.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(a,b)=(5,8)입니다.</a:t>
            </a:r>
          </a:p>
          <a:p xmlns:a="http://schemas.openxmlformats.org/drawingml/2006/main">
            <a:r>
              <a:t>각 단계에서 a는 F(k), b는 F(k+1)이 된다.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2,3,5,8입니다.</a:t>
            </a:r>
          </a:p>
          <a:p xmlns:a="http://schemas.openxmlformats.org/drawingml/2006/main">
            <a:r>
              <a:t>각 항은 앞의 두 항의 합이다.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1111,112,121,211,22의 5가지입니다.</a:t>
            </a:r>
          </a:p>
          <a:p xmlns:a="http://schemas.openxmlformats.org/drawingml/2006/main">
            <a:r>
              <a:t>마지막 이동을 기준으로 3칸의 3가지와 2칸의 2가지를 합해도 5다.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3입니다.</a:t>
            </a:r>
          </a:p>
          <a:p xmlns:a="http://schemas.openxmlformats.org/drawingml/2006/main">
            <a:r>
              <a:t>D(6)=13이므로 13 mod 5=3이다.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[0,1,1,2,1,2]입니다.</a:t>
            </a:r>
          </a:p>
          <a:p xmlns:a="http://schemas.openxmlformats.org/drawingml/2006/main">
            <a:r>
              <a:t>4는 2를 거쳐 두 번, 6은 3 또는 2를 거쳐 두 번에 도달한다.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3회, 26→25→5→1입니다.</a:t>
            </a:r>
          </a:p>
          <a:p xmlns:a="http://schemas.openxmlformats.org/drawingml/2006/main">
            <a:r>
              <a:t>26에서 먼저 2로 나누는 것보다 1을 빼고 5로 나누는 경로가 짧다. 2회 이내 도달은 불가능하다.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다음 값 {9,5,2}, 최소 2회입니다.</a:t>
            </a:r>
          </a:p>
          <a:p xmlns:a="http://schemas.openxmlformats.org/drawingml/2006/main">
            <a:r>
              <a:t>10→5→1 또는 10→2→1이다. 10은 3으로 나누어떨어지지 않는다.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3회, 7→6→3→1입니다.</a:t>
            </a:r>
          </a:p>
          <a:p xmlns:a="http://schemas.openxmlformats.org/drawingml/2006/main">
            <a:r>
              <a:t>첫 연산은 −1만 가능하다. 6에서 두 번 더 필요하다.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[0,0,3,3,3,3]입니다.</a:t>
            </a:r>
          </a:p>
          <a:p xmlns:a="http://schemas.openxmlformats.org/drawingml/2006/main">
            <a:r>
              <a:t>첫 물건은 최대 한 번만 사용한다. 용량 4여도 가치 6을 만들 수 없다.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[0,0,3,4,4,7]입니다.</a:t>
            </a:r>
          </a:p>
          <a:p xmlns:a="http://schemas.openxmlformats.org/drawingml/2006/main">
            <a:r>
              <a:t>용량 3과 4는 두 번째만 담고, 용량 5는 둘 다 담는다.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A+B, 가치 9입니다.</a:t>
            </a:r>
          </a:p>
          <a:p xmlns:a="http://schemas.openxmlformats.org/drawingml/2006/main">
            <a:r>
              <a:t>A+C는 7, B+C는 8이다. 세 물건의 무게 합은 9라서 불가능하다.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잘못된 값 6, 실제 답 3입니다.</a:t>
            </a:r>
          </a:p>
          <a:p xmlns:a="http://schemas.openxmlformats.org/drawingml/2006/main">
            <a:r>
              <a:t>dp[2]=3을 만든 뒤 같은 물건으로 dp[4]=dp[2]+3을 계산하여 중복 사용한다.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6입니다.</a:t>
            </a:r>
          </a:p>
          <a:p xmlns:a="http://schemas.openxmlformats.org/drawingml/2006/main">
            <a:r>
              <a:t>두 개를 담아 무게 4, 가치 6을 얻는다. 남은 용량 1은 비워도 된다.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5입니다.</a:t>
            </a:r>
          </a:p>
          <a:p xmlns:a="http://schemas.openxmlformats.org/drawingml/2006/main">
            <a:r>
              <a:t>첫 물건은 들어가지 않는다. 둘째 물건 하나를 선택한다.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길이 2, AC입니다.</a:t>
            </a:r>
          </a:p>
          <a:p xmlns:a="http://schemas.openxmlformats.org/drawingml/2006/main">
            <a:r>
              <a:t>B를 건너뛰면 AC를 얻는다. 두 번째 문자열 전체를 공통 부분 수열로 쓸 수 있다.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길이 1, A 또는 B입니다.</a:t>
            </a:r>
          </a:p>
          <a:p xmlns:a="http://schemas.openxmlformats.org/drawingml/2006/main">
            <a:r>
              <a:t>길이 2의 공통 부분 수열은 순서가 맞지 않아 존재하지 않는다.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[0,1,2]입니다.</a:t>
            </a:r>
          </a:p>
          <a:p xmlns:a="http://schemas.openxmlformats.org/drawingml/2006/main">
            <a:r>
              <a:t>첫 A 하나만 사용할 때 길이 1, B까지 맞추면 길이 2다.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0입니다.</a:t>
            </a:r>
          </a:p>
          <a:p xmlns:a="http://schemas.openxmlformats.org/drawingml/2006/main">
            <a:r>
              <a:t>공통 문자가 하나도 없다.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길이 3, ACD 또는 BCD입니다.</a:t>
            </a:r>
          </a:p>
          <a:p xmlns:a="http://schemas.openxmlformats.org/drawingml/2006/main">
            <a:r>
              <a:t>A와 B의 상대 순서가 뒤집혀 네 글자 모두 선택할 수 없다. C,D를 뒤에 붙이면 길이 3이다.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4입니다.</a:t>
            </a:r>
          </a:p>
          <a:p xmlns:a="http://schemas.openxmlformats.org/drawingml/2006/main">
            <a:r>
              <a:t>끝 문자가 다르면 위와 왼쪽 중 큰 값만 비교한다.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4입니다.</a:t>
            </a:r>
          </a:p>
          <a:p xmlns:a="http://schemas.openxmlformats.org/drawingml/2006/main">
            <a:r>
              <a:t>같은 문자를 공통 부분 수열 끝에 하나 더 붙인다.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합 12, 인덱스 [0,2,4]입니다.</a:t>
            </a:r>
          </a:p>
          <a:p xmlns:a="http://schemas.openxmlformats.org/drawingml/2006/main">
            <a:r>
              <a:t>2+9+1=12이며 앞 i개 최적값은 0,2,7,11,11,12다.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10입니다.</a:t>
            </a:r>
          </a:p>
          <a:p xmlns:a="http://schemas.openxmlformats.org/drawingml/2006/main">
            <a:r>
              <a:t>첫 창고와 마지막 창고는 인접하지 않으므로 함께 선택할 수 있다.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0입니다.</a:t>
            </a:r>
          </a:p>
          <a:p xmlns:a="http://schemas.openxmlformats.org/drawingml/2006/main">
            <a:r>
              <a:t>음수 창고를 고르지 않는 빈 선택이 최적이다.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6입니다.</a:t>
            </a:r>
          </a:p>
          <a:p xmlns:a="http://schemas.openxmlformats.org/drawingml/2006/main">
            <a:r>
              <a:t>아래로 간 뒤 오른쪽으로 가면 1+2+3=6이다.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6입니다.</a:t>
            </a:r>
          </a:p>
          <a:p xmlns:a="http://schemas.openxmlformats.org/drawingml/2006/main">
            <a:r>
              <a:t>시작에서 도착으로 대각선 이동하면 5+floor(3/2)=6이다.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[2,10,14], [8,4,7]입니다.</a:t>
            </a:r>
          </a:p>
          <a:p xmlns:a="http://schemas.openxmlformats.org/drawingml/2006/main">
            <a:r>
              <a:t>가운데 아래는 2+floor(5/2)=4다. 마지막은 왼쪽에서 4+3=7이 대각선 후보 10+1보다 작다.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DP 표와 복원 추적을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요구한 결과를 모두 정확히 제시 2점, 비교·전이·계산의 근거 제시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(n+1)(W+1)개, O(nW)입니다.</a:t>
            </a:r>
          </a:p>
          <a:p xmlns:a="http://schemas.openxmlformats.org/drawingml/2006/main">
            <a:r>
              <a:t>경계 상태를 포함한 표 크기는 정확히 곱으로 세며 각 전이는 상수 시간이다.</a:t>
            </a:r>
          </a:p>
          <a:p xmlns:a="http://schemas.openxmlformats.org/drawingml/2006/main">
            <a:r>
              <a:t>여기서는 DP 표와 복원 추적의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요구한 결과를 모두 정확히 제시 2점</a:t>
            </a:r>
          </a:p>
          <a:p xmlns:a="http://schemas.openxmlformats.org/drawingml/2006/main">
            <a:r>
              <a:t>- 비교·전이·계산의 근거 제시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중복 호출 2점, 하위 반복 1점, 저장 재사용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F(5)는 F(4),F(3)을 호출하고 F(4)도 F(3)을 호출한다.입니다.</a:t>
            </a:r>
          </a:p>
          <a:p xmlns:a="http://schemas.openxmlformats.org/drawingml/2006/main">
            <a:r>
              <a:t>같은 F(3) 이하의 계산이 여러 경로에서 반복된다. 메모이제이션은 각 인수의 답을 저장하여 재사용한다.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중복 호출 2점</a:t>
            </a:r>
          </a:p>
          <a:p xmlns:a="http://schemas.openxmlformats.org/drawingml/2006/main">
            <a:r>
              <a:t>- 하위 반복 1점</a:t>
            </a:r>
          </a:p>
          <a:p xmlns:a="http://schemas.openxmlformats.org/drawingml/2006/main">
            <a:r>
              <a:t>- 저장 재사용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서로 다른 이력 2점, 선택 차이 1점, 올바른 키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현재 도시가 같아도 방문 도시 집합이 다르면 남은 선택이 다르므로 같은 답으로 합치면 안 된다.입니다.</a:t>
            </a:r>
          </a:p>
          <a:p xmlns:a="http://schemas.openxmlformats.org/drawingml/2006/main">
            <a:r>
              <a:t>키에 현재 도시와 방문 집합을 함께 넣어야 동일한 부분 문제인지 구분할 수 있다.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서로 다른 이력 2점</a:t>
            </a:r>
          </a:p>
          <a:p xmlns:a="http://schemas.openxmlformats.org/drawingml/2006/main">
            <a:r>
              <a:t>- 선택 차이 1점</a:t>
            </a:r>
          </a:p>
          <a:p xmlns:a="http://schemas.openxmlformats.org/drawingml/2006/main">
            <a:r>
              <a:t>- 올바른 키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경우 분류 2점, 중복/누락 없음 1점, 식과 초기값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오른쪽 끝이 세로 도미노 하나면 2×(n−1), 가로 두 개면 2×(n−2)가 남는다.입니다.</a:t>
            </a:r>
          </a:p>
          <a:p xmlns:a="http://schemas.openxmlformats.org/drawingml/2006/main">
            <a:r>
              <a:t>두 경우는 겹치지 않고 모든 배치를 포함한다. 따라서 D(n)=D(n−1)+D(n−2), D(0)=D(1)=1이다.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경우 분류 2점</a:t>
            </a:r>
          </a:p>
          <a:p xmlns:a="http://schemas.openxmlformats.org/drawingml/2006/main">
            <a:r>
              <a:t>- 중복/누락 없음 1점</a:t>
            </a:r>
          </a:p>
          <a:p xmlns:a="http://schemas.openxmlformats.org/drawingml/2006/main">
            <a:r>
              <a:t>- 식과 초기값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탐욕 경로 2점, 더 좋은 경로 2점, 후보 비교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26→13→12→4→2→1은 5회지만 26→25→5→1은 3회다.입니다.</a:t>
            </a:r>
          </a:p>
          <a:p xmlns:a="http://schemas.openxmlformats.org/drawingml/2006/main">
            <a:r>
              <a:t>26은 처음에 2로만 나눌 수 있다. 첫 선택을 확정하지 말고 모든 합법적인 다음 상태의 최솟값을 비교해야 한다.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탐욕 경로 2점</a:t>
            </a:r>
          </a:p>
          <a:p xmlns:a="http://schemas.openxmlformats.org/drawingml/2006/main">
            <a:r>
              <a:t>- 더 좋은 경로 2점</a:t>
            </a:r>
          </a:p>
          <a:p xmlns:a="http://schemas.openxmlformats.org/drawingml/2006/main">
            <a:r>
              <a:t>- 후보 비교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작은 의존 상태 2점, 계산 순서 1점, 정확한 나눗셈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x−1과 x/2,x/3,x/5는 모두 x보다 작다. 각 나눗셈은 해당 수로 나누어떨어질 때만 쓴다.입니다.</a:t>
            </a:r>
          </a:p>
          <a:p xmlns:a="http://schemas.openxmlformats.org/drawingml/2006/main">
            <a:r>
              <a:t>오름차순이면 선행 상태가 이미 계산되어 있다. 정수 나눗셈으로 소수 부분을 버리는 것은 허용된 연산이 아니다.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작은 의존 상태 2점</a:t>
            </a:r>
          </a:p>
          <a:p xmlns:a="http://schemas.openxmlformats.org/drawingml/2006/main">
            <a:r>
              <a:t>- 계산 순서 1점</a:t>
            </a:r>
          </a:p>
          <a:p xmlns:a="http://schemas.openxmlformats.org/drawingml/2006/main">
            <a:r>
              <a:t>- 정확한 나눗셈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미선택 1점, 선택 2점, 최대 비교 1점, 무게 조건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미선택은 dp[i−1][c], 선택 가능하면 dp[i−1][c−w_i]+v_i이며 둘의 최댓값을 취한다.입니다.</a:t>
            </a:r>
          </a:p>
          <a:p xmlns:a="http://schemas.openxmlformats.org/drawingml/2006/main">
            <a:r>
              <a:t>두 경우가 모든 유효한 해를 나눈다. 무게가 c보다 크면 선택 후보를 만들지 않는다.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미선택 1점</a:t>
            </a:r>
          </a:p>
          <a:p xmlns:a="http://schemas.openxmlformats.org/drawingml/2006/main">
            <a:r>
              <a:t>- 선택 2점</a:t>
            </a:r>
          </a:p>
          <a:p xmlns:a="http://schemas.openxmlformats.org/drawingml/2006/main">
            <a:r>
              <a:t>- 최대 비교 1점</a:t>
            </a:r>
          </a:p>
          <a:p xmlns:a="http://schemas.openxmlformats.org/drawingml/2006/main">
            <a:r>
              <a:t>- 무게 조건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오름차순 오류 2점, 내림차순 결과 1점, 이전 단계 불변식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오름차순이면 이번에 만든 dp[2]=3을 읽어 dp[4]=6이 된다. 내림차순은 이전 물건 단계의 dp[2]=0을 읽어 3이 된다.입니다.</a:t>
            </a:r>
          </a:p>
          <a:p xmlns:a="http://schemas.openxmlformats.org/drawingml/2006/main">
            <a:r>
              <a:t>같은 물건을 두 번 사용하는 것을 막으려면 작은 용량이 아직 이번 물건으로 갱신되지 않아야 한다.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오름차순 오류 2점</a:t>
            </a:r>
          </a:p>
          <a:p xmlns:a="http://schemas.openxmlformats.org/drawingml/2006/main">
            <a:r>
              <a:t>- 내림차순 결과 1점</a:t>
            </a:r>
          </a:p>
          <a:p xmlns:a="http://schemas.openxmlformats.org/drawingml/2006/main">
            <a:r>
              <a:t>- 이전 단계 불변식 2점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상태 의미 1점, 정확히 초기화 2점, 이하 초기화 1점, 오류 이유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정확히 채우기는 dp[0]=0, 양의 무게의 불가능 상태는 −∞로 둔다. 용량 이하는 빈 선택으로 모든 용량에서 0이 가능하다.입니다.</a:t>
            </a:r>
          </a:p>
          <a:p xmlns:a="http://schemas.openxmlformats.org/drawingml/2006/main">
            <a:r>
              <a:t>정확한 무게 상태를 모두 0으로 두면 존재하지 않는 구성에 가치를 더할 수 있다. 불가능 상태에서는 전이도 주의한다.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상태 의미 1점</a:t>
            </a:r>
          </a:p>
          <a:p xmlns:a="http://schemas.openxmlformats.org/drawingml/2006/main">
            <a:r>
              <a:t>- 정확히 초기화 2점</a:t>
            </a:r>
          </a:p>
          <a:p xmlns:a="http://schemas.openxmlformats.org/drawingml/2006/main">
            <a:r>
              <a:t>- 이하 초기화 1점</a:t>
            </a:r>
          </a:p>
          <a:p xmlns:a="http://schemas.openxmlformats.org/drawingml/2006/main">
            <a:r>
              <a:t>- 오류 이유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불일치 해석 2점, 두 부분 문제 2점, 최댓값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서로 다른 두 끝 문자를 한 쌍으로 맞출 수 없으므로 적어도 한쪽 끝 문자를 제외해야 한다.입니다.</a:t>
            </a:r>
          </a:p>
          <a:p xmlns:a="http://schemas.openxmlformats.org/drawingml/2006/main">
            <a:r>
              <a:t>첫 문자열 끝을 제외하거나 둘째 문자열 끝을 제외한 최적 길이의 최댓값을 고른다. 두 값을 더하면 중복 계산한다.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불일치 해석 2점</a:t>
            </a:r>
          </a:p>
          <a:p xmlns:a="http://schemas.openxmlformats.org/drawingml/2006/main">
            <a:r>
              <a:t>- 두 부분 문제 2점</a:t>
            </a:r>
          </a:p>
          <a:p xmlns:a="http://schemas.openxmlformats.org/drawingml/2006/main">
            <a:r>
              <a:t>- 최댓값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예시 관계 2점, 두 길이 2점, 제약 구분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AC는 ABC에서 B를 건너뛴 부분 수열이지만 연속된 부분 문자열은 아니다.입니다.</a:t>
            </a:r>
          </a:p>
          <a:p xmlns:a="http://schemas.openxmlformats.org/drawingml/2006/main">
            <a:r>
              <a:t>이 예의 LCS 길이는 2이고 최장 공통 부분 문자열 길이는 1이다. 순서 보존과 연속성은 다른 제약이다.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예시 관계 2점</a:t>
            </a:r>
          </a:p>
          <a:p xmlns:a="http://schemas.openxmlformats.org/drawingml/2006/main">
            <a:r>
              <a:t>- 두 길이 2점</a:t>
            </a:r>
          </a:p>
          <a:p xmlns:a="http://schemas.openxmlformats.org/drawingml/2006/main">
            <a:r>
              <a:t>- 제약 구분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복수 정답 1점, 부분 수열 검사 2점, 길이 검사 1점, 동률 조건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최장 공통 부분 수열이 여러 개일 수 있다. 양쪽 입력의 부분 수열이고 길이가 최적 길이인지 확인한다.입니다.</a:t>
            </a:r>
          </a:p>
          <a:p xmlns:a="http://schemas.openxmlformats.org/drawingml/2006/main">
            <a:r>
              <a:t>AB와 BA에서는 A와 B가 모두 정답이다. 특정 문자열만 인정하려면 복원 동률 규칙을 문제에 명시해야 한다.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복수 정답 1점</a:t>
            </a:r>
          </a:p>
          <a:p xmlns:a="http://schemas.openxmlformats.org/drawingml/2006/main">
            <a:r>
              <a:t>- 부분 수열 검사 2점</a:t>
            </a:r>
          </a:p>
          <a:p xmlns:a="http://schemas.openxmlformats.org/drawingml/2006/main">
            <a:r>
              <a:t>- 길이 검사 1점</a:t>
            </a:r>
          </a:p>
          <a:p xmlns:a="http://schemas.openxmlformats.org/drawingml/2006/main">
            <a:r>
              <a:t>- 동률 조건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역전 처리 2점, 수집 방향 2점, 순서 오류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모은 문자 순서를 뒤집는다.입니다.</a:t>
            </a:r>
          </a:p>
          <a:p xmlns:a="http://schemas.openxmlformats.org/drawingml/2006/main">
            <a:r>
              <a:t>접두사의 끝에서 시작으로 역추적했기 때문에 마지막 문자부터 추가된다. 바로 출력하면 순서가 뒤집힌 수열이 나온다.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역전 처리 2점</a:t>
            </a:r>
          </a:p>
          <a:p xmlns:a="http://schemas.openxmlformats.org/drawingml/2006/main">
            <a:r>
              <a:t>- 수집 방향 2점</a:t>
            </a:r>
          </a:p>
          <a:p xmlns:a="http://schemas.openxmlformats.org/drawingml/2006/main">
            <a:r>
              <a:t>- 순서 오류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미선택 1점, 선택 2점, 인접 제약 1점, 최댓값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마지막을 안 고르면 D[i−1], 고르면 D[i−2]+a[i−1]이다.입니다.</a:t>
            </a:r>
          </a:p>
          <a:p xmlns:a="http://schemas.openxmlformats.org/drawingml/2006/main">
            <a:r>
              <a:t>고른 경우 바로 앞 창고를 제외해야 하므로 두 칸 전 상태를 참조한다. 두 후보의 최댓값이 D[i]다.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미선택 1점</a:t>
            </a:r>
          </a:p>
          <a:p xmlns:a="http://schemas.openxmlformats.org/drawingml/2006/main">
            <a:r>
              <a:t>- 선택 2점</a:t>
            </a:r>
          </a:p>
          <a:p xmlns:a="http://schemas.openxmlformats.org/drawingml/2006/main">
            <a:r>
              <a:t>- 인접 제약 1점</a:t>
            </a:r>
          </a:p>
          <a:p xmlns:a="http://schemas.openxmlformats.org/drawingml/2006/main">
            <a:r>
              <a:t>- 최댓값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반례 2점, 초기값 수정 2점, 빈 선택 일관성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입력이 [−5]면 실제 답은 0인데 −5가 된다. D[1]=max(0,a[0])으로 수정한다.입니다.</a:t>
            </a:r>
          </a:p>
          <a:p xmlns:a="http://schemas.openxmlformats.org/drawingml/2006/main">
            <a:r>
              <a:t>D[0]=0을 두고 점화식에서도 빈 선택을 유지하면 모든 값이 음수인 경우 0을 반환한다.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반례 2점</a:t>
            </a:r>
          </a:p>
          <a:p xmlns:a="http://schemas.openxmlformats.org/drawingml/2006/main">
            <a:r>
              <a:t>- 초기값 수정 2점</a:t>
            </a:r>
          </a:p>
          <a:p xmlns:a="http://schemas.openxmlformats.org/drawingml/2006/main">
            <a:r>
              <a:t>- 빈 선택 일관성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의존 칸 2점, 순서 정당성 2점, 경계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각 칸은 위 칸과 왼쪽 칸만 참조하며 두 칸은 행 우선 순서에서 먼저 처리된다.입니다.</a:t>
            </a:r>
          </a:p>
          <a:p xmlns:a="http://schemas.openxmlformats.org/drawingml/2006/main">
            <a:r>
              <a:t>첫 행과 첫 열은 존재하는 선행 칸만 사용한다. 대각선 이동을 추가해도 왼쪽 위 칸은 이미 처리되어 있다.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의존 칸 2점</a:t>
            </a:r>
          </a:p>
          <a:p xmlns:a="http://schemas.openxmlformats.org/drawingml/2006/main">
            <a:r>
              <a:t>- 순서 정당성 2점</a:t>
            </a:r>
          </a:p>
          <a:p xmlns:a="http://schemas.openxmlformats.org/drawingml/2006/main">
            <a:r>
              <a:t>- 경계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두 계산 2점, 할인 범위 2점, 올바른 식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이전 비용 10, 현재 비용 6이면 올바른 값은 10+3=13이지만 잘못된 식은 8이다.입니다.</a:t>
            </a:r>
          </a:p>
          <a:p xmlns:a="http://schemas.openxmlformats.org/drawingml/2006/main">
            <a:r>
              <a:t>할인은 이번 도착 칸에만 적용되며 이미 지불한 이전 경로 비용은 줄어들지 않는다.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두 계산 2점</a:t>
            </a:r>
          </a:p>
          <a:p xmlns:a="http://schemas.openxmlformats.org/drawingml/2006/main">
            <a:r>
              <a:t>- 할인 범위 2점</a:t>
            </a:r>
          </a:p>
          <a:p xmlns:a="http://schemas.openxmlformats.org/drawingml/2006/main">
            <a:r>
              <a:t>- 올바른 식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두 초기값 3점, 전체 영향 1점, 명세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시작 칸 비용을 포함하면 cost[0][0]으로, 시작 이후 도착 비용만 세면 0으로 둔다.입니다.</a:t>
            </a:r>
          </a:p>
          <a:p xmlns:a="http://schemas.openxmlformats.org/drawingml/2006/main">
            <a:r>
              <a:t>점화식이 같아도 초기값의 차이가 모든 경로 비용에 영향을 준다. 문제에 비용 포함 범위를 명시해야 한다.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두 초기값 3점</a:t>
            </a:r>
          </a:p>
          <a:p xmlns:a="http://schemas.openxmlformats.org/drawingml/2006/main">
            <a:r>
              <a:t>- 전체 영향 1점</a:t>
            </a:r>
          </a:p>
          <a:p xmlns:a="http://schemas.openxmlformats.org/drawingml/2006/main">
            <a:r>
              <a:t>- 명세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참조 범위 2점, 출력/복원 요구 2점, 결론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전이가 최근 두 상태만 참조하는지, 실제 해 복원이나 과거 상태 질의가 필요한지 확인한다.입니다.</a:t>
            </a:r>
          </a:p>
          <a:p xmlns:a="http://schemas.openxmlformats.org/drawingml/2006/main">
            <a:r>
              <a:t>최적값만 구하면 충분해도 복원에는 이전 선택 정보가 필요할 수 있다. 메모리 절약이 요구된 출력을 없애면 안 된다.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참조 범위 2점</a:t>
            </a:r>
          </a:p>
          <a:p xmlns:a="http://schemas.openxmlformats.org/drawingml/2006/main">
            <a:r>
              <a:t>- 출력/복원 요구 2점</a:t>
            </a:r>
          </a:p>
          <a:p xmlns:a="http://schemas.openxmlformats.org/drawingml/2006/main">
            <a:r>
              <a:t>- 결론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모듈러 덧셈 2점, 중간 오버플로 2점, 적용 범위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덧셈의 나머지는 각 항의 나머지로 계산해도 같다. 덧셈 자체의 오버플로는 충분한 자료형으로 방지한다.입니다.</a:t>
            </a:r>
          </a:p>
          <a:p xmlns:a="http://schemas.openxmlformats.org/drawingml/2006/main">
            <a:r>
              <a:t>a+b를 먼저 작은 정수형에서 넘치게 만든 뒤 나머지를 취하면 이미 잘못된 값이다. 최댓값 비교 문제에는 같은 논리를 그대로 적용할 수 없다.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모듈러 덧셈 2점</a:t>
            </a:r>
          </a:p>
          <a:p xmlns:a="http://schemas.openxmlformats.org/drawingml/2006/main">
            <a:r>
              <a:t>- 중간 오버플로 2점</a:t>
            </a:r>
          </a:p>
          <a:p xmlns:a="http://schemas.openxmlformats.org/drawingml/2006/main">
            <a:r>
              <a:t>- 적용 범위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점화식 증명과 오류 분석을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상태/기저 2점, 순서 1점, 전이 1점, 답 위치 1점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같은 식도 상태 해석에 따라 답이 달라지고, 잘못된 초기값이나 미계산 상태 참조는 오답을 만든다.입니다.</a:t>
            </a:r>
          </a:p>
          <a:p xmlns:a="http://schemas.openxmlformats.org/drawingml/2006/main">
            <a:r>
              <a:t>풀이에는 상태의 뜻, 유효 전이, 기저 사례, 의존성을 만족하는 계산 순서와 최종 답의 위치가 필요하다.</a:t>
            </a:r>
          </a:p>
          <a:p xmlns:a="http://schemas.openxmlformats.org/drawingml/2006/main">
            <a:r>
              <a:t>여기서는 점화식 증명과 오류 분석의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상태/기저 2점</a:t>
            </a:r>
          </a:p>
          <a:p xmlns:a="http://schemas.openxmlformats.org/drawingml/2006/main">
            <a:r>
              <a:t>- 순서 1점</a:t>
            </a:r>
          </a:p>
          <a:p xmlns:a="http://schemas.openxmlformats.org/drawingml/2006/main">
            <a:r>
              <a:t>- 전이 1점</a:t>
            </a:r>
          </a:p>
          <a:p xmlns:a="http://schemas.openxmlformats.org/drawingml/2006/main">
            <a:r>
              <a:t>- 답 위치 1점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메모이제이션 피보나치을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입력·경계 처리 2점, 핵심 알고리즘 4점, 정확한 반환값 2점, 복잡도 설명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이미 계산한 값은 바로 반환하고 미계산 값만 재귀로 구한다.입니다.</a:t>
            </a:r>
          </a:p>
          <a:p xmlns:a="http://schemas.openxmlformats.org/drawingml/2006/main">
            <a:r>
              <a:t>시간 O(n), 캐시와 재귀 스택 O(n).</a:t>
            </a:r>
          </a:p>
          <a:p xmlns:a="http://schemas.openxmlformats.org/drawingml/2006/main">
            <a:r>
              <a:t>여기서는 메모이제이션 피보나치의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입력·경계 처리 2점</a:t>
            </a:r>
          </a:p>
          <a:p xmlns:a="http://schemas.openxmlformats.org/drawingml/2006/main">
            <a:r>
              <a:t>- 핵심 알고리즘 4점</a:t>
            </a:r>
          </a:p>
          <a:p xmlns:a="http://schemas.openxmlformats.org/drawingml/2006/main">
            <a:r>
              <a:t>- 정확한 반환값 2점</a:t>
            </a:r>
          </a:p>
          <a:p xmlns:a="http://schemas.openxmlformats.org/drawingml/2006/main">
            <a:r>
              <a:t>- 복잡도 설명 2점</a:t>
            </a:r>
          </a:p>
          <a:p xmlns:a="http://schemas.openxmlformats.org/drawingml/2006/main">
            <a:r>
              <a:t>검증 예시</a:t>
            </a:r>
          </a:p>
          <a:p xmlns:a="http://schemas.openxmlformats.org/drawingml/2006/main">
            <a:r>
              <a:t>[7,13]</a:t>
            </a:r>
          </a:p>
          <a:p xmlns:a="http://schemas.openxmlformats.org/drawingml/2006/main">
            <a:r>
              <a:t>[0,0]</a:t>
            </a:r>
          </a:p>
          <a:p xmlns:a="http://schemas.openxmlformats.org/drawingml/2006/main">
            <a:r>
              <a:t>[90,2880067194370816000]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메모이제이션 피보나치의 한 가지 정답 예시입니다.</a:t>
            </a:r>
          </a:p>
          <a:p xmlns:a="http://schemas.openxmlformats.org/drawingml/2006/main">
            <a:r>
              <a:t>이미 계산한 값은 바로 반환하고 미계산 값만 재귀로 구한다.</a:t>
            </a:r>
          </a:p>
          <a:p xmlns:a="http://schemas.openxmlformats.org/drawingml/2006/main">
            <a:r>
              <a:t>시간 O(n), 캐시와 재귀 스택 O(n).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[7,13]</a:t>
            </a:r>
          </a:p>
          <a:p xmlns:a="http://schemas.openxmlformats.org/drawingml/2006/main">
            <a:r>
              <a:t>[0,0]</a:t>
            </a:r>
          </a:p>
          <a:p xmlns:a="http://schemas.openxmlformats.org/drawingml/2006/main">
            <a:r>
              <a:t>[90,2880067194370816000]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메모이제이션 피보나치의 한 가지 정답 예시입니다.</a:t>
            </a:r>
          </a:p>
          <a:p xmlns:a="http://schemas.openxmlformats.org/drawingml/2006/main">
            <a:r>
              <a:t>이미 계산한 값은 바로 반환하고 미계산 값만 재귀로 구한다.</a:t>
            </a:r>
          </a:p>
          <a:p xmlns:a="http://schemas.openxmlformats.org/drawingml/2006/main">
            <a:r>
              <a:t>시간 O(n), 캐시와 재귀 스택 O(n).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[7,13]</a:t>
            </a:r>
          </a:p>
          <a:p xmlns:a="http://schemas.openxmlformats.org/drawingml/2006/main">
            <a:r>
              <a:t>[0,0]</a:t>
            </a:r>
          </a:p>
          <a:p xmlns:a="http://schemas.openxmlformats.org/drawingml/2006/main">
            <a:r>
              <a:t>[90,2880067194370816000]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도미노 타일링을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입력·경계 처리 2점, 핵심 알고리즘 4점, 정확한 반환값 2점, 복잡도 설명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D(0)=D(1)=1에서 앞 두 값의 합을 반복 계산한다.입니다.</a:t>
            </a:r>
          </a:p>
          <a:p xmlns:a="http://schemas.openxmlformats.org/drawingml/2006/main">
            <a:r>
              <a:t>시간 O(n).</a:t>
            </a:r>
          </a:p>
          <a:p xmlns:a="http://schemas.openxmlformats.org/drawingml/2006/main">
            <a:r>
              <a:t>여기서는 도미노 타일링의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입력·경계 처리 2점</a:t>
            </a:r>
          </a:p>
          <a:p xmlns:a="http://schemas.openxmlformats.org/drawingml/2006/main">
            <a:r>
              <a:t>- 핵심 알고리즘 4점</a:t>
            </a:r>
          </a:p>
          <a:p xmlns:a="http://schemas.openxmlformats.org/drawingml/2006/main">
            <a:r>
              <a:t>- 정확한 반환값 2점</a:t>
            </a:r>
          </a:p>
          <a:p xmlns:a="http://schemas.openxmlformats.org/drawingml/2006/main">
            <a:r>
              <a:t>- 복잡도 설명 2점</a:t>
            </a:r>
          </a:p>
          <a:p xmlns:a="http://schemas.openxmlformats.org/drawingml/2006/main">
            <a:r>
              <a:t>검증 예시</a:t>
            </a:r>
          </a:p>
          <a:p xmlns:a="http://schemas.openxmlformats.org/drawingml/2006/main">
            <a:r>
              <a:t>[6,5,3]</a:t>
            </a:r>
          </a:p>
          <a:p xmlns:a="http://schemas.openxmlformats.org/drawingml/2006/main">
            <a:r>
              <a:t>[0,7,1]</a:t>
            </a:r>
          </a:p>
          <a:p xmlns:a="http://schemas.openxmlformats.org/drawingml/2006/main">
            <a:r>
              <a:t>[4,1,0]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도미노 타일링의 한 가지 정답 예시입니다.</a:t>
            </a:r>
          </a:p>
          <a:p xmlns:a="http://schemas.openxmlformats.org/drawingml/2006/main">
            <a:r>
              <a:t>D(0)=D(1)=1에서 앞 두 값의 합을 반복 계산한다.</a:t>
            </a:r>
          </a:p>
          <a:p xmlns:a="http://schemas.openxmlformats.org/drawingml/2006/main">
            <a:r>
              <a:t>시간 O(n).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[6,5,3]</a:t>
            </a:r>
          </a:p>
          <a:p xmlns:a="http://schemas.openxmlformats.org/drawingml/2006/main">
            <a:r>
              <a:t>[0,7,1]</a:t>
            </a:r>
          </a:p>
          <a:p xmlns:a="http://schemas.openxmlformats.org/drawingml/2006/main">
            <a:r>
              <a:t>[4,1,0]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도미노 타일링의 한 가지 정답 예시입니다.</a:t>
            </a:r>
          </a:p>
          <a:p xmlns:a="http://schemas.openxmlformats.org/drawingml/2006/main">
            <a:r>
              <a:t>D(0)=D(1)=1에서 앞 두 값의 합을 반복 계산한다.</a:t>
            </a:r>
          </a:p>
          <a:p xmlns:a="http://schemas.openxmlformats.org/drawingml/2006/main">
            <a:r>
              <a:t>시간 O(n).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[6,5,3]</a:t>
            </a:r>
          </a:p>
          <a:p xmlns:a="http://schemas.openxmlformats.org/drawingml/2006/main">
            <a:r>
              <a:t>[0,7,1]</a:t>
            </a:r>
          </a:p>
          <a:p xmlns:a="http://schemas.openxmlformats.org/drawingml/2006/main">
            <a:r>
              <a:t>[4,1,0]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1로 만들기 최솟값을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입력·경계 처리 2점, 핵심 알고리즘 4점, 정확한 반환값 2점, 복잡도 설명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작은 수부터 모든 합법적인 다음 상태의 최소 연산 수에 1을 더한다.입니다.</a:t>
            </a:r>
          </a:p>
          <a:p xmlns:a="http://schemas.openxmlformats.org/drawingml/2006/main">
            <a:r>
              <a:t>시간 O(n).</a:t>
            </a:r>
          </a:p>
          <a:p xmlns:a="http://schemas.openxmlformats.org/drawingml/2006/main">
            <a:r>
              <a:t>여기서는 1로 만들기 최솟값의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입력·경계 처리 2점</a:t>
            </a:r>
          </a:p>
          <a:p xmlns:a="http://schemas.openxmlformats.org/drawingml/2006/main">
            <a:r>
              <a:t>- 핵심 알고리즘 4점</a:t>
            </a:r>
          </a:p>
          <a:p xmlns:a="http://schemas.openxmlformats.org/drawingml/2006/main">
            <a:r>
              <a:t>- 정확한 반환값 2점</a:t>
            </a:r>
          </a:p>
          <a:p xmlns:a="http://schemas.openxmlformats.org/drawingml/2006/main">
            <a:r>
              <a:t>- 복잡도 설명 2점</a:t>
            </a:r>
          </a:p>
          <a:p xmlns:a="http://schemas.openxmlformats.org/drawingml/2006/main">
            <a:r>
              <a:t>검증 예시</a:t>
            </a:r>
          </a:p>
          <a:p xmlns:a="http://schemas.openxmlformats.org/drawingml/2006/main">
            <a:r>
              <a:t>[1,0]</a:t>
            </a:r>
          </a:p>
          <a:p xmlns:a="http://schemas.openxmlformats.org/drawingml/2006/main">
            <a:r>
              <a:t>[26,3]</a:t>
            </a:r>
          </a:p>
          <a:p xmlns:a="http://schemas.openxmlformats.org/drawingml/2006/main">
            <a:r>
              <a:t>[7,3]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1로 만들기 최솟값의 한 가지 정답 예시입니다.</a:t>
            </a:r>
          </a:p>
          <a:p xmlns:a="http://schemas.openxmlformats.org/drawingml/2006/main">
            <a:r>
              <a:t>작은 수부터 모든 합법적인 다음 상태의 최소 연산 수에 1을 더한다.</a:t>
            </a:r>
          </a:p>
          <a:p xmlns:a="http://schemas.openxmlformats.org/drawingml/2006/main">
            <a:r>
              <a:t>시간 O(n).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[1,0]</a:t>
            </a:r>
          </a:p>
          <a:p xmlns:a="http://schemas.openxmlformats.org/drawingml/2006/main">
            <a:r>
              <a:t>[26,3]</a:t>
            </a:r>
          </a:p>
          <a:p xmlns:a="http://schemas.openxmlformats.org/drawingml/2006/main">
            <a:r>
              <a:t>[7,3]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1로 만들기 최솟값의 한 가지 정답 예시입니다.</a:t>
            </a:r>
          </a:p>
          <a:p xmlns:a="http://schemas.openxmlformats.org/drawingml/2006/main">
            <a:r>
              <a:t>작은 수부터 모든 합법적인 다음 상태의 최소 연산 수에 1을 더한다.</a:t>
            </a:r>
          </a:p>
          <a:p xmlns:a="http://schemas.openxmlformats.org/drawingml/2006/main">
            <a:r>
              <a:t>시간 O(n).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[1,0]</a:t>
            </a:r>
          </a:p>
          <a:p xmlns:a="http://schemas.openxmlformats.org/drawingml/2006/main">
            <a:r>
              <a:t>[26,3]</a:t>
            </a:r>
          </a:p>
          <a:p xmlns:a="http://schemas.openxmlformats.org/drawingml/2006/main">
            <a:r>
              <a:t>[7,3]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최소 연산 경로 복원을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입력·경계 처리 2점, 핵심 알고리즘 4점, 정확한 반환값 2점, 복잡도 설명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dp가 정확히 1 작은 합법적인 다음 상태 중 명시된 순서의 첫 후보를 선택한다.입니다.</a:t>
            </a:r>
          </a:p>
          <a:p xmlns:a="http://schemas.openxmlformats.org/drawingml/2006/main">
            <a:r>
              <a:t>1≤n≤10000, out 길이 n이면 충분하다. 경로 길이 L에 대해 시간 O(L), 출력 O(L), 출력 외 O(1).</a:t>
            </a:r>
          </a:p>
          <a:p xmlns:a="http://schemas.openxmlformats.org/drawingml/2006/main">
            <a:r>
              <a:t>여기서는 최소 연산 경로 복원의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입력·경계 처리 2점</a:t>
            </a:r>
          </a:p>
          <a:p xmlns:a="http://schemas.openxmlformats.org/drawingml/2006/main">
            <a:r>
              <a:t>- 핵심 알고리즘 4점</a:t>
            </a:r>
          </a:p>
          <a:p xmlns:a="http://schemas.openxmlformats.org/drawingml/2006/main">
            <a:r>
              <a:t>- 정확한 반환값 2점</a:t>
            </a:r>
          </a:p>
          <a:p xmlns:a="http://schemas.openxmlformats.org/drawingml/2006/main">
            <a:r>
              <a:t>- 복잡도 설명 2점</a:t>
            </a:r>
          </a:p>
          <a:p xmlns:a="http://schemas.openxmlformats.org/drawingml/2006/main">
            <a:r>
              <a:t>검증 예시</a:t>
            </a:r>
          </a:p>
          <a:p xmlns:a="http://schemas.openxmlformats.org/drawingml/2006/main">
            <a:r>
              <a:t>[26,[26,25,5,1]]</a:t>
            </a:r>
          </a:p>
          <a:p xmlns:a="http://schemas.openxmlformats.org/drawingml/2006/main">
            <a:r>
              <a:t>[1,[1]]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최소 연산 경로 복원의 한 가지 정답 예시입니다.</a:t>
            </a:r>
          </a:p>
          <a:p xmlns:a="http://schemas.openxmlformats.org/drawingml/2006/main">
            <a:r>
              <a:t>dp가 정확히 1 작은 합법적인 다음 상태 중 명시된 순서의 첫 후보를 선택한다.</a:t>
            </a:r>
          </a:p>
          <a:p xmlns:a="http://schemas.openxmlformats.org/drawingml/2006/main">
            <a:r>
              <a:t>1≤n≤10000, out 길이 n이면 충분하다. 경로 길이 L에 대해 시간 O(L), 출력 O(L), 출력 외 O(1).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[26,[26,25,5,1]]</a:t>
            </a:r>
          </a:p>
          <a:p xmlns:a="http://schemas.openxmlformats.org/drawingml/2006/main">
            <a:r>
              <a:t>[1,[1]]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최소 연산 경로 복원의 한 가지 정답 예시입니다.</a:t>
            </a:r>
          </a:p>
          <a:p xmlns:a="http://schemas.openxmlformats.org/drawingml/2006/main">
            <a:r>
              <a:t>dp가 정확히 1 작은 합법적인 다음 상태 중 명시된 순서의 첫 후보를 선택한다.</a:t>
            </a:r>
          </a:p>
          <a:p xmlns:a="http://schemas.openxmlformats.org/drawingml/2006/main">
            <a:r>
              <a:t>1≤n≤10000, out 길이 n이면 충분하다. 경로 길이 L에 대해 시간 O(L), 출력 O(L), 출력 외 O(1).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[26,[26,25,5,1]]</a:t>
            </a:r>
          </a:p>
          <a:p xmlns:a="http://schemas.openxmlformats.org/drawingml/2006/main">
            <a:r>
              <a:t>[1,[1]]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2차원 0/1 배낭을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입력·경계 처리 2점, 핵심 알고리즘 4점, 정확한 반환값 2점, 복잡도 설명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앞 i개 물건을 쓰는 상태에서 선택과 미선택을 이전 행으로 비교한다.입니다.</a:t>
            </a:r>
          </a:p>
          <a:p xmlns:a="http://schemas.openxmlformats.org/drawingml/2006/main">
            <a:r>
              <a:t>시간 O(nW). 빈 선택을 허용하며 n=0 또는 W=0의 답은 0이다.</a:t>
            </a:r>
          </a:p>
          <a:p xmlns:a="http://schemas.openxmlformats.org/drawingml/2006/main">
            <a:r>
              <a:t>여기서는 2차원 0/1 배낭의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입력·경계 처리 2점</a:t>
            </a:r>
          </a:p>
          <a:p xmlns:a="http://schemas.openxmlformats.org/drawingml/2006/main">
            <a:r>
              <a:t>- 핵심 알고리즘 4점</a:t>
            </a:r>
          </a:p>
          <a:p xmlns:a="http://schemas.openxmlformats.org/drawingml/2006/main">
            <a:r>
              <a:t>- 정확한 반환값 2점</a:t>
            </a:r>
          </a:p>
          <a:p xmlns:a="http://schemas.openxmlformats.org/drawingml/2006/main">
            <a:r>
              <a:t>- 복잡도 설명 2점</a:t>
            </a:r>
          </a:p>
          <a:p xmlns:a="http://schemas.openxmlformats.org/drawingml/2006/main">
            <a:r>
              <a:t>검증 예시</a:t>
            </a:r>
          </a:p>
          <a:p xmlns:a="http://schemas.openxmlformats.org/drawingml/2006/main">
            <a:r>
              <a:t>[[[2,3],[3,4]],5,7]</a:t>
            </a:r>
          </a:p>
          <a:p xmlns:a="http://schemas.openxmlformats.org/drawingml/2006/main">
            <a:r>
              <a:t>[[],0,0]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2차원 0/1 배낭의 한 가지 정답 예시입니다.</a:t>
            </a:r>
          </a:p>
          <a:p xmlns:a="http://schemas.openxmlformats.org/drawingml/2006/main">
            <a:r>
              <a:t>앞 i개 물건을 쓰는 상태에서 선택과 미선택을 이전 행으로 비교한다.</a:t>
            </a:r>
          </a:p>
          <a:p xmlns:a="http://schemas.openxmlformats.org/drawingml/2006/main">
            <a:r>
              <a:t>시간 O(nW). 빈 선택을 허용하며 n=0 또는 W=0의 답은 0이다.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[[[2,3],[3,4]],5,7]</a:t>
            </a:r>
          </a:p>
          <a:p xmlns:a="http://schemas.openxmlformats.org/drawingml/2006/main">
            <a:r>
              <a:t>[[],0,0]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2차원 0/1 배낭의 한 가지 정답 예시입니다.</a:t>
            </a:r>
          </a:p>
          <a:p xmlns:a="http://schemas.openxmlformats.org/drawingml/2006/main">
            <a:r>
              <a:t>앞 i개 물건을 쓰는 상태에서 선택과 미선택을 이전 행으로 비교한다.</a:t>
            </a:r>
          </a:p>
          <a:p xmlns:a="http://schemas.openxmlformats.org/drawingml/2006/main">
            <a:r>
              <a:t>시간 O(nW). 빈 선택을 허용하며 n=0 또는 W=0의 답은 0이다.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[[[2,3],[3,4]],5,7]</a:t>
            </a:r>
          </a:p>
          <a:p xmlns:a="http://schemas.openxmlformats.org/drawingml/2006/main">
            <a:r>
              <a:t>[[],0,0]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1차원 0/1 배낭을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입력·경계 처리 2점, 핵심 알고리즘 4점, 정확한 반환값 2점, 복잡도 설명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각 물건에서 용량을 내림차순 갱신하여 같은 물건의 중복 사용을 막는다.입니다.</a:t>
            </a:r>
          </a:p>
          <a:p xmlns:a="http://schemas.openxmlformats.org/drawingml/2006/main">
            <a:r>
              <a:t>시간 O(nW). 가치 상한은 앞 문항과 같이 10⁶이다.</a:t>
            </a:r>
          </a:p>
          <a:p xmlns:a="http://schemas.openxmlformats.org/drawingml/2006/main">
            <a:r>
              <a:t>여기서는 1차원 0/1 배낭의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입력·경계 처리 2점</a:t>
            </a:r>
          </a:p>
          <a:p xmlns:a="http://schemas.openxmlformats.org/drawingml/2006/main">
            <a:r>
              <a:t>- 핵심 알고리즘 4점</a:t>
            </a:r>
          </a:p>
          <a:p xmlns:a="http://schemas.openxmlformats.org/drawingml/2006/main">
            <a:r>
              <a:t>- 정확한 반환값 2점</a:t>
            </a:r>
          </a:p>
          <a:p xmlns:a="http://schemas.openxmlformats.org/drawingml/2006/main">
            <a:r>
              <a:t>- 복잡도 설명 2점</a:t>
            </a:r>
          </a:p>
          <a:p xmlns:a="http://schemas.openxmlformats.org/drawingml/2006/main">
            <a:r>
              <a:t>검증 예시</a:t>
            </a:r>
          </a:p>
          <a:p xmlns:a="http://schemas.openxmlformats.org/drawingml/2006/main">
            <a:r>
              <a:t>[[[2,3]],4,3]</a:t>
            </a:r>
          </a:p>
          <a:p xmlns:a="http://schemas.openxmlformats.org/drawingml/2006/main">
            <a:r>
              <a:t>[[[3,4],[4,5],[2,3]],7,9]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1차원 0/1 배낭의 한 가지 정답 예시입니다.</a:t>
            </a:r>
          </a:p>
          <a:p xmlns:a="http://schemas.openxmlformats.org/drawingml/2006/main">
            <a:r>
              <a:t>각 물건에서 용량을 내림차순 갱신하여 같은 물건의 중복 사용을 막는다.</a:t>
            </a:r>
          </a:p>
          <a:p xmlns:a="http://schemas.openxmlformats.org/drawingml/2006/main">
            <a:r>
              <a:t>시간 O(nW). 가치 상한은 앞 문항과 같이 10⁶이다.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[[[2,3]],4,3]</a:t>
            </a:r>
          </a:p>
          <a:p xmlns:a="http://schemas.openxmlformats.org/drawingml/2006/main">
            <a:r>
              <a:t>[[[3,4],[4,5],[2,3]],7,9]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1차원 0/1 배낭의 한 가지 정답 예시입니다.</a:t>
            </a:r>
          </a:p>
          <a:p xmlns:a="http://schemas.openxmlformats.org/drawingml/2006/main">
            <a:r>
              <a:t>각 물건에서 용량을 내림차순 갱신하여 같은 물건의 중복 사용을 막는다.</a:t>
            </a:r>
          </a:p>
          <a:p xmlns:a="http://schemas.openxmlformats.org/drawingml/2006/main">
            <a:r>
              <a:t>시간 O(nW). 가치 상한은 앞 문항과 같이 10⁶이다.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[[[2,3]],4,3]</a:t>
            </a:r>
          </a:p>
          <a:p xmlns:a="http://schemas.openxmlformats.org/drawingml/2006/main">
            <a:r>
              <a:t>[[[3,4],[4,5],[2,3]],7,9]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LCS 길이을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입력·경계 처리 2점, 핵심 알고리즘 4점, 정확한 반환값 2점, 복잡도 설명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같으면 왼쪽 위에 1을 더하고, 다르면 위와 왼쪽 중 큰 값을 쓴다.입니다.</a:t>
            </a:r>
          </a:p>
          <a:p xmlns:a="http://schemas.openxmlformats.org/drawingml/2006/main">
            <a:r>
              <a:t>시간 O(mn). 빈 문자열 경계를 포함한다.</a:t>
            </a:r>
          </a:p>
          <a:p xmlns:a="http://schemas.openxmlformats.org/drawingml/2006/main">
            <a:r>
              <a:t>여기서는 LCS 길이의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입력·경계 처리 2점</a:t>
            </a:r>
          </a:p>
          <a:p xmlns:a="http://schemas.openxmlformats.org/drawingml/2006/main">
            <a:r>
              <a:t>- 핵심 알고리즘 4점</a:t>
            </a:r>
          </a:p>
          <a:p xmlns:a="http://schemas.openxmlformats.org/drawingml/2006/main">
            <a:r>
              <a:t>- 정확한 반환값 2점</a:t>
            </a:r>
          </a:p>
          <a:p xmlns:a="http://schemas.openxmlformats.org/drawingml/2006/main">
            <a:r>
              <a:t>- 복잡도 설명 2점</a:t>
            </a:r>
          </a:p>
          <a:p xmlns:a="http://schemas.openxmlformats.org/drawingml/2006/main">
            <a:r>
              <a:t>검증 예시</a:t>
            </a:r>
          </a:p>
          <a:p xmlns:a="http://schemas.openxmlformats.org/drawingml/2006/main">
            <a:r>
              <a:t>["ABC","AC",2]</a:t>
            </a:r>
          </a:p>
          <a:p xmlns:a="http://schemas.openxmlformats.org/drawingml/2006/main">
            <a:r>
              <a:t>["AB","BA",1]</a:t>
            </a:r>
          </a:p>
          <a:p xmlns:a="http://schemas.openxmlformats.org/drawingml/2006/main">
            <a:r>
              <a:t>["","ABC",0]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LCS 길이의 한 가지 정답 예시입니다.</a:t>
            </a:r>
          </a:p>
          <a:p xmlns:a="http://schemas.openxmlformats.org/drawingml/2006/main">
            <a:r>
              <a:t>같으면 왼쪽 위에 1을 더하고, 다르면 위와 왼쪽 중 큰 값을 쓴다.</a:t>
            </a:r>
          </a:p>
          <a:p xmlns:a="http://schemas.openxmlformats.org/drawingml/2006/main">
            <a:r>
              <a:t>시간 O(mn). 빈 문자열 경계를 포함한다.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["ABC","AC",2]</a:t>
            </a:r>
          </a:p>
          <a:p xmlns:a="http://schemas.openxmlformats.org/drawingml/2006/main">
            <a:r>
              <a:t>["AB","BA",1]</a:t>
            </a:r>
          </a:p>
          <a:p xmlns:a="http://schemas.openxmlformats.org/drawingml/2006/main">
            <a:r>
              <a:t>["","ABC",0]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LCS 길이의 한 가지 정답 예시입니다.</a:t>
            </a:r>
          </a:p>
          <a:p xmlns:a="http://schemas.openxmlformats.org/drawingml/2006/main">
            <a:r>
              <a:t>같으면 왼쪽 위에 1을 더하고, 다르면 위와 왼쪽 중 큰 값을 쓴다.</a:t>
            </a:r>
          </a:p>
          <a:p xmlns:a="http://schemas.openxmlformats.org/drawingml/2006/main">
            <a:r>
              <a:t>시간 O(mn). 빈 문자열 경계를 포함한다.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["ABC","AC",2]</a:t>
            </a:r>
          </a:p>
          <a:p xmlns:a="http://schemas.openxmlformats.org/drawingml/2006/main">
            <a:r>
              <a:t>["AB","BA",1]</a:t>
            </a:r>
          </a:p>
          <a:p xmlns:a="http://schemas.openxmlformats.org/drawingml/2006/main">
            <a:r>
              <a:t>["","ABC",0]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LCS 수열 복원을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입력·경계 처리 2점, 핵심 알고리즘 4점, 정확한 반환값 2점, 복잡도 설명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끝에서 역추적하며 일치 문자를 모은 뒤 순서를 뒤집는다.입니다.</a:t>
            </a:r>
          </a:p>
          <a:p xmlns:a="http://schemas.openxmlformats.org/drawingml/2006/main">
            <a:r>
              <a:t>표가 제공되면 복원 시간 O(m+n), 출력 O(min(m,n)).</a:t>
            </a:r>
          </a:p>
          <a:p xmlns:a="http://schemas.openxmlformats.org/drawingml/2006/main">
            <a:r>
              <a:t>여기서는 LCS 수열 복원의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입력·경계 처리 2점</a:t>
            </a:r>
          </a:p>
          <a:p xmlns:a="http://schemas.openxmlformats.org/drawingml/2006/main">
            <a:r>
              <a:t>- 핵심 알고리즘 4점</a:t>
            </a:r>
          </a:p>
          <a:p xmlns:a="http://schemas.openxmlformats.org/drawingml/2006/main">
            <a:r>
              <a:t>- 정확한 반환값 2점</a:t>
            </a:r>
          </a:p>
          <a:p xmlns:a="http://schemas.openxmlformats.org/drawingml/2006/main">
            <a:r>
              <a:t>- 복잡도 설명 2점</a:t>
            </a:r>
          </a:p>
          <a:p xmlns:a="http://schemas.openxmlformats.org/drawingml/2006/main">
            <a:r>
              <a:t>검증 예시</a:t>
            </a:r>
          </a:p>
          <a:p xmlns:a="http://schemas.openxmlformats.org/drawingml/2006/main">
            <a:r>
              <a:t>["AB","BA","A"]</a:t>
            </a:r>
          </a:p>
          <a:p xmlns:a="http://schemas.openxmlformats.org/drawingml/2006/main">
            <a:r>
              <a:t>["ABC","AC","AC"]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LCS 수열 복원의 한 가지 정답 예시입니다.</a:t>
            </a:r>
          </a:p>
          <a:p xmlns:a="http://schemas.openxmlformats.org/drawingml/2006/main">
            <a:r>
              <a:t>끝에서 역추적하며 일치 문자를 모은 뒤 순서를 뒤집는다.</a:t>
            </a:r>
          </a:p>
          <a:p xmlns:a="http://schemas.openxmlformats.org/drawingml/2006/main">
            <a:r>
              <a:t>표가 제공되면 복원 시간 O(m+n), 출력 O(min(m,n)).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["AB","BA","A"]</a:t>
            </a:r>
          </a:p>
          <a:p xmlns:a="http://schemas.openxmlformats.org/drawingml/2006/main">
            <a:r>
              <a:t>["ABC","AC","AC"]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LCS 수열 복원의 한 가지 정답 예시입니다.</a:t>
            </a:r>
          </a:p>
          <a:p xmlns:a="http://schemas.openxmlformats.org/drawingml/2006/main">
            <a:r>
              <a:t>끝에서 역추적하며 일치 문자를 모은 뒤 순서를 뒤집는다.</a:t>
            </a:r>
          </a:p>
          <a:p xmlns:a="http://schemas.openxmlformats.org/drawingml/2006/main">
            <a:r>
              <a:t>표가 제공되면 복원 시간 O(m+n), 출력 O(min(m,n)).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["AB","BA","A"]</a:t>
            </a:r>
          </a:p>
          <a:p xmlns:a="http://schemas.openxmlformats.org/drawingml/2006/main">
            <a:r>
              <a:t>["ABC","AC","AC"]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인접 선택 금지 최대 합을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입력·경계 처리 2점, 핵심 알고리즘 4점, 정확한 반환값 2점, 복잡도 설명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앞의 최적값 두 개로 마지막 원소의 선택·미선택을 비교한다.입니다.</a:t>
            </a:r>
          </a:p>
          <a:p xmlns:a="http://schemas.openxmlformats.org/drawingml/2006/main">
            <a:r>
              <a:t>시간 O(n). 모두 음수여도 답 0을 유지한다.</a:t>
            </a:r>
          </a:p>
          <a:p xmlns:a="http://schemas.openxmlformats.org/drawingml/2006/main">
            <a:r>
              <a:t>여기서는 인접 선택 금지 최대 합의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입력·경계 처리 2점</a:t>
            </a:r>
          </a:p>
          <a:p xmlns:a="http://schemas.openxmlformats.org/drawingml/2006/main">
            <a:r>
              <a:t>- 핵심 알고리즘 4점</a:t>
            </a:r>
          </a:p>
          <a:p xmlns:a="http://schemas.openxmlformats.org/drawingml/2006/main">
            <a:r>
              <a:t>- 정확한 반환값 2점</a:t>
            </a:r>
          </a:p>
          <a:p xmlns:a="http://schemas.openxmlformats.org/drawingml/2006/main">
            <a:r>
              <a:t>- 복잡도 설명 2점</a:t>
            </a:r>
          </a:p>
          <a:p xmlns:a="http://schemas.openxmlformats.org/drawingml/2006/main">
            <a:r>
              <a:t>검증 예시</a:t>
            </a:r>
          </a:p>
          <a:p xmlns:a="http://schemas.openxmlformats.org/drawingml/2006/main">
            <a:r>
              <a:t>[[2,7,9,3,1],12]</a:t>
            </a:r>
          </a:p>
          <a:p xmlns:a="http://schemas.openxmlformats.org/drawingml/2006/main">
            <a:r>
              <a:t>[[-4,-2,-7],0]</a:t>
            </a:r>
          </a:p>
          <a:p xmlns:a="http://schemas.openxmlformats.org/drawingml/2006/main">
            <a:r>
              <a:t>[[],0]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인접 선택 금지 최대 합의 한 가지 정답 예시입니다.</a:t>
            </a:r>
          </a:p>
          <a:p xmlns:a="http://schemas.openxmlformats.org/drawingml/2006/main">
            <a:r>
              <a:t>앞의 최적값 두 개로 마지막 원소의 선택·미선택을 비교한다.</a:t>
            </a:r>
          </a:p>
          <a:p xmlns:a="http://schemas.openxmlformats.org/drawingml/2006/main">
            <a:r>
              <a:t>시간 O(n). 모두 음수여도 답 0을 유지한다.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[[2,7,9,3,1],12]</a:t>
            </a:r>
          </a:p>
          <a:p xmlns:a="http://schemas.openxmlformats.org/drawingml/2006/main">
            <a:r>
              <a:t>[[-4,-2,-7],0]</a:t>
            </a:r>
          </a:p>
          <a:p xmlns:a="http://schemas.openxmlformats.org/drawingml/2006/main">
            <a:r>
              <a:t>[[],0]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인접 선택 금지 최대 합의 한 가지 정답 예시입니다.</a:t>
            </a:r>
          </a:p>
          <a:p xmlns:a="http://schemas.openxmlformats.org/drawingml/2006/main">
            <a:r>
              <a:t>앞의 최적값 두 개로 마지막 원소의 선택·미선택을 비교한다.</a:t>
            </a:r>
          </a:p>
          <a:p xmlns:a="http://schemas.openxmlformats.org/drawingml/2006/main">
            <a:r>
              <a:t>시간 O(n). 모두 음수여도 답 0을 유지한다.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[[2,7,9,3,1],12]</a:t>
            </a:r>
          </a:p>
          <a:p xmlns:a="http://schemas.openxmlformats.org/drawingml/2006/main">
            <a:r>
              <a:t>[[-4,-2,-7],0]</a:t>
            </a:r>
          </a:p>
          <a:p xmlns:a="http://schemas.openxmlformats.org/drawingml/2006/main">
            <a:r>
              <a:t>[[],0]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문제는 대각선 할인 격자을 확인하는 문항입니다. 먼저 조건과 요구한 반환값을 읽어 주세요. 결과만 적지 말고 어떻게 판단했는지도 적어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출제 기준: 6장 강의 내용과 그 응용.</a:t>
            </a:r>
          </a:p>
          <a:p xmlns:a="http://schemas.openxmlformats.org/drawingml/2006/main">
            <a:r>
              <a:t>배점: 입력·경계 처리 2점, 핵심 알고리즘 4점, 정확한 반환값 2점, 복잡도 설명 2점</a:t>
            </a:r>
          </a:p>
          <a:p xmlns:a="http://schemas.openxmlformats.org/drawingml/2006/main">
            <a:r>
              <a:t>정답과 해설은 다음 슬라이드에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정답은 존재하는 위·왼쪽·왼쪽 위 후보를 각각의 도착 비용과 비교한다.입니다.</a:t>
            </a:r>
          </a:p>
          <a:p xmlns:a="http://schemas.openxmlformats.org/drawingml/2006/main">
            <a:r>
              <a:t>시간 O(행×열). 시작 칸에는 할인하지 않는다.</a:t>
            </a:r>
          </a:p>
          <a:p xmlns:a="http://schemas.openxmlformats.org/drawingml/2006/main">
            <a:r>
              <a:t>여기서는 대각선 할인 격자의 조건을 놓치지 않았는지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채점 기준</a:t>
            </a:r>
          </a:p>
          <a:p xmlns:a="http://schemas.openxmlformats.org/drawingml/2006/main">
            <a:r>
              <a:t>- 입력·경계 처리 2점</a:t>
            </a:r>
          </a:p>
          <a:p xmlns:a="http://schemas.openxmlformats.org/drawingml/2006/main">
            <a:r>
              <a:t>- 핵심 알고리즘 4점</a:t>
            </a:r>
          </a:p>
          <a:p xmlns:a="http://schemas.openxmlformats.org/drawingml/2006/main">
            <a:r>
              <a:t>- 정확한 반환값 2점</a:t>
            </a:r>
          </a:p>
          <a:p xmlns:a="http://schemas.openxmlformats.org/drawingml/2006/main">
            <a:r>
              <a:t>- 복잡도 설명 2점</a:t>
            </a:r>
          </a:p>
          <a:p xmlns:a="http://schemas.openxmlformats.org/drawingml/2006/main">
            <a:r>
              <a:t>검증 예시</a:t>
            </a:r>
          </a:p>
          <a:p xmlns:a="http://schemas.openxmlformats.org/drawingml/2006/main">
            <a:r>
              <a:t>[[[5,9],[8,3]],6]</a:t>
            </a:r>
          </a:p>
          <a:p xmlns:a="http://schemas.openxmlformats.org/drawingml/2006/main">
            <a:r>
              <a:t>[[[2,8,4],[6,5,3]],7]</a:t>
            </a:r>
          </a:p>
          <a:p xmlns:a="http://schemas.openxmlformats.org/drawingml/2006/main">
            <a:r>
              <a:t>[[[7]],7]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대각선 할인 격자의 한 가지 정답 예시입니다.</a:t>
            </a:r>
          </a:p>
          <a:p xmlns:a="http://schemas.openxmlformats.org/drawingml/2006/main">
            <a:r>
              <a:t>존재하는 위·왼쪽·왼쪽 위 후보를 각각의 도착 비용과 비교한다.</a:t>
            </a:r>
          </a:p>
          <a:p xmlns:a="http://schemas.openxmlformats.org/drawingml/2006/main">
            <a:r>
              <a:t>시간 O(행×열). 시작 칸에는 할인하지 않는다.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[[[5,9],[8,3]],6]</a:t>
            </a:r>
          </a:p>
          <a:p xmlns:a="http://schemas.openxmlformats.org/drawingml/2006/main">
            <a:r>
              <a:t>[[[2,8,4],[6,5,3]],7]</a:t>
            </a:r>
          </a:p>
          <a:p xmlns:a="http://schemas.openxmlformats.org/drawingml/2006/main">
            <a:r>
              <a:t>[[[7]],7]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코드는 대각선 할인 격자의 한 가지 정답 예시입니다.</a:t>
            </a:r>
          </a:p>
          <a:p xmlns:a="http://schemas.openxmlformats.org/drawingml/2006/main">
            <a:r>
              <a:t>존재하는 위·왼쪽·왼쪽 위 후보를 각각의 도착 비용과 비교한다.</a:t>
            </a:r>
          </a:p>
          <a:p xmlns:a="http://schemas.openxmlformats.org/drawingml/2006/main">
            <a:r>
              <a:t>시간 O(행×열). 시작 칸에는 할인하지 않는다.</a:t>
            </a:r>
          </a:p>
          <a:p xmlns:a="http://schemas.openxmlformats.org/drawingml/2006/main">
            <a:r>
              <a:t>동일한 명세와 복잡도를 만족하는 다른 구현도 정답으로 인정합니다.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입력·경계 처리 2점</a:t>
            </a:r>
          </a:p>
          <a:p xmlns:a="http://schemas.openxmlformats.org/drawingml/2006/main">
            <a:r>
              <a:t>핵심 알고리즘 4점</a:t>
            </a:r>
          </a:p>
          <a:p xmlns:a="http://schemas.openxmlformats.org/drawingml/2006/main">
            <a:r>
              <a:t>정확한 반환값 2점</a:t>
            </a:r>
          </a:p>
          <a:p xmlns:a="http://schemas.openxmlformats.org/drawingml/2006/main">
            <a:r>
              <a:t>복잡도 설명 2점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[[[5,9],[8,3]],6]</a:t>
            </a:r>
          </a:p>
          <a:p xmlns:a="http://schemas.openxmlformats.org/drawingml/2006/main">
            <a:r>
              <a:t>[[[2,8,4],[6,5,3]],7]</a:t>
            </a:r>
          </a:p>
          <a:p xmlns:a="http://schemas.openxmlformats.org/drawingml/2006/main">
            <a:r>
              <a:t>[[[7]],7]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c07f90cb248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5ed71fac14bf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cf3fa3f4d64c0a" /><Relationship Type="http://schemas.openxmlformats.org/officeDocument/2006/relationships/slideLayout" Target="/ppt/slideLayouts/slideLayout1.xml" Id="R8086434f04934c7f" /><Relationship Type="http://schemas.openxmlformats.org/officeDocument/2006/relationships/slideLayout" Target="/ppt/slideLayouts/slideLayout2.xml" Id="R3bc63e48208b47f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86434f04934c7f"/>
    <p:sldLayoutId xmlns:r="http://schemas.openxmlformats.org/officeDocument/2006/relationships" id="2147483650" r:id="R3bc63e48208b47f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05a7a1fee4538" /><Relationship Type="http://schemas.openxmlformats.org/officeDocument/2006/relationships/notesSlide" Target="/ppt/notesSlides/notesSlide1.xml" Id="Rbe005ee19d2042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4656991fa49e4" /><Relationship Type="http://schemas.openxmlformats.org/officeDocument/2006/relationships/notesSlide" Target="/ppt/notesSlides/notesSlide2.xml" Id="R4f773cc23d054a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9a9872f9e496a" /><Relationship Type="http://schemas.openxmlformats.org/officeDocument/2006/relationships/notesSlide" Target="/ppt/notesSlides/notesSlide3.xml" Id="Rb53c429f1f7041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77d7d51564052" /><Relationship Type="http://schemas.openxmlformats.org/officeDocument/2006/relationships/notesSlide" Target="/ppt/notesSlides/notesSlide4.xml" Id="R2ff9fd5ad43a40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5b3f119ed414c" /><Relationship Type="http://schemas.openxmlformats.org/officeDocument/2006/relationships/notesSlide" Target="/ppt/notesSlides/notesSlide5.xml" Id="R98c912f9901f4f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96fd65c334686" /><Relationship Type="http://schemas.openxmlformats.org/officeDocument/2006/relationships/notesSlide" Target="/ppt/notesSlides/notesSlide6.xml" Id="Rbf098b7627ce40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b9a40ba594f6b" /><Relationship Type="http://schemas.openxmlformats.org/officeDocument/2006/relationships/notesSlide" Target="/ppt/notesSlides/notesSlide7.xml" Id="R2d8c2af8b1b24e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eeb1009074631" /><Relationship Type="http://schemas.openxmlformats.org/officeDocument/2006/relationships/notesSlide" Target="/ppt/notesSlides/notesSlide8.xml" Id="Rc95f1c0d824e4c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497d180c24fc8" /><Relationship Type="http://schemas.openxmlformats.org/officeDocument/2006/relationships/notesSlide" Target="/ppt/notesSlides/notesSlide9.xml" Id="R153ad5e715964a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87c2014df4fac" /><Relationship Type="http://schemas.openxmlformats.org/officeDocument/2006/relationships/notesSlide" Target="/ppt/notesSlides/notesSlide10.xml" Id="R36705052ed1048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00bf4bd9a4e49" /><Relationship Type="http://schemas.openxmlformats.org/officeDocument/2006/relationships/notesSlide" Target="/ppt/notesSlides/notesSlide11.xml" Id="R58e95720e5fc49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f80ab68e5467f" /><Relationship Type="http://schemas.openxmlformats.org/officeDocument/2006/relationships/notesSlide" Target="/ppt/notesSlides/notesSlide12.xml" Id="R14b56b343dce41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7d3cd9866403a" /><Relationship Type="http://schemas.openxmlformats.org/officeDocument/2006/relationships/notesSlide" Target="/ppt/notesSlides/notesSlide13.xml" Id="R657d93f0aec043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bd4a28cf346c5" /><Relationship Type="http://schemas.openxmlformats.org/officeDocument/2006/relationships/notesSlide" Target="/ppt/notesSlides/notesSlide14.xml" Id="R395a8e4f64bf46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b66c369f64a0a" /><Relationship Type="http://schemas.openxmlformats.org/officeDocument/2006/relationships/notesSlide" Target="/ppt/notesSlides/notesSlide15.xml" Id="Reb2b0035949a48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125b91ac24a72" /><Relationship Type="http://schemas.openxmlformats.org/officeDocument/2006/relationships/notesSlide" Target="/ppt/notesSlides/notesSlide16.xml" Id="R80a46879fbc84d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6670bfc2e4981" /><Relationship Type="http://schemas.openxmlformats.org/officeDocument/2006/relationships/notesSlide" Target="/ppt/notesSlides/notesSlide17.xml" Id="Rc442e5b495114d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071774df14e1e" /><Relationship Type="http://schemas.openxmlformats.org/officeDocument/2006/relationships/notesSlide" Target="/ppt/notesSlides/notesSlide18.xml" Id="Ra6e72a4b884646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29ff83be2490d" /><Relationship Type="http://schemas.openxmlformats.org/officeDocument/2006/relationships/notesSlide" Target="/ppt/notesSlides/notesSlide19.xml" Id="Ra6476db705ba452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04a6377884bd4" /><Relationship Type="http://schemas.openxmlformats.org/officeDocument/2006/relationships/notesSlide" Target="/ppt/notesSlides/notesSlide20.xml" Id="Rf09b1e5f34794c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a72dc4ad34296" /><Relationship Type="http://schemas.openxmlformats.org/officeDocument/2006/relationships/notesSlide" Target="/ppt/notesSlides/notesSlide21.xml" Id="Rbadc76ef16a2402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2ec5eea22446d" /><Relationship Type="http://schemas.openxmlformats.org/officeDocument/2006/relationships/notesSlide" Target="/ppt/notesSlides/notesSlide22.xml" Id="R68fcd27786eb471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8334f262d4c99" /><Relationship Type="http://schemas.openxmlformats.org/officeDocument/2006/relationships/notesSlide" Target="/ppt/notesSlides/notesSlide23.xml" Id="R1ed4aad3eb304c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2f6b1b1e44a34" /><Relationship Type="http://schemas.openxmlformats.org/officeDocument/2006/relationships/notesSlide" Target="/ppt/notesSlides/notesSlide24.xml" Id="Rd6fbf5e1fd664c4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61dc87a0b4f59" /><Relationship Type="http://schemas.openxmlformats.org/officeDocument/2006/relationships/notesSlide" Target="/ppt/notesSlides/notesSlide25.xml" Id="R581d7886288241e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8d03532e542f4" /><Relationship Type="http://schemas.openxmlformats.org/officeDocument/2006/relationships/notesSlide" Target="/ppt/notesSlides/notesSlide26.xml" Id="Rc885fd736c8c42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b8ff8f9ad4803" /><Relationship Type="http://schemas.openxmlformats.org/officeDocument/2006/relationships/notesSlide" Target="/ppt/notesSlides/notesSlide27.xml" Id="Rddc05be6d9cf489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c3a3b50b24c58" /><Relationship Type="http://schemas.openxmlformats.org/officeDocument/2006/relationships/notesSlide" Target="/ppt/notesSlides/notesSlide28.xml" Id="R811511d7c84949f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b086a6a6d4209" /><Relationship Type="http://schemas.openxmlformats.org/officeDocument/2006/relationships/notesSlide" Target="/ppt/notesSlides/notesSlide29.xml" Id="R6b1db30a07d549d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02f7b9f724a67" /><Relationship Type="http://schemas.openxmlformats.org/officeDocument/2006/relationships/notesSlide" Target="/ppt/notesSlides/notesSlide30.xml" Id="R53ec091e1beb43d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894e3c2d345ec" /><Relationship Type="http://schemas.openxmlformats.org/officeDocument/2006/relationships/notesSlide" Target="/ppt/notesSlides/notesSlide31.xml" Id="R600480596e2e435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82dde19584242" /><Relationship Type="http://schemas.openxmlformats.org/officeDocument/2006/relationships/notesSlide" Target="/ppt/notesSlides/notesSlide32.xml" Id="R6eb2f04b3b964c9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34f22b6dc4993" /><Relationship Type="http://schemas.openxmlformats.org/officeDocument/2006/relationships/notesSlide" Target="/ppt/notesSlides/notesSlide33.xml" Id="R92b102de73e74be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9863bb7d047f1" /><Relationship Type="http://schemas.openxmlformats.org/officeDocument/2006/relationships/notesSlide" Target="/ppt/notesSlides/notesSlide34.xml" Id="Rb84e293edc414fb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6247883624d79" /><Relationship Type="http://schemas.openxmlformats.org/officeDocument/2006/relationships/notesSlide" Target="/ppt/notesSlides/notesSlide35.xml" Id="Reb59cef471f14d3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9b8d9cb03488a" /><Relationship Type="http://schemas.openxmlformats.org/officeDocument/2006/relationships/notesSlide" Target="/ppt/notesSlides/notesSlide36.xml" Id="R8d777bb87c56470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3180c2ab04bd4" /><Relationship Type="http://schemas.openxmlformats.org/officeDocument/2006/relationships/notesSlide" Target="/ppt/notesSlides/notesSlide37.xml" Id="Rf74cfa5594544fb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ec35cb68b41b7" /><Relationship Type="http://schemas.openxmlformats.org/officeDocument/2006/relationships/notesSlide" Target="/ppt/notesSlides/notesSlide38.xml" Id="Rc5b8554aac77453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a09b2164d47d7" /><Relationship Type="http://schemas.openxmlformats.org/officeDocument/2006/relationships/notesSlide" Target="/ppt/notesSlides/notesSlide39.xml" Id="Rc12260b44ac340a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c13b7dd5a4101" /><Relationship Type="http://schemas.openxmlformats.org/officeDocument/2006/relationships/notesSlide" Target="/ppt/notesSlides/notesSlide40.xml" Id="R38c726d58de440b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d464bac0c4184" /><Relationship Type="http://schemas.openxmlformats.org/officeDocument/2006/relationships/notesSlide" Target="/ppt/notesSlides/notesSlide41.xml" Id="R65b33b489aa5494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2a01288124cbf" /><Relationship Type="http://schemas.openxmlformats.org/officeDocument/2006/relationships/notesSlide" Target="/ppt/notesSlides/notesSlide42.xml" Id="R15c1aad8311c4e4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b8deed20249fb" /><Relationship Type="http://schemas.openxmlformats.org/officeDocument/2006/relationships/notesSlide" Target="/ppt/notesSlides/notesSlide43.xml" Id="R48aa0d4408fb4ec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5284f31824374" /><Relationship Type="http://schemas.openxmlformats.org/officeDocument/2006/relationships/notesSlide" Target="/ppt/notesSlides/notesSlide44.xml" Id="Rd16d3fd30b964df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8efe7dec346d9" /><Relationship Type="http://schemas.openxmlformats.org/officeDocument/2006/relationships/notesSlide" Target="/ppt/notesSlides/notesSlide45.xml" Id="R1b373874db2d499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7e18c16224aa9" /><Relationship Type="http://schemas.openxmlformats.org/officeDocument/2006/relationships/notesSlide" Target="/ppt/notesSlides/notesSlide46.xml" Id="R72f92fbcfc334da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9bfcf32564ecd" /><Relationship Type="http://schemas.openxmlformats.org/officeDocument/2006/relationships/notesSlide" Target="/ppt/notesSlides/notesSlide47.xml" Id="R7f487aad1df945c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c5ee024ac491d" /><Relationship Type="http://schemas.openxmlformats.org/officeDocument/2006/relationships/notesSlide" Target="/ppt/notesSlides/notesSlide48.xml" Id="Rfa41946f332443e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2da582b24431c" /><Relationship Type="http://schemas.openxmlformats.org/officeDocument/2006/relationships/notesSlide" Target="/ppt/notesSlides/notesSlide49.xml" Id="R4300165cac4e4a1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82b9ed8174e7b" /><Relationship Type="http://schemas.openxmlformats.org/officeDocument/2006/relationships/notesSlide" Target="/ppt/notesSlides/notesSlide50.xml" Id="Re91f436181bd400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8f5d7192e434d" /><Relationship Type="http://schemas.openxmlformats.org/officeDocument/2006/relationships/notesSlide" Target="/ppt/notesSlides/notesSlide51.xml" Id="R096930a88f574f1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c310b98ca47d0" /><Relationship Type="http://schemas.openxmlformats.org/officeDocument/2006/relationships/notesSlide" Target="/ppt/notesSlides/notesSlide52.xml" Id="R8d0e62657ccc408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4b8ce6c67477f" /><Relationship Type="http://schemas.openxmlformats.org/officeDocument/2006/relationships/notesSlide" Target="/ppt/notesSlides/notesSlide53.xml" Id="Rbed91aebd4d34ab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71c0adeef4f7a" /><Relationship Type="http://schemas.openxmlformats.org/officeDocument/2006/relationships/notesSlide" Target="/ppt/notesSlides/notesSlide54.xml" Id="Rdda4113998d94a8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215f5695e4d1d" /><Relationship Type="http://schemas.openxmlformats.org/officeDocument/2006/relationships/notesSlide" Target="/ppt/notesSlides/notesSlide55.xml" Id="R66bd8e12a740426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9888fc62744c0" /><Relationship Type="http://schemas.openxmlformats.org/officeDocument/2006/relationships/notesSlide" Target="/ppt/notesSlides/notesSlide56.xml" Id="R1dcc380c1f48433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60e959f9045b6" /><Relationship Type="http://schemas.openxmlformats.org/officeDocument/2006/relationships/notesSlide" Target="/ppt/notesSlides/notesSlide57.xml" Id="R0f7b6d2ba2d44b70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fa430ab4244de" /><Relationship Type="http://schemas.openxmlformats.org/officeDocument/2006/relationships/notesSlide" Target="/ppt/notesSlides/notesSlide58.xml" Id="R8717229f0db8486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f7132d72f41c5" /><Relationship Type="http://schemas.openxmlformats.org/officeDocument/2006/relationships/notesSlide" Target="/ppt/notesSlides/notesSlide59.xml" Id="R16cf1197e3ca465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9f7bf9e804207" /><Relationship Type="http://schemas.openxmlformats.org/officeDocument/2006/relationships/notesSlide" Target="/ppt/notesSlides/notesSlide60.xml" Id="R87108bd3a8c1452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a1510efd9404f" /><Relationship Type="http://schemas.openxmlformats.org/officeDocument/2006/relationships/notesSlide" Target="/ppt/notesSlides/notesSlide61.xml" Id="R581b921fd38143e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c82747c084eb2" /><Relationship Type="http://schemas.openxmlformats.org/officeDocument/2006/relationships/notesSlide" Target="/ppt/notesSlides/notesSlide62.xml" Id="R7fc528a038174bc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d90922b194c4a" /><Relationship Type="http://schemas.openxmlformats.org/officeDocument/2006/relationships/notesSlide" Target="/ppt/notesSlides/notesSlide63.xml" Id="R20f772ba179d40c7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ab7f97bc74f54" /><Relationship Type="http://schemas.openxmlformats.org/officeDocument/2006/relationships/notesSlide" Target="/ppt/notesSlides/notesSlide64.xml" Id="R7d1a23660ca849d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2423954214883" /><Relationship Type="http://schemas.openxmlformats.org/officeDocument/2006/relationships/notesSlide" Target="/ppt/notesSlides/notesSlide65.xml" Id="Rdef39e4714ae4066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966da12af45b2" /><Relationship Type="http://schemas.openxmlformats.org/officeDocument/2006/relationships/notesSlide" Target="/ppt/notesSlides/notesSlide66.xml" Id="R8bc6036fb39941f6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c627d58724663" /><Relationship Type="http://schemas.openxmlformats.org/officeDocument/2006/relationships/notesSlide" Target="/ppt/notesSlides/notesSlide67.xml" Id="R254d2fb88b9a40a0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5cfe172084540" /><Relationship Type="http://schemas.openxmlformats.org/officeDocument/2006/relationships/notesSlide" Target="/ppt/notesSlides/notesSlide68.xml" Id="R5183ed70547d480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181cec28e4eab" /><Relationship Type="http://schemas.openxmlformats.org/officeDocument/2006/relationships/notesSlide" Target="/ppt/notesSlides/notesSlide69.xml" Id="R760473b88fd14386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89a3b5a3545e0" /><Relationship Type="http://schemas.openxmlformats.org/officeDocument/2006/relationships/notesSlide" Target="/ppt/notesSlides/notesSlide70.xml" Id="Ra3a8f264cdaf4bcd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a7a168e0a437e" /><Relationship Type="http://schemas.openxmlformats.org/officeDocument/2006/relationships/notesSlide" Target="/ppt/notesSlides/notesSlide71.xml" Id="Raeadaf4a85d7433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64f1340544712" /><Relationship Type="http://schemas.openxmlformats.org/officeDocument/2006/relationships/notesSlide" Target="/ppt/notesSlides/notesSlide72.xml" Id="R0e22b94d92894ff8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4fef0ab354c9f" /><Relationship Type="http://schemas.openxmlformats.org/officeDocument/2006/relationships/notesSlide" Target="/ppt/notesSlides/notesSlide73.xml" Id="R16994407fbf24da5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220cedf99481b" /><Relationship Type="http://schemas.openxmlformats.org/officeDocument/2006/relationships/notesSlide" Target="/ppt/notesSlides/notesSlide74.xml" Id="R119b1471be4f4dce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de09484894845" /><Relationship Type="http://schemas.openxmlformats.org/officeDocument/2006/relationships/notesSlide" Target="/ppt/notesSlides/notesSlide75.xml" Id="R9d0e40ed875a49ff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612639b3144c2" /><Relationship Type="http://schemas.openxmlformats.org/officeDocument/2006/relationships/notesSlide" Target="/ppt/notesSlides/notesSlide76.xml" Id="R4c1a2850a56648b3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5a5a01b2945a9" /><Relationship Type="http://schemas.openxmlformats.org/officeDocument/2006/relationships/notesSlide" Target="/ppt/notesSlides/notesSlide77.xml" Id="R7c0802c29a8b443d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a1ae0510a4d78" /><Relationship Type="http://schemas.openxmlformats.org/officeDocument/2006/relationships/notesSlide" Target="/ppt/notesSlides/notesSlide78.xml" Id="R24e44b3847ff4118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11e4351d14ad0" /><Relationship Type="http://schemas.openxmlformats.org/officeDocument/2006/relationships/notesSlide" Target="/ppt/notesSlides/notesSlide79.xml" Id="Re0735cd492b6417c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98fa389294fa3" /><Relationship Type="http://schemas.openxmlformats.org/officeDocument/2006/relationships/notesSlide" Target="/ppt/notesSlides/notesSlide80.xml" Id="R0e74bd4e728e4a47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e20bd8d4149a3" /><Relationship Type="http://schemas.openxmlformats.org/officeDocument/2006/relationships/notesSlide" Target="/ppt/notesSlides/notesSlide81.xml" Id="Rb39a3bd3dd4c4c84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1d560e70f4ab8" /><Relationship Type="http://schemas.openxmlformats.org/officeDocument/2006/relationships/notesSlide" Target="/ppt/notesSlides/notesSlide82.xml" Id="R566ebb14cd054138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965bcd3654ecf" /><Relationship Type="http://schemas.openxmlformats.org/officeDocument/2006/relationships/notesSlide" Target="/ppt/notesSlides/notesSlide83.xml" Id="Rc5a0e733aa8746cb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4c430930a423b" /><Relationship Type="http://schemas.openxmlformats.org/officeDocument/2006/relationships/notesSlide" Target="/ppt/notesSlides/notesSlide84.xml" Id="R7a860b176fd54426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43ac37e484107" /><Relationship Type="http://schemas.openxmlformats.org/officeDocument/2006/relationships/notesSlide" Target="/ppt/notesSlides/notesSlide85.xml" Id="Reb3bff39192f497c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2566443c54100" /><Relationship Type="http://schemas.openxmlformats.org/officeDocument/2006/relationships/notesSlide" Target="/ppt/notesSlides/notesSlide86.xml" Id="Rfb34fba0371d49ad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fef9b83174781" /><Relationship Type="http://schemas.openxmlformats.org/officeDocument/2006/relationships/notesSlide" Target="/ppt/notesSlides/notesSlide87.xml" Id="R49159b5533c54b75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8eda7083e4519" /><Relationship Type="http://schemas.openxmlformats.org/officeDocument/2006/relationships/notesSlide" Target="/ppt/notesSlides/notesSlide88.xml" Id="R4533a03ea24a491b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5e1deff0c4b63" /><Relationship Type="http://schemas.openxmlformats.org/officeDocument/2006/relationships/notesSlide" Target="/ppt/notesSlides/notesSlide89.xml" Id="Red3560fe402244a2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1cdd945ce4d4b" /><Relationship Type="http://schemas.openxmlformats.org/officeDocument/2006/relationships/notesSlide" Target="/ppt/notesSlides/notesSlide90.xml" Id="R4f4cb095651c44d8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9fcf30a974e8f" /><Relationship Type="http://schemas.openxmlformats.org/officeDocument/2006/relationships/notesSlide" Target="/ppt/notesSlides/notesSlide91.xml" Id="Rca8eedcbbb004fc5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7dd357e554e7f" /><Relationship Type="http://schemas.openxmlformats.org/officeDocument/2006/relationships/notesSlide" Target="/ppt/notesSlides/notesSlide92.xml" Id="Re9df66eedcce4560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ff3aca8284b5d" /><Relationship Type="http://schemas.openxmlformats.org/officeDocument/2006/relationships/notesSlide" Target="/ppt/notesSlides/notesSlide93.xml" Id="R32892357fa2144dd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12c384d9d47d4" /><Relationship Type="http://schemas.openxmlformats.org/officeDocument/2006/relationships/notesSlide" Target="/ppt/notesSlides/notesSlide94.xml" Id="R2c34c7df70be4ecf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60e16820e4b9a" /><Relationship Type="http://schemas.openxmlformats.org/officeDocument/2006/relationships/notesSlide" Target="/ppt/notesSlides/notesSlide95.xml" Id="Rcb3b9fa4101a414a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3c16fa7964ab8" /><Relationship Type="http://schemas.openxmlformats.org/officeDocument/2006/relationships/notesSlide" Target="/ppt/notesSlides/notesSlide96.xml" Id="R933fd6951008488a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c3b68db1b4e9f" /><Relationship Type="http://schemas.openxmlformats.org/officeDocument/2006/relationships/notesSlide" Target="/ppt/notesSlides/notesSlide97.xml" Id="R13b126225f97496c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67909402f4190" /><Relationship Type="http://schemas.openxmlformats.org/officeDocument/2006/relationships/notesSlide" Target="/ppt/notesSlides/notesSlide98.xml" Id="R7ebbbb96a36549e9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6148747cc45e9" /><Relationship Type="http://schemas.openxmlformats.org/officeDocument/2006/relationships/notesSlide" Target="/ppt/notesSlides/notesSlide99.xml" Id="R793b103854654ae9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612e86aa94323" /><Relationship Type="http://schemas.openxmlformats.org/officeDocument/2006/relationships/notesSlide" Target="/ppt/notesSlides/notesSlide100.xml" Id="R0fd0ebe8f6f34e4e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4fbd26dae48cd" /><Relationship Type="http://schemas.openxmlformats.org/officeDocument/2006/relationships/notesSlide" Target="/ppt/notesSlides/notesSlide101.xml" Id="R61ddba9d37f94d6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ddd3d8e644e2d" /><Relationship Type="http://schemas.openxmlformats.org/officeDocument/2006/relationships/notesSlide" Target="/ppt/notesSlides/notesSlide102.xml" Id="R01edab1340564158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bc0eb260b4733" /><Relationship Type="http://schemas.openxmlformats.org/officeDocument/2006/relationships/notesSlide" Target="/ppt/notesSlides/notesSlide103.xml" Id="Reb395e3221aa4c5c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8b9fc73994c5c" /><Relationship Type="http://schemas.openxmlformats.org/officeDocument/2006/relationships/notesSlide" Target="/ppt/notesSlides/notesSlide104.xml" Id="R1b8d3ab2b1774807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a5ad30d2f4215" /><Relationship Type="http://schemas.openxmlformats.org/officeDocument/2006/relationships/notesSlide" Target="/ppt/notesSlides/notesSlide105.xml" Id="Re9f21d07d3ef4362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344a4af7447e7" /><Relationship Type="http://schemas.openxmlformats.org/officeDocument/2006/relationships/notesSlide" Target="/ppt/notesSlides/notesSlide106.xml" Id="Rbcf092891d44442f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acb4b3af44463" /><Relationship Type="http://schemas.openxmlformats.org/officeDocument/2006/relationships/notesSlide" Target="/ppt/notesSlides/notesSlide107.xml" Id="R591ea04ea5d54e29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a94c4d4784df1" /><Relationship Type="http://schemas.openxmlformats.org/officeDocument/2006/relationships/notesSlide" Target="/ppt/notesSlides/notesSlide108.xml" Id="Rd21d8075fb9c4c6a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3cbb2a1584ce3" /><Relationship Type="http://schemas.openxmlformats.org/officeDocument/2006/relationships/notesSlide" Target="/ppt/notesSlides/notesSlide109.xml" Id="Rb2780dfc535e4908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9537dabb84f2d" /><Relationship Type="http://schemas.openxmlformats.org/officeDocument/2006/relationships/notesSlide" Target="/ppt/notesSlides/notesSlide110.xml" Id="Rce7a2b9199f84846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5c6e7447a4b78" /><Relationship Type="http://schemas.openxmlformats.org/officeDocument/2006/relationships/notesSlide" Target="/ppt/notesSlides/notesSlide111.xml" Id="Rde0c21d12f28409f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f40070c804afb" /><Relationship Type="http://schemas.openxmlformats.org/officeDocument/2006/relationships/notesSlide" Target="/ppt/notesSlides/notesSlide112.xml" Id="R070f858c9e184490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daebcca0542a7" /><Relationship Type="http://schemas.openxmlformats.org/officeDocument/2006/relationships/notesSlide" Target="/ppt/notesSlides/notesSlide113.xml" Id="R8576cbcd08074f84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d492d206a4377" /><Relationship Type="http://schemas.openxmlformats.org/officeDocument/2006/relationships/notesSlide" Target="/ppt/notesSlides/notesSlide114.xml" Id="Rf11ad5d86c284424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18247081e4295" /><Relationship Type="http://schemas.openxmlformats.org/officeDocument/2006/relationships/notesSlide" Target="/ppt/notesSlides/notesSlide115.xml" Id="R703676c7a7fd4fe5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9df50d0e044b2" /><Relationship Type="http://schemas.openxmlformats.org/officeDocument/2006/relationships/notesSlide" Target="/ppt/notesSlides/notesSlide116.xml" Id="R3e6a72f3ab8f4429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f20b869974b74" /><Relationship Type="http://schemas.openxmlformats.org/officeDocument/2006/relationships/notesSlide" Target="/ppt/notesSlides/notesSlide117.xml" Id="Ref50642ce37441ed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8c54b3ef1406f" /><Relationship Type="http://schemas.openxmlformats.org/officeDocument/2006/relationships/notesSlide" Target="/ppt/notesSlides/notesSlide118.xml" Id="R43a8ea5cd62948d9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1bf4be1b042c2" /><Relationship Type="http://schemas.openxmlformats.org/officeDocument/2006/relationships/notesSlide" Target="/ppt/notesSlides/notesSlide119.xml" Id="Rde03a0ee16b5401b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31993f257484a" /><Relationship Type="http://schemas.openxmlformats.org/officeDocument/2006/relationships/notesSlide" Target="/ppt/notesSlides/notesSlide120.xml" Id="R6a10b1f8baa34585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4dcf47d744f20" /><Relationship Type="http://schemas.openxmlformats.org/officeDocument/2006/relationships/notesSlide" Target="/ppt/notesSlides/notesSlide121.xml" Id="R68d657620a6a4ae3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623d4581845e1" /><Relationship Type="http://schemas.openxmlformats.org/officeDocument/2006/relationships/notesSlide" Target="/ppt/notesSlides/notesSlide122.xml" Id="R92d0f9ad72bc4c16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2d58a10f64a82" /><Relationship Type="http://schemas.openxmlformats.org/officeDocument/2006/relationships/notesSlide" Target="/ppt/notesSlides/notesSlide123.xml" Id="Rb1d0fb5c170b431d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cf11244e04e79" /><Relationship Type="http://schemas.openxmlformats.org/officeDocument/2006/relationships/notesSlide" Target="/ppt/notesSlides/notesSlide124.xml" Id="Rfc9e6d801ee04211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7d9eeb4df4b6a" /><Relationship Type="http://schemas.openxmlformats.org/officeDocument/2006/relationships/notesSlide" Target="/ppt/notesSlides/notesSlide125.xml" Id="R70d456eb94a24d59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010eea4fb4a16" /><Relationship Type="http://schemas.openxmlformats.org/officeDocument/2006/relationships/notesSlide" Target="/ppt/notesSlides/notesSlide126.xml" Id="Reb805f30ffaf4724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4ae91249f4d0a" /><Relationship Type="http://schemas.openxmlformats.org/officeDocument/2006/relationships/notesSlide" Target="/ppt/notesSlides/notesSlide127.xml" Id="R1299460807964fee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ef61e006c495e" /><Relationship Type="http://schemas.openxmlformats.org/officeDocument/2006/relationships/notesSlide" Target="/ppt/notesSlides/notesSlide128.xml" Id="Rffe4c58d0b6040ed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220bc29574646" /><Relationship Type="http://schemas.openxmlformats.org/officeDocument/2006/relationships/notesSlide" Target="/ppt/notesSlides/notesSlide129.xml" Id="R6c121c0ba4224269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0414e9ca04c59" /><Relationship Type="http://schemas.openxmlformats.org/officeDocument/2006/relationships/notesSlide" Target="/ppt/notesSlides/notesSlide130.xml" Id="R8335a876063345c9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847b794f34508" /><Relationship Type="http://schemas.openxmlformats.org/officeDocument/2006/relationships/notesSlide" Target="/ppt/notesSlides/notesSlide131.xml" Id="Re6528d9a39e24e51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b78bd979e4504" /><Relationship Type="http://schemas.openxmlformats.org/officeDocument/2006/relationships/notesSlide" Target="/ppt/notesSlides/notesSlide132.xml" Id="R4392fa8c20134869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2b5ddf5cf414f" /><Relationship Type="http://schemas.openxmlformats.org/officeDocument/2006/relationships/notesSlide" Target="/ppt/notesSlides/notesSlide133.xml" Id="R17d493c552ff4de9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6fdc6c3064b74" /><Relationship Type="http://schemas.openxmlformats.org/officeDocument/2006/relationships/notesSlide" Target="/ppt/notesSlides/notesSlide134.xml" Id="R8669d06de1dc49f4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9f5bdbf034869" /><Relationship Type="http://schemas.openxmlformats.org/officeDocument/2006/relationships/notesSlide" Target="/ppt/notesSlides/notesSlide135.xml" Id="R5774b8d9415649ac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cb42be4614ceb" /><Relationship Type="http://schemas.openxmlformats.org/officeDocument/2006/relationships/notesSlide" Target="/ppt/notesSlides/notesSlide136.xml" Id="R7f6c834457004473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c7528d4ae44bc" /><Relationship Type="http://schemas.openxmlformats.org/officeDocument/2006/relationships/notesSlide" Target="/ppt/notesSlides/notesSlide137.xml" Id="Recb77f23d8e140e9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f381bb6384cf0" /><Relationship Type="http://schemas.openxmlformats.org/officeDocument/2006/relationships/notesSlide" Target="/ppt/notesSlides/notesSlide138.xml" Id="R057aabc5ec6e44d1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7c25def2f479e" /><Relationship Type="http://schemas.openxmlformats.org/officeDocument/2006/relationships/notesSlide" Target="/ppt/notesSlides/notesSlide139.xml" Id="R6fba42b953074e7a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49f277b4a4b6d" /><Relationship Type="http://schemas.openxmlformats.org/officeDocument/2006/relationships/notesSlide" Target="/ppt/notesSlides/notesSlide140.xml" Id="Rca62fbb722854188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9fc57c4c140fe" /><Relationship Type="http://schemas.openxmlformats.org/officeDocument/2006/relationships/notesSlide" Target="/ppt/notesSlides/notesSlide141.xml" Id="Re7a64c8ec1c9492a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f39e5c5b84a8d" /><Relationship Type="http://schemas.openxmlformats.org/officeDocument/2006/relationships/notesSlide" Target="/ppt/notesSlides/notesSlide142.xml" Id="R0a85246ccf954e31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4aee7b3864cd6" /><Relationship Type="http://schemas.openxmlformats.org/officeDocument/2006/relationships/notesSlide" Target="/ppt/notesSlides/notesSlide143.xml" Id="Ra575d1cb51ae4f08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cdb5eb05e47b2" /><Relationship Type="http://schemas.openxmlformats.org/officeDocument/2006/relationships/notesSlide" Target="/ppt/notesSlides/notesSlide144.xml" Id="R8055c02097c44502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71d7a6f934d9a" /><Relationship Type="http://schemas.openxmlformats.org/officeDocument/2006/relationships/notesSlide" Target="/ppt/notesSlides/notesSlide145.xml" Id="Rf38a8afe2e51471a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f20e47924426d" /><Relationship Type="http://schemas.openxmlformats.org/officeDocument/2006/relationships/notesSlide" Target="/ppt/notesSlides/notesSlide146.xml" Id="R0e33b09ff51d4cae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6d49196e442b8" /><Relationship Type="http://schemas.openxmlformats.org/officeDocument/2006/relationships/notesSlide" Target="/ppt/notesSlides/notesSlide147.xml" Id="R36b1d04b62d54b0e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e190e41bd4a3a" /><Relationship Type="http://schemas.openxmlformats.org/officeDocument/2006/relationships/notesSlide" Target="/ppt/notesSlides/notesSlide148.xml" Id="Reae1521784734719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14b85f2f045f8" /><Relationship Type="http://schemas.openxmlformats.org/officeDocument/2006/relationships/notesSlide" Target="/ppt/notesSlides/notesSlide149.xml" Id="Rb8adce2a74624772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86f733dee49fb" /><Relationship Type="http://schemas.openxmlformats.org/officeDocument/2006/relationships/notesSlide" Target="/ppt/notesSlides/notesSlide150.xml" Id="R0f5a49e2ddef4b5b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4b322b1d54c0b" /><Relationship Type="http://schemas.openxmlformats.org/officeDocument/2006/relationships/notesSlide" Target="/ppt/notesSlides/notesSlide151.xml" Id="Rc61bc4d89e39453b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f8e139e864740" /><Relationship Type="http://schemas.openxmlformats.org/officeDocument/2006/relationships/notesSlide" Target="/ppt/notesSlides/notesSlide152.xml" Id="R0c9622d5c4314285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2706b37cd431b" /><Relationship Type="http://schemas.openxmlformats.org/officeDocument/2006/relationships/notesSlide" Target="/ppt/notesSlides/notesSlide153.xml" Id="Re21bb90f36f945d1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b2b1080214db8" /><Relationship Type="http://schemas.openxmlformats.org/officeDocument/2006/relationships/notesSlide" Target="/ppt/notesSlides/notesSlide154.xml" Id="R9ff3ca676f1043cd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6cd96ab6843b1" /><Relationship Type="http://schemas.openxmlformats.org/officeDocument/2006/relationships/notesSlide" Target="/ppt/notesSlides/notesSlide155.xml" Id="R229d63d682f24c60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d20d773ef4217" /><Relationship Type="http://schemas.openxmlformats.org/officeDocument/2006/relationships/notesSlide" Target="/ppt/notesSlides/notesSlide156.xml" Id="Rc10b184e938c473d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451c0d4cb48c3" /><Relationship Type="http://schemas.openxmlformats.org/officeDocument/2006/relationships/notesSlide" Target="/ppt/notesSlides/notesSlide157.xml" Id="R34c5db63cc4044e6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dbf3408aa49c0" /><Relationship Type="http://schemas.openxmlformats.org/officeDocument/2006/relationships/notesSlide" Target="/ppt/notesSlides/notesSlide158.xml" Id="Rb425f7d9b5484c5e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b1d225ed94d4d" /><Relationship Type="http://schemas.openxmlformats.org/officeDocument/2006/relationships/notesSlide" Target="/ppt/notesSlides/notesSlide159.xml" Id="R7da19c6c19684886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5556e6b7247b1" /><Relationship Type="http://schemas.openxmlformats.org/officeDocument/2006/relationships/notesSlide" Target="/ppt/notesSlides/notesSlide160.xml" Id="R357d66bbd51d488b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826bca22742c6" /><Relationship Type="http://schemas.openxmlformats.org/officeDocument/2006/relationships/notesSlide" Target="/ppt/notesSlides/notesSlide161.xml" Id="R60fb5b799bc64022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3f5913d5445cf" /><Relationship Type="http://schemas.openxmlformats.org/officeDocument/2006/relationships/notesSlide" Target="/ppt/notesSlides/notesSlide162.xml" Id="Rf8232fce603c4a53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943e92ca54cc5" /><Relationship Type="http://schemas.openxmlformats.org/officeDocument/2006/relationships/notesSlide" Target="/ppt/notesSlides/notesSlide163.xml" Id="Rb64e02c096644a96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b4810d3894972" /><Relationship Type="http://schemas.openxmlformats.org/officeDocument/2006/relationships/notesSlide" Target="/ppt/notesSlides/notesSlide164.xml" Id="R8de291f2a08a4be5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24fed65f64088" /><Relationship Type="http://schemas.openxmlformats.org/officeDocument/2006/relationships/notesSlide" Target="/ppt/notesSlides/notesSlide165.xml" Id="Re11c3f77db4d477d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2761a408a418a" /><Relationship Type="http://schemas.openxmlformats.org/officeDocument/2006/relationships/notesSlide" Target="/ppt/notesSlides/notesSlide166.xml" Id="Rb469cdf765734dc9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845a6effd4a6b" /><Relationship Type="http://schemas.openxmlformats.org/officeDocument/2006/relationships/notesSlide" Target="/ppt/notesSlides/notesSlide167.xml" Id="R94b65916d4224fd8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cc75cd6de4642" /><Relationship Type="http://schemas.openxmlformats.org/officeDocument/2006/relationships/notesSlide" Target="/ppt/notesSlides/notesSlide168.xml" Id="Raf6f62c4992649c7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7e994280f4367" /><Relationship Type="http://schemas.openxmlformats.org/officeDocument/2006/relationships/notesSlide" Target="/ppt/notesSlides/notesSlide169.xml" Id="Re07b22d0c7234d9d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c820ad5b244e1" /><Relationship Type="http://schemas.openxmlformats.org/officeDocument/2006/relationships/notesSlide" Target="/ppt/notesSlides/notesSlide170.xml" Id="Rfa673c496d9246e3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f21988571483f" /><Relationship Type="http://schemas.openxmlformats.org/officeDocument/2006/relationships/notesSlide" Target="/ppt/notesSlides/notesSlide171.xml" Id="Rb13b7f60f6674485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546aff4114586" /><Relationship Type="http://schemas.openxmlformats.org/officeDocument/2006/relationships/notesSlide" Target="/ppt/notesSlides/notesSlide172.xml" Id="R59888beaaa01491e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3cc5b10e24e77" /><Relationship Type="http://schemas.openxmlformats.org/officeDocument/2006/relationships/notesSlide" Target="/ppt/notesSlides/notesSlide173.xml" Id="R8b629fd538d34340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61196e5c5451e" /><Relationship Type="http://schemas.openxmlformats.org/officeDocument/2006/relationships/notesSlide" Target="/ppt/notesSlides/notesSlide174.xml" Id="R5b2380a53bd644dd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974f4e2bb4b9e" /><Relationship Type="http://schemas.openxmlformats.org/officeDocument/2006/relationships/notesSlide" Target="/ppt/notesSlides/notesSlide175.xml" Id="Raa97aa8a259448d2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cd8ef2b8f48c9" /><Relationship Type="http://schemas.openxmlformats.org/officeDocument/2006/relationships/notesSlide" Target="/ppt/notesSlides/notesSlide176.xml" Id="Rb720a8a6fb074c9b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1b05997924773" /><Relationship Type="http://schemas.openxmlformats.org/officeDocument/2006/relationships/notesSlide" Target="/ppt/notesSlides/notesSlide177.xml" Id="R15cd83e511ab4288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ef52cf043450d" /><Relationship Type="http://schemas.openxmlformats.org/officeDocument/2006/relationships/notesSlide" Target="/ppt/notesSlides/notesSlide178.xml" Id="R98bf73c495dc410f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9d68fc1fa48e4" /><Relationship Type="http://schemas.openxmlformats.org/officeDocument/2006/relationships/notesSlide" Target="/ppt/notesSlides/notesSlide179.xml" Id="R15a74d2d4ce24fb1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f0422e28d449b" /><Relationship Type="http://schemas.openxmlformats.org/officeDocument/2006/relationships/notesSlide" Target="/ppt/notesSlides/notesSlide180.xml" Id="Rb0446d619c054072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c61362dac4306" /><Relationship Type="http://schemas.openxmlformats.org/officeDocument/2006/relationships/notesSlide" Target="/ppt/notesSlides/notesSlide181.xml" Id="R39df6d193b9d4b08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347b6b9ad45d6" /><Relationship Type="http://schemas.openxmlformats.org/officeDocument/2006/relationships/notesSlide" Target="/ppt/notesSlides/notesSlide182.xml" Id="R7e85abfc11df4f5e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cb51c293a4c8c" /><Relationship Type="http://schemas.openxmlformats.org/officeDocument/2006/relationships/notesSlide" Target="/ppt/notesSlides/notesSlide183.xml" Id="R5696039a07e446df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2cbbcac05483a" /><Relationship Type="http://schemas.openxmlformats.org/officeDocument/2006/relationships/notesSlide" Target="/ppt/notesSlides/notesSlide184.xml" Id="R63ccee17215f4926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901b32812496a" /><Relationship Type="http://schemas.openxmlformats.org/officeDocument/2006/relationships/notesSlide" Target="/ppt/notesSlides/notesSlide185.xml" Id="Rc372c174993e4153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8d33d1ddc46af" /><Relationship Type="http://schemas.openxmlformats.org/officeDocument/2006/relationships/notesSlide" Target="/ppt/notesSlides/notesSlide186.xml" Id="Rfbc494a4b7aa46e9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2896e5e114e4d" /><Relationship Type="http://schemas.openxmlformats.org/officeDocument/2006/relationships/notesSlide" Target="/ppt/notesSlides/notesSlide187.xml" Id="R6653c56150e94a53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7816bf41445bf" /><Relationship Type="http://schemas.openxmlformats.org/officeDocument/2006/relationships/notesSlide" Target="/ppt/notesSlides/notesSlide188.xml" Id="R7423185068b44ae3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8e24f3ab44076" /><Relationship Type="http://schemas.openxmlformats.org/officeDocument/2006/relationships/notesSlide" Target="/ppt/notesSlides/notesSlide189.xml" Id="R49dd785d1f4e4adc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021dd960e49bc" /><Relationship Type="http://schemas.openxmlformats.org/officeDocument/2006/relationships/notesSlide" Target="/ppt/notesSlides/notesSlide190.xml" Id="Rd97ebeed1a5b4074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c5428f2b84cb6" /><Relationship Type="http://schemas.openxmlformats.org/officeDocument/2006/relationships/notesSlide" Target="/ppt/notesSlides/notesSlide191.xml" Id="R377381f877ad43b2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ddfd5da114fe4" /><Relationship Type="http://schemas.openxmlformats.org/officeDocument/2006/relationships/notesSlide" Target="/ppt/notesSlides/notesSlide192.xml" Id="R050d82fc4f134a2f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d74533dd0417d" /><Relationship Type="http://schemas.openxmlformats.org/officeDocument/2006/relationships/notesSlide" Target="/ppt/notesSlides/notesSlide193.xml" Id="Rf2545f57fabf49a6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3b54e05b744aa" /><Relationship Type="http://schemas.openxmlformats.org/officeDocument/2006/relationships/notesSlide" Target="/ppt/notesSlides/notesSlide194.xml" Id="R0758ce67f483478f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c4e25d9454c55" /><Relationship Type="http://schemas.openxmlformats.org/officeDocument/2006/relationships/notesSlide" Target="/ppt/notesSlides/notesSlide195.xml" Id="R9908555614e14f88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b95e9c02d406b" /><Relationship Type="http://schemas.openxmlformats.org/officeDocument/2006/relationships/notesSlide" Target="/ppt/notesSlides/notesSlide196.xml" Id="R871bfc4ff2b1491d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0696466064d4a" /><Relationship Type="http://schemas.openxmlformats.org/officeDocument/2006/relationships/notesSlide" Target="/ppt/notesSlides/notesSlide197.xml" Id="Rb53ab53c5cde4c17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8839aaf914414" /><Relationship Type="http://schemas.openxmlformats.org/officeDocument/2006/relationships/notesSlide" Target="/ppt/notesSlides/notesSlide198.xml" Id="Rf4bf440599274973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210c1702740b8" /><Relationship Type="http://schemas.openxmlformats.org/officeDocument/2006/relationships/notesSlide" Target="/ppt/notesSlides/notesSlide199.xml" Id="R7128d79d560a4e42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ee20026d74a3e" /><Relationship Type="http://schemas.openxmlformats.org/officeDocument/2006/relationships/notesSlide" Target="/ppt/notesSlides/notesSlide200.xml" Id="R46fddcd453c14b54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d71bf8b8a4008" /><Relationship Type="http://schemas.openxmlformats.org/officeDocument/2006/relationships/notesSlide" Target="/ppt/notesSlides/notesSlide201.xml" Id="R0ea02fd326db4613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7ad85246247a6" /><Relationship Type="http://schemas.openxmlformats.org/officeDocument/2006/relationships/notesSlide" Target="/ppt/notesSlides/notesSlide202.xml" Id="Re01861f27558451a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c00ae02e64883" /><Relationship Type="http://schemas.openxmlformats.org/officeDocument/2006/relationships/notesSlide" Target="/ppt/notesSlides/notesSlide203.xml" Id="Rfe3ebb8318824f9a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fe88adc324b4a" /><Relationship Type="http://schemas.openxmlformats.org/officeDocument/2006/relationships/notesSlide" Target="/ppt/notesSlides/notesSlide204.xml" Id="Rd6bebc8530814d4d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f1741bd1446ea" /><Relationship Type="http://schemas.openxmlformats.org/officeDocument/2006/relationships/notesSlide" Target="/ppt/notesSlides/notesSlide205.xml" Id="Rd2ecbae5ae4f482e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2ff11c9564b19" /><Relationship Type="http://schemas.openxmlformats.org/officeDocument/2006/relationships/notesSlide" Target="/ppt/notesSlides/notesSlide206.xml" Id="R461ba850fe4c486f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e855ce52a4907" /><Relationship Type="http://schemas.openxmlformats.org/officeDocument/2006/relationships/notesSlide" Target="/ppt/notesSlides/notesSlide207.xml" Id="R91d1c86c467f4347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d999529794004" /><Relationship Type="http://schemas.openxmlformats.org/officeDocument/2006/relationships/notesSlide" Target="/ppt/notesSlides/notesSlide208.xml" Id="R58cbf75af1bc44ca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c0082b23845a2" /><Relationship Type="http://schemas.openxmlformats.org/officeDocument/2006/relationships/notesSlide" Target="/ppt/notesSlides/notesSlide209.xml" Id="Rcf30dd1c168143b5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e89b7fc904ecc" /><Relationship Type="http://schemas.openxmlformats.org/officeDocument/2006/relationships/notesSlide" Target="/ppt/notesSlides/notesSlide210.xml" Id="R5bdf815054cf4f0b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493307a5f476e" /><Relationship Type="http://schemas.openxmlformats.org/officeDocument/2006/relationships/notesSlide" Target="/ppt/notesSlides/notesSlide211.xml" Id="R2aa2f8f2802a4317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36124598c4ebc" /><Relationship Type="http://schemas.openxmlformats.org/officeDocument/2006/relationships/notesSlide" Target="/ppt/notesSlides/notesSlide212.xml" Id="R420bec9d5ab54431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4e3ef86124965" /><Relationship Type="http://schemas.openxmlformats.org/officeDocument/2006/relationships/notesSlide" Target="/ppt/notesSlides/notesSlide213.xml" Id="R6599cbca8b6249d8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80f2b53dc451a" /><Relationship Type="http://schemas.openxmlformats.org/officeDocument/2006/relationships/notesSlide" Target="/ppt/notesSlides/notesSlide214.xml" Id="Rbad7d77acd7b466b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ab2a551c94280" /><Relationship Type="http://schemas.openxmlformats.org/officeDocument/2006/relationships/notesSlide" Target="/ppt/notesSlides/notesSlide215.xml" Id="Rb8804b6c9a594e75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4dc140fd147af" /><Relationship Type="http://schemas.openxmlformats.org/officeDocument/2006/relationships/notesSlide" Target="/ppt/notesSlides/notesSlide216.xml" Id="R03cd046e7526413d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24adecbb248ce" /><Relationship Type="http://schemas.openxmlformats.org/officeDocument/2006/relationships/notesSlide" Target="/ppt/notesSlides/notesSlide217.xml" Id="Rea8c95fcf6414910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44edce0b94b13" /><Relationship Type="http://schemas.openxmlformats.org/officeDocument/2006/relationships/notesSlide" Target="/ppt/notesSlides/notesSlide218.xml" Id="R7ac999a1a29240aa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9e6e05d05448b" /><Relationship Type="http://schemas.openxmlformats.org/officeDocument/2006/relationships/notesSlide" Target="/ppt/notesSlides/notesSlide219.xml" Id="R8ac1789f9f99437e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bb9f067124767" /><Relationship Type="http://schemas.openxmlformats.org/officeDocument/2006/relationships/notesSlide" Target="/ppt/notesSlides/notesSlide220.xml" Id="R67e01d79402a44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5F30B9E2-5796-425F-A8D5-20CCAC51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EA099F0-57E9-4C29-B363-AB68BCC8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D391CE9-4B45-4889-A6AB-58AF7393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01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7920D-057B-4A9C-84D0-EA6ADAA9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99287-FB3C-4C2C-8AFC-4DD3F9D2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E8EB0831-D9CA-4685-A264-8ECE2A42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59958A7-D1AD-41AE-8D95-8CBC17F5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CAC8F90-EDD8-49CD-A058-C0DEBC55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동적 계획법에서 상태를 정의한다는 뜻으로 가장 적절한 것은?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9146C16C-7861-4082-86FF-6F33083D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EE68BE69-51E3-4C66-BF0B-605189EF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입력의 정렬 순서만 정한다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39AEB-E1BC-4477-9655-439A9361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97204B83-6E1D-4233-8B0F-3520EFE8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E7AD6694-4C59-405A-A1F8-0ADAAF99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각 반복에서 당장 가장 좋은 선택만 정한다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1EA9C-88F7-4E2D-A42C-F3CFCAC2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5517508D-BBAE-4F2D-A5F6-ADCA60DA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520B1EE9-90A7-42C4-946D-5C848770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배열이나 함수의 각 값이 어떤 부분 문제의 답인지 정한다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138851-CA6A-4152-A3FB-D5BDFAFF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2FE693E8-2207-4E5A-A54C-A9A734A5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F9B81E0A-DEFE-493D-9FE3-54EA1CAF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배열 크기를 정하면 각 값의 의미는 필요 없다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718D78-29FA-4C91-84F0-4D1119A0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F13297C9-81FC-4E6E-9600-371DA08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C8C59C88-63AA-4FE1-873D-27D83BD6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최종 답을 모든 상태의 초기값으로 복사한다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AA49A2D0-5CAE-4490-B5E5-881FB1C4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B4A01D0-9DA7-4411-9A52-26C8A58D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C850F6E-B677-48D5-B8D5-FB013103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01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F3CF-792D-4C1A-BA3E-97EFEBAE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AC03A-5F75-4070-9C99-BBEC2E80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90366E1D-5B4A-4113-B65F-AC8CD361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A7B52C7-08A0-474E-8941-1C66A01C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FA73301-35D8-443C-85F8-A460DAFA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동적 계획법에서 상태를 정의한다는 뜻으로 가장 적절한 것은?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4DF15-1BC8-48AE-B457-3453884E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EE099719-1AC7-4A26-AEAE-3AFE369E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배열이나 함수의 각 값이 어떤 부분 문제의 답인지 정한다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FC43A298-568A-4DF2-91BB-6A926EA1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44FE3-F37E-40B1-A91F-8039A5AA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860F77DE-019F-4B63-A87F-570C91C8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상태의 의미가 정해져야 점화식, 초기값, 계산 순서를 일관되게 설계할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0B2D99CF-18E5-42B6-8997-42A45029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FEF5F16-ACD8-4106-8774-D5A81D71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52CFAE56-9C90-411D-934C-D0EC9C63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02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D93D3-B127-4E63-B1E0-5BBAFD27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5141F-09DA-4A35-AAA5-9F9DEF09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F802AE3-9E90-49FD-B973-7A94BA6E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1A95B20-B4F1-4C73-800A-8CBADEC6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AA6287F-53B9-42BB-BAA2-D96C880E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동적 계획법이 중복 계산을 줄이는 방식은?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E719AA2D-BB8A-4A7C-A63F-7E3D8675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C3DC592C-81F2-4A89-B361-19B51A76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같은 인수라도 재귀 경로마다 새로 계산한다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E9B9C-689C-4A25-874C-3C1F708C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5FACAEB0-771C-4855-8175-D4D18AB3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94E50E82-FEB1-49A1-9648-4C03F311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문제의 인수를 매번 무작위로 바꾼다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7766-F9DD-45B6-96C2-AB020D3C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C46A84A2-27E1-4808-811B-130FD06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706DFE48-1E21-41A8-A709-320F5048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같은 부분 문제의 결과를 저장하여 재사용한다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656CF-EB1F-4636-B540-4ABFA15A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0EDC7D41-08C4-4142-86B6-7FA05AE6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7A0DC8B0-89E8-4221-BDB7-DA297BCC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재귀 호출 깊이만 줄이면 모든 중복이 사라진다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ED18C-D9F2-4B72-9771-7C998885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24485325-7246-4B68-9ACF-D6D3CA61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FC18397A-7998-4E10-B2EF-0A20B810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기저 사례의 값을 항상 하나로 통일한다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07E61C02-FFFF-4D02-B3F3-229AD4DE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5316AE4-BCE4-46DA-BE64-42D6E595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5D4B1624-03DB-471E-A1B4-897F6B38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02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DF637-D6D9-40C7-8283-E58E224D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6F6BF-AC88-413F-9708-F954FD6E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B727AB47-65D4-429E-BD1D-F7706C07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7D8B45B-730E-4927-987A-05C05A34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0815DE4-3E57-44DF-BA16-51A9838E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동적 계획법이 중복 계산을 줄이는 방식은?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86EFE-8C59-466F-860F-46F86547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0949BCF2-5474-48E2-A385-33CD052E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같은 부분 문제의 결과를 저장하여 재사용한다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84D49C19-D26E-4799-BA17-CF0C2796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2C623-B885-4095-9FCF-9F01AC2F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B1D94196-6609-45C3-9CB4-B2F3AAD3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메모이제이션과 표 채우기는 모두 부분 문제의 답을 재사용한다.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7FC109C1-439A-4CBE-BD5A-47F99542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04B35FE-EBDF-4797-ABE7-CD683D07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BE06F77-BC35-435E-BBDE-88B1645B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03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3ADF9-D70D-4756-9D9C-4B13CCA0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9941C-A3A5-44ED-9522-C16D920D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207E7A8-5CF4-48C9-9635-F57C6266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F68E78B-D405-4169-8E0E-924BC2A3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6CE65DEB-FF87-4F1C-AB5E-66658E0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 부분 구조의 의미는?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EE74DBB4-A60D-4F08-ABE8-EE6FEA3D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2A5ED0F4-E73D-4FB8-8E56-CA14AEDD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국소 최적 선택이 전체 최적해로 이어진다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DC432-B8D7-4638-ABEC-238B5901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1748E80C-B80D-47C9-B520-E1062D61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18B3168F-8782-4137-A028-991E7B57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최적해를 구성하는 관련 부분해도 그 부분 문제에 대해 최적이다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A1E68-0D3D-4907-9CC9-4286360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8880CB1D-C343-4C0F-A37B-375AC663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1131D990-6E81-4050-95CD-BDB886CF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관련 부분 문제의 크기는 반드시 절반이다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9CAF2-E177-4580-A91A-ADBCAAA6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AB80E098-C0E7-4E44-B902-9F36C18B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C2A21F7B-2B89-4882-8AF0-209FB865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최적해가 같은 선택 순서를 갖는다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C3D17-A81A-4580-9557-0EFD9F88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2CEC90AF-9C0A-4963-8530-828142C2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8DD4AB75-203E-4B2D-BAF8-8CA3293D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 부분 구조가 있으면 중복 부분 문제도 반드시 있다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F3F14788-9D1C-4E00-B2B3-162F4FD2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95004D1-F0EC-401D-AA7C-4BFE81A0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914AA80-A1EA-4089-8295-502AF5CB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03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B300D-0F41-46C1-9907-4F6ADB70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CA945-FC91-432B-B1D8-A3F29943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F2EF400-0FC0-4E63-BE98-0C2AD7FB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165CD81-5887-4C47-9BB1-D15773DB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6E584B5-697D-41E3-A78E-EAF686F1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최적 부분 구조의 의미는?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1DE99-AE09-49EA-8190-0B5ED385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9961F570-A148-43AF-B43F-AB991A04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최적해를 구성하는 관련 부분해도 그 부분 문제에 대해 최적이다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23DAC43E-BCBB-43B5-8B0E-899732E9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E3384-DB06-41FA-810A-B84B7D83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7170BFAE-4F5F-4443-BD08-64A2F1EA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부분해를 더 좋은 해로 대체할 수 있다면 원래 해의 최적성과 모순이 되는 구조를 말한다.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2499E450-6403-4B32-8BF6-F71C1A7C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D3A2697-A2EE-4F67-B14B-EAEBBD42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9537235-2C23-442C-B99F-4235CCB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04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F3492-E5FF-4E7B-9D7F-DB1C12EC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D4E9F-830D-4E5C-8EED-601D63F6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6A25034-231A-476B-A448-8620EF0A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96CDFDB-B25C-4909-8491-E0DB0E67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FB52D82-5068-4391-95A9-8232A474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하향식 메모이제이션의 일반적인 특성은?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12AA2AFE-89C4-436D-99CE-5D3FE61E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7BE29B4A-77A1-4E03-BED4-DFF1D8E0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결과를 저장해도 같은 상태를 매번 재계산한다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C0F2C-0AA0-487E-9997-138FCDBD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13523DA5-5C0B-4258-8BAA-FC8D0CB5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BA249C95-9264-4507-B1C2-5505CEC6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상태를 반드시 계산한 뒤 재귀를 시작한다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3019C-7773-4641-93A4-BC643B92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B4C33015-AC71-4258-B500-78B2A325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22C0BADF-7027-4F94-9FAD-A69718C7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재귀 깊이가 입력 크기와 무관하게 항상 일정하다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F6E13-B0E8-477C-A955-D73BA6A5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E6070F19-3C04-46A5-AB93-71952E4E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9E5396DD-2173-457C-ADD6-31217BB2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재귀 중 필요한 상태를 계산하고 결과를 저장한다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3FC95-76CA-44A2-8F1E-780D5F61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4630AC29-AB15-4DA7-AE13-AD7EFFEC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70DC9690-7E68-465E-9DA7-BD0E35EB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호출 스택을 전혀 사용하지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3FB51A9D-514A-42BB-BABD-C21409FF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2FC1795-B941-45E6-A946-879D6BEF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4D07AD6-ED34-4A87-A5B2-2BD4B301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04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2C260-0C54-47B6-BC07-4C6F4280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64642-4D85-4D70-A1DD-528E012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0F0F6C2-E637-417D-A83A-69026E03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3E74EBA-7EF9-44C5-A878-0CF277CE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21D371D-6A40-40F4-AC79-29DBB7B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하향식 메모이제이션의 일반적인 특성은?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432E2-CB71-4B0A-AFB2-AB63F03A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2D124CC6-3CED-4C07-8A5A-ED18DEF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재귀 중 필요한 상태를 계산하고 결과를 저장한다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AB88140E-32C1-4C31-BBD5-664FBF9F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9BC27-F5F2-432A-8319-2733EE98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FDD62BE3-4C39-4B0D-B570-2E973541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필요한 상태만 방문할 수 있지만 재귀 호출 스택 비용도 고려해야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20F3083B-64B1-491F-80C6-0F3C546B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B1D8638-99F3-4844-8E93-1B0003EE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6C46783-91F2-423F-A7E9-F39690A9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05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3FE0F-D5C5-442D-A9CA-5F629114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44BC3-D981-44F1-BC98-31D24AF6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2B947E41-C2C7-4B53-8277-4DEA4F27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94FFA80-EAA1-4269-8B56-602FE1DE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009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01AF6C1-EBC3-44CF-9DD9-05BEFE1F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상향식 DP의 계산 순서를 정하는 기준은?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90159C0C-A41D-46D1-A1A5-C7CC1FB5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77C1D4DE-EB63-4867-852C-925CDE8A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각 상태가 참조하는 선행 상태를 먼저 계산한다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FC0E1-051B-4166-9070-EDEE1EB5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5F3945F8-350E-4D54-A88E-DC6C296B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86008B5C-C1F6-4494-823F-A951FD12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최종 상태부터 의존성을 무시하고 계산한다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90D85-3AD9-4C1A-BD27-1EA7094D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DD68944B-822C-4C4A-BE50-65A22844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77F32B5D-FD2E-4CFB-84F0-73730076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초기값이 0이면 어느 순서로 계산해도 같다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30CFC-0A1E-4116-ACA7-CEA52BF4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92FF8D21-8FC3-4037-8B8F-4328EDE2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8BD89247-2432-4224-A3AA-CF3AAB65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가장 큰 후보값이 있는 상태부터 확정한다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41604-A31E-40B0-A569-04FE3C95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3FC7C1FC-C169-441E-830C-2077C8D1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B30E02E6-2815-4C37-8B8E-DF03092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상태를 숫자 크기의 역순으로 계산한다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0D4500D0-09DA-481C-82EE-944F3D0B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929440C-F9AF-472D-AC0A-BE5917DE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9FFB2C5C-AB1C-4AD8-A1C9-C460E012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05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AA0AE-EAEC-434F-A138-6BB70E64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31ED2-C9EB-43EF-8DDA-8428C3C6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202A070-7CE3-42B0-A185-42E2716A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79B32F1-F80C-4D1F-A20A-04251B09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0A4D5AB9-F07D-405D-9A3B-2FC58DA5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상향식 DP의 계산 순서를 정하는 기준은?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AA160-6A0B-4F61-8C32-E7F7880F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31A1A9A5-420A-476A-8C52-E0672441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각 상태가 참조하는 선행 상태를 먼저 계산한다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C1E050A1-7C8D-4617-BA19-75A45BCE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8C5EB-94AB-4942-9205-DF0BB256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CD53A33F-8E0D-4ADB-9D68-9FE72E31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의존 관계를 만족하는 순서여야 아직 계산하지 않은 값을 읽지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3275F18C-C57C-4623-BEBB-F4EB5B1E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EA56556-B034-4E8D-A3C7-18007EDB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1131AE9D-B77E-4088-B9AB-F2A9EB9F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06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7A215-4639-4AB7-A670-09013AC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7928C-CD2D-4B08-9471-2D0563FC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7797912-A8F0-4458-9EE0-67E6FAC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E13FA20-FD12-4E20-8AE0-5428C925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74084E0-CCBC-451D-8D5B-3FD5727A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 값 0이 유효한 답일 수 있다. memo[x]==0을 미계산 판정으로 쓰면 생길 수 있는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22FC7272-ECA0-4D1D-A7F0-3F160B3F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4DC79947-1CEB-4DDC-9DEC-3D24FF17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정답이 0인 상태가 이미 계산된 것으로 항상 구별된다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4683C-8C93-431D-B014-AD5948BC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77A78A9D-DFF0-4234-A86D-55D71C97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6E703C16-130D-4A12-AB57-AD893958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정답이 0인 상태를 반복해서 계산할 수 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9E970-EC66-4035-B3C2-B08777AD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137C6B8F-256C-43FE-AAD8-475D3006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B28AE2AD-03F5-40A0-AEC3-C153B59C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0인 상태의 값을 자동으로 −1로 바꾼다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65AE6-89BD-4DEC-92EF-8A77142F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F8A53A53-A184-4D97-BE24-EE34C5D8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9BC8CAB7-A524-42BD-8FDD-1A350625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배열을 0으로 초기화하면 모든 점화식이 정확해진다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70A76-CB80-43D5-A4C2-05DCB04A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13C88F79-EB56-441E-B8B4-E8A5A5EB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F4FC4C97-621C-4D1F-9C18-D12BAA55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캐시가 있으면 재계산 여부와 무관하게 선형 시간이 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F0A2BD2A-8637-41FD-946C-39E65E67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B231BA7-E353-4EB6-BFDB-15F1DFA4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3695C63-B51A-4FCD-80E6-119258EF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06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2B1E1-4221-44F8-8890-6A2AF76A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C5F91-AC16-490F-9527-E65FB8AE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6209A4A-C084-4A26-A16B-7204F0F4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01E28E0-535B-4D36-8C69-255678CE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F4CEEA8-F523-42B5-94A7-A9A6B092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DP 값 0이 유효한 답일 수 있다. memo[x]==0을 미계산 판정으로 쓰면 생길 수 있는 문제는?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33A13-D508-4D6A-8730-A93FAE21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B78E70A4-C2B5-4CA3-8197-25741BE5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정답이 0인 상태를 반복해서 계산할 수 있다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85FBB8D6-5054-45CE-9E1C-FD84396C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3F486-1706-4968-A152-CDEA38DF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23143E3A-BAB5-437F-85B9-1DAC09FB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미계산 여부는 별도 방문 배열이나 답의 범위 밖 표식으로 구분하는 편이 정확하다.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DBF6F813-27DD-4FBC-9CEC-27735A8B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679AAAC-2522-4783-A883-B09DBA7D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6E689BF-CE5B-4E7D-A82E-DF709287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07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51E57-E9DB-4141-9AB0-ECB2106A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1E8CD-0F21-41AC-861D-78D17656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90D0679E-F1C2-402E-AA6A-69E99C1C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ADA0C5B-EFE4-48FA-B2E4-205EFD94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BF399D77-61B5-4523-97CA-22F20A11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F(0)=0, F(1)=1인 피보나치 수의 점화식은?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85AF67AE-7388-42B9-9413-CCBBE9A0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2DD8F30F-CD10-470E-97C9-BE98BA1C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F(n)=2F(n−1), n≥2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C0E16-0DE9-44C0-BA49-BC0F061D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7577F1E0-8218-450B-A3A5-F542E1C2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61594442-8E26-401E-B59A-5DBCFF24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F(n)=F(n−1)−F(n−2)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F983A-1D54-4C78-860B-88C71DD4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63176A56-6EEB-444B-998E-2C0E1D66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B1BC85CF-4364-4811-A5D1-2F8576D4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F(n)=F(n/2), 항상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7B3EE-4827-44F0-B457-E087FB0A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7A5087F7-6F1F-480A-A230-1EF955B9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DC96254D-782B-4A2B-9DE3-6FA21F01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F(n)=n²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E527B-6D5A-4C06-A62A-C56B10DD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15DC18E6-E2BD-4321-A1D2-9F688A5E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2570A60A-53C6-4A99-B155-30D58D14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F(n)=F(n−1)+F(n−2), n≥2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C5D0B9F6-9CE1-4EA3-9FF7-FDD16FCC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1C10145-411E-4F4F-A83F-06C8325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481B9DE-290B-41D6-94FC-C7F57FE3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07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20CAE-DA2D-4D63-AE4D-1AB0251C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84D60-9BE7-4180-B333-025FB198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2FD7860-3295-45B9-9B20-2CA7971F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8A60153-1756-4271-8013-C1914F2A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AE45E9F-0C20-40D3-B0CE-37370BBC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F(0)=0, F(1)=1인 피보나치 수의 점화식은?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4991B-0862-4CC9-9D5B-D0B7CDA5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19A67386-20A7-4767-8BD2-1B49869D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F(n)=F(n−1)+F(n−2), n≥2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44D5625E-4376-453E-8AAE-66EEC783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9614E-9D29-4C21-9F6B-43C30C9A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DF805DD4-09A6-4907-8501-C3729EBD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마지막 두 값을 더해 다음 값을 구한다.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8CB1264E-1615-475D-B44E-423707DB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4B0A4FF-1148-433B-8CA5-E392CFE7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B1B38AC-3E54-4608-B67E-EC4483D4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08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F14FD-DA88-49BC-8485-775E4D9F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5107F-1EC9-4EAF-864F-171A57EA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6BFA783-7D9E-40D3-8B19-9F6706D8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2F94375-EB05-4EE0-BE99-2244E402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9FE215C-21E7-4A0F-9539-6F65D0B1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반복 피보나치에서 다음 항 하나를 a+b로 계산한다. 덧셈 한 번을 기본 연산으로 셀 때,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한 단계의 시간 복잡도는?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BF155AD9-CB0B-4BE7-AAEB-822E8E58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A4693117-03C0-4F7D-8231-90118941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Θ(2^n)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55FB6-B181-441C-8A1E-40211E73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C66822F1-361A-4F0C-8254-A22D8128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3BE0C67A-8714-4A8C-8A3B-BDBA3851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Θ(n²)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A3874-F2FA-4F74-AE2A-4C7A3581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AC294B8C-846C-44AD-BD6D-51264CF4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6A091A0B-D95C-4CFA-8D77-92CDF701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85075-C37A-4AAE-A2D5-0077909B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0FABC3EF-B9B4-4576-BE9E-530B13E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E9B985B5-1827-4072-BC35-66BFD72A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Θ(n log n)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A4927-B4E7-46AF-B8A2-18365728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DD339FFD-07D9-45FA-A973-AC6710AD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A502DACE-4D0C-46B9-B53E-C32E8946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Θ(1)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754D4F0C-5054-4263-A04E-D41CEFC2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4797FA94-C56F-4073-A0C9-607AB372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176BC380-CD56-4F61-8B54-0898F915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08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89F16-A646-44FA-8599-6F4C5F2D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153DB-80F6-459E-890A-8591D352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EC04E3EA-7E2C-4E0C-9019-D5332368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C43D8E0-52B2-4859-8FC3-F0372D24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86DBF20-A107-4B95-821B-AE017464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반복 피보나치에서 다음 항 하나를 a+b로 계산한다. 덧셈 한 번을 기본 연산으로 셀 때, 한 단계의 시간 복잡도는?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58C24-3B50-4E58-85D5-14EA43A6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929A338D-BF0A-4197-8122-4658C13A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Θ(1)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02A1628F-49A8-44F6-97BC-78158268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86571-1579-41EA-A015-EDA20441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D4FE3349-EBDA-44B6-A069-29A82B4F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 단계에서 덧셈과 정해진 수의 대입만 하므로 Θ(1)이다. 전체 n단계의 시간과 구별한다.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14EA7DF0-9B97-4A84-82B6-F445B097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C20557F-D6CD-4B1F-A8E1-602513F2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72BFD49-5293-476C-94CA-C3461275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09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131E8-C5FD-4874-9947-C6CF298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D3B81-74C2-4334-AEC5-A552DCC5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7CF399D1-91F3-4B97-9169-42BC2428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A5D55E2-9EBA-4451-B50C-2E665048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3B0252D-20B0-4F3E-9B92-2A0137F7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2×n 보드를 1×2 도미노만으로 빈틈없이 채운다. D(0)의 올바른 값은?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E5F7E88C-B755-473A-A5A6-644B67CE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3CCE52B1-7D46-4B90-AE71-1DED8CBC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03654-C506-4734-9733-303A08FD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74483A82-A6D6-4404-AE8F-5B9A59D7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10EDDBD5-459A-4136-AE93-40830DCB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40C37-5813-4875-A27B-6734B379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E7E0E2EE-DD1E-4661-AB56-B5C94774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21669501-82FC-417E-BD3F-7EB85992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−1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75724-5133-451D-BCD9-330C74E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64C72A7F-0AAE-4C5D-916B-D1900E07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182E12ED-AF1F-430E-8BCA-E9A3DB53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정의할 수 없음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44CC3D-85B9-4143-8FCD-57F64BCB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CF1287BE-595B-4AFC-ACE2-98A06736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FB1DCEFA-1E3D-4930-9037-306AE5B3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4CA1989B-6650-4710-9F25-3903920D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70936B2-0D59-4B83-A66F-DFE30E60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1269AF0-25EE-4492-875B-9059882F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09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65A61-FF24-47C3-BECF-95243C41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5B8F5-5975-4EA9-85DD-5C8D844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6A5151A-E478-42C4-9D3E-852F859E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31057D3D-A8B1-4269-AD40-A2B553FC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A89A0B2E-F3D8-4185-911B-605428ED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2×n 보드를 1×2 도미노만으로 빈틈없이 채운다. D(0)의 올바른 값은?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7489C3-43F9-465C-A72F-04021290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E30D8BD7-9ED4-4D1D-8D17-06A2F353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1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DA27DDAE-DF8E-4931-B8F8-13650FDB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27B3E-F877-4BA5-A880-9EF6A368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7AB2BBD4-E8D9-45E4-9485-52551EA8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빈 보드를 채우는 방법을 한 가지로 두면 마지막 두 칸을 가로 도미노 두 개로 채우는 경우를 일관되게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셀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39AAD237-C8A0-4A0B-9F6C-12687E23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8BAC202-7455-4D16-A7EE-D87D802D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BB270F9-A916-48B1-9C87-FD37A41D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4F6E6-9E01-4520-904F-49C67BEC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9D5BB-A28A-4189-994C-59A71103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2DEF0F7-3A42-4FA7-83AD-40BD06A0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BE9AD42-D0D9-48D3-AAB4-AA8EBAB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019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7E58973-1F12-4807-A7CD-67FFBFD4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2×n 도미노 타일링에서 마지막 열을 덮는 경우를 나누면 얻는 점화식은?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1EC3F7F9-E933-4FD8-93CF-3F37822E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C19F3193-CF0E-4353-B9F9-39FF9A59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D(n)=nD(n−1)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0BC9C-EAE2-4BB6-8AEB-B3B7BFD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D42BCFA2-4EEF-4468-ABD6-BF7CCA61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35CD6AA9-5FA9-4DEA-894C-2F8B247D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D(n)=D(n−1)²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531B1-D658-42B6-8452-8CF116AF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DA6C6AA1-B2FC-4A50-ADA3-A0A645E4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B957516B-1098-4578-B8DD-82983B8A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D(n)=D(n/2)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A806D-20CC-4DD3-92D8-985EA371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AEAB5184-C08B-4C52-8544-86D90A9A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73802572-8202-4D0D-87DC-9F0E5D24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D(n)=D(n−1)+D(n−2)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95932-1B6A-4496-930E-2A8C2C14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3A5062B9-25DE-4653-921A-973AEE3C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A3331CD4-7CA6-4176-9C0B-547CB67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D(n)=2D(n−1)+D(n−2)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F5BA4961-7259-4D5E-A23E-9A2CA387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21964C1-CA2C-4829-A60A-E6375CC6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36A8113-063F-41DC-8B97-03EB17B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C7D6A-8192-45BA-B27E-0C127BDA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66FAF-C0F7-4CCD-85DB-8848A0D3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017DD72-789F-4C05-8905-B057C590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6DABE27-D3E8-4BAA-B6C7-03BEC8AD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974F4AB6-BCCB-4461-A340-1E2A737C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2×n 도미노 타일링에서 마지막 열을 덮는 경우를 나누면 얻는 점화식은?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FEC95-D82C-43E2-B992-75F1629B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B2F77E91-E29B-46F9-9F14-D7ABED54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D(n)=D(n−1)+D(n−2)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A86FD198-38E2-4068-943D-D1C2D2C4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5597A-93C8-4D02-8C53-0BE785D1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23D40FD3-6FE6-4439-8FD5-C955AF09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세로 도미노 하나를 놓는 경우와 가로 도미노 두 개를 놓는 경우로 나뉜다.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2CD447F7-85DA-43D3-AB51-55248496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37D7BA8-5898-4CCC-A1C8-3FF426A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48D2C1D-2E6A-4972-B7F7-FFFA7F0F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11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E8653-0115-428B-9F26-960EA078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8E4BA-D344-43EF-AC82-CDD3537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48B2213-8F58-4EFE-A9CA-3D7221CB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5124EB7-7842-4DB3-8EAB-853B52D0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7E1B0D69-25A1-4E01-9268-AE7B6C79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정수 x를 1로 만들 때 −1, 2·3·5로 나누기(나누어떨어질 때만)를 허용한다.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dp[1]은?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3DC0D292-B31C-4C74-B485-F9AD2B03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E1379783-1A8D-41CA-9BE9-32EA6F58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−1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50D30-FF26-4D70-BC86-CE9E7C54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E9017AD8-9520-406F-A79C-B66FD5A7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9A84CEEB-3F98-4774-A3E9-D8F37A9B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FDC30-7CD6-40A3-B529-F15B4243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3C05EDFC-C9EC-4FFF-A4F0-F5433AF0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BFA33ED2-3539-4155-A1D8-EAC45B51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D1D11-F9B4-4A63-9192-CA9C7E5C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BF8383B3-09AC-4965-8AA6-BBFB10A5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75F76590-3E7C-4B40-9D8E-BAD990D2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1D8D9-DD3D-4C9B-B56E-85269B1B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DAEBB695-A4F7-4076-8CCC-8CD319B9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4ED53340-2BDB-42DB-92DC-7CB47D53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B9AC8864-A104-4EA5-A792-978B8A4B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B260C29-0EF0-4447-9E23-A296DD7A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F298713-A896-48E0-9632-F1A4EBED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11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0C0DB-1B9C-4CB1-A7A3-0AD2E821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E6C77-2584-4AA3-A3F9-949F70CF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E13B672-370C-4BCE-AB30-F0BF3D3B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D61348B-492C-456F-96AC-0DADCA20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5E9B474-F4C0-413A-A948-DA7B7C14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정수 x를 1로 만들 때 −1, 2·3·5로 나누기(나누어떨어질 때만)를 허용한다. dp[1]은?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798A4-5AE3-4868-915B-4628F2A9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91B20390-0602-40E0-AA38-B22A78DB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0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400076EA-F218-45E7-9F8D-B3B7ED7B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18E5A-D99D-4835-B610-1D653672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41D7EEF7-CBD3-4A7B-B539-3F0D165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이미 목표인 1이므로 연산이 필요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763F5FBD-A202-4BF1-B32B-65E08FAA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243CC06-E92B-4A9E-81F6-A5A04BF3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D884F45-EC60-4699-98C5-1A06290E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12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72841-3C94-4058-9577-7C09F120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EAD95-EE27-4AA4-BB4B-79ACE889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8803B06-BE76-408B-A6D1-E7ECE8D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233AE79-94B6-4A38-B605-62BD6126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0EB0192-69E1-4D36-93CD-5002F379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앞 문제의 dp[x]를 초기화하는 올바른 후보는?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920D1585-1BB4-467D-AC61-13FCB3D4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855C3E7F-A832-4FC5-9785-301B9A4F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dp[x/2]+1, 홀수에서도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1613C-5FF7-43EF-A153-6B359D21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F2946192-E198-411D-8154-9CB0C9F2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FDF8DF4E-7060-49BA-AC5F-3CB5134C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dp[x−1]+1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EC4A1-4F13-4A8B-A45F-1EF3778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F6248375-767A-4548-92E6-1F4B64B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083A6917-7725-4915-BA48-8B9D8E0C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dp[x−1]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BA59E-A151-4710-B6E8-90666E82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0E593349-316F-4111-8FD6-E4B12893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2963C5C5-2A08-47DD-82BB-EA55CF4F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dp[x/5]+1, 나누어떨어짐과 무관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24264-C540-400B-B7AE-0D249D84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9CB433D3-CFA0-44EA-A71D-FA5733A5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96E03054-CE66-405F-B076-EDABA9F0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dp[x−1]−1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D9ADE0D4-A066-45E8-930A-808EC2FB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1A041B4-AC00-4650-B237-98142BCD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9C0889D-0EAD-427A-8121-86725FC8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12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E5FB7-5E93-4BFC-89BB-306F2001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98F9E-27F2-4E7C-99D8-28268464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5D49ADE-DAA6-4800-A96C-D9007CB7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E0665D3-D505-45B4-B3A1-D1B295CB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FBD46AE-3757-40C3-9F64-D4E2C6E2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앞 문제의 dp[x]를 초기화하는 올바른 후보는?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C9905-5533-480E-9252-8D89ECA6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D12B18F3-844F-439D-98A4-A9AB0AC8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dp[x−1]+1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8F6740AA-2FD1-4F75-856E-99F23EFD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00B3A-997D-4901-83AA-7401829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DEF12B49-A94A-43B9-8D84-D09990D3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빼기 1은 x≥2에서 항상 가능한 연산이다. 나눗셈 후보는 나누어떨어지는 경우에만 비교한다.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78B93E50-CC92-42A0-A8BC-C1F48694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8C678C1-B4AB-49C4-A04F-5AD6ED98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27A8F29-D0D7-437E-8758-2FEC9138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13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6D648-EAD8-4BD4-83BA-95316505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2D0E5-78FB-47C6-B1DC-68DA6423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3EB6A2F-B930-48B5-A857-035363AC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D844CFB-ACCB-40CC-8D80-4B7E00D3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317C868-EC00-403A-8317-0BF6CD2E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x가 3으로 나누어떨어질 때 1로 만들기 DP에 추가하는 후보는?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B6EC6472-6C7B-4B17-B76F-E84D4BAE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D16E86B4-44F2-49A5-99D0-4A5830D8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dp[3]+x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DB232-6C92-4A6A-87A7-5631E367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243B873D-394D-4675-81CD-B2BB00B5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D9A785AD-8FE7-4A50-8393-A1E5AB33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3×dp[x/3]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FFB12-8FB2-4B78-BA7A-A80834C7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48D504F7-1741-4C26-A65F-BBDD3D5C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53F63E95-F3C1-4ED6-8D1E-0B0827F2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dp[x/3]+1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B69FC-AB4F-41E1-8BEE-6229BC43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61E1C0F0-6B6C-45FD-A48C-27CD721B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C8AE3537-38F8-46C3-BBE0-524633F7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dp[x/3]−1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8E269-A930-465E-BA75-94B5C960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834A7D73-63F4-46BD-892E-542C0184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58D9F4CE-D00E-4256-96EF-C41B21AC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dp[x−3]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46F85AA9-DF49-49C3-BC8F-E6E51332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49DBC4A-2C7C-418C-BB1A-4E749EF3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10F1C8B-B13B-4189-B512-594F29C4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13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9BB71-01FE-496A-8193-8CFE0AED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D581B-E6F3-49D9-A949-581056CA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F3B7293-1991-4948-9622-C455A167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F06CE6E-70E7-4A95-9C3F-A1C77E89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7B966927-FE2B-4647-907A-F5797326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x가 3으로 나누어떨어질 때 1로 만들기 DP에 추가하는 후보는?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87B05-BFAF-46EF-99E2-2AC80D6D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BF41D7B8-E612-4948-8024-479C839C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dp[x/3]+1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094EE833-0580-4B37-9EA2-2EFF9453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08704-3ABF-4EA0-A95B-7F04D1FE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CA283BCB-A3FE-42A9-9789-CB6D47E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 번 나눈 뒤 남은 최적 연산 수를 더한다.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8B920449-C9DA-4C94-A660-EE75D6BA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81F8D1D-52CF-4815-A555-B0938B0E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C5263AD-FE41-4029-9B54-AC72E101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14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149DC-02E5-4007-87B3-040BCC50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1F74C-DECD-46C6-B4A9-2EC0F5DF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2A6B3ADC-6A97-4F85-AA5E-50EEFE70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57DA7AD-A603-46CA-8151-ACEF04BE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09BC434C-C40A-4777-81F8-692001B8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한 번에 1칸 또는 2칸 올라가는 계단에서 순서를 구분한 방법 수 S(n)의 점화식은?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C5B936DC-BD93-4699-9997-631A3314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1AD9F94D-C735-4813-9612-4896B1C9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S(n)=S(n−1)×S(n−2)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8C260-C152-488E-B249-4AFBFA06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CCD77438-3880-4ABD-A66B-C7BEB905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26D5A926-83B3-4191-80E3-3860D06B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S(n)=S(n/2)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329B7-5C4C-4C2B-AC53-C045C832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9EF172BC-B8B5-4326-98EA-C726A61E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42872B08-8916-44FC-92A0-EB43F6E6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S(n)=2n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A88FB-AD92-4B42-A4EA-AC8E652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A725821E-DDE6-4689-90D6-188E9CC8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419BCD79-A369-4C1D-A51C-A6A505AF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S(n)=n!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62D75-A1A4-4A27-9D60-9138F19B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2308C2A0-DEB9-4463-84BF-F4DE9A36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2E018889-3AD0-49B5-9F1E-578D6F5E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S(n)=S(n−1)+S(n−2)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17CFE432-5E18-4742-BED1-009074E3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4330EB3-325F-4BEE-BE3A-C515C3CE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F5ED9966-A016-418E-BF45-FFB359EC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14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DE2C2-9524-4A3D-8AA5-505BA4AC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48816-7E80-4D97-8E3C-7E126FC9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9E83E722-D5DC-4004-99F2-88902325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E207D9B-5024-4027-ADF9-0E905DAC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A9CE6F65-71B8-478C-BF4A-F52EB1F4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 번에 1칸 또는 2칸 올라가는 계단에서 순서를 구분한 방법 수 S(n)의 점화식은?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AE68E-8863-4005-8F45-7378E8C6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86CFC5E6-C4A2-4476-A730-83EA19FD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S(n)=S(n−1)+S(n−2)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FE07072B-DCE0-44CF-AB29-F21D0486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FDC6BC-8899-4CD4-AD3E-3337B0E3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D30BBB6B-DC87-4288-922A-D8DDE41E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마지막 이동이 1칸인지 2칸인지로 나누면 겹치지 않는 두 경우가 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50995EB5-F514-42AC-8619-65BEBB5F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89DBD124-2FD3-4D01-AE62-587B1AAF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B5BC28B-0FCC-408E-8B17-603C9628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15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C91E1-D87D-4F60-8866-F98F8648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AE3DE-9217-46D0-9F69-FFAD51B0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28430276-689E-44C2-A7B7-DB41B41B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4CFAD05-376E-4789-B2A1-D2D26BA3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029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A4BF7D9-7E0E-43E6-9C83-7B30C9EE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배낭에서 dp[i][c]를 앞 i개 물건으로 용량 c 이하에서 얻는 최대 가치로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정의한다. 물건을 안 담는 후보는?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D2599E48-CFE1-458D-8721-84C3B1F8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CB49D119-6FDA-4AE6-AFC7-FFA98C72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dp[i−1][c−w_i]+w_i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CCA77-9472-47D5-A38F-47BA5EB1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097D309A-4A08-42C1-81E4-ED3F2736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4FA4C1D5-604F-4100-A538-20D373EF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v_i, 항상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D5EA9-B95D-4BA5-8CF2-B8809FCE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880473DA-B1BE-46DC-859E-52F9C767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A4A2D498-5FBE-46EB-AB79-BC976C5F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dp[i][c]+v_i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A8060-0459-4AD0-A44A-F1F7A150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58DA90FD-9945-4665-A203-52C22997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B0A307AA-7A75-4F60-8F52-1EDC57E6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dp[i−1][c]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83861-061D-4527-87CB-8493DA8D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21C97508-FAC4-4FCE-94DC-B9353168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75AE160A-0CB6-4F3A-868B-7B10AFF4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dp[i][c−1], 반드시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783EB7E1-D232-49FE-A01F-95124F16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01AAD4E-CA68-440E-B542-2D7EB03D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FDCD729-C2B3-4D28-938F-DBAF47B8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15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F0FEC-3627-4A50-BA48-F7D523FD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3AE77-7C7D-4CC9-80C5-2274EEC3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A298384-CAD4-4206-9AC6-7A0DC93D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78BFDFF-B335-4AAA-811B-63D619EA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906A22D-5156-409A-976E-F0868A59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0/1 배낭에서 dp[i][c]를 앞 i개 물건으로 용량 c 이하에서 얻는 최대 가치로 정의한다. 물건을 안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담는 후보는?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347EE-A879-43DA-9B82-FEB48BC1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DF4B6814-76D6-4B91-B9F0-E859B52D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dp[i−1][c]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A0365FA8-0359-42F4-99B2-167ACAF4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F9B2B-14D2-42CD-8729-D45DC6B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3C6DA341-99C9-4F22-AED7-0549D099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i번째 물건을 제외하면 앞 i−1개로 같은 용량을 쓰는 문제다.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5DE4EAF5-117D-444C-9843-528DFC9E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4A9419C-9FF5-49AC-8287-ED44FAF7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6A4BAE0-C3DC-413F-A105-9DBBF75F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16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DF129-63E6-4448-9200-DAA8C0CF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1602F-8804-47C9-80C5-78FE8AAA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DC0144F-6714-4951-A40E-BD6F494E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273B420-7427-4636-93A4-844040D2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5370C3E-CEA3-456C-8869-1B2A4616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배낭에서 w_i≤c일 때 i번째 물건을 담는 후보는?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5CD38DAA-8777-455D-86C6-D3A2ABE7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16F8EE05-C643-483C-A801-1C7CC38C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dp[i−1][c−w_i]−v_i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FBE23-C1AD-4B6C-B7A5-2F0CF82C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BD40D5F5-A94D-4D2A-8A65-6C355DA5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AC228CC2-874E-4BB7-A6F7-631AB19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dp[i−1][c−w_i]+v_i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C19D1-662E-4106-AAE9-18FA4D25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A559F06B-23F1-4A8A-831C-CBEBBE10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D9900093-8290-4714-8529-5ABA4A61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dp[i][c−w_i]+v_i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5180A-CB8C-4FBF-90AA-4748318B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E5E0C065-083C-45EF-B3E4-3122479E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E02E0D78-9DB8-4109-A613-D7C5D8EA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dp[i−1][c]+v_i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BFF37-6D53-4330-99E4-AE6FD9A0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7D5F0E54-1697-4E4C-8BE0-E147A4E3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59B09010-8F16-4CB9-825F-262E8D43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dp[i−1][c−v_i]+w_i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A305F588-EBCC-43A3-BD83-AA0C55A3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61B143A-B1A7-4532-8E94-7B0C0881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3A7BAE4-7BFE-416C-9F40-D59353EF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16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404A1-5B13-4762-B521-BAA533DF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2523C-1223-4DEE-8097-BF9DD362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0275462-D137-4B98-93BB-E04CCB8A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47549B3-DAC9-46B5-9FDB-0A11B9CD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B22306C-2C8D-4845-9033-BA9A93AA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0/1 배낭에서 w_i≤c일 때 i번째 물건을 담는 후보는?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ABA04-3E45-4B9C-811F-60049A52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54548A02-3BE6-4E89-832F-10B83015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dp[i−1][c−w_i]+v_i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5E2A7710-368E-4EB1-9B47-01C2BA57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C326A-6895-4FEA-B8B2-1D5C27E8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F946AE8A-1ABC-48FE-B3E7-0E94BBA0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이전 행을 참조해야 같은 물건을 다시 담지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1DFD7586-5C7B-4C8B-A966-E3CBC13C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75BBEAA-B28D-49B9-882E-87DB01E9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FB94623D-C775-4C27-A5A6-1C8E7670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17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57895-380E-4A9B-BB87-9AAD53C3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CE137-259E-425C-8C97-53EAC746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25219A2A-06E2-4ED9-8E98-2F84B1B9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A2345B8-2E3D-4D2C-BC6F-05F5A160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8E2C60AF-BFD1-455C-962B-817DD4BB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배낭을 1차원 dp[c]로 압축할 때 물건별 용량 순회 방향은?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48862C0C-2882-429A-8404-FCAF0492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32A080D6-3A17-47AF-9312-163FE988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용량이 물건 무게인 칸만 갱신한다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6978D-4B7E-4564-8DF1-4F1A7762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D8D5C65B-562B-4830-AF1D-3C00C189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55708171-580C-41D4-8755-385C468E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물건별로 같은 방향을 정하지 않고 번갈아 순회한다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C4AEE-1FDA-4721-92F8-7384B405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C94349BC-D878-4EA0-9EEA-A4F48402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B4FDCF95-54FB-4CD4-A16B-281CDB0E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용량별 후보를 계산하지 않고 최대 가치 물건만 남긴다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1BB5F-6F9B-4657-BF0F-82FF000E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46877B77-597F-4FE4-BC20-A094C874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22B31BBB-8797-4FED-999F-5D8C0836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큰 용량에서 작은 용량으로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7C6A0-49F3-49D9-BDC4-D150F752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087695AB-BCAB-4792-8F84-9AB99258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3D7DCF4F-916B-4989-A521-33EB25BE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작은 용량부터 현재 dp 값을 바로 재사용한다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F4927221-11C2-4C6C-A7AA-03652525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3DBB772-4FF4-44D8-9675-3C2AE441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A38226C-570C-4A5F-904A-D4124439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17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5B6BC-435B-486D-97C7-C27BC449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C3999-2AC2-4102-877B-39F2C882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EAF28B68-10B7-48CA-A9D3-47B54FCD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E1BF3B4-039F-4C76-9EE0-A5741367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9C8BC5DD-4521-4CFC-BFCF-28F273D8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0/1 배낭을 1차원 dp[c]로 압축할 때 물건별 용량 순회 방향은?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E72D0-6CEA-4035-B154-27CE2624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C7109320-BD21-4C44-A321-D4782787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큰 용량에서 작은 용량으로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EDBBD900-2ADD-4AE0-B671-51532B28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AF923-52FC-4921-A240-CAD5C682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644F4908-5E31-40E4-AC7E-697C25CF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큰 용량부터 갱신하면 dp[c−w]는 현재 물건을 쓰기 전의 값으로 남는다.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0DFB5F86-1A97-4E08-BD57-5111071C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14416B04-AD17-4046-A3D4-3C9C8769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DA34211-D66F-417B-9479-628009DB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18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4AD0A-1365-46C2-96F4-95F9D84F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6AD23-7633-4F89-9327-8EFFAC5A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EB7D9FC2-F6E7-4BF9-8563-429752C6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C098A21-805A-4A70-9AF9-A79C7C9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94A5215-8C79-4789-9154-72D7DC04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물건을 무제한 재사용하는 배낭에서 현재 물건을 여러 번 쓸 수 있도록 하는 1차원 순회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방향은?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67A499C2-7CB0-444D-B45F-15EC387D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FE8D2DE5-1E5E-476A-9F67-C18BB0AA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용량별 갱신을 한 번도 하지 않고 최대 가치만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1A873-7DB4-487D-91CB-8C0FD03B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3E701A06-E25F-4192-80F8-08A1EAF9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87EC753E-B7A0-4864-B850-4F22ED4F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용량이 물건 무게와 같은 칸만 갱신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5C106-5BB6-4A5E-85BD-D0AAEEE3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7E568A48-6077-4515-89CD-BB82B09A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497A9A71-790A-45FF-900F-781AF98E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작은 용량에서 큰 용량으로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CEDD6-4FD6-464F-9925-AE193021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815808B0-D9EB-4351-8E89-FED2516F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B0687197-E25D-4A77-9733-27EE8392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큰 용량에서 작은 용량으로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330B0-C356-4ABA-BA62-BAA27469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5CA9E47B-5444-4697-AF96-5E352E1E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E5DB2D4A-2481-447E-8F1B-69B88453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한 물건에서 용량마다 이전 물건 단계만 참조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0EB7B4E9-8A3C-446C-908E-7717BF3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50027F5-8E78-4130-B284-9B326CB9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8083E0E-B682-4155-8F3D-F7B73AE0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18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65AB7-3C74-4CDD-A5BC-8DC0CCF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C6189-91F3-4B95-88D7-37B04AF8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7FA5F03-EBC4-48B9-9FD5-0360DBF2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A539EB6-B358-45F5-BB6F-B1CACACB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0EE187E0-DA28-44F4-9329-35D4F6E3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물건을 무제한 재사용하는 배낭에서 현재 물건을 여러 번 쓸 수 있도록 하는 1차원 순회 방향은?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53A9B-FF41-4302-B4A1-75CF3F0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6BB0B825-0CF7-42F3-AEEE-DC1B6EC0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작은 용량에서 큰 용량으로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7AF6DB3B-F258-4064-8033-495B1369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5D8A4-8B35-484B-BA7D-2517D591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35969D72-90A5-42F6-9165-788CDEDA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앞서 갱신된 현재 물건의 상태를 다시 참조해야 반복 사용이 반영된다.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4E6ED6B8-DB03-4F2A-9350-618577D4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1F8FC76B-6715-46A2-A1B1-015C87EA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A88D40B-43AB-41A4-A6F5-DB6D7F9C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19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0DF67-D69F-41CE-83AA-FB795D19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2D982-D926-4051-A299-E0628DB2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15F25A0-4D91-4BEC-8AC7-427E84C0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3AC3532-77BF-41DF-8D60-133A0325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734D6F88-916C-4003-979C-F02F9BC0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 이하 배낭에서 물건을 하나도 고르지 않아도 된다. dp[0][c]는?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49F13CEB-8C9D-4711-8D69-257E891B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205FFD96-7E4B-4667-BAAA-4E1D3057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 자체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FF774-E15D-41FC-BAD0-46BFD185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1F752D56-8C69-4C8B-9A48-FA524817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F5DE5A8B-26BD-4C85-AA76-0659374C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c에서 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F40D5-E766-4288-91A4-434438A3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8C7177B5-9D83-41D0-836F-99EEF329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4E5DCCC4-8EBE-4922-ABD8-F2F245F0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−c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521C4-8F19-4DFA-AC4C-52DB963B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8FC0B09F-440C-4856-A3E2-A06B567E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0B5F18F5-3864-4A32-AE63-9900A3AE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c≥0에서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A20FF-E741-4B1B-B539-7029E09B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04A58E23-EF7B-42A7-9135-084CE524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593B1982-8845-4B09-95A6-3BF3D3A2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물건 수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DDD671E3-9ADD-48C0-9FAD-ABE74A15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287082B-C350-413A-AED1-0B116330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56F41933-B973-4146-AA80-3F096B45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19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E551C-7EF1-439F-97EA-0F5520C3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A1C4E-16C4-4AAB-B1D7-A0CB40A3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45E01DD-F2CF-4997-9E74-0D3C7249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A92D1A19-E743-4412-8341-218CC553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7A101B2-33E8-4B0D-8F41-04FE4FE6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용량 이하 배낭에서 물건을 하나도 고르지 않아도 된다. dp[0][c]는?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7E6E4-FD07-4BCD-9549-C6CE13F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84210F71-4FAD-447E-8A68-F9A7EACA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모든 c≥0에서 0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2FBA7021-51FC-4C18-9F03-791D0372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08CF62-D23A-4AC0-A407-5D564BF9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86394690-29DF-486A-88AF-F59AB64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선택 가능한 물건이 없으므로 얻을 수 있는 가치는 0이다.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D10127F9-841C-4EE8-BB71-DCEA58A9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462F76B-DA3C-4298-976B-467E0AC8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74D7286-6AAE-463C-B12E-4CBB6BF5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20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89AD-5AD7-4D6C-B297-75FC0A95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D1767-DCDF-4E54-9902-C3ECD56C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C42CF46-73E2-4496-ABF9-16F8DA00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001A73D-5BD6-4588-87D1-E4F34438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039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FB426A5-0014-444B-96C4-9AEE7451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배낭의 O(nW) 알고리즘을 의사 다항 시간이라고 부르는 이유는?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3D169FCE-C31A-4204-806E-4C667B12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D992DADF-2954-4C6B-9290-E4AED428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항상 근사해만 반환하기 때문이다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9CE49-B5ED-4A6A-ADBA-D55A9F72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047E0A54-89F1-4006-B966-D152F53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95271A51-7BE0-453D-8485-1D76A67A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메모이제이션이면 모든 정수 문제에서 강한 다항 시간이기 때문이다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7EE7F-11C2-46D3-AD03-9042E5EF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02885506-D7C7-4E7D-AEBA-CFC53AE6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08FDA340-0904-4929-AD3E-2929DBF7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W를 이진수로 표현하면 알고리즘 시간도 O(log W)가 되기 때문이다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DE252-FA91-4A58-A69C-563E5947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5C720BD3-2F47-4215-AFC0-3EF90BCA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71F2D306-A357-43E5-B8D4-B82E68EB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상태가 n개이므로 시간은 n에만 비례하기 때문이다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87278-6E67-4ABE-ABB9-B7319DF8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914BFC76-F3B2-4651-A074-99DA4128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82D52BCB-2F0F-4B01-BD73-3CF8AED9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용량의 값 W에 비례하며 W의 비트 길이에 대한 다항 시간은 아니기 때문이다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BACE61E4-45EE-4E0E-B072-2B063631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B0F0DFED-EEC7-4635-A818-3C0D7360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28FF693-8251-4E87-8C11-19F1BE3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20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3ADC7-5926-4658-8097-6A47017A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3B55A-9D3C-42A3-A4ED-4DBB079D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55DE63C-2F1C-4D6B-91FD-60958EEB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E3ED20D-F7F9-4A88-A440-72A1E329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742611A-F37F-4DAE-95A8-93B57010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0/1 배낭의 O(nW) 알고리즘을 의사 다항 시간이라고 부르는 이유는?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C289B-939C-4357-A2C0-D4603ECC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3B3D4ECA-BD9E-48D4-AAA6-166AC748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용량의 값 W에 비례하며 W의 비트 길이에 대한 다항 시간은 아니기 때문이다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DF29BC9A-8E9B-44FA-ABF4-7F6D5A3A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005EE-57E0-4417-822C-45DCE058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6DA1F66B-3B2A-4721-BE17-35390269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W를 이진수로 입력하면 표현 길이는 O(log W)다. 값과 입력 길이를 구분해야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3D07F964-F938-4C83-B0A8-D3166F30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BC8E80F-63B9-4BA1-9331-0AD8A8EB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5F7ECFD-D2A0-4C5B-81D2-B3778617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21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D8D2C-CECE-44D9-9E33-7AF0EDF9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1E077-DA07-4304-AADA-3ED5011A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C5DE462-230B-4F8A-86A5-31E14CCA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AB2D05E8-054B-4FCA-8C6A-EC9A4440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BAC808F9-4F59-49A2-81E3-10BE57F7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수열과 부분 문자열의 차이는?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01716D25-1FE2-4AB3-98CA-47DA6153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7438E482-F1B1-4EFF-B814-BA3C3D45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수열은 중복 문자를 새로 복제할 수 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DA44F-9F3D-4E90-AA4F-BAC4F204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B4D67759-3B41-458E-BA55-836B2A24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73957490-AF90-42A8-9BAA-7EF53761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수열은 선택한 문자의 순서를 자유롭게 바꾼다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ABB05-9DF7-4DE1-B812-A2A0433C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CD671E78-3879-4370-81B8-1A8C0210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287E11AF-64E9-4864-A634-195110D6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문자열은 연속일 필요가 없다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08EBF-4A90-44DF-AAEF-57F19A58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A76A2A31-BC01-40EE-A317-E29E627A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C2A69857-BB3C-43AA-903A-CF1F9483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수열은 원래 순서를 유지하지만 연속일 필요는 없다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D7E2A-B247-4BA2-822B-63907DC3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837177E6-B128-4380-89AE-758E4C15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309225C6-C8EA-41D8-85E7-1CF1BAC6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부분 수열과 부분 문자열은 최대 길이가 항상 같다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D89ECD3C-7E6A-4E22-BB2F-D1A42747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0452E9E-4681-4C2F-B995-FE8A2D59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A0090E1-83D4-43B4-95D7-9B226406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21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D9176-8A06-4C57-B411-9D4E6029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CFE22-D6D7-49A5-B84C-064A39F8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27F979C-3C4E-494B-B37F-1E3E8B23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5ED87BD-3E90-435E-82AB-6EE34BA8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01663AAF-7BDB-4229-BC40-02A482D4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부분 수열과 부분 문자열의 차이는?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866DB-0DDB-440B-B4B5-2D405949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500ED620-B851-43C8-8F97-BE9DCD51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부분 수열은 원래 순서를 유지하지만 연속일 필요는 없다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56BE1535-4343-4B6C-B321-0B3F34D9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DF2912-AF89-41C3-998E-527FDEEB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3DBD339F-3F25-4CA2-93D5-CDF476D8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LCS는 떨어진 문자들을 선택할 수 있지만 순서를 뒤집을 수는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9E358744-6E52-4815-91BF-CB0474E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29B3C55-AFD6-46C6-9E9A-34EC6B9A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796DD4D-958D-41DD-A87B-B38B9FD5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22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B6DF7-848C-4719-A733-6F4012A8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945E9-AEE0-4A12-9DE4-6DFA2D83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92459B72-D84E-41C1-A707-64DAF28B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98176FA-E350-4FD4-BA60-3338D856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9A9E454-2119-4722-B80C-B5AF587F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LCS의 dp[i][j]를 두 문자열의 길이 i,j 접두사의 LCS 길이로 정의한다. 끝 문자가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같으면?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91A0D564-C223-474A-8833-0901AE39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1CE6897A-59CA-442D-9FA1-EE82ACE5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0, 항상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D4D2C-3B2C-4A0E-A3A3-96B1BE21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8971B755-1F6C-46B5-B7E9-2B5B5E55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88614A3C-511A-4ED5-8A94-B809D2E2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dp[i−1][j]+1, 항상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539CE-3F5F-45B4-BFCC-8557169F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67B7601A-2B82-4966-B9BE-9541CA30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5BBA582E-ACB8-4FBA-86C9-B89D2F3B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dp[i−1][j−1]+1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BE43E-0F40-4260-8FBC-799C1255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3BF813A6-538A-4A6C-B59D-280827E1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2206AE5B-0ED4-4CDF-A7AD-9B5AA404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dp[i][j−1]+1, 항상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F1239-C198-4D0E-A1D9-40CABC97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0A36B2DE-85F3-4D8E-A77E-43E6F7C7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B0B023D5-C582-4844-AB38-2E91CDA2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dp[i−1][j−1]−1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93481579-85FD-4132-85C4-BAEAE7C7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DCC2732-F08C-4092-B51E-D28F01DD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CC17DF6-35F4-49F5-B77D-E518015B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22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ABC94-C1EB-4B69-8D31-CDB0B6ED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C2302-57CA-4E97-83B7-0A65E435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3A50483-D150-4BC8-BEDC-731F3F59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A4B8F90-AA98-422F-B43E-E303FBF6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2128B2D-6653-440B-933C-EA648575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LCS의 dp[i][j]를 두 문자열의 길이 i,j 접두사의 LCS 길이로 정의한다. 끝 문자가 같으면?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E8203-942F-4090-82BC-9D0C8367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303A00DC-7FAC-41F5-8737-1363DFA6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dp[i−1][j−1]+1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F82B703A-F326-4C66-9503-EF1EA53E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EAE29-4AAD-4FD1-8EB5-CF2A1E2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0B98BCAE-1647-4CA0-B23C-77C1D48D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같은 끝 문자를 공통 부분 수열의 마지막 문자로 붙일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64E91056-CEA5-4A9C-A313-F1850A6B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BD32549-D763-4463-BC7B-DEC7729B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8D3C2E1-2A9E-42F3-9718-EC20B841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23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9F84F-DFB8-4E1B-BA96-53E37406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A09CE-F349-4093-BA2F-2E1D3FFA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03701D7-A7EB-487C-B443-FB7E5E57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37E0D488-50CC-462C-80F6-22D242D5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8BA279A-FFA5-4375-9447-38090282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LCS에서 두 접두사의 끝 문자가 다르면?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286AFF17-4C70-4C8E-BD18-FCB79AA5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0C428A19-E9D8-4A5A-92AC-2F034BFF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min(dp[i−1][j],dp[i][j−1])−1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DECD9-6834-4988-B9EB-D79D23E5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2F2E807B-82BE-4F89-80B7-CA0D3955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45CB5D55-9C39-431A-BF84-6B5DC7DB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dp[i−1][j]+dp[i][j−1]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34BF8-2811-472A-AC30-9FBE1488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03F96BCB-61DD-47F2-AFDE-9A7799EC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CF0DB099-FC3F-4C86-94A0-9AC03776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dp[i−1][j−1]+1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421A9-C3E8-4E30-863E-6A768439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6D3E8139-7B1A-43DB-A0D8-D2FEB0E6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A90B854A-C860-41AA-805A-03BE2A1C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1, 항상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2EA4E-1EE6-4F44-951D-0E131C6B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5B1A5A68-E5F5-4B6E-A3D2-9BE42887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C7278449-D0E5-45F2-A969-74FB74C2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max(dp[i−1][j],dp[i][j−1])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2A4B2943-B33F-44A6-A011-CF4A8048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8248B523-E242-4D8A-963A-5AA374D5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B3E0939-5A94-423C-8AB5-2C66F926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23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4B3C9-FF90-4AFF-9BB2-09A11039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F83A4-026F-40C3-9C1E-617A1689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E4CA8D23-2908-4AC2-9D01-9A873C07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1E33C6A-17EC-47F3-B639-CDEBA0E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6C8B70AB-2AED-4813-9B39-2065E7C1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LCS에서 두 접두사의 끝 문자가 다르면?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8BE2C-CE76-4967-90D7-FC533778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6330F6D3-68B6-4836-852D-4FE4B718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max(dp[i−1][j],dp[i][j−1])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BA0D737E-381C-484E-989D-F9CBCDD2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FA16B-AED5-4E5C-A897-1A358EF5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E740C4DA-8FA7-478D-9633-EB1DE0E9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둘 중 한쪽 끝 문자를 제외하는 경우를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28B56F31-5251-4BB1-A2C4-6400794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4A9EB79B-36B2-4F6F-9925-6AC74F7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6B665AA-47C2-4D16-99DB-B475E59E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24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A1F0A-1C8A-475E-BCAA-CCA60248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58005-9D0B-49BB-AE5E-74798AF9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7174425-A3CF-430E-BFAB-DACB45E1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D8DF071-FB67-4CD4-A12C-8112F5A2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09710297-5DA7-4E20-9FFC-B38051D2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LCS의 경계값 dp[0][j], dp[i][0]은?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AA3C0191-3060-4322-84A7-F55E99B1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108801F4-41D7-48EC-8134-723213FC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각각 j와 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1208E-6FDD-4984-B848-9DC57CBC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766E3865-64D8-4E28-A412-0F111564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DBD5F6AE-CFB4-4169-94F0-7E4B55CF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모두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95C9E-CE73-41A4-BBD8-613715A6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CE1276A1-D9E1-4F8F-832B-1C2A4DD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8F3E445C-000A-45F1-92BD-62D4ECE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모두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939B0-E434-4590-A864-45CB95ED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8DD48FE2-85F3-4F74-83FC-B8F3487B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1B088E64-EEB3-48A2-BC37-4FE1F468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모두 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4F7BE7-E7D4-44FA-B00F-C96DEDDA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86CC55D2-224A-4E3A-9A69-93A7941D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8CAD18A3-B263-4454-BF3A-223CF35A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모두 −1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050DBC18-1150-4E0F-A1AF-5AD40274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DA2EF6A-BBFD-4C8C-AC8B-BCE64129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4593722-B172-423E-90A2-3E284EDB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24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D31B8-FF02-473F-9C0D-7BFA55EF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5E761-3058-4B8A-8BD9-B2E592C6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944C3955-E7BF-4937-BF4C-F42D1A94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37E4CE79-766A-4239-8311-FF36E3EC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B744477-8A6A-4AD1-9D9F-8915FB57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LCS의 경계값 dp[0][j], dp[i][0]은?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803CA-50D9-4243-B2F0-524888AC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A615B5A3-6390-40E7-B2CF-6351185B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모두 0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8ED35C67-CD6D-4DE3-8DF3-1267CE8A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FC975-5908-4F4E-892B-C97012A3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AC797F22-CE84-45D8-BC2A-80F442E3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 문자열이 비어 있으면 공통 부분 수열의 길이는 0이다.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92230EF3-A3E7-468A-99E6-85317EB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6681581-F6BB-4CF4-85C0-BB550722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41FA65E-DA44-40CD-BA30-648A19DB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25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C299F-1823-4642-AC57-C91689D6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4B69C-08AC-4248-9927-2447E9F9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A1E8407-3394-4566-AC92-BBCB7848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8F8D328-8D63-430A-B300-B70713D6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049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1DE54A4-DC72-4FB7-B26A-4C525F5E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길이 m,n인 두 문자열의 표준 2차원 LCS DP 시간은?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671C8753-7685-4562-8C37-36999857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688CCF08-104D-494C-9A69-7ACA9310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Θ(mn)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879CE-D61D-4FA6-A22C-861B2D1E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DD2298FE-54BF-4D06-8BAD-68BAF4B5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EFD70743-8C6F-4502-B060-2B37955D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Θ(1)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3087D-2D5A-4DBD-963D-5F3031DE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499CE1D1-CE81-4462-840A-70818144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0745622F-1D1F-44D6-8A90-508E1C35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Θ(log mn)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67787-5ACC-4DE9-8244-6B87E6C6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0DAAF058-D605-4961-A2A3-7D93A5AD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3FE091C8-CD74-4E14-94B7-9F6710D5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Θ(m+n), 항상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94D3A-A43E-42E7-907E-0A803540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512A1B89-B38F-466A-8C6A-E8AF875A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0AE42D96-35EF-4A3D-BA5E-7EE9082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Θ(m!n!)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6CEA2A75-E8FC-4FFC-9DE1-1DC52D81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074F9CF-0254-4A0F-8CFE-BA338C10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695171D-7D62-4915-9445-878A9A4F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25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0D0D8-E199-4B17-811C-5C4957AD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88661-29A9-4585-BD6B-2222E3D9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4DAE679-956B-4595-8796-3D2C8150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C010CE1-FDDA-4237-A407-D95B964D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61FDFEC-8CD5-4618-9120-5DC3224D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길이 m,n인 두 문자열의 표준 2차원 LCS DP 시간은?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46AC9-EF62-466E-AAF2-A563791C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E37D80C0-53B8-4496-BB5E-92570DF9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Θ(mn)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310BC193-A9D8-465B-8B82-17DC8654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57D5D-2F20-4B72-9830-9D40AB62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6ABD1E4A-B251-4305-8A8F-A2125E2F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접두사 쌍의 상태를 한 번씩 상수 시간에 계산한다.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C302C713-01BF-40E8-8074-EE94DE2C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B82D2A99-F01C-48D4-AD48-6C2D7355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E87B967-03FC-4279-AA68-57827033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26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27067-7849-4335-896D-2250C7F0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0C391-2EE6-48BF-AD95-006250F3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19AF06E-04EE-4D8E-8B40-3292F8E9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37C4BAE8-074D-4D40-AC45-77E43623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F276BD8-83F4-41C4-A62F-4B8B7E11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LCS 길이 표에서 현재 칸을 계산할 때 참조하는 값에 대한 올바른 설명은?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2D477CA3-8BC1-4DBA-A1BB-BC205F6A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4E5285A5-6243-4207-AE10-6ABD8FD0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현재 행은 이전 행과 현재 행의 바로 왼쪽 값만 참조한다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599E0-8DDF-4C29-BFBB-86DE8FC8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E1A31217-C8EA-48AD-BF71-60A2385A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1E2A87D4-8FB5-4016-92E1-E4F5A0A9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위와 왼쪽 값이 언제나 같으므로 하나를 생략할 수 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A3FBA-C7F1-4B6A-93F2-487B56CF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ECE5C2BF-138E-431B-8B79-35CBF9D8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086BB4C8-5C12-4249-ACD6-C6909DD8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문자가 다를 때에도 항상 왼쪽 위 값에 1을 더한다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D2F63-459A-4048-8CB2-E979A074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B7F4F15A-B12D-456B-A0D9-AC7451E7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A23D4880-34E2-4539-A75E-5045F9FD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현재 행은 왼쪽 위 값만 참조하므로 한 변수면 충분하다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0D59A2-DAB9-4F5C-A0A2-93B7419D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78A0B49A-1C23-467F-8F2B-EB89CE7A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0B92B3E6-B913-41E2-9BAC-AF17667E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이전 행을 지워도 현재 행의 모든 값이 독립적으로 계산된다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EC2DAC8A-BE57-4B12-9FDD-536FC700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F402015-AF9D-494E-8975-41630A08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334606B-C619-45B2-BB43-0733D598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26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E8EB3-5D6E-4B87-81E5-0DB1C9D0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FDE4E-D75F-4F0E-9C97-5DF5A58F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49F30CA-734E-4CA3-83FB-0739ADAD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B0E9104-6ECC-4FDA-B4AF-F8C65475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237482E-4261-4A05-A0EE-6D31267E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길이 표에서 현재 칸을 계산할 때 참조하는 값에 대한 올바른 설명은?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15CB3-CF63-4BF4-951B-3BEDF8EE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DCAFA6F3-9001-4BD8-B59B-4453C939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현재 행은 이전 행과 현재 행의 바로 왼쪽 값만 참조한다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21548476-DB78-496B-92E1-BC312F9D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0449C-C20B-437F-94CF-281AC729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3A6AD6D2-3D65-4934-B0B9-C5BBF57D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문자가 같으면 왼쪽 위 값에 1을 더하고, 다르면 위와 왼쪽 값 중 큰 값을 사용한다.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12C63DB4-F69E-4201-9EA6-B29D0E81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7F786C1-FB5C-4690-9C15-A5C6D148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D5A3093-A527-4A8A-9B9D-3F778A55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27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A904B-B450-41BA-88E4-957B2626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2AFA4-5916-447C-8136-75C933DF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91DD65E9-1441-4B53-8ACC-874F4B9D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F3CBD33-5BEE-4592-A6E5-E3BB54C6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600042C-3931-4243-A9D2-53AE37DB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LCS 복원에서 두 문자가 같아 답에 문자를 추가한 뒤 이동하는 방향은?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F7D9BC12-A36A-49AF-8F8C-6F2AE89E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C0980DAB-637C-4B41-B3D0-2A3D7D7F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i 그대로,j−1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B84F4-11B8-4CE3-83C4-3462D2DD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13437E5C-E0AE-4351-B09C-04880C2A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F666BA8D-EDDE-47D2-A555-D135F86E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i−1,j 그대로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A6DC1-993A-4D31-ACC4-36E28DB1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DB1C0240-5A4E-4322-8F03-C4BDE2BD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2C65D256-F99F-4FAD-8F0A-D63A2357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i+1,j+1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CEE7F2-066E-442E-9DA4-6C01519C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03A98828-4833-4505-8E51-E3E6B9D4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80F93C4D-503C-400E-AF70-5E1043E5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항상 첫 칸으로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D58D8-3DEE-4829-9527-7F553AA1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2A0E8AEE-D7AB-4F38-B244-EEBFB032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EB7B6995-E76F-456A-B716-34F178CE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i−1,j−1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FBCD6238-6C60-4B93-A273-9B3209E0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436292D-2107-471B-89F5-8B07AA45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1ED4E6EF-8019-4E79-A56E-261C2025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27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83220-ADD7-4D85-9E6B-49CEEBA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0506D-85D9-42E0-B53B-8A9943DA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B5C69DC8-AD8F-414D-990C-CD6FB66D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AFF9512-029C-48CF-B831-1946F80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A7F5C10-500D-4B52-91B6-DD17DC85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복원에서 두 문자가 같아 답에 문자를 추가한 뒤 이동하는 방향은?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1800F-33AF-4CFB-B4EC-8CCDEFFC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3BF36104-0748-43F4-897C-3F907F54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5번 i−1,j−1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44841733-9042-4E75-8F30-BDDFF79E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7A011-5A70-4AE0-B7E5-C8E56638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325EEAB6-1EEB-4712-9A1D-BC0106F0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끝 문자를 사용했으므로 두 문자열의 그 문자를 모두 제외한 상태로 간다.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E3C1843E-AEA7-471A-BBD0-63903C02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61EDFDA-39DA-4773-93E1-2B541196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F62FE70-D69D-4950-B8DE-52D84343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28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83515-9B8D-48CA-8809-9DAA0455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775DE-B358-4822-BAF2-9627409C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C3B27BD-2A1D-478E-BF67-C24B8E6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869C985-8D20-4313-A3F5-BE8BDF59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1D2907A-F074-4E73-A9C2-5A343380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동일한 최장 길이를 갖는 공통 부분 수열이 여러 개일 때 옳은 것은?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B1DD0881-3A87-44E2-A57B-CCE9FAEB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C9BE0106-AD29-44EC-A096-4410EFAD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복원 동률 규칙에 따라 서로 다른 정답 문자열이 나올 수 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E6A7C-2A21-448F-AB09-B9323670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27352985-D404-436A-8867-1AB279CC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FB324224-F8BA-4B22-BBCA-66599900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동률에서는 두 문자를 모두 붙여도 최장 길이가 유지된다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E2E14-A0B4-43BB-B805-2734ABFE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C063CE4E-C489-4B05-9E35-94F3AC37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06444949-BE65-430E-A2CE-DD5E5440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서로 다른 수열이 나오면 둘 중 하나는 반드시 오답이다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2C80F-1C9D-44CB-9CE1-9370362D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C4A414B4-555C-476A-8ED9-49A30EF8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CB6D1A1D-CAE6-4B34-A0E4-16B1E66B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항상 사전순으로 가장 작은 문자열이 복원된다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50137-493E-42CE-97FB-7E6FFA04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43595883-27CF-473E-B7B0-D29C59A9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8BED7135-267E-41D1-80B9-FE414C15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 길이도 복원 규칙에 따라 달라진다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113705A0-7E3A-4394-B9C7-E498A86A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E81F7ED-8F48-4EF7-A65D-33138D43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DDF2F73-808F-48FF-89BC-AD3C6E31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28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C1DF6-B339-437B-8AE3-86A28F19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42DF6-9E3C-4D6F-8DEF-3FA3701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7DE2CF7-14F5-4A63-8EEA-94CE1833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FD40AB6-5EE7-4A85-AE06-8F5917A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91B6AF21-5D06-45FE-A373-0A6376E4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동일한 최장 길이를 갖는 공통 부분 수열이 여러 개일 때 옳은 것은?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3064D-F139-4B0C-B055-F4026E73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B7397692-420B-4FBE-AA84-C0E4430A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복원 동률 규칙에 따라 서로 다른 정답 문자열이 나올 수 있다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51FB028B-7ADB-4AFC-B76F-C4B30FBA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8522F-BE01-4303-B54C-67DD1D33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3097056E-A6F9-4074-9848-50313A2E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정답을 하나만 요구하면 길이가 최대이고 양쪽의 부분 수열인지 확인하면 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404456A7-1828-4B8D-9705-78913A96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EA6CFF0-BB8A-4D5D-B774-4B59F66B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2ABD2D7-71A9-407A-B4C6-202404D4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29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8C820-BB9B-4C23-A0F8-2D9475D6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E3D8D-48F8-489A-BBD8-039C7659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558AE7B-3E2C-4320-B90D-D93E68F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9DD88C9-A01E-43C0-B5B7-1944081D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845B4556-FBE2-41E1-881A-66868C1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인접 창고를 동시에 고르지 않는 최대 합 문제에서 D[i]를 앞 i개 창고의 최댓값으로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정의한다. i≥2일 때 점화식은?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D587D690-CA19-4575-91BE-82102DD1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2E3E503E-417B-431D-A8D5-4BCCA022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min(D[i−1],D[i−2])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D8DB5-C9EE-4DCB-83B3-69B58A81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3CB7438B-EEB0-471A-8C1E-3E49C310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0A06BD7D-57B3-4CC6-BD41-5A0993F0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D[i−1]×a[i−1]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98938-264C-43F9-A052-42EE6AF8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94DD10AD-7973-4015-AD56-F8EE1509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C809902C-9AED-4B33-90BB-DD1D36EC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D[i−2]−a[i−1]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1E068-1500-49C1-867F-96582EA1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E33C21B8-2214-4120-87C6-E77B24B7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13A5FE33-DFAB-4FF7-A3EF-68BF20FD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max(D[i−1],D[i−2]+a[i−1])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625F9A-0FE5-424A-A32C-3674E489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6AC3E6BA-EB62-4263-B950-3D1137AB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26E33718-C1B7-40B0-AD0A-5CC3E370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D[i−1]+a[i−1], 항상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F759D0F8-1E6A-4C10-BFEB-59372329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ED4558E-4822-406F-B362-4C1FA0D1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588A56AD-F064-417A-A9E1-BA0BBBE6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29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38202-6C0B-4174-86F1-DC4218AA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BD1D7-577B-451C-B05D-F770DAC1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1058DBD-7A98-4471-977A-7AA3889B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E15212E-07A0-46BC-A4CC-7DEBD005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66AFE7A0-EDF6-417D-9564-10CA926F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창고를 동시에 고르지 않는 최대 합 문제에서 D[i]를 앞 i개 창고의 최댓값으로 정의한다. i≥2일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때 점화식은?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DE26A-9D0D-4BB4-8CDC-29FD489E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8AB4FE24-4464-4978-B91B-55FDF195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max(D[i−1],D[i−2]+a[i−1])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81F17DA0-A39E-4223-A8DA-C58C4AC4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3FDBC-FF9C-4B60-A6E0-4CA1455D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721EB36E-0379-4960-9B3A-53C443AD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마지막 창고를 안 고르거나, 고르고 바로 앞 창고를 제외한다.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62C5E20B-363A-4E02-A5BB-028901A8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48ED824-4824-455C-9BA7-E19620CE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8C8AF04-4EE4-40E0-A962-4D263D72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30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C18A0-5821-4C26-AB83-986EB299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D6AC0-1E00-41AC-A0DA-15BD4112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B32BBF1-C533-47CB-91B2-E1F41414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799262C-33B0-4B34-A72D-75AC17A4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059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B06E92E-5CD6-427C-BA4F-DEA82DF5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인접 선택 금지 문제에서 음수 값이 있고 아무것도 고르지 않아도 된다. 창고 하나의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초기값은?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048D4ADC-7943-47A6-8B2A-11248CA7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CEDBCB91-653A-4845-8A13-F657FBC7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−1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BB0C2-56CB-4DA3-8E7E-CA554EC7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1B7D1213-BBAB-4524-AA71-2252DF9A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6AAA40C7-9AF3-417A-85AC-6428F4AA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max(0,a[0])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2C2CD-106E-4A9A-994A-FF553C9A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5129AC66-CDAA-4F25-BEEA-54E9B563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7C211197-6FA2-404D-A39B-4D5D6882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a[0], 무조건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C50B6-3B74-4325-BFAC-E25C3937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9827F143-5A00-49C9-88CE-684D6603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6F008003-B9F2-4B7A-A81B-9DCD6576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89503-542F-4336-B17F-207FDE5F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F2B8C6FC-6CC4-48B1-9504-2AC357DD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26266285-27E8-48A2-B1D5-6D4E8113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5036E523-FFBD-41A5-975C-7178BEDB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4C95B13-5F05-435B-A253-78BBA44C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36736DF-EABF-4541-A2D4-F74800A5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30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B0468-10A3-4C0C-9368-025436F5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E7A19-E409-4703-85A2-49010AAF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CA67FA1-3349-4E0F-A2DB-4FBA5474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AD33F04-D460-4DAD-A6B0-B48011FD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AD318BAD-A713-42E2-918B-C48DF63C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선택 금지 문제에서 음수 값이 있고 아무것도 고르지 않아도 된다. 창고 하나의 초기값은?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74DEF-EBAD-459B-90DD-3497CAD7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49028894-E726-4CFC-A2ED-25F126E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max(0,a[0])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C49E7723-7842-4015-8CA0-DE5DCFAE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C0391-291D-4B68-A848-301D17DD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A6F94530-AA7C-409B-B9A6-D68B2201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음수 창고 하나보다 빈 선택의 합 0이 더 좋을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07B1E219-CDED-4FA5-8D04-38BA0081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718D478-35D7-412D-9603-E2C79BA0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DD54800-2784-4CB3-BA9D-DE74E8DA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31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0FD29-323D-49FE-8235-015A451E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663AC-5F39-4FC4-9A63-9F90D6FC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4384FC3-1AAC-4461-A692-FAAA84CF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289F84D-3484-49B0-9602-B996A17B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611D45B-8B82-40C2-89C9-4BF3AC5B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오른쪽·아래로만 이동하는 격자 최소 비용 DP에서 일반 칸의 선행 상태는?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A40192FD-0B48-436E-8ACE-B4D688C5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C67CE774-EF08-4D65-A254-2004B193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위 칸과 왼쪽 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7938D-F2F0-4CF1-8456-7E278CB0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92262F8B-9BCD-453D-A2F4-5B0BF177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97A1395D-9B54-4D1E-9D20-0D75AF2F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상하좌우 전부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2BC89-708B-4773-9C51-7CD9F7C4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5C6F04FA-6F47-4C0D-ABF2-741883AB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05CA0572-333E-4B0B-B533-A286DC88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아래 칸과 오른쪽 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E85F3-29BE-4EF4-B599-72C69BE7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D0BD8CFA-9509-4F25-895C-EA75ECDB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6F3366DE-960D-4298-BD52-83A88D25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시작 칸만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047BD-5D4A-4AFC-A333-544A9791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DF87254A-A240-4432-82FE-76DB975F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43212A17-8FF6-488F-BB5D-2C000E52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대각선 아래 칸만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7638751D-0252-4974-B926-8699A7AD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CCEC1F7-6653-4AEF-9BC1-E55EA48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FB99113-B599-42A2-9E25-AEA5E4C8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31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804F0-F0B9-400D-A205-0E98EC53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5F7AB-257B-4544-9739-4DC34A32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227D965-DD1A-484D-947D-168CC683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AFB2B2D-141C-46D9-8444-FD22C03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7B23430-6D73-454F-8336-8CAE232F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오른쪽·아래로만 이동하는 격자 최소 비용 DP에서 일반 칸의 선행 상태는?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FA7AD-6C54-4831-B93B-9823D50E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FC24078D-27DF-4BE8-86F5-8D6A99EA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위 칸과 왼쪽 칸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8C367933-00D1-481A-9065-CCA4A979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34839-9B7B-44CB-BFCB-EF9F17D4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B50A0AF2-30CD-4B50-9F3E-80814021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현재 칸에 들어올 수 있는 마지막 이동을 역으로 나열한다.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FDBD3B53-EE36-404B-B098-FA1684E0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BEE3E69C-9698-4E38-BAC8-177539F4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2C85C04-193A-47DF-96A6-8D47423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32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F3009-C5B3-4448-859D-7F419935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47FCF-626C-4B1F-A15E-9040F396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D6152E4-BB44-4A10-A8A0-BA3E604B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621B39A-36CF-43AD-86D4-66417599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D045676-36C6-405A-9135-8E4FDC8F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격자 비용에 시작 칸의 비용도 포함한다면 dp[0][0]은?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79960BB1-B56C-412A-BB75-C909221C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51C1AE20-76CF-42DE-854E-D0840C98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cost[0][0]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20000-6897-48FA-AC39-D83420BC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54B0805B-1DC7-4E4A-AA52-626E47A3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746E578B-0AE1-4706-B2B7-38DACC62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∞, 다른 상태가 나중에 갱신하게 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F14B5-3465-4220-A158-A3E881C1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C7F83163-5C05-4094-B5D7-49A47BE4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1A8F1743-FB9D-4398-B1B2-D8BEF415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첫 행의 모든 비용 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35A67-2057-48BB-9B69-FA7AE7D3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E6DFDA94-C3EE-4633-BE86-202CA894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00E41624-350A-42FA-A48D-D71267FA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0, 시작 비용과 무관하게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2AD26-7B9F-48CD-ADD3-00910EC3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BDAFAA46-8F71-4746-9CAC-E716FF40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ECDEB92C-923B-41FC-8E36-09F6798C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도착 칸의 비용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DD49467B-6823-4AC2-8B42-19B14078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125A703D-916C-42CA-B94B-32E265D3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9814DB1-EE12-42B9-9A38-793FC769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32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07930-E17A-49A9-828E-22700008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D757F-65DA-4018-8EAF-E5E1D046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B87BF81-1CAA-42ED-B265-26E80B94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4AF90CD-FCF9-448B-B2D6-EDC6457B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33045EA-7A9D-4B1F-AC21-EF2DF048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격자 비용에 시작 칸의 비용도 포함한다면 dp[0][0]은?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3EFB2-A3C8-47EA-8BAE-7E3C5AEC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EAE38F07-66FE-4A67-AC6F-C0EA6F6E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cost[0][0]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2EBED4E0-AFD2-45EF-A3DE-6A1B25E5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6ED1C-504B-431E-8AD0-6A4C14EB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909B86EF-6CD4-4AF6-8558-59862FBE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시작 상태의 비용 포함 여부를 문제 명세와 맞춰야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3B6CE189-7DF5-41B1-A2F5-51D5E14C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AD27602-643D-400A-A960-69532B8C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A7F1976-19D4-40EC-90BB-E1E9CB46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33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DE853-7F96-40C0-B359-7A8D6B25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C1895-B5F7-4868-915F-81B08154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330470DD-7635-4513-9038-72D5CBBD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96AE33A-61A1-46F3-A3F0-BBB8356C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E3878BC-E7FA-458A-9D6D-BF001BC6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오른쪽·아래 이동으로 도착하면 칸 비용 c를, 오른쪽 아래 대각선으로 도착하면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floor(c/2)를 낸다. 대각선 후보는?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6D8CEF78-E9BA-4F28-B608-38D1D7B8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3FDFDBE0-6E0B-490E-AA20-E6A60F8E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dp[i−1][j−1]+floor(cost[i][j]/2)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E921A-1232-42AC-A956-F69BCC3A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50CED6DA-2B59-43C8-9D77-752D92D3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D3772D91-C568-44FB-8B74-D8BDB953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dp[i−1][j−1]−cost[i][j]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6D419-99F8-4F75-9DBD-04E3B430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B54C8F6A-17DE-4967-8B2B-E1A6A79A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22C9A26D-AF5D-4362-8728-68984916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dp[i−1][j−1]/2+cost[i][j]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C2300-5595-46AE-968E-989AF5F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C5D3B7D2-D99B-4708-BF77-B5D503BE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4C9D363A-D7DE-45C1-8479-9B7E4C5E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cost[i−1][j−1]/2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1877B-2361-43E0-9296-E9792C24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58A118CD-1EB8-45BE-85E1-F33648D2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0194EEC1-D7E8-44B6-B6F6-B98FB0AB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floor(dp[i][j]/2)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394BC019-87F1-4F5A-B2C0-A941DFED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DE4A73F-2F65-4383-844B-F3CCEE41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1C2F4D15-0DA2-46B1-9C51-05248E28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33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2A4F3-7C42-464D-9D43-61EDF492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1410E-60FF-429F-B606-57088F96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E8B0D7B-3E33-4A35-96BD-66835EEC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880156A-96B2-4342-89FB-C64690EA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4C2BB6E-8071-424B-A8C5-D037E450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오른쪽·아래 이동으로 도착하면 칸 비용 c를, 오른쪽 아래 대각선으로 도착하면 floor(c/2)를 낸다.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대각선 후보는?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41528-48BA-40D0-89AC-353B59F7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FEA7E68A-4962-470F-A415-DD6C7582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dp[i−1][j−1]+floor(cost[i][j]/2)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0C737DC2-5995-4A7B-BC61-6C4F4B84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D0902-38E7-4D5D-B8A2-4F783E84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BDEE6F59-5B0D-4767-9BBF-C699EA2B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할인은 전체 경로 비용이 아니라 이번에 들어가는 칸의 비용에만 적용된다.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1F3D7B5C-5B55-41A6-8CCD-F6FD8514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BD589D1-B1EE-4BFF-98FF-C86F3EA1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DCD1A5E-DB39-426C-9BBE-D7A9ACA0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34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32E9B-DD6F-4296-A1BD-50DEF231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6BDB2D-A95D-4112-8586-7BC44198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A6343EE-1767-4457-8DDE-6184265D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300C151-B82D-4005-AABF-B62E3BB3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96B00C5-A7B6-4A5B-9256-C93B4465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앞 격자 문제에서 첫 행의 시작 칸을 제외한 칸에 적용 가능한 이동은?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77A15523-E67E-4A09-AA5A-DA6F4561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54511988-6854-4DBF-800B-7C8DBCE2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격자 밖 칸을 비용 0으로 두고 세 방향 모두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F3E66-FDEA-4019-BCD5-EEEA37E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DF0538CF-3839-426D-8465-4A97D4A6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EE2FBC90-A5A8-4CDF-B3FA-A51E7505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왼쪽에서 오는 오른쪽 이동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DA2BF-564E-4B15-8C32-E0453B8D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22F1F456-D4A9-412F-A137-E8061A05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FDB188D4-E7EB-4F1F-B4AA-38B39934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왼쪽 이동과 대각선 이동 모두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4C78C-878D-4547-AF42-AA668730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B86B5492-2194-4CFC-96B3-BDB4B725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EDE6D606-31AE-4CAC-A616-B57006C5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왼쪽 위에서 오는 대각선 이동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61E7A-54B9-4935-8742-570FD4B4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5A6D0AE2-CD78-4A03-A4AD-F80EF567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F7DDDABB-0B69-4649-B0BA-AE45E8B0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위에서 오는 아래 이동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88D20B5C-7110-4E1C-80AF-47F279B9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D210974-0671-4448-BB57-CC0B3284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A55BB67-F562-49E6-8D21-F6B3DFB6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34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8F781-9F56-4134-908A-84DB2DB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2D867-3EC2-4227-B45C-F8D9919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94841D33-9BA1-4B49-BA2C-4B00124F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C062C04-3AA4-469B-A9F2-DCD6B470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0EB285FF-C4F4-4A21-99BC-EF63B13B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앞 격자 문제에서 첫 행의 시작 칸을 제외한 칸에 적용 가능한 이동은?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1D05F-5FCA-41A2-A426-F00FC7DB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3116162B-19F9-4ED9-B38D-B91D66FB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왼쪽에서 오는 오른쪽 이동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76974846-79CD-42E6-9991-EDD62A9F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31939-721B-4863-BBB9-6B26BD5A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FC250C2E-41D1-4681-ADB2-0E5C66BA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격자 밖 상태를 참조하면 안 된다. 첫 행에는 위쪽 선행 칸이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D03ADF98-A2BA-46C7-9203-F08A7633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FFB90B9-B885-4E22-8AAC-6E55DB4B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54E27C7A-AA13-4FAB-AC2E-1F9AF7AF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35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B3B20-C6EA-4895-A36D-127E4A89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4EB5D-F45A-4E30-960C-6B04056B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92CE185-11CD-40F1-AAF4-78EFB932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EB69116-D3CD-4FF2-86AE-A14CB40F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069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8F03A9C2-A579-4911-BA83-B274993B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순환 의존성이 없는 DP에서 계산 순서를 그래프 관점으로 표현하면?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8247DEC4-3A28-4D78-8FA8-92A79D52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85099EBC-596B-45A0-9830-042968D1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상태 의존 그래프의 위상 순서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D8051-9C88-4BC8-B822-18C871D6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03566836-180B-49B9-BA7E-9C4D61D5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D64C891C-F822-46A9-9DB6-CBFDBD83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상태 값을 큰 순서로 확정하는 순서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F7AA8-60C9-453E-A5BD-3CA3CFF5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EA9E56B8-251F-497D-9738-DE90D81A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6F3B1F36-51A8-4AEB-917E-4E2C156B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인덱스 역순, 의존성과 무관하게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40C0D-ED08-41A7-996A-9C348F77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51764022-4BDE-4A0C-A9BE-79EB7835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AA02AF91-4B3B-4513-9C0B-CC4884C0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경계 상태를 마지막에 계산하는 순서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B3BE5-2921-41F6-BF3C-CF9D0E0A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33E435E8-5526-4D1B-98CF-9238F52F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EFF3E70E-22B9-45AB-ACB0-FF6DD3C1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그래프의 간선을 가중치순으로 정렬한 순서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1881D655-7CBE-4580-BCA1-EC9B9689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6DF1FA1-0D7B-4CC0-A732-922625E9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F9168CA-1396-4A78-B6BB-212EA269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35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3FCBD-BE9E-4D66-8695-CF4C7FC1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02DF0-68C6-4806-9F26-76B4F9AD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CC2DDA0-57E7-4BB3-BA64-A1B52DD1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E0215E8-286E-4C52-9C01-B000D0B7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885D58AD-36D8-4E71-BE2F-C45ECEC0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순환 의존성이 없는 DP에서 계산 순서를 그래프 관점으로 표현하면?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AB25D-1168-47E2-A853-72AF1C2F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F1A31501-A434-4FC5-8EA8-CC3DFBD7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1번 상태 의존 그래프의 위상 순서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F7BA4E8C-0BF9-4572-A432-1492FE6E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D0D10-F5C4-4386-9B98-5AB73DA4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2929494E-6CAF-486D-ABD2-8EFAE821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상태의 선행 상태가 먼저 계산되는 순서다.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2CB430BF-458D-4A02-8046-BE8A036A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7E9117C-964A-4FEA-B7D3-E6C048D6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5F53A6F-D350-4A91-A09C-4677267A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36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0E5CF-91D8-4C4F-8042-A7577153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E786B-6557-4445-A85C-76E1FAE1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7F69A3CC-C874-467E-8BE3-47C39EEA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3BDD283-D780-4E9F-BA21-0D2F49D9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ABEB155B-97C1-4BF7-A1E2-AD39CFCF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일반 TSP를 현재 도시 하나만으로 DP 상태화하면 부족한 이유는?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6F91A563-8C87-4C63-9FCD-3BF8A175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0EF78ACD-536A-47E0-9219-EA77A8A7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시작 도시만 기억하면 나머지 방문 여부를 추론할 수 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02671-0B2B-41A9-909D-B13DEA1A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9684745B-5AC6-41C1-8B4B-5AFDA671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80BFAF4A-5900-4598-8B09-AF1BBFE7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완전 그래프에서는 모든 방문 집합이 같은 부분 문제다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E5216-8106-4644-B0EA-34F495DF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E545B455-9400-460E-9BE9-2490053F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C2D61805-C3C7-4194-AA71-BF5DE4AC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방문한 도시 집합에 따라 앞으로 갈 수 있는 도시가 달라진다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6F1C4-19C4-4A4D-9570-CB6549AC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AB3DEAEF-041F-4202-881E-9CC8562A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82B10318-1F0E-42A7-8311-25A34DB5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현재 도시에 도착한 비용이 같으면 방문 이력은 항상 무관하다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37138-F283-4BFB-91E2-B5078A75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C9DD4CF6-54FB-4609-A861-48829D4F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665540AE-9F67-4240-9EB6-24F1E23D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방문한 도시 수만 추가하면 방문 집합을 항상 대체할 수 있다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7AFAAE2E-02F7-40D6-93A4-7CCD4008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FFA422B-273B-4EC7-95EB-85DB1052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F3185FD8-7549-402D-8291-8EF1414D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36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8E1F0-49F0-4B92-8FA8-528F26B4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16DFA-5DF8-4C34-81D6-B90FB3E7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FF58458-73A1-47E2-B25A-6AE76CE5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77509F6-FFC9-434D-B4FC-536E27B9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5D6A2D1-70CD-4AE2-8101-F9CB83DC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일반 TSP를 현재 도시 하나만으로 DP 상태화하면 부족한 이유는?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7CCC1-18A3-43E2-B222-07CE5C99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73594757-901D-4ED6-84AC-299E3D06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방문한 도시 집합에 따라 앞으로 갈 수 있는 도시가 달라진다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A0E718D6-583E-47A0-BA52-BC5D1FB3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8FCA1-E06E-4846-82F7-7D9064EE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DEF9606C-5BF6-4B70-B7B7-7FF02B3B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현재 도시가 같아도 방문 이력이 다르면 같은 부분 문제로 합칠 수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398FACBD-FA38-41C1-9E8B-E9CEA751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95771AD-80E4-421D-A56D-4BB6CDE1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3B16E05-CFB2-4065-8B1F-7D22E96E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37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F414F-CAE4-44A7-8747-C1108A64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35CB6-F124-42AB-8BE5-B545EBE7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30BC2FA2-5177-4128-B8EC-224ABA8D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FA600A3-7053-4137-99C3-46F2695D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8B316452-C2B9-4DB6-B106-BF80B544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DP의 시간 복잡도를 계산하는 기본 방법은?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F8123B3B-5819-47CC-8D1D-9A812C29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27A8E045-E019-4395-A015-857AFFDA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전이 후보 수만 세고 상태 수는 제외한다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93BAB-0054-4760-B91B-A29C4B0E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7F960F01-0A98-4941-A92F-16CC0C95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1730F1D6-0439-457C-B211-8BE0513E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상태 수만 세고 각 상태의 반복은 제외한다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1CE4E-0469-4315-8204-5229C1A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76E1735D-E3C6-4717-AC0E-6D2B1268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BCBE8A2A-574A-44C7-A31C-37463AA8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상태 수와 상태당 전이 비용을 곱한다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230AD-1C94-4C46-9759-8C1A98B2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2E236054-B856-42C1-A8FB-5ADA6A4D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A6FA9895-017A-440B-9E86-CEDD8F68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재귀 호출 깊이만으로 전체 시간을 정한다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8838F-2042-4372-BDF3-41F56061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0090CDA5-FDDC-4061-9934-84BDD796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A22CB449-C573-4935-AF1F-40882F0B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메모이제이션이면 상태 개수와 무관하게 O(n)이다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3FE93646-1DC0-4466-9FDA-89A8759F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1252B4FB-2F49-4FDF-84D4-45B51A54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F258DD8-8EF9-4E39-9CAE-2D7A141D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37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51B54-A891-4285-9AA8-6B8F637E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5BA51-1F64-44AF-88B4-4AA4EF51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F87B300-AF0C-4BEF-82B0-29743E16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FFF33EE-2189-42DF-A409-AC48D1C7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ED8916A-6D89-4BA8-87C0-E8589FA6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DP의 시간 복잡도를 계산하는 기본 방법은?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56A86-28F4-4EC9-8BE5-4CD703EE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04D888C9-F630-4B5A-B298-1BAEFE8B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상태 수와 상태당 전이 비용을 곱한다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1D8E6AFF-1E96-4D65-BD01-0BD4C541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BC635-A6C9-48A9-BC15-A438A658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41C27D7C-80B5-451A-A3E7-F6CE84AB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상태가 한 번 계산되는지 확인하고 전이의 반복 비용을 포함한다.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398695AE-CE02-4270-B6B6-EBEBA9D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185729B5-8EFF-449B-BE81-5720231E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5428B45B-CD53-4842-854B-4DF24249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38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452D8-C710-4675-8615-1E9E1CA8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F926E-DFAA-49F6-AEF7-994CD868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98168FA-8448-4E74-AA81-7484E99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A91928D3-59D6-443E-9266-11F52974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327D217-1722-4A55-9A58-BFD07A32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최솟값 DP에서 불가능 상태를 0으로 초기화하면 생길 수 있는 오류는?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B28D7875-3D42-4DBD-984F-51E49178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B120656E-7462-4343-9C71-132DE85B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경계 상태를 모두 0으로 두면 입력 비용과 무관하게 정확하다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97B00-493E-4ED2-92A1-85086EC6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D3E2E0D2-A738-4AC1-A4CA-2607E180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61CE1C28-B2C3-40F4-9744-A698EB98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불가능 상태의 0은 최솟값 비교에서 자동으로 제외된다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55208-A453-4469-81FA-FC2B72F3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90912762-7E8A-4FFD-90E0-0EF48705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50A7589D-EA9E-415A-A1A9-A012EA60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존재하지 않는 경로가 비용 0의 유리한 후보로 선택된다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E689F-DD20-4580-A395-967E0BF8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8D6C3AAB-A5A0-4964-B418-6322A715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2CD9E3D6-5011-454B-83CF-3EBAAE39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불가능 상태의 값은 이후 전이에 영향을 주지 않는다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69316-153B-43F1-813F-41BA053B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1B9466F1-0C5A-42D6-80F9-73A893DC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A1B8F164-D772-4A63-AE33-55509428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큰 양수로 초기화하면 오히려 없는 경로가 선택된다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6021A86F-4244-49F2-9CD9-A4DDAD35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7596850-4C16-4085-859F-09031A8C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D49613F-5063-49CA-B57F-2BCE2B34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38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1EEEC-C76D-4982-9C6E-1B229E7E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9F6FF-19C9-435E-BA64-DBBD1197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C381839-2682-4122-9D8A-7D590EA0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F50BC57-D578-4D63-97EA-639440AB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F6B32FE-2C41-48B7-A1FA-6FB11B41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최솟값 DP에서 불가능 상태를 0으로 초기화하면 생길 수 있는 오류는?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C3BD3-431B-4467-B134-187C6BF1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C1D2439B-2E5B-4C4C-946A-ECCBACB1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3번 존재하지 않는 경로가 비용 0의 유리한 후보로 선택된다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61243C1B-3ED7-4C29-9ED7-D3B39878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83C33-1F08-4BDA-BA63-1F707D93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06B66485-4893-4855-9174-B19FF0AF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불가능 상태는 ∞ 같은 표식으로 두고 유효한 기저 상태만 실제 값으로 설정한다.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8214597F-92A0-4B78-9DFA-153D7BA6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A87A569-9E5E-4DC5-86B4-13F07832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C906A69-B7FC-4DED-8266-0B47250E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39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9A105-959A-4A2F-BAEE-CAFC55DB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8C3FD-D28F-47BA-B3FF-41898E11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364E618E-58EC-4D15-8AD8-054F2AA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4A59EBC-2D6E-4004-9440-80F7B73C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481B0F6-B78A-4ED3-9CB6-72F0915C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DP에서 최적값뿐 아니라 실제 선택도 복원하려면 일반적으로 필요한 정보는?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92DE71B9-7F4A-4484-92D3-3001ABC5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EC8FFC91-B734-40E5-A60C-31854514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최종 최적값 하나만 있으면 모든 선택을 항상 유일하게 복원한다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C1490-10EB-49EE-AE77-3325D5EF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702E95F9-C74A-4123-B1D3-6660A46F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6E1A71AF-3E1B-41F5-A2FC-0821538D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입력을 정렬한 순서만 저장하면 충분하다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ACE3B-2472-406D-A3F6-74E37814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A3A9AFDA-EB3A-4BF8-8CF1-B1B3A979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7D799B56-A442-4918-99A9-989B78F4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모든 상태의 최적값이 같다고 가정하고 역순으로 출력한다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142CB-42AC-47F4-8ADC-E3D1721A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B465810A-2EC9-48A2-BE2F-65291A6E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B0BA30C9-BCC0-4032-85FC-12B00119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어느 선행 상태나 선택으로 최적값을 얻었는지에 대한 정보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A6F655-0328-45D7-9234-C3F36841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3CCDAD2A-37C2-4884-B47E-50BB3F79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7260C0B5-0A9C-4B92-AEA7-0D29EAD7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최적값과 같은 횟수만큼 첫 선택을 반복한다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F669F057-5003-490F-B58F-F6341D60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8677A2B6-EABB-4283-84D1-62B06595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5E478F7E-BFF0-4CC8-AA44-80411FD3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39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5ABC3-4557-4189-BC7B-8119E929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D8B48-46A5-4855-AFEF-0A58B30E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2F0A759-F96E-43A0-9BD6-D95E12AD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A6AFA43-DADA-40DD-B6B3-386F6378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99807286-4294-42B6-B111-E41E97EF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DP에서 최적값뿐 아니라 실제 선택도 복원하려면 일반적으로 필요한 정보는?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5DEC0-A096-455C-B1DD-C162BAFC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2953D866-33F5-4092-A6AB-A820C84C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4번 어느 선행 상태나 선택으로 최적값을 얻었는지에 대한 정보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3CBECE37-6F55-449E-9095-0A3F8A2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C12BE-9361-4598-8067-A33432C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9C45EB01-63B1-41AC-AF5D-2B6B0266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선택 정보를 저장하거나 완성된 표에서 같은 전이를 역추적할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AECAAE01-743A-4C60-A66F-56DC45C6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97953B1-7521-432C-B4A2-1DFF7B2B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566D5ED-24FE-43CF-B8EF-B6899C4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40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8CADA-DC08-4695-A681-62973292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DC5C2-6405-4144-B8E4-0A91CF88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E9ACF7F8-8781-4A49-B7DA-34BAC411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312069D7-939D-487D-B460-85A321AC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079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B8D56F3-EF09-48B5-9943-9C72CED0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동적 계획법과 탐욕법을 구별하는 설명으로 적절한 것은?</a:t>
            </a:r>
          </a:p>
        </p:txBody>
      </p:sp>
      <p:sp>
        <p:nvSpPr>
          <p:cNvPr id="9" name="text-316-72">
            <a:extLst xmlns:a="http://schemas.openxmlformats.org/drawingml/2006/main">
              <a:ext uri="{FF2B5EF4-FFF2-40B4-BE49-F238E27FC236}">
                <a16:creationId xmlns:a16="http://schemas.microsoft.com/office/drawing/2014/main" id="{FCD91A73-0A18-4CBC-AB4F-D2891031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0" name="text-316-124">
            <a:extLst xmlns:a="http://schemas.openxmlformats.org/drawingml/2006/main">
              <a:ext uri="{FF2B5EF4-FFF2-40B4-BE49-F238E27FC236}">
                <a16:creationId xmlns:a16="http://schemas.microsoft.com/office/drawing/2014/main" id="{337AFF84-123F-4C67-9CDD-B698E985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재귀 함수이면 DP이고 반복문이면 탐욕법이다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E433C-5A50-4A67-A14F-CBE28753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2" name="text-382-72">
            <a:extLst xmlns:a="http://schemas.openxmlformats.org/drawingml/2006/main">
              <a:ext uri="{FF2B5EF4-FFF2-40B4-BE49-F238E27FC236}">
                <a16:creationId xmlns:a16="http://schemas.microsoft.com/office/drawing/2014/main" id="{9B440FCA-BF7B-40AA-BD97-BD85A6A7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text-382-124">
            <a:extLst xmlns:a="http://schemas.openxmlformats.org/drawingml/2006/main">
              <a:ext uri="{FF2B5EF4-FFF2-40B4-BE49-F238E27FC236}">
                <a16:creationId xmlns:a16="http://schemas.microsoft.com/office/drawing/2014/main" id="{809C3AFA-6030-46C0-B4B8-5EF91499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DP는 정의한 상태의 여러 전이 후보를 비교하고 결과를 재사용한다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A7BD1-6325-4384-9EF0-A56EAA60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5" name="text-448-72">
            <a:extLst xmlns:a="http://schemas.openxmlformats.org/drawingml/2006/main">
              <a:ext uri="{FF2B5EF4-FFF2-40B4-BE49-F238E27FC236}">
                <a16:creationId xmlns:a16="http://schemas.microsoft.com/office/drawing/2014/main" id="{806DA4A0-66C2-41F8-9F8D-A5A854EA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-448-124">
            <a:extLst xmlns:a="http://schemas.openxmlformats.org/drawingml/2006/main">
              <a:ext uri="{FF2B5EF4-FFF2-40B4-BE49-F238E27FC236}">
                <a16:creationId xmlns:a16="http://schemas.microsoft.com/office/drawing/2014/main" id="{3FAB7C0B-EF03-4426-99B6-71BDB3A9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최적 부분 구조가 있으면 DP와 탐욕법이 항상 같은 선택을 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F6EA0-4179-4CB0-8AEA-13260742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18" name="text-514-72">
            <a:extLst xmlns:a="http://schemas.openxmlformats.org/drawingml/2006/main">
              <a:ext uri="{FF2B5EF4-FFF2-40B4-BE49-F238E27FC236}">
                <a16:creationId xmlns:a16="http://schemas.microsoft.com/office/drawing/2014/main" id="{3BFD619C-F06A-40DF-BDE9-28D5BAAE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-514-124">
            <a:extLst xmlns:a="http://schemas.openxmlformats.org/drawingml/2006/main">
              <a:ext uri="{FF2B5EF4-FFF2-40B4-BE49-F238E27FC236}">
                <a16:creationId xmlns:a16="http://schemas.microsoft.com/office/drawing/2014/main" id="{2329DB77-0A5B-4F60-BF31-AF9B9E0D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배열을 사용하면 문제 구조와 무관하게 DP다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834DE-06CB-4425-81DA-36A4E022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7E7"/>
          </a:solidFill>
          <a:ln xmlns:a="http://schemas.openxmlformats.org/drawingml/2006/main" w="0">
            <a:noFill/>
          </a:ln>
        </p:spPr>
      </p:sp>
      <p:sp>
        <p:nvSpPr>
          <p:cNvPr id="21" name="text-580-72">
            <a:extLst xmlns:a="http://schemas.openxmlformats.org/drawingml/2006/main">
              <a:ext uri="{FF2B5EF4-FFF2-40B4-BE49-F238E27FC236}">
                <a16:creationId xmlns:a16="http://schemas.microsoft.com/office/drawing/2014/main" id="{B8ADE8E2-0771-4292-8658-BD00DCB3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9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2" name="text-580-124">
            <a:extLst xmlns:a="http://schemas.openxmlformats.org/drawingml/2006/main">
              <a:ext uri="{FF2B5EF4-FFF2-40B4-BE49-F238E27FC236}">
                <a16:creationId xmlns:a16="http://schemas.microsoft.com/office/drawing/2014/main" id="{A63A70EB-B34C-4F87-A1C4-4C1311C8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10401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탐욕법도 반드시 모든 부분 문제의 값을 저장한다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B81DCAD4-342B-4F4E-BD87-70E30448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객관식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8F973A34-A9FF-495F-87CA-31B6C647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9BC450E3-1DED-430F-AED2-E24B3BA3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40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F12F7-741C-49B2-8967-089C8CB1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15ED3-6BBB-45A0-9CA5-61916063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15A3D18-D979-479B-BF22-1B257FEC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1F4F4F3-FFA7-4648-A3DF-97A92630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A8C9FF37-556C-4A87-B223-75FDC155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동적 계획법과 탐욕법을 구별하는 설명으로 적절한 것은?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3D611-F444-4988-B9C6-0592606B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CB4F0DC6-13AD-424F-8674-7142EA8A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2번 DP는 정의한 상태의 여러 전이 후보를 비교하고 결과를 재사용한다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52A78F0E-56E1-4A49-A744-DF5A7470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2BCFC-CB4B-4614-A71E-C606C267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407A1A13-E4D8-45F2-9DAA-BEF41032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문법이나 재귀 유무가 아니라 문제를 해결하는 선택 및 재사용 구조로 구분한다.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5F8051AA-813C-4C72-9E5B-7EB6DB4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FE90A7A-3A33-4A79-A309-A2B5BB31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BD14A04-4C64-4CA4-8BA5-A01DEE1A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41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A3F6A-B1AE-4781-A11F-B5C5DECC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3CA4B-37EF-40C4-A882-3A6CE368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5147F8C-C6EE-4809-9487-AC20226E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BC33AF7-9455-41D6-AA32-D1C5236B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EDA6DA2-55EB-4DE0-B6E7-47C173B4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F(0)=0,F(1)=1일 때 F(2)부터 F(7)까지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2579AF56-2835-42B1-BA9D-657D5E7F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3E2E6-426D-46CF-82B8-3782F525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79DA4-5E13-4BBD-BAEA-463A4367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D852A-6592-4967-84D6-03CBB456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B72FD959-9FFF-40C4-BC13-6E29115B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F2BD702-E4D5-4AEF-B524-33465A93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1D1E5C7-6F4F-4BF5-9ED6-D30CDCD2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41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8D62A-F18A-4249-B201-799E889C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78ED0-E92A-4B00-BDDA-CF51EA04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17CE81B-BD00-4706-AD13-9220F122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099F0B5-CF72-4BC0-88D2-32899960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B9B2108-8640-40BC-873C-A2130D0E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F(0)=0,F(1)=1일 때 F(2)부터 F(7)까지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28A3F-1C7A-4AEF-8688-497AB6A2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027D61CD-DFAD-4936-B776-3B3FD181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1,2,3,5,8,13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D99732B6-8F84-437F-A71E-326990E4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CCE16-FEDF-4EB8-AEC7-65305BEA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83C970D0-B878-4584-9B1F-7C87DAF2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앞의 두 값을 더해 순서대로 계산한다.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C5B6AEE1-F8D0-4DB6-9475-9FA5C9A4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B47B30E-52F6-4080-92A1-F15B6CB7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18E234B-1ABB-4D13-A2A2-4D627C9A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42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5379E-587F-43BC-B028-96709072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2C5D2-184C-41E4-ADF7-32E31C50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25E132FD-1027-4B29-8BC9-77A89BE2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5324F21-B9E7-4958-826B-45B6859E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E9F23F2-18C2-4258-9908-B20A69C3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F(0),F(1)이 미리 저장되어 있다. 메모이제이션으로 F(6)을 처음 구할 때 새로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계산하여 저장하는 비기저 상태의 수는?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2889A3AE-BFBF-42EA-93B6-F6F8B4DA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CF8A9B-4E1D-4094-BE54-673CAD8C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105CA-9F57-4551-BB8A-357451E3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B4298-6BFC-45EA-B5DE-CAA7B197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4CD93942-03F5-409D-B295-B575893B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5834491-4865-4FDC-82ED-ECB42E6A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1CF21CB-C00F-49FF-989C-8A7290B8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42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7361D-56A8-4914-B70A-91025E6A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B47FF-160A-4CB7-9E05-8EC2A96F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DCD4A87-BC92-4E2D-A7CC-B870FD79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1AF411B-BB20-4D2A-A37B-86BE0C92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7FAF555-1E0B-4253-B766-3BE67E0B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F(0),F(1)이 미리 저장되어 있다. 메모이제이션으로 F(6)을 처음 구할 때 새로 계산하여 저장하는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비기저 상태의 수는?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E6E2F-21A3-4ADA-8A0F-7295B5D3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C895CA70-CB0A-45F4-BFFD-C5C7BC6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5개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CAF1F036-0F97-4DF6-B835-C49DBF5C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B4295-68B0-4795-B492-CD6756C8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EA43BA8D-EF24-4E78-8597-FF45E06E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F(2),F(3),F(4),F(5),F(6)을 각각 한 번 계산한다. 호출 횟수 전체와 구별한다.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BF009636-2296-41A3-B170-0C15C117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64ECDE6-B3E0-4D9D-AE09-744C5D71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17DCEBF-8B14-4144-BF4B-253F5549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43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54BBB-AD19-4C3E-81E5-E4F4E6C7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0E698-46C1-4A1C-97EE-C73FD618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7BC612A-B1C5-4F2E-9643-B0D1A304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224CDF9-B49F-49EF-9548-09F64A39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3859695-8E77-4A21-A0D7-3B4E3B26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변수 a=0,b=1에서 (a,b)=(b,a+b)를 5회 동시에 갱신한다. 최종 값은?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4A1280A6-3034-4897-8392-77FB1145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33EEF-E24F-470E-AF2E-6F04E850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93761-328B-4E4E-A78D-95FE761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B438D-49C1-41F6-843D-A1D72822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A9BA1CBF-DAAD-48B0-A571-92C11D37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246991A-1117-412D-BCCD-7CC9F096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FE8BC18-DCA1-4A5B-A255-9E21596A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43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8B511-156B-4A19-B9C5-84E676BB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16CBA-C0A2-4DCA-93B7-883184C2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47DAD1F-08A2-4258-AC57-9D67EA9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F4C2BB4-A5C3-44AA-B641-30E5B9EC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848F6169-4AF0-49A0-A620-EC601377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변수 a=0,b=1에서 (a,b)=(b,a+b)를 5회 동시에 갱신한다. 최종 값은?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5A3D8-34FF-4AE0-B7C2-EB2C87FD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644CE8F3-99A0-43E6-A24A-8BB2FFE6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(a,b)=(5,8)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60872808-95C5-49D1-BD02-277BCDE7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CD873-3AD5-448A-B972-2FE57C65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F19D4A6E-FA42-4804-ACA8-40F260BE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단계에서 a는 F(k), b는 F(k+1)이 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9531BCEF-9BC4-4CA4-81BB-40C5A99D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4A98193-EE14-4F5C-90EF-2240346F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AD5BEEA-23AA-4609-B650-F95502A3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44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45B37-E315-430F-9706-24B2E51E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16810-0FFA-4C50-9D0E-67795F2C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BA4E3041-C095-462C-9111-0977DCC3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B7CB544-2FB5-440E-AEBB-35039C07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90CF38CF-8F96-49F9-BC17-5AE258DB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2×n 도미노 타일링에서 D(0)=D(1)=1이다. D(2)부터 D(5)를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24CAC845-3E25-42B5-AE46-2450BFB4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EC0C6-682A-488F-9106-78C69BF5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34761-96DC-4C39-A30F-6DF18E44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A53BA-90B8-41D2-9DEC-2D2D41AF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B762CED8-F191-45FA-B1A8-35CF0D8A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3F516A4-3BA6-468B-BB5A-3C2A46B1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264B6E3-01EC-474A-A150-DD889631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44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FB7A4-B77D-464D-8A1E-341B9AA1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D0D59-2B4C-4C05-89FC-E98FDB8B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DAC106F-24C3-4C75-A763-C46D2608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393CD74-BCBD-41B5-B5DE-4DCF8840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0F154C1-C387-41A6-8BBF-47B62DE7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2×n 도미노 타일링에서 D(0)=D(1)=1이다. D(2)부터 D(5)를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98441-B0F3-4365-97E2-A1C9499F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E7B601BD-B91C-456A-99DF-E3E33CD0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2,3,5,8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234E2D33-9E95-4969-B614-57FC82E3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FD3D7-1122-4DAA-9469-1AD719B0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EBC8CF4C-13BC-4E21-B975-87FEEB76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각 항은 앞의 두 항의 합이다.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C42A58E7-30C4-4539-A6C5-3BFFD771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33BC344-DB9A-446C-BAC2-20D57D7D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7719870-9415-496D-ABB3-3EA21645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45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36567-47EF-44D7-93D0-CE149209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60216-D9B4-4324-8E62-7D620263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E5C1A5E-AB4E-4030-98F9-2FD83928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AC9BE8D-43EC-46BA-8A94-95004CBC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089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0CBED1F7-A15B-493F-AFFF-5C482CD3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한 번에 1칸 또는 2칸 오를 때 4칸을 오르는 방법을 모두 쓰시오. 이동 순서를 구분한다.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FC98C05B-E63D-47B7-9542-ECCD05CA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E2AD3-659E-4F88-9017-7BACF4F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5BD18-FD35-42F9-B77D-8C535BDD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956F5-2EBB-4D3F-8DAE-19FEB40E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E3E5E5FB-03FC-44EA-AB8D-726A9BC6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80ECE17-5C82-42C3-B2EF-FBE2B832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145D9A1-6B07-458F-BA01-BE6888E7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45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510B1-39C8-4208-A813-98773CE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1BDE5-138C-4282-ACB1-5419C99F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7C2F0668-E8F2-4186-8AD3-68FED54C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009E20C-E1DD-4A2D-BFC6-50551C11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95BB1827-4A54-4317-8FC2-0A8B1DC5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 번에 1칸 또는 2칸 오를 때 4칸을 오르는 방법을 모두 쓰시오. 이동 순서를 구분한다.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44CBF-98C1-4BE4-9359-B9F9378E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060849D9-A9A2-4061-9288-91BEB849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1111,112,121,211,22의 5가지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BCD9DA88-DAD9-4C02-AA17-C53D7D10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D5E51-52E6-45BC-8145-E36DB797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B9C97710-C72E-4EC0-BFC4-69140950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마지막 이동을 기준으로 3칸의 3가지와 2칸의 2가지를 합해도 5다.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0AEB570C-77E8-46ED-BB96-11F0DC7C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1A5027C-4436-4141-A2DE-A5CAC123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A13181B-6795-45A9-B59B-5DE5C87C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46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09DF5-F828-4C16-9B65-F55B8D08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3A894-8C67-4CBE-9A61-CC8F81AC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ABD1AFA-A4DC-46DF-895E-656A239D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F7BA3EE-283A-4F6E-972E-A5FD6FDE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8384E31-B0E7-4F8E-8BE6-4ABF6FE4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2×6 도미노 타일링 수를 5로 나눈 나머지는?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6099C3A4-8887-4E09-95CD-988A69C1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92E0C-5C9E-4558-BB93-77061FB2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E914E-768C-4DA0-882F-4388A058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05244-BE05-4F1A-A489-9242AF75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FF5430F9-C2A3-425F-A003-DDAD67F5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FA9F476-4484-4A0B-B2EB-AA0798B6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4846437-BA43-4DA9-AFA5-F249B379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46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40B04-353B-40F9-9389-2398D90D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F297A-5FEF-4A97-A4B0-45EB35BF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4774AF7-0088-4708-846F-EAE85F4C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FA440BE-F288-4B6C-8AFB-007A68E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2FBBB45-AC6E-4045-BDB4-3CE74A36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2×6 도미노 타일링 수를 5로 나눈 나머지는?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FB3B6-3D9C-44C4-A12A-0F4F0164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D3CBD4F7-FE7A-4D7B-9031-AEA60047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5787E731-D292-45C3-82C6-A39F0B16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4EE54-E539-43B8-9FB6-F1EDC176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7D421ECB-4815-4240-919B-9EC63CC0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D(6)=13이므로 13 mod 5=3이다.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40F3E6A9-917B-48AB-9D3A-7DA6F824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40687383-B704-4FDB-A555-9192D74D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38FC4B7-ECB4-4D6A-BE1A-C614445D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47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398D7-62A4-47CF-B8C6-DB12BC75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9CCB5-CEFE-46C6-A22A-C7BA5515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922A9BB-022C-40C3-A5CB-BC073F9E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E0E5FD7-789D-47BA-9E44-ACEAE58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37E7E72-3EE0-4965-9DB3-41AB8069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−1, ÷2, ÷3, ÷5를 허용하는 1로 만들기에서 dp[1]부터 dp[6]을 쓰시오. 나눗셈은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나누어떨어질 때만 가능하다.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1EFDA2FD-0ABA-4B24-AD65-BD951148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D70A2-7BF8-43B4-BD42-196C2116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91FF4-40F7-4A2F-B060-99922EAC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77434-A40C-4133-AD89-8FA5123A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3E73432A-6F37-4EED-9D47-7F287FC7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17E28AF-FAB6-4D73-B09C-C1EB2AD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0BECAA6-4128-4A61-92C1-6233D2F7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47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84D34-1F2A-438F-B655-B513974A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4FDD5-CD98-47B0-BBCF-228E4D98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576F7B8-6279-465F-B4A7-C791D8C9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7FEA236-0B1C-489C-8B0B-29848E0B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70C28054-745B-4936-9154-CD6F91EF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−1, ÷2, ÷3, ÷5를 허용하는 1로 만들기에서 dp[1]부터 dp[6]을 쓰시오. 나눗셈은 나누어떨어질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때만 가능하다.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BBE66-3929-4B75-80F4-ABCAB260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225D8A9C-22BA-471F-ABF2-3E97326F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[0,1,1,2,1,2]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6F7E5ECE-C186-4213-AAC7-2C402F35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2B2A8-D3C7-4A58-8FCC-3EE66051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8EBE3D5A-2DB7-4732-B9B0-3EF3816C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4는 2를 거쳐 두 번, 6은 3 또는 2를 거쳐 두 번에 도달한다.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CC4BE951-1CE4-4F00-B1E4-0C650F8B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19C90B6-8815-4771-BABC-1E3CE5D4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484AD88-4ABD-4A4C-B336-968DF349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48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F185C-9CC4-4A0C-9950-9FE0D7A1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91E69-B9A1-4E85-AD81-7618476D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EE56D1E1-8335-4BBD-88EA-EAC83032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B3ABDF7-1518-4D8E-994A-7B8AC36F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631086F-AD3E-4AA8-84B0-C9725BE7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−1, ÷2, ÷3, ÷5로 26을 1로 만드는 최소 연산 수와 경로 하나를 쓰시오. 나눗셈은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나누어떨어질 때만 가능하다.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AB7182D6-9FFF-4FD3-ADF4-B0B741FD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FF335-996E-41EE-8CB5-7056C409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3A1A9-7C38-44C9-8DD5-E00C2518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C87FB-3DE1-4D9A-AB91-78F04CF4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775813CC-A5F7-4295-92C0-A02D6FAA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8D670761-6B91-4A0C-A100-DB94063F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89D2456-6BE4-4CE1-9D91-EB78BBEB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48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A54D9-6CCA-46D3-906B-BFEBDC5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2DEF2-E648-42B2-BFDD-E65B4151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3C3C315-72E3-41D0-853D-E85C8CAF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697DF9E-C4EF-404E-8746-65DB5DA1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991AADF-1587-4D38-86B9-C9CFDE2C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−1, ÷2, ÷3, ÷5로 26을 1로 만드는 최소 연산 수와 경로 하나를 쓰시오. 나눗셈은 나누어떨어질 때만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가능하다.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FFB50-5F21-4BE4-9F39-C16BCE7A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0EBB4C0D-CC52-472C-BB84-9206C16C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3회, 26→25→5→1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065A64BE-07B9-4714-965B-FC199BC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4F203-8A77-4844-9526-5C38A247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4043769E-9F6E-4A5C-B0F2-B292BF3B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26에서 먼저 2로 나누는 것보다 1을 빼고 5로 나누는 경로가 짧다. 2회 이내 도달은 불가능하다.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61CA0620-43ED-47BF-B11F-B5F97430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0F923B1-C369-4699-8E18-2776746B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1C2017EF-9B58-4745-BDA3-C37A5D3D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49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0F923-6E59-4C20-8CDC-057B66A0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75F90-2D06-45ED-A2B2-1D40DC9E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3F8294E-5987-42A4-B914-C37CC5BF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D24ECF6-9FC3-479F-ADB9-C2084178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22289A4-49CF-44A0-A20B-A108D53E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−1, ÷2, ÷3, ÷5를 허용한다. 10에서 가능한 한 번의 다음 값과 최소 연산 수를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149AF6F3-31D8-4545-B320-ADFE3EA9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A0991-5E11-432E-9D5E-1D4494CE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4C106-EFE7-4234-8953-ECC34BA1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59997-1AC5-43F4-8EE8-348D7C5B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9DEE7426-0D8A-4225-8CD0-DE3DDFFB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BCDCA267-1CEF-4968-A0B1-71E39D3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742593A-98A5-4BD3-AEDA-46477940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49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29614-0A1D-43DB-ACE6-CF3749BF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F559C-585F-4AFE-B4DE-FCA89FAF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9CC2BB8-E716-4DF7-BBD8-47FC977D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505352D-7DE7-4CC6-B8D2-79D221F0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F8D84CE-E32F-460E-8A78-89A8FD2E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−1, ÷2, ÷3, ÷5를 허용한다. 10에서 가능한 한 번의 다음 값과 최소 연산 수를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52E1D-749F-4F55-8075-FB00B254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AAE8E4CA-875D-46C6-AE95-CA25F248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 값 {9,5,2}, 최소 2회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F4466C1D-B4A0-4B96-9657-819A2D62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00F43-F10F-4A43-9831-A8065C1B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6B1EF1C4-6E44-4737-8994-C25C58E3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10→5→1 또는 10→2→1이다. 10은 3으로 나누어떨어지지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31092F49-B41A-46EA-ABE3-E5746229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9A48832-008B-4BAD-A19B-8632BD2D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DC41453-5299-4FDA-8889-DE66EE2E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50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7BD3E-6B73-4285-B04C-CE46D2F2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EEA72-02E2-4BF3-A1EA-A99F6290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533C1E0-D2E0-4DC8-A957-52EA5E51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EA30017-357C-476B-A74A-7E8CD6A5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099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48200B4-6697-4A41-8E8E-1BBB49FB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−1, ÷2, ÷3, ÷5로 7을 1로 만드는 최소 연산 수와 경로 하나를 쓰시오. 나눗셈은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나누어떨어질 때만 가능하다.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27F25A1F-AC6E-4FD6-AA5D-A1F77BFF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C51E2-9FE3-442D-9E02-60D2DC15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E434B-111D-4150-9A05-0A1F80C1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B3705-BFAA-47B4-A957-6CA2261C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FC81D715-3183-41DC-836B-2FF6A6F9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4C7B66C8-A59F-43F5-B6AA-94041260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5B6FFC7-63E6-4D69-BDA3-F838AB6D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50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4F320-207A-414A-8DCC-3938CC5D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92740-F439-4610-80C8-153F13E6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D9F8DF9-A0CA-42E1-9221-6259EC78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BF8A1AD-4816-4AE8-A49B-E4C57158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A84468C5-3355-4A60-9039-EEBFC347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−1, ÷2, ÷3, ÷5로 7을 1로 만드는 최소 연산 수와 경로 하나를 쓰시오. 나눗셈은 나누어떨어질 때만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가능하다.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D2482-35D0-4C3A-A0A6-83094549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60750B44-EF90-42FC-A284-C1D276D2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3회, 7→6→3→1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8228378C-EC2E-48C3-A727-A5939CDE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2ECB0-6DAF-464A-9D58-CD092696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E59D69C2-A6BD-49FC-B61A-56CC1FBA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첫 연산은 −1만 가능하다. 6에서 두 번 더 필요하다.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1F3E9FC1-6613-47C2-90B7-FC2EA3C0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8E75640-04AA-48AA-9D96-92C7B0C0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A208D37-43E6-4FC4-B309-E7F98EDE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51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3DDAA-7466-4123-865C-5FC0F3D2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40231-0D19-4E0A-B9DB-FDA16AF0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B4CB0642-F800-4A35-A322-E1EF9754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8CD9E1D-E2CC-47C5-8E37-AD829BFD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ED573C4-E92B-438E-857A-978F3D5F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배낭의 물건 (무게,가치)가 (2,3),(3,4), 용량 5다. 첫 물건 처리 후 용량 0..5의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행은?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E7DD7001-E83F-411C-AD7B-1D718140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F42B8-1B09-489F-857F-AB014E4D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91D4D-90DF-46BF-8D3B-E85274CE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0CAFA-1E40-4140-B43E-DE1BE9E3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9B44767A-C82B-4D27-8CC5-C240BD94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8B05315-A01D-4191-ACA4-26C4CFE9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381A3AA-6EB9-4F2C-87BE-9BD2F826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51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DBE26-5EA5-4CE5-B3BB-ECA9E5ED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242D8-F7FA-48DD-923D-F44C43CC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359ED3E2-F524-48C3-A8C5-BAE0EE10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AD74FEF2-13EE-43C5-B361-337FAC29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5B13DA1-4C3C-4F66-A825-64544D10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0/1 배낭의 물건 (무게,가치)가 (2,3),(3,4), 용량 5다. 첫 물건 처리 후 용량 0..5의 행은?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E58E7-460C-4400-B582-0A5E972C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A4C01DD0-9F77-4151-9E09-71373868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[0,0,3,3,3,3]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080E48E6-3237-49AA-8FE8-D87A9EC8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6BA55-97BE-4F71-87CB-E4B68D4F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938E9946-A6E0-48AD-A6CF-41BF5603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첫 물건은 최대 한 번만 사용한다. 용량 4여도 가치 6을 만들 수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06FC565C-C10D-451F-AD4D-B958A7EC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FF8890E-8041-46EB-B58C-43214B2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93850F9-78CA-4B14-B3BB-3F46C8BE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52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A2A04-B7B6-49BC-A436-F5AC9254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598B7-D06D-438E-9374-A06BF8A0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B702A2DC-19C7-4345-B39D-3C3E12A3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E8D097A-0BEA-4723-8F11-34B1F0BE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5AA349E-8170-4A1C-8342-DD37B82F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배낭의 물건 (2,3),(3,4), 용량 5다. 두 번째 물건까지 처리한 용량 0..5의 행은?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1EE27B5F-7B61-4A6C-83AE-B7A65C57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3706F-0791-45D1-A5C3-38648106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9ED60-EE24-49DD-B4F1-6AC2851F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EF7C9-B56D-428B-848E-FE95BA24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98C5B49B-DCF3-4EAE-9515-685BAC88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BA33412-B583-4EB4-9512-5E04F93D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9BB4DA9B-31BD-45CB-9BF4-CC19F9F3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52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BD663-814E-4C55-937F-2E29648A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67462-F5A6-4F07-BBA4-EE3834C0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BFB4F0B2-7730-4EDC-8F40-E27005B6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CDD4089-2C42-4586-8D54-5DDE35DA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DD0D5D2-5CC0-4038-8FCF-718B30A0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0/1 배낭의 물건 (2,3),(3,4), 용량 5다. 두 번째 물건까지 처리한 용량 0..5의 행은?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AB370-856A-43F4-92E6-543EBA6B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F402D753-75C9-462C-A6E9-B25126A3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[0,0,3,4,4,7]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BB12F365-E484-47F5-A9A9-46E3CA63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D22FB-D277-4ED7-84AD-2A4B2BAA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91ACC8F9-F101-4434-ABD1-78F8486E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용량 3과 4는 두 번째만 담고, 용량 5는 둘 다 담는다.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B047DE94-F453-4CB2-A651-2A1F8466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4BE204B-E935-4865-9D61-03234475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51FD1C9-0024-47A7-B319-9D928973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53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95C24-2B35-4426-BC4B-ED57A516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DC394-64E0-4CD9-91B9-AA152E77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2960C71-B94C-43C8-841D-6C7E031B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3902B32B-52F9-42C6-8C3B-7A6FCC04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D78F58F-5340-4FB3-B0A0-06958ABE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 7, 0/1 물건 A(3,4), B(4,5), C(2,3)의 최적 구성과 가치는?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A99DF8D0-344D-45CC-B2AA-0AF13363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E447F-9297-4E31-BB41-21F31CCE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E334F-021E-4B26-B5A1-51427D86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AC396-8B8F-4CB4-8E3F-06050A4F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D8EF9FBD-F478-4521-A6CF-31A85086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7A3F6BB-276D-43A0-B981-AE29434F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31917C1-EE9C-4218-9DAC-DF64382D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53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DA6CD-6726-4C9C-B4DD-258F2198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30472-ACC2-4F38-BC07-DFC96208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1784B90-1469-48ED-AADE-7DDD62E4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FEF04C2-1AC6-4BC7-8EAC-C1DD2120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9DA012DD-F531-4DF1-94A9-F3A58572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용량 7, 0/1 물건 A(3,4), B(4,5), C(2,3)의 최적 구성과 가치는?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D3527-3640-436A-8ABD-DCDF9FA0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EB3D814C-340D-4987-909F-6DC8D163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A+B, 가치 9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EE0362F1-ACC1-4B4C-A2AF-653DDC03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42D11-7E40-4EDC-B908-7C2D70AB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A87A48E3-7CBD-4C17-84DF-6244B757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A+C는 7, B+C는 8이다. 세 물건의 무게 합은 9라서 불가능하다.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6ECF6ECE-94DC-46D2-859C-7059A4D2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8273B28-68A9-4606-8E76-3AA477D7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4F38090-5157-4724-8F22-6893B1A5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54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53357-E6E5-4E6D-A033-DEF21ABE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6E466-BF45-4924-B777-23FA5DC9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AFB0BB2-CCBA-4C19-AE6E-D4AD2F2A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261EBFE-1DC1-4D0D-A850-5911B827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3533070-5C3F-41DD-8197-95364BF1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물건 한 개 (무게 2,가치 3), 용량 4다. 1차원 DP를 잘못 오름차순 갱신하면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dp[4]는 얼마가 되고 실제 답은 얼마인가?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5638C1AF-1C9A-43F4-86D8-2FF90E5E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8E5E7-8725-4BFC-A030-B14E8E08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22989-3B8B-41EA-B421-274B332E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D74B2-301F-4394-A751-B267288D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00A736E3-125A-4786-AE78-9B84FBD5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A26C11A-E560-4AFD-B940-963F2884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28F729B-4205-435B-B9C3-6926F955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54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70A01-DEB5-43D0-A8C4-DAB91076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814AD-5BB9-4675-A45A-795BFBA8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70F468E4-8228-4A71-A230-02EF918F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3453511-5968-41D3-9A57-39965460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72D6EEBA-ED86-4791-A5EE-E81CFCAC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0/1 물건 한 개 (무게 2,가치 3), 용량 4다. 1차원 DP를 잘못 오름차순 갱신하면 dp[4]는 얼마가 되고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실제 답은 얼마인가?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3935A-1A02-4097-B27F-ED3EE523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8993EE54-F689-4327-A324-F4C4F6F8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잘못된 값 6, 실제 답 3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F1F0521B-BB03-48D3-A475-5C8170DB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A95AE-15BA-4E7B-AB36-9731BE8F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96CA6A02-7CF0-4C25-9B9E-A960A8AE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dp[2]=3을 만든 뒤 같은 물건으로 dp[4]=dp[2]+3을 계산하여 중복 사용한다.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9D3E8145-A2A8-4607-B808-C27338F1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B79F5234-8E49-4B3E-BCCB-DAF2590F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7AA206B-9B08-4ACD-9188-595B757B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55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F097E-B09C-42AC-A040-BBBC1B6F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80EFD-B54B-4365-B729-5368101E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EB43269-421A-4410-B389-6C27560F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85E1583-6F3C-4B5E-912E-A0715A7E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109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FD428F5-5F30-46B2-A312-F39E8F9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무제한 사용 가능한 물건 한 종류 (무게 2,가치 3), 용량 5의 최대 가치는?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04884CD3-C53D-4614-80DA-BED19C23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5C2B9-20D8-495D-8FCF-BD3AB6E0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048F6-B341-4442-8484-B6AD749D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462E5-3947-4F7E-AE46-D20C77C8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8E53B2F8-EC29-4934-89B8-9C6223F0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9116A24-C505-4E44-86EB-09D98A68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F5D9974C-636D-40E8-B7D9-D88A0F6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55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8C29D-2AE9-4EF4-8BAF-734181C0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87758-E05F-43B9-A2C0-F2EFB2EB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9ABE908-C8BB-446A-9602-A5A98736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EF43814-5349-4E6F-9190-5F52EDA6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8455988-FCAF-4B6F-AA68-BAEC2D0D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무제한 사용 가능한 물건 한 종류 (무게 2,가치 3), 용량 5의 최대 가치는?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11C68-969A-4B2C-BB14-F8BBA446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E8CDF2A6-8FAB-430E-B0B9-FF995A02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4AF1DDE3-76CF-4683-AAAD-964D3054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2B0CC-0CEE-4C5C-8C36-56B32BE3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6D801DDF-75EF-4519-A30D-2C47A5F8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두 개를 담아 무게 4, 가치 6을 얻는다. 남은 용량 1은 비워도 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C1BD9391-FF3B-4BA1-8871-FFB488C9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22737A0-CF41-4D99-A248-BCEF782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666CA72-E21E-478D-A6E3-199CA335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56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2DB63-356B-41A3-B75E-97767DAE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55D32-E965-4580-86BA-3C264AB8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BA146A46-15A7-46AA-99C5-25290DB6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489CA7F-657F-47A6-AFA3-69C02FD5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223AFBC-2D57-4C99-98EE-967CD663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용량 3, 0/1 물건 (무게 4,가치 100),(무게 2,가치 5)의 최대 가치는?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20FE8DCC-4D6E-4E42-BBCF-DBB77761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3F975-AC96-4194-9A8F-78BB6327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03620-A08B-4A4B-B493-92215BCE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5B995-30DC-4577-B425-8B592AB2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3414A77E-166E-48E7-8386-E9D1A12A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1305E0F-FAE5-431E-8E21-47B5E45B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89E34D7-9ED9-4154-998F-D2403717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56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FFE36-CCE3-4532-BC02-D1B1D1F6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29FED-E5C1-4526-9E96-561D0BEA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658B9B7-A3BE-463B-9EC1-7AADE203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551BB08-01AE-4FB3-B61E-918AD8D9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893E9C1F-F84D-4A4A-98CA-1879796F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용량 3, 0/1 물건 (무게 4,가치 100),(무게 2,가치 5)의 최대 가치는?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D57F9-FDE4-44DA-9C4E-CE67F629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C858E33B-E4E6-4364-9037-186B04E8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C312E3CB-0382-453D-982D-630EA9C3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22522-0AC8-4DF0-900E-C46AFD28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D0099305-D906-4E76-8728-9FF30AF0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첫 물건은 들어가지 않는다. 둘째 물건 하나를 선택한다.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549EE522-B0D1-464E-8C92-BE6653D3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C3E7F05-26CA-4E34-BFB9-7570534B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CEC5F90-C643-4838-AA10-67392289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57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3F9C0-D10B-45EC-ACFA-867D9DE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8B6B1-5791-4349-9DE6-FF69F637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BAB9BAD-150F-4D02-BA8D-A0929806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21A2470-4E12-4243-93D6-39AE1CBC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1A8AE3F-12B2-4A5D-849F-6ED87F0C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문자열 ABC와 AC의 LCS 길이와 수열을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6CFEAC99-24EF-4007-B299-C2E0D4B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E64D4-250D-44DB-8AE0-2F03807A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21CBA-9900-46E6-AD7B-7A75F2A5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264E9-ED6C-400D-A8BB-33169B27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15DD1E14-B9A0-4C8B-A6D6-491209B1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B26A78F1-5B26-4F1D-9D22-6FF05D32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6A18C24-A203-4F9A-98BC-DC2A30D5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57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0A9E8-72AC-464C-8430-269B34B3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D71DC-E881-45B3-B247-5B61C699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6AB6A37-EE12-4F2F-A8D1-0898C4EF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61989AC-E5F9-4519-AB94-4EE322B0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5338AB7-A325-4CDF-8E25-BB395A88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문자열 ABC와 AC의 LCS 길이와 수열을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020D9-188E-4DA5-A931-99A485FC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D0A13D13-0ED2-49D0-BA3F-2F179E8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길이 2, AC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781298AF-5D16-4B43-A8BA-E71CA5BE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905D3-FCF1-4546-93A0-FCD8BC96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1FFAFA83-91BD-426F-AE7A-17C6DC7D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B를 건너뛰면 AC를 얻는다. 두 번째 문자열 전체를 공통 부분 수열로 쓸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9CC81DB7-CFAD-4072-847D-27E82305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E3099FF-46E1-4524-A9D0-1D3E3C1C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4001A79-9154-48D3-B3B6-78A55EAC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58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CF180-9DCA-4394-8EE2-8D46ED84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06C2A-D746-41C9-8066-3713A49A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2878D81-7327-4DC2-8703-9A70C34D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1207BCD-8CCE-4553-946A-06788D66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68579FF-0407-424F-B10E-FFEFFABC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문자열 AB와 BA의 LCS 길이와 가능한 모든 최장 수열을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39DA83DB-0A3C-4A85-B814-715B5875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44D05-86DF-4353-A8DE-4D57132B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1BAE8-CBC8-4593-B173-D0677870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DCD3D-CAF8-4322-8CD2-129CE798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6C02A949-8C64-4E0D-92A6-00D6734A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D487AE9-5E09-4191-885F-D96612B1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BF0B06B-132E-4CA9-AE61-D5709012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58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8A25C-C101-457E-AD87-1556FF10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AEDDB-6854-487A-9353-43D6D21D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DD4BA96-A4C7-4CAC-AE4F-ABF923F0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057CCE8-1EAC-4D7D-9FF9-D82ECB05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2696A40-E9E6-496A-86F8-A878B735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문자열 AB와 BA의 LCS 길이와 가능한 모든 최장 수열을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F4159-7EE0-4BEE-8E14-E5CE5FB4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4C0B9A39-116B-4C4B-B376-984A319F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길이 1, A 또는 B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26B48507-97FC-4478-A1B9-0AB7F62F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22D13-9375-4703-AC82-52A81F26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085F298A-E800-494D-963F-F941135D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길이 2의 공통 부분 수열은 순서가 맞지 않아 존재하지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113F5FA6-12EB-45BF-A42D-0B6C918A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1473270D-D7EB-40A3-80D0-9129159F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C7F0C5A-78D2-40AD-8E5C-D053490F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59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A548C-F9AA-4458-BA86-9546ADE6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F5E52-35F2-49AC-A336-C8D47EA4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BAEA2DA2-A34C-4AA0-A5B7-44D883BA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A161E708-F082-435E-B481-E1461D30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BEA7237-3E8C-42B4-909E-258C1DC0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문자열 AAB와 AB의 LCS DP 마지막 행을 쓰시오. 열은 빈 문자열, A, AB 순이다.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A600AEF6-0DE0-46A3-A5F5-23CBC23A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45296-0A2E-43C1-BACC-9F06DE37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ADAA5-2AAB-4CDF-85EA-7B0D2D0D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D3441-D3A3-45F4-8DEC-5BFBD295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7BDD2B25-BA7E-4CE4-9568-54435D43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8FC8F948-AA47-48C9-8DC9-A5EC31EA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F333CBD-536D-42A9-84E3-DD6D9786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59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0D414-0E1B-4AC0-8D55-9CE5F2AD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1BBF2-30C7-42DA-A41B-FF24B0DD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7B5CDFE-A30C-4C61-83C9-CFFF8042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530EF2B-72F7-4EC5-A434-F4DE0EE4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09E2F22-9AA3-4A21-8DA1-10D3A151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문자열 AAB와 AB의 LCS DP 마지막 행을 쓰시오. 열은 빈 문자열, A, AB 순이다.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88ED4-7FA4-41F9-BEA9-96112621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532BFF3F-9DCE-4332-9679-D28E7AB8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[0,1,2]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1658D680-F6E1-4DDC-A8FD-123257FF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D5B92-BD2F-4080-BBEB-C36F0120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285AEAAF-45BC-40E6-911F-7B7A302F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첫 A 하나만 사용할 때 길이 1, B까지 맞추면 길이 2다.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1848AFE2-7649-415D-8F4E-35274CA0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071DD49-D38B-404F-942D-718D9BAF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37FEEE2-2925-40B0-AE45-E7D4EE42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60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8D106-52AB-4860-922E-D64DC5C9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222E4-6047-4CBE-8CF4-7C20AF40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2CB199E4-6BDA-4192-982D-CB0D31C6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E5B90FF-36F8-41BB-A6CD-475725A4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119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F777FD6-145A-4A4A-BA9C-4722655C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문자열 ABC와 DEF의 LCS 길이는?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8F2307A7-1239-409F-A15A-38E20D17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8E92E-8D04-48A1-8D5A-5B6998F9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33110-2316-49D0-9E01-295A44BB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EDF90-5037-411C-9C7E-58386904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AD88106E-368E-44E5-9748-1E1786E9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673026F-0110-41CC-910B-29C8D4B0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F16B10B3-7C5E-4C9A-BE5D-92C8ABF8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60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056F6-E5D1-4A0E-BB7F-7ABDB443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3FAD0-E271-4A7C-B322-57B86D18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82A68A8-5B43-4B71-87AD-ADE99E46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3F1D9E0D-BF39-4275-9F1F-4CA896DE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BA00648-96AA-42F8-BD79-59E5609E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문자열 ABC와 DEF의 LCS 길이는?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0731B-1ACF-4DC9-9E90-AA2FD171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5D65B6E7-2FC3-4EC2-A5D4-C0940CC0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740CFD47-4109-45E1-B5F8-7F391775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8CD7B-EF50-4A56-8325-0C752D9A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8F1C912F-21F2-47DE-974F-24C89026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공통 문자가 하나도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2C945E47-D8C5-452A-B38C-94DD1E21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3C5B9C9-0EEF-42D2-A670-8908F0B5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59E9B8C3-D6EF-45A1-82DF-22123773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61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75FBD-AE8A-4E60-A5B0-8E713A25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9775F-37FE-4D52-B0D0-18C5FE77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0EA00BF-3F54-4C78-A855-E0A613F5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1C3A33D-DA26-4423-A509-7F8868C1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7CBF44C9-2BE2-4D98-87FC-BAA15F79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문자열 ABCD와 BACD의 LCS 길이와 수열 하나를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9D0CD287-CDF8-4FC7-B07E-3E5855BB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6E45F-3060-4196-9BD9-1A6AFF6B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8AB22-B2E0-4E7F-BBEF-0F741EFB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A7C83-E25A-4A66-A2C2-B262A9FE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72D6227A-6898-4822-A62E-3EF70464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8C489BF-D559-47B3-A70B-5724515D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51034718-884C-4D8B-8210-998C9C72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61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889E6-1445-41AB-930B-767602F9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86A57-588D-476E-BF50-488AC81B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F6A95E2-648E-4A73-8078-8D373693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EAFDF6E-EDCF-4633-9217-8C4AC8D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80510A0-51E3-4119-A990-5C96046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문자열 ABCD와 BACD의 LCS 길이와 수열 하나를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32514-0BC2-4362-82E4-028BB2FB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EE1BD201-7FE6-48CD-AC5C-51675FD8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길이 3, ACD 또는 BCD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6E3B9D42-F24C-469C-8100-0271907F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98F41-EAF2-4F8E-88C5-DC092286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D9E02EE8-27DA-40B6-9FA3-2D9824D8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A와 B의 상대 순서가 뒤집혀 네 글자 모두 선택할 수 없다. C,D를 뒤에 붙이면 길이 3이다.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E2CAD551-E8EE-4F8A-BD9A-200CF240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041C10C-E103-4C4E-A096-245E6159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32E9C42-AF5C-4F41-BC95-48FFA9B3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62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1CEAE-7C10-4CAB-B6A8-CF504FAB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376F9-5FF8-4B7F-BCAF-740BCE8C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7FAEDC6-1761-4151-88FF-718940AD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81A79F7-6F8D-4338-8900-D2EBFF4A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FB0B4E8-5DC3-42E7-98D0-10C02B2E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LCS 표에서 끝 문자가 다르고 위 값 3, 왼쪽 값 4, 왼쪽 위 값 2다. 현재 값은?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351F9E4C-C3CA-4A7E-B6F6-1A2E0C8E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E68C2-3DF7-4011-A633-65C1AE1D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636E7-43C0-4A9F-AA8F-FFC72344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31797-D640-47C8-8039-3A84C491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A9F2E2FC-EDAB-4B95-98DD-A3AAD8DE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1C2879DB-473C-4413-BA8A-FAEAE3AD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0809741-DC34-4A28-9BEB-CA584AEF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62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B1BE4-F94E-490D-BE69-F6FD30EF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737BD-E6B4-418A-9ED4-608A97D4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99094B9-4427-49CF-8AA8-2D82FF97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C970EF2-BF87-4B34-889D-C6ED7227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A8492A5-D91D-4C41-8DA6-8D5EDDBC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표에서 끝 문자가 다르고 위 값 3, 왼쪽 값 4, 왼쪽 위 값 2다. 현재 값은?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48E5E-A9F0-4B8A-8288-3949777A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112D9E3E-D52C-4D7F-9E04-2CBB287C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3DD38A96-201F-4F4C-9EF6-1644B0C8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9611F-1173-4C5F-9465-600A7AE3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64F38777-1CBD-400C-A678-A2E98EFF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끝 문자가 다르면 위와 왼쪽 중 큰 값만 비교한다.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B9A8ABA9-24AE-40C4-A866-738BE1C4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CC407F1-F4A9-4045-9452-D3FEB755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27835C8-A8AF-4AAC-9051-D678474E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63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C5F07-76FF-4C5C-8E68-3B38D24B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274B0-F25C-4720-B667-6CE4C927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B81EB78-5B40-433F-A1E0-137CD54D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BAC8B57-2D12-416E-8F34-59434765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360D26B-032C-4713-B6BC-567EF55F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LCS 표에서 끝 문자가 같고 왼쪽 위 값이 3이다. 현재 값은?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3EDEA1E7-4FDD-47C7-BD10-70F26A74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4A178-0B1D-4130-9364-4702F379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96F7A-E828-450B-BA3F-D73F885A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6383B-CE37-439E-A7CC-52365D5C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E492DED2-1B6B-43A3-8A8B-3A4B46E9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3553D23-6E2B-4AF3-AB69-A6D02655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79F493F-ED92-4B8B-97DB-C8E14F72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63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E1129-2413-46F8-9DDE-9D0EED01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3075F-41F4-44EE-9CEF-DFD4D27F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02D4884-817A-44CD-BE22-C4A79D36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5FBF918-BD6B-4C43-9789-361495EB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BBFFF5F-1C72-4EA9-B4CA-2EF60F0E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표에서 끝 문자가 같고 왼쪽 위 값이 3이다. 현재 값은?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B08C7-9EC2-498A-BFF9-7CD9256E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B3DC0451-1EDE-479B-865E-EB683A9E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1F33BD69-96F6-4174-89C0-049A5A19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9D4A4-3155-4F78-BC66-C6E17002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035D9BB8-F52A-4672-8AAB-6EF48CC1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같은 문자를 공통 부분 수열 끝에 하나 더 붙인다.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F7C477C2-945D-4BC3-912B-E933E329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9A5C415-062D-48F4-8F06-2659AC5A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5808DF1-00B5-4A65-AD77-C215243C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64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66DFB-30F6-4D53-B928-91502BA4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36F00-F05E-4D85-9E4A-432FB85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D311097-538E-43C4-9916-4EE3CF0E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5E85414-B3E1-454B-AE7C-03552C41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EB0312B-9C9F-4CF8-A47B-581952E2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인접 창고를 동시에 선택하지 않고 빈 선택을 허용한다. 값 [2,7,9,3,1]의 최대 합과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선택 인덱스를 쓰시오. 인덱스는 0부터다.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67109A77-99CF-493C-8D20-01527E97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D3FA0-9ECD-4D29-AE93-8EF11D84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8B02A-8E6E-4B64-9783-FCA83085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28654-5CBA-47E5-BF7F-B53BBF61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8575188F-08A1-4AA0-ABA4-BD95E9A8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FFC74FF-AE80-4597-B26B-2A981533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54454AFB-23CE-478C-ADD5-25857308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64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4F87C-D4E6-42F8-B28A-5D99FFB0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9C908-3299-453B-8EAA-673BB92C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8BB2FAB-6082-4674-B29D-E1A1761F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298BA34-14E2-4302-A5C4-EEE6E644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03DF641-34E9-4A3E-B347-81C2187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창고를 동시에 선택하지 않고 빈 선택을 허용한다. 값 [2,7,9,3,1]의 최대 합과 선택 인덱스를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쓰시오. 인덱스는 0부터다.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96564-DC7E-4F24-A3B2-10700166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D6FC7CCB-4F9F-41B2-A0FB-C5A1ACF7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합 12, 인덱스 [0,2,4]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76BD157C-6A9C-40FE-9A67-AAB0CDE2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7829F-0489-4C97-8F07-086BD612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FC9860DA-B506-4980-A5A9-E22FA742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2+9+1=12이며 앞 i개 최적값은 0,2,7,11,11,12다.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0EB266B5-111C-4A2C-AC1C-FDB5968B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B9187BD-DB27-477B-98DE-F1143A64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D726095-11D0-46D8-99B1-9384DC7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65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2BE5D-3DF9-4CD7-9C8C-5E391106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08016-D700-4F2D-85F6-15B7C72A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8AAAD31-59ED-4E15-B10D-0CBEB969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A29F8FA-D310-4691-A455-56DC3FA3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129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6944E7A7-B54B-4FF8-B1AE-9D0ABDCC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값 [5,1,1,5]의 창고 중 인접한 둘을 함께 고르지 않을 때 최대 합은? 빈 선택도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허용한다.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54CCE874-2F56-4EDF-9A79-9CB02563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3F3B5-D16F-430A-AD68-C6A01BEF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FA66A-0A10-4707-BCBC-00ED3EFA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B173D-C349-4158-932C-4299222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1CD7448D-A91D-47EB-AA78-2DCD2AD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37EE3BB-0EB7-4710-9D64-A16BC5FF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6BDD8AA-280B-42BA-B51A-0831BBF5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65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255F1-48A6-42D7-8324-811DD137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44690-09F7-41E1-BF94-C9F4A545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5521AD8-8153-478D-841D-BDB185D9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285BBDB-69E3-4947-84FD-673D32A2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2AEAAE1-1C87-4356-9301-04DD3F4F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값 [5,1,1,5]의 창고 중 인접한 둘을 함께 고르지 않을 때 최대 합은? 빈 선택도 허용한다.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368DB-AE9E-4A0F-AC71-0DCA0BE2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6E5B5002-0C77-499B-8D08-7B1BB311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BD560836-5A8A-4DEF-9D80-01779AE3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F8A60-C895-4F1E-8A78-344FE0C8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9F29AA58-C80C-466E-84CE-B63F8FB6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첫 창고와 마지막 창고는 인접하지 않으므로 함께 선택할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F90C0C69-552C-47D1-822E-4B65DCAB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5F45F4D-F71F-40C8-89CF-E18F3726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854F0BF-E58D-4B7F-9CFE-494F137A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66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DA822-AA74-445A-A086-7C4FE956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31CE1-6BBE-49A3-9119-DC8E0620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D57D654-6A31-4739-835E-15651CE8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9FE14AB-1386-45F7-99CC-FDBB70AE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29D1243-D156-4C47-BF73-056AFA77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인접 선택을 금지하고 빈 선택을 허용한다. 값 [−4,−2,−7]의 최대 합은?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EFA2BEAC-F557-4011-9D84-21963A90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2DEE5-88AE-4B13-B9E6-FD3DCB4A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0E9AF-8D78-40F0-A0F9-0F5AC293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DEFC3-6C6E-4114-B1AC-AB713DC3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81BBAFEC-73C3-414C-B3F2-0899C541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D37383E-EE03-47C7-8193-097ECBB1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1C024C7E-0F6F-4D7A-A9F3-4BBCA373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66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7016E-FC3C-4CBE-B61A-2D8EF4D1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89AC9-4734-4B39-B1EC-064822F9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7E86D54E-D316-4513-B618-3DB5FFDD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A45E10AD-1DF5-4204-A85C-1911145C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47E0A3B-0C59-4726-900F-A84DEBAD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선택을 금지하고 빈 선택을 허용한다. 값 [−4,−2,−7]의 최대 합은?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2CE79-8CEA-42C8-9324-D0AF0253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2C0AEB05-9692-4BF5-A0A2-34DA316E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2BC48599-B950-4E1F-B5BD-E8ACA710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4F97C-EAE4-4263-A9D8-C8B9448D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454CC6EF-852B-4438-90C5-482D6900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음수 창고를 고르지 않는 빈 선택이 최적이다.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AA204FE9-C71B-4AF0-AA99-CAED66F9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1A796957-398C-4FBD-97DD-82E81DFC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05CCC22-82F4-44AA-A8FD-E4F78790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67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03959-6F69-4D0F-8E9F-9CFCB9A6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AD7C1-6954-4F02-B584-4141DC51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01A5F31-6EC7-4142-AC69-D3F8C555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F6758CD-E853-4B37-91B4-7137A658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A25F170-E980-4F59-8308-5279CDC1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격자 [[1,4],[2,3]]에서 오른쪽·아래로만 움직인다. 시작과 도착 칸을 포함한 최소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비용은?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E44D9AE5-F8D6-401A-BFE9-F7CE0998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185A2-4EAD-4740-973F-EF725DFB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DF7A9-9AD3-40D6-A3D6-1B097F02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14314-63A4-4D22-A5C7-6526D878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AF4CB13A-34C3-4EB5-9707-C05BF794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B8D7A09-F91C-4D86-A841-4739D59C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18EDE9FE-EDAD-495D-A901-69097CEA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67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19D57-F2D0-4A41-9FFE-C4BA5595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43BEC-1FF0-4ACB-B1D2-A6425992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E849D96-DF0F-48D9-9B84-E8085281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71957D6-CFC3-43A5-B854-8245ADDF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3401407-EEF5-4292-A9BF-1ABFBA28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격자 [[1,4],[2,3]]에서 오른쪽·아래로만 움직인다. 시작과 도착 칸을 포함한 최소 비용은?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F87C9-E8C1-4E87-B26C-A96E00E2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802CFA60-EDC6-4C22-8620-63663B77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29362AFB-4B28-4C0E-8D02-436FEF50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62596-9E96-4122-89E9-71220909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E7073511-2CEC-449D-A818-99D65B9A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아래로 간 뒤 오른쪽으로 가면 1+2+3=6이다.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AFC41B04-9181-4307-A54B-D087A41C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80696D5-3B09-450D-814C-5685C47E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14490B8A-0D06-4340-BA26-26D7808D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68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32161-C4F5-442E-AC32-1316A790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9BB74-81CF-4343-8EC9-8BEC4140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C79DEA8-69DA-488C-B26C-D7E94798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EF53545-D5A3-4FDD-A139-28C2108E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B6FFAB63-25D1-4F22-AC64-B348516F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격자 [[5,9],[8,3]]에서 오른쪽·아래 도착은 칸 비용 전부, 대각선 도착은 칸 비용의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내림 절반을 낸다. 시작 비용은 전부 낸다. 최솟값은?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4F0E8CC6-1215-45FB-8468-A141587A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23153-44A5-4E41-A890-6148B16B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0A2B9-B60A-4AC4-A992-A15B4454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A406A-5D76-4BD9-A431-A984DA4B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7EFA4D7F-8D15-4954-A07E-5176AB97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13291304-7FBD-4329-B665-F7FE9C67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F44A719-B259-453D-B639-2CE68458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68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48A6D-72BF-44AF-88FA-DCD28AB8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2EB5D-94A7-4CBF-8288-988C50E2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16D61D4-C7C4-4BD0-8588-659BE48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CCFF5E8-2DE1-4AB4-B346-B418C32D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B8BCECF-DB3C-4269-A621-B3DCBE49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격자 [[5,9],[8,3]]에서 오른쪽·아래 도착은 칸 비용 전부, 대각선 도착은 칸 비용의 내림 절반을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낸다. 시작 비용은 전부 낸다. 최솟값은?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AB937-9F6C-4173-BC9F-06F13809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1EDD0518-8E0B-4775-8D15-9B60492C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719B84AD-8964-4A98-AE22-F975E677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C6598-BBC5-4331-8EDA-A3273CC9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8D7879B0-B4D6-4FCD-BA05-C1E39D3B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시작에서 도착으로 대각선 이동하면 5+floor(3/2)=6이다.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6F5EAB43-BB36-4FC4-81BB-549D08AD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D4E0D11-AEFB-488A-BDC4-F6080096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45218AA-3511-49B9-92DA-A7CC3A91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69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245BF-B07C-4ED5-8BB2-9EDD6B6D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647DA-52F0-4483-BEB7-20163BFA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1E0057C-88B1-4456-AC76-A3D27FF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3BEEA9C-2753-422A-BE82-5ACA6998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21CF1A0-82FC-48EA-B8AD-BD3B6B22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격자 [[2,8,4],[6,5,3]]이다. 오른쪽·아래 도착은 해당 칸의 비용 전부, 대각선 도착은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내림 절반을 낸다. 시작 칸은 전액을 낸다. 최소 비용 DP의 두 행을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C218C1AB-C58A-419F-A94E-41D6731D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BC253-A975-4DF4-BFD0-15E2AB6E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0F2DB-7382-47FB-A80E-FE6FBD9E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944EE-F6E4-4323-B065-2C79E69F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60ECF0A3-D7D1-4783-B504-36FFA374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74690D6-72F4-4FB9-B6AE-22591913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5E636CFF-9B2B-4717-A217-F8C489DA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69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A7824-36D2-4055-BC9B-37F074F0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D3DD9-2BA3-4D38-9511-88583D3E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F96E7F3-D2DA-4481-BE08-D9DD3623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2FBBC5C-16F1-4E15-9299-E56B0934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98E22A4-293C-4871-A93C-931FF0B7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격자 [[2,8,4],[6,5,3]]이다. 오른쪽·아래 도착은 해당 칸의 비용 전부, 대각선 도착은 내림 절반을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낸다. 시작 칸은 전액을 낸다. 최소 비용 DP의 두 행을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F0960-8636-4908-8284-B3EC6938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9448D6E8-31EE-41E1-AFE9-45EA45AC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[2,10,14], [8,4,7]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0C0A4995-D37B-4526-BE14-3258557A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C2DC8-8DA7-45D1-8B13-4BE03D5B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F961FF6E-7281-4B39-9D3A-C78AF743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가운데 아래는 2+floor(5/2)=4다. 마지막은 왼쪽에서 4+3=7이 대각선 후보 10+1보다 작다.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07E9265C-52E1-43FD-9B80-F857230E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136B1CA-5D50-43A7-85BC-54E717CB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7D032D3-D7FC-4BDA-B1E2-FC12C993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70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1AF8F-8EA2-45BF-903B-8F89C953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088B5-028A-40DE-8EFA-28EA37B9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3BDAB56-73B4-43CE-A4F8-69B6E5C2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2FED627-BBC5-4E6F-BD93-D95CAB69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139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517984A-329F-45D1-83B5-A95F3C5B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상태가 (i,c), 0≤i≤n, 0≤c≤W이고 각 상태에서 후보 두 개를 비교한다. 상태 수와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시간 차수를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63505D62-34E8-40C2-9C5B-6A87F491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EEB96-B04E-4098-B12A-85A2DCF8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09B3B1-15A7-4ADB-8312-62568B65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D0AD6-0022-407C-8C3C-77E46B52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9E3D1F4F-0571-40FB-82F6-CD3B6FEB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계산·추적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3F19218-3AF5-4350-BE14-FE512E92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68838B5-1A09-4DBE-A500-53A5B47F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70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C4B68-56FD-4682-BE8E-B5A8CC77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8CC00-CFBC-45CD-B8C1-E09876DE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90353BB-97EA-4780-A99F-A8ABF74D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F8FF2A5-62DD-43E3-9E40-8F4B3555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822D12B0-65D5-474D-9EC6-75A48720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상태가 (i,c), 0≤i≤n, 0≤c≤W이고 각 상태에서 후보 두 개를 비교한다. 상태 수와 시간 차수를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5ADD1-513F-48F1-AB13-58A8323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8FFD7E31-7A2D-47D6-A2B6-ECCBCFF7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(n+1)(W+1)개, O(nW)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777F16E7-D0AE-4202-A234-0FC9845A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57A59-5DD1-4328-99FB-6F10F26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AB0CB537-9FED-4FAD-B9D5-C056E6C0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경계 상태를 포함한 표 크기는 정확히 곱으로 세며 각 전이는 상수 시간이다.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5A065B8C-94F3-4D52-B150-0CA046F6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BD9A8B7C-E851-486F-B5DE-36EA3D6C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761F97D-0EC3-4318-B9D4-5804237F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71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CE461-6E15-444D-98F6-72AB43AA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9F7B2-7093-411F-B32E-0AE4CD22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315A379F-6DDB-4BB4-97DA-3DD0DAA7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DA9BB82-615E-4000-BBFC-B3F6D5D9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2B9F578-B8A0-49FA-B511-5B52EC90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피보나치 단순 재귀에서 중복 부분 문제가 생기는 과정을 F(5)를 이용해 설명하시오.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564F53B4-3519-434F-9211-6200F36F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98801-DB78-42BD-80A5-2EEB8193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84433-B739-4583-82E6-13921E8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48F08-8388-4BF3-9F5A-A45D5713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F0D6AED9-ED83-416B-B3E0-968B9E4E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64B6860-7867-43AC-8255-12854FD1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15824AB-5868-4743-BE92-2D2C4B6C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71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38AD3-4D95-454E-92B6-917891A3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5628A-560F-4180-8469-1377DC04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11FD380-8852-48C6-AD0F-9CFCA852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EB10A25-DF9B-42ED-8933-46805161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8682C2B-733B-4B6C-8C14-326E5C6B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피보나치 단순 재귀에서 중복 부분 문제가 생기는 과정을 F(5)를 이용해 설명하시오.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A0ABA-2BC1-42C7-AEB5-7EDA96C7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325D36B4-6CF6-4A96-8FEB-71D229B6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F(5)는 F(4),F(3)을 호출하고 F(4)도 F(3)을 호출한다.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F253455E-2062-4FF8-8B5C-B6C46D6E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6328C-4256-4DAD-8C9C-2930B073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E3294526-85BA-472D-B772-581616D0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같은 F(3) 이하의 계산이 여러 경로에서 반복된다. 메모이제이션은 각 인수의 답을 저장하여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재사용한다.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DED91BC0-9E00-46C2-8E39-E6512874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78A3EF5-AA2C-4985-91B6-3A308C3A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9EA128B2-EEA4-4D90-990E-2399BA77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72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CF939-06EA-4493-A99B-83078B8B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76251-3200-42B9-B5CE-CBC006FB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198C5B7-8F8C-4DEC-B1EE-D23A6976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C6817A2-BB88-4023-8CB4-9DA166BF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8E2A9426-E886-404C-9C36-063D1533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메모이제이션의 캐시 키에 필요한 상태 정보를 빠뜨리면 어떤 오류가 생기는지 TSP를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예로 설명하시오.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61A6A8CC-4887-44D6-A37D-EF9F2F15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53517-C55F-42C3-8A7B-70B63A15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CF6C3-3A5B-48F8-A70F-FC275AF1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32D20-ED20-4946-93EB-42B2C3CF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60DF240B-F811-430E-94E9-C29591BC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BFEF958E-8305-4AE2-9448-798ACE8D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BB3EF4B-D429-4617-BFDC-40BC7E67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72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D8C2B-AF17-40B8-8A34-CC8C236B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254CB-680F-4358-BBC2-A03EE14A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3458D7E1-8267-4E1D-8381-96669691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2371FEB-ED3F-4447-9057-9F04C5C2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072C2EA-2FB3-493C-8ADF-335C1078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메모이제이션의 캐시 키에 필요한 상태 정보를 빠뜨리면 어떤 오류가 생기는지 TSP를 예로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설명하시오.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6BF49-5A5A-444E-8614-C56E05AF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986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F24FAF79-96B4-4D83-AC46-2C71B8FC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도시가 같아도 방문 도시 집합이 다르면 남은 선택이 다르므로 같은 답으로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합치면 안 된다.</a:t>
            </a:r>
          </a:p>
        </p:txBody>
      </p:sp>
      <p:sp>
        <p:nvSpPr>
          <p:cNvPr id="11" name="text-395.79999999999995-64">
            <a:extLst xmlns:a="http://schemas.openxmlformats.org/drawingml/2006/main">
              <a:ext uri="{FF2B5EF4-FFF2-40B4-BE49-F238E27FC236}">
                <a16:creationId xmlns:a16="http://schemas.microsoft.com/office/drawing/2014/main" id="{3E5F67DB-89F4-4232-AB03-25390608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999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A90D3-91E4-4395-A698-285764E1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4144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43.79999999999995-64">
            <a:extLst xmlns:a="http://schemas.openxmlformats.org/drawingml/2006/main">
              <a:ext uri="{FF2B5EF4-FFF2-40B4-BE49-F238E27FC236}">
                <a16:creationId xmlns:a16="http://schemas.microsoft.com/office/drawing/2014/main" id="{FF17F0A7-535D-42D2-9AA8-5D7718B9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7195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키에 현재 도시와 방문 집합을 함께 넣어야 동일한 부분 문제인지 구분할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607321D2-FCE6-45FE-AFC2-71123A80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4F675C32-2141-49EE-B3C4-C668F937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FBFB9C90-FE9B-4BAC-8AC3-A31912FE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73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948A9-8FC4-42A0-A0D4-0AD81066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117FD-89FE-4A86-9223-4A9642BC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4A6ED4D-27C3-4FFF-BD41-EEC48254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20A1887-8343-454F-89E0-EDDDBFFA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C3978A1-7E54-4C16-9A53-AFFE361F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2×n 도미노 타일링 점화식을 마지막 부분의 배치로 증명하시오.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734357C0-939C-4184-92CF-F2B4E687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107FB6-87EE-47DF-A504-53A81CD5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175C9-726E-4F50-9527-02CF9F6A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45685-3E14-40C7-A2A4-1C39299D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DF740E06-3760-4AD7-A410-AA565B84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8278686-EEBF-4BA8-BBAA-E1D3504B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A42F3F9-1622-4262-BEF3-97D947FF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73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E34F5-5E79-48D4-BD9C-2AC6252F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2A30C-4058-45ED-9B5E-3C27E790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3217E84-6D10-41AA-A6C1-8BA601A2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D404CC1-C180-4DA5-AD8C-207A78D2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1B1E144-9302-4CE9-8128-76E69FA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2×n 도미노 타일링 점화식을 마지막 부분의 배치로 증명하시오.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591F7-393E-4080-A4C7-9ACD6A84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A67D4A33-C83C-4F9E-9383-41515571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오른쪽 끝이 세로 도미노 하나면 2×(n−1), 가로 두 개면 2×(n−2)가 남는다.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45018094-F7A2-4BD1-8066-61E0583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9DFAC-BA81-4014-9F7A-D29C3516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CE2EEB4D-21D9-4F9D-A565-70B66AD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두 경우는 겹치지 않고 모든 배치를 포함한다. 따라서 D(n)=D(n−1)+D(n−2), D(0)=D(1)=1이다.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7F033A33-B48E-439A-A736-878CB377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54DB9EC-B0D1-4EBF-A430-99608ADA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5C1D074-AF87-46FD-A90C-743DAE62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74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3C573-D690-416A-8E9A-1274A804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FDC34-C0F5-48F8-B768-11F7F17A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26C9667-20EB-4C3A-8BFE-F48B5CD0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8571F86-BA2F-4178-B776-4DD575FD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395C2FB-191B-4188-9208-A2D0747E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1로 만들기에서 가능하면 가장 큰 수 5,3,2로 먼저 나누는 탐욕을 26으로 반박하시오.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D5C50204-704E-4DEA-AA31-2B68E7CB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A3F89-21B4-469D-93B5-0C12811D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45610-2CC5-4855-BA7E-3E7CE823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87004-8494-474F-82F3-17C46DC1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09683935-C7F6-44D5-954A-0D046E5E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8C67624-AF17-457E-9E79-70AAD884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CE78C42-068D-4173-9AE6-D1A3F958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74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7CFAD-88BD-4359-A441-CC62183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4CD07-3F60-4210-8D32-8700FB3B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2C5E1C6-7DDF-43C1-ADF5-7DE8B58B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6BEBC8D-9E05-40F3-A746-50A6891D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3471EE5-36DE-4398-9BC8-8AAA101E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1로 만들기에서 가능하면 가장 큰 수 5,3,2로 먼저 나누는 탐욕을 26으로 반박하시오.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4D1DE-89CD-45C2-A1EE-551F3262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B397BBDA-19E4-44E4-B21D-204E5764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26→13→12→4→2→1은 5회지만 26→25→5→1은 3회다.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883F05A8-9FEC-4A25-8F13-A9446100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E2741-745B-4EF9-9BF4-D6103DD7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EEEE5469-1400-47A2-97E1-67BD40D3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26은 처음에 2로만 나눌 수 있다. 첫 선택을 확정하지 말고 모든 합법적인 다음 상태의 최솟값을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비교해야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3D9EF845-16C0-4A7C-8C4D-41F9FE72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979F288-F38D-4601-8431-DB6C6B3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CB54461-FCE0-414A-AB34-33094A77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75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8129B-61E0-4C02-BCFB-3F67D267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FB514-E72F-40C3-8E5E-255F04C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7E43B7FD-CF94-4663-AB8E-88D69D8D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8D5F889-80D6-44E7-9BB5-D1951C46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149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ADF5C6E-284A-4652-A29E-527AAA1F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1로 만들기 DP를 x=2부터 오름차순으로 계산해도 되는 이유와 나눗셈 후보의 조건을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9A4E1E12-4DC9-471D-A890-E69D467B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2E96A-D887-4DDC-9F18-599765DE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D52CE-9DBF-4C9E-B576-B873E466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F3D99-24DC-4590-B146-B1D1E9F4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7833FF03-E8B2-41B7-ACFD-779E4E46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8F00F2A5-195B-4B9A-BF8A-4213947F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49CB2F0-C06A-416C-9229-CD6B515D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75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F8979-2652-4758-9ED4-760D6914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C2478-4FAD-4A0D-A6D0-4EA3920C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48F535A-5FC3-4F81-A9B0-48C5D581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67013F2-9499-414D-B469-5A548676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8425457B-72B8-4FF6-85DC-6CB34353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1로 만들기 DP를 x=2부터 오름차순으로 계산해도 되는 이유와 나눗셈 후보의 조건을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8F915-3CE1-41FF-B92B-E3D3752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986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4740C148-C1ED-4385-9515-B754C91F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x−1과 x/2,x/3,x/5는 모두 x보다 작다. 각 나눗셈은 해당 수로 나누어떨어질 때만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쓴다.</a:t>
            </a:r>
          </a:p>
        </p:txBody>
      </p:sp>
      <p:sp>
        <p:nvSpPr>
          <p:cNvPr id="11" name="text-362.2-64">
            <a:extLst xmlns:a="http://schemas.openxmlformats.org/drawingml/2006/main">
              <a:ext uri="{FF2B5EF4-FFF2-40B4-BE49-F238E27FC236}">
                <a16:creationId xmlns:a16="http://schemas.microsoft.com/office/drawing/2014/main" id="{D2C3CED9-13BA-4FB7-895E-DEEE034B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95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A5487-3C5E-4FC6-8898-E2099728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2140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10.2-64">
            <a:extLst xmlns:a="http://schemas.openxmlformats.org/drawingml/2006/main">
              <a:ext uri="{FF2B5EF4-FFF2-40B4-BE49-F238E27FC236}">
                <a16:creationId xmlns:a16="http://schemas.microsoft.com/office/drawing/2014/main" id="{394EF1A3-59FD-46E8-8F51-F3D9AA85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7155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오름차순이면 선행 상태가 이미 계산되어 있다. 정수 나눗셈으로 소수 부분을 버리는 것은 허용된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연산이 아니다.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A29FED86-88D0-41E3-A595-44D02D45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F972E17-2FD7-42FB-9750-C2002405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AAA9D10-8594-496A-82C1-D7FC11A2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76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DEFA3-72F8-4D4D-B5B5-641F6098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E6D0B-F7CB-4AC5-9562-05F9181D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FDBA24B-AABE-4626-B0C5-210265DD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36420E0-FD53-48F9-84A7-09B1B7DA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64199212-8E91-4E14-9229-39C16929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배낭의 점화식을 마지막 물건의 선택 여부로 유도하시오.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C9C70CDB-6869-452D-AEF8-52C8A3BA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1EE03-5253-4314-B717-5499DED6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08FD2-6E8D-498C-B3DC-D864D171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E5068-212D-4F69-A1EA-6A5C75BB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20B1875B-F55A-4C02-81AE-1D29FCC2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F11F1FC-BC95-45FB-8F03-719CBD48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6025962-B6D7-4AF4-8F8E-62C8F844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76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78ADD-E64C-4DD4-A866-427798D1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BB6DF-6E2C-4356-9960-87D185C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3DDD6054-5109-4B24-A1FC-599C3A02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A4B6EC5-E8C3-4A19-AC4F-FD90B41F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F028679-6071-46AF-B4BA-2FB6BA08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0/1 배낭의 점화식을 마지막 물건의 선택 여부로 유도하시오.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2A5F7-79BC-4122-80F4-28D4AB2D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986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555ACF30-5FB3-4180-A733-01523964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미선택은 dp[i−1][c], 선택 가능하면 dp[i−1][c−w_i]+v_i이며 둘의 최댓값을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취한다.</a:t>
            </a:r>
          </a:p>
        </p:txBody>
      </p:sp>
      <p:sp>
        <p:nvSpPr>
          <p:cNvPr id="11" name="text-362.2-64">
            <a:extLst xmlns:a="http://schemas.openxmlformats.org/drawingml/2006/main">
              <a:ext uri="{FF2B5EF4-FFF2-40B4-BE49-F238E27FC236}">
                <a16:creationId xmlns:a16="http://schemas.microsoft.com/office/drawing/2014/main" id="{C61D8B71-8C7C-4B51-A0E3-4BB6C9D2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95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F369A-09BF-4BF0-9CA1-512C2C45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2140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10.2-64">
            <a:extLst xmlns:a="http://schemas.openxmlformats.org/drawingml/2006/main">
              <a:ext uri="{FF2B5EF4-FFF2-40B4-BE49-F238E27FC236}">
                <a16:creationId xmlns:a16="http://schemas.microsoft.com/office/drawing/2014/main" id="{4FED7A94-6E15-42D5-83C1-55E5C58C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7155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두 경우가 모든 유효한 해를 나눈다. 무게가 c보다 크면 선택 후보를 만들지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E7355177-11BF-4DE3-AD37-5C9F80E1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EA9E041-C676-4460-B48D-E7B3EF01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AD4105A-0932-45F8-B59D-8B861B2F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77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02717-41B6-4264-9BBD-15C264E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FDB08-F625-4EAA-897E-B76CEFDE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AD59436-02BB-41BC-AAF3-E627CD1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C2C1EDD-A1FD-479E-B57F-A834BD13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B4664C55-F519-4643-904C-9D4692D0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배낭의 1차원 갱신을 내림차순으로 해야 하는 이유를 (무게 2,가치 3), 용량 4로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설명하시오.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F4E08DF1-7FF0-4A4E-B919-9EBDAF90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15BC5-637D-436B-8495-BCED9CA1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13A82-ADE3-4F75-86DA-A4E304BE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782F6-82BF-4F34-AF3D-5E935CDA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08403956-2921-4854-AD63-5C9725A5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41A2665-A61E-49C9-BC65-8B3E9EA8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91EC06B6-F1F4-4BAA-95A4-CB7F65E8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77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BFBC6-AD99-419A-8060-E524D6B5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791EA-D246-4873-B7DF-6206DDA6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B1D7F00-437B-4177-AAC3-AE1A1992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715FAC2-45A5-41F2-A83E-7C073CC8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83C5FDB2-1D95-4216-AF94-9D2661DD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0/1 배낭의 1차원 갱신을 내림차순으로 해야 하는 이유를 (무게 2,가치 3), 용량 4로 설명하시오.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29A22-C514-4828-880C-5CEC6740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986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F1ADAA9B-E690-40CC-9CA5-F0198FAB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오름차순이면 이번에 만든 dp[2]=3을 읽어 dp[4]=6이 된다. 내림차순은 이전 물건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단계의 dp[2]=0을 읽어 3이 된다.</a:t>
            </a:r>
          </a:p>
        </p:txBody>
      </p:sp>
      <p:sp>
        <p:nvSpPr>
          <p:cNvPr id="11" name="text-362.2-64">
            <a:extLst xmlns:a="http://schemas.openxmlformats.org/drawingml/2006/main">
              <a:ext uri="{FF2B5EF4-FFF2-40B4-BE49-F238E27FC236}">
                <a16:creationId xmlns:a16="http://schemas.microsoft.com/office/drawing/2014/main" id="{061C4ACD-9329-4C42-8D0D-234CB9A6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95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616CC-DC80-42E0-8EA2-F5B9DF31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2140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10.2-64">
            <a:extLst xmlns:a="http://schemas.openxmlformats.org/drawingml/2006/main">
              <a:ext uri="{FF2B5EF4-FFF2-40B4-BE49-F238E27FC236}">
                <a16:creationId xmlns:a16="http://schemas.microsoft.com/office/drawing/2014/main" id="{DF24D791-90FC-47BE-A7F6-357DFDE1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7155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같은 물건을 두 번 사용하는 것을 막으려면 작은 용량이 아직 이번 물건으로 갱신되지 않아야 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B10B36F2-2068-471E-9144-7B91BDC4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BDD9D83-ABD9-4CFC-80A4-22FDD718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FD7ED23F-9579-44CA-B273-1F072CA2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78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38AEA-3BCC-43A6-B948-6B7EFEE6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13126-66C8-4C17-8E83-494136CD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04DDEBA-BFC8-4EE5-BF19-B6260BF3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96927FE-D87A-45B1-A6C4-F159DD1B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0C9BBEF-B576-46DC-AA72-A26F5DA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정확히 용량 W를 채워야 하는 배낭과 용량 W 이하 배낭의 초기화 차이를 설명하시오.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141C20A1-A54E-4CB1-8802-E1E018F0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92E09-000E-4E43-9A5D-21114892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FB230-C60D-4F78-8E46-C1334DB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E5123-05F1-4B14-A8CC-1A437A99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09C18744-C141-440F-9D3A-1FB8263F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C7FA55D-62CD-4470-B818-E0424A4C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9F1DB71-F816-46D7-A1AC-118A3C3C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78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DCA64C-3C7E-4726-BB84-6DF8CB54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2F8EE-6784-486C-80B8-805E6895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E070016-260B-4E44-AE05-43EDD533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3B11FA0-D2BA-4408-BDDD-FDB02B61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0AE31D3A-403D-41F6-9C33-B36EC04C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정확히 용량 W를 채워야 하는 배낭과 용량 W 이하 배낭의 초기화 차이를 설명하시오.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7F144-B24F-4EEA-8172-306C17A9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986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C9D4023C-2A61-42B0-A050-B5AF5C51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정확히 채우기는 dp[0]=0, 양의 무게의 불가능 상태는 −∞로 둔다. 용량 이하는 빈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선택으로 모든 용량에서 0이 가능하다.</a:t>
            </a:r>
          </a:p>
        </p:txBody>
      </p:sp>
      <p:sp>
        <p:nvSpPr>
          <p:cNvPr id="11" name="text-362.2-64">
            <a:extLst xmlns:a="http://schemas.openxmlformats.org/drawingml/2006/main">
              <a:ext uri="{FF2B5EF4-FFF2-40B4-BE49-F238E27FC236}">
                <a16:creationId xmlns:a16="http://schemas.microsoft.com/office/drawing/2014/main" id="{190B4A55-C5F0-4C01-B051-BDBC7FD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95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BC638-7164-4B30-BF35-77900969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2140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10.2-64">
            <a:extLst xmlns:a="http://schemas.openxmlformats.org/drawingml/2006/main">
              <a:ext uri="{FF2B5EF4-FFF2-40B4-BE49-F238E27FC236}">
                <a16:creationId xmlns:a16="http://schemas.microsoft.com/office/drawing/2014/main" id="{A1DE42CF-8401-4B0F-A364-28D98F2B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7155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정확한 무게 상태를 모두 0으로 두면 존재하지 않는 구성에 가치를 더할 수 있다. 불가능 상태에서는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전이도 주의한다.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292DFC58-7EE0-42C2-AB47-A5D1F716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9615262-8D1F-4858-8D83-1C108AB9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F02EAD2-9BAD-414A-BD27-8B597BAA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79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03F14-4867-432F-86B3-210A7A2D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76105-7B7A-441C-A714-28D83238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2523DD9-7418-4E03-86C3-044045C6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9E8072F-75B9-4971-A187-6C27E651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AC0ABAD-0A4E-490E-ADFA-47E865B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LCS에서 끝 문자가 다를 때 위와 왼쪽 상태를 비교하는 이유를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4D17C34B-1414-4482-88A1-2FF60E21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791F0-FC92-437F-82BD-C9CD03EF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3C495-1F63-4607-BAD1-5835C312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EACA3-CB8F-4C43-83BD-219AEB84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0F623D4F-17D4-4039-BD2A-A8395FAC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73F5245-42DB-46B6-A6AC-65889DF9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C96418A-C334-4B6A-A8B1-DBF5EFE2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79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D99B2-3B48-4119-98C0-37B25DF4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161F2-D08D-4ACE-994F-8A67573D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E5F36B5-E950-491E-B72B-C255F288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529DFD1-8960-40C3-9566-3B83B692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7FB76B2-854E-4519-8B8B-ABEC7830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LCS에서 끝 문자가 다를 때 위와 왼쪽 상태를 비교하는 이유를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B016C-35EA-407A-98B9-8E6D549F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986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04349D7A-BC7D-42AE-8124-ABBD9766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서로 다른 두 끝 문자를 한 쌍으로 맞출 수 없으므로 적어도 한쪽 끝 문자를 제외해야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한다.</a:t>
            </a:r>
          </a:p>
        </p:txBody>
      </p:sp>
      <p:sp>
        <p:nvSpPr>
          <p:cNvPr id="11" name="text-362.2-64">
            <a:extLst xmlns:a="http://schemas.openxmlformats.org/drawingml/2006/main">
              <a:ext uri="{FF2B5EF4-FFF2-40B4-BE49-F238E27FC236}">
                <a16:creationId xmlns:a16="http://schemas.microsoft.com/office/drawing/2014/main" id="{B3A80D7F-8A3F-442A-8E6F-65F57CDF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95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4F986-61B6-4CC3-84B8-9F0029C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2140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10.2-64">
            <a:extLst xmlns:a="http://schemas.openxmlformats.org/drawingml/2006/main">
              <a:ext uri="{FF2B5EF4-FFF2-40B4-BE49-F238E27FC236}">
                <a16:creationId xmlns:a16="http://schemas.microsoft.com/office/drawing/2014/main" id="{A8C2FE5D-2B54-476E-B8FF-D6A769C9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7155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첫 문자열 끝을 제외하거나 둘째 문자열 끝을 제외한 최적 길이의 최댓값을 고른다. 두 값을 더하면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중복 계산한다.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E27EE57B-8225-44DD-BE21-D4CEF521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F9A411F-4D27-495A-86B7-D2D52DB8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10782E1-503C-4B77-A741-7786B384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80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A25A3-3546-49AF-84C8-0543CCC0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07F71-956F-48CC-BE45-FEAE33BA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0EC0847-BDA5-472C-8AED-DA6A237B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A1C4CC0-57B2-4647-9D2C-E2F0D0A3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159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D72BFA3-AADC-41E1-8167-574E9434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문자열 ABC와 AC로 부분 수열과 부분 문자열의 차이를 설명하시오.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BFECC093-D308-4495-93F6-0A6DCA4B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BF79D-1116-4502-BB20-CD64CC6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475CB-0C59-46C6-AB1F-291251A8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87A20-07A0-4B68-9DFE-542F037A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E2EAF452-0A3F-4D1F-99AA-32B3BBD8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37043FA-E3CD-48C5-B271-56CA1F6F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D991B1E-8EE6-4529-A70B-97B23257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80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EC6DB-9D40-4018-AF87-B0C6D0C1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4BD96-6DFE-470F-9046-F77A08FC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A180977-3254-4E75-A845-232A4EBA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0109BFD-AD8C-4CBB-BAED-CFB70DB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03F9C7B-DB79-42C1-9614-953C8F4F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문자열 ABC와 AC로 부분 수열과 부분 문자열의 차이를 설명하시오.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2C85C-120B-456A-BD4E-048A26E1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2442E4AA-851C-4ACF-A6BA-8D5B6816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AC는 ABC에서 B를 건너뛴 부분 수열이지만 연속된 부분 문자열은 아니다.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014C198F-43F8-4311-9340-9003109E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8F9AC-7910-4264-B95B-AE9A2E72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62C6E83B-15FE-47FC-B08A-C64DB893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이 예의 LCS 길이는 2이고 최장 공통 부분 문자열 길이는 1이다. 순서 보존과 연속성은 다른 제약이다.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33AB36D1-DFEE-45E6-9A42-155FAF9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180828B1-5FDF-4D7F-83F6-EAA19B1A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D5ABC72-FF04-4411-84A0-664F784D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81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20130-17DD-4387-8207-8C209D4D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6637F-6498-4B0D-9545-557EAEC7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9F1CA706-953B-4604-9EC0-FC8150A8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DC820E9-5C7A-4AE1-86F7-8251228B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B484578B-BB89-4F36-B78F-0C42949F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LCS 답안을 문자열 하나로 채점할 때 정답 문자열과 일치하는지만 검사하면 안 되는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이유와 검사 조건을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B5C634AD-0830-44CA-A78F-87145582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C622B-E395-4DB6-A3B6-57642285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C4B99-8835-4A01-93C7-7B38F86D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9CB34-D37E-4C48-8D1F-55269121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81C2F5E7-2C11-4964-AAF8-F178623D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B83F1E6-29CD-431D-97AA-217C7968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46F6D29-4351-4CA6-A41F-6B62FD19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81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516D8-1409-4F2D-9E7A-E5707E9A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1AF84-BC2C-4336-B9D8-00B7FAE5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26C6B320-7CBA-43C6-BAA2-E4FB55F4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EBB1793-5020-41B9-B4FF-1F4D6260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926C4B70-469A-4764-A397-DC5B635D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답안을 문자열 하나로 채점할 때 정답 문자열과 일치하는지만 검사하면 안 되는 이유와 검사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조건을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33669-181F-42C8-96E2-7BD99CEE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986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652DF024-8484-42DD-B3D6-23B94AA1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최장 공통 부분 수열이 여러 개일 수 있다. 양쪽 입력의 부분 수열이고 길이가 최적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길이인지 확인한다.</a:t>
            </a:r>
          </a:p>
        </p:txBody>
      </p:sp>
      <p:sp>
        <p:nvSpPr>
          <p:cNvPr id="11" name="text-395.79999999999995-64">
            <a:extLst xmlns:a="http://schemas.openxmlformats.org/drawingml/2006/main">
              <a:ext uri="{FF2B5EF4-FFF2-40B4-BE49-F238E27FC236}">
                <a16:creationId xmlns:a16="http://schemas.microsoft.com/office/drawing/2014/main" id="{3A2502BB-EF9D-4BD4-B275-2A4356B6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999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E6521-DD18-4805-993E-9442C4F9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4144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43.79999999999995-64">
            <a:extLst xmlns:a="http://schemas.openxmlformats.org/drawingml/2006/main">
              <a:ext uri="{FF2B5EF4-FFF2-40B4-BE49-F238E27FC236}">
                <a16:creationId xmlns:a16="http://schemas.microsoft.com/office/drawing/2014/main" id="{AA1D6870-CBB8-45BB-B0AE-83148953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7195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AB와 BA에서는 A와 B가 모두 정답이다. 특정 문자열만 인정하려면 복원 동률 규칙을 문제에 명시해야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58417549-A452-4A06-B8E1-01A666CE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5244C6B-F57C-430C-A53B-9B03B232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6543198-3964-4042-9BA8-383703C1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82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75F42-7A0F-4F73-9807-A8D6274E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4F876-8D4E-42FD-BB8C-60282C52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05B6BD6-77D3-49EF-9DFB-F7C5A31D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27BAEB5-23FD-4A9D-85A6-BECA210A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973DAE2-F151-48CF-A6AF-F615D56D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LCS 복원 중 답 문자를 뒤에서부터 모았다. 출력 전 필요한 처리와 이유를 설명하시오.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42B3FC2E-C47B-47BD-A39E-08694F3E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83F92-D182-4AA1-9A5C-549A6152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601A9-79BB-43B5-87AD-7F48AD61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B9EF2-9E8C-441E-8F22-F8058168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2D46680F-A9A9-4F6E-B055-B99CA647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B6892AF-5C87-4777-9EA2-3597112C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77814DD-ACAF-4B2D-A02D-865512F3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82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ED34E-DAC4-4BB1-987B-B8686040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AF0D3-BED4-497D-8A36-6B66CC01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2F4D411A-5446-400A-9DDE-CC9BFB82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A52384E-85E2-4FC5-9EDB-7B8A869C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058AB7F3-CD11-4062-A641-3A89FE36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복원 중 답 문자를 뒤에서부터 모았다. 출력 전 필요한 처리와 이유를 설명하시오.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AD6D9-D4E8-4712-B969-4C5DB09B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B1F384B3-EA0B-4FED-81AD-4412892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모은 문자 순서를 뒤집는다.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1B99281C-46C2-4AF7-AF9C-313F9D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62CE8-32FC-4B92-A973-2B7027BC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CEB8663F-D342-4FC5-944D-79F378B0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접두사의 끝에서 시작으로 역추적했기 때문에 마지막 문자부터 추가된다. 바로 출력하면 순서가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뒤집힌 수열이 나온다.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555DEA57-EE02-474E-A160-06770D5C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BC77767-0B86-49D4-A806-FDF18F96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9958C1C-92A5-4064-80C9-83BAC3E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83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097C2-C848-4709-8D37-C06C37A9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DD1AB-5666-4011-BA35-04426445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445E80CD-29BE-4336-BA87-986FD3A2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0959637-BE62-4CC6-B9B8-663CD9BD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A8A54F4-55F7-4FDD-A5E7-60D96AB7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인접 창고 최대 합의 점화식을 마지막 창고 선택 여부로 설명하시오.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05EF69C7-6718-4DAF-B2B4-F0DBC97C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587A5-D6A5-40AE-B84D-EEF39DE7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5F237A-FF48-4AE3-99FC-D2D773DA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49AE4-0213-4663-947D-2620CADD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A03FF191-D371-4A67-9B0C-3A660927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2EFCA2A-9CBB-4280-B177-9194F333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5F344C2-9BD2-49E7-81FB-B5159774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83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6324C-A76E-4A53-B98C-A8C165EF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47B70-5A7A-4935-AA62-A42BB3F9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9F4FDC52-10A9-4078-B571-3F75E5C4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9A4C168-B32C-4ECD-AC7B-8757A203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2CD910E-4691-466C-95E4-47270300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창고 최대 합의 점화식을 마지막 창고 선택 여부로 설명하시오.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85EE5-27AC-4305-A374-25F692CF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6990EBD6-0310-4AE7-9D83-00EEE62C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마지막을 안 고르면 D[i−1], 고르면 D[i−2]+a[i−1]이다.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EA870F24-7C19-4DBF-A148-9C66D86E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FFA3C-DBC1-4933-B709-F428D239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B9AD0AA5-D554-42CA-8631-93BB0B8A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고른 경우 바로 앞 창고를 제외해야 하므로 두 칸 전 상태를 참조한다. 두 후보의 최댓값이 D[i]다.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49A8A2C2-FDDB-459C-9D29-C3659168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1FA9FBD-572F-4768-B9A2-E609E1D7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BADCA74-5583-4903-AE0C-D8FFECF8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84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3A7EA-2470-459D-89A1-DD07F3B4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0A860-DB79-44D6-B275-DB453C3A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05C7098-9392-45EF-B824-D6513E68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9059223-45CF-429D-9E73-79BE4D55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157C3C4-EC67-48FD-93FC-BAE67EB1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창고 값에 음수를 허용하면서 빈 선택도 허용한다. D[1]=a[0]이 잘못될 수 있는 예와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수정안을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347FA8C2-E094-4E7A-86C8-D81C98EC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CA430-8432-48A3-91CF-A8430764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59E04-F06B-4A73-95B7-6E2AF769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30961-A24A-4180-A291-E0DB11E2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ED68A3AD-E957-464F-B4C2-3BF33A06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ADED9E5-8011-47CB-838C-917D8D70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4174599-C043-42E9-A4D2-AEBF8598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84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02F73-BD00-48DA-A2C3-21C2E6F7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AECB2-91A6-4F82-B4BF-6FD51A9E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3CC338F-17F2-470D-82BA-432341B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338152F-C289-4FAD-8648-572DF48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6B933068-2A9B-425B-A35B-E3E40BC9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창고 값에 음수를 허용하면서 빈 선택도 허용한다. D[1]=a[0]이 잘못될 수 있는 예와 수정안을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A81A8-623C-4542-810A-B29F9530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E346DD85-A534-4DA4-9F5F-B7F2AEB2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입력이 [−5]면 실제 답은 0인데 −5가 된다. D[1]=max(0,a[0])으로 수정한다.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D0D29094-C18A-4584-B0EE-5AE33C27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36A5C-B979-4F8A-87E2-E5BB72E2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5F23FB85-021A-4831-BA7A-B29D3CD8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D[0]=0을 두고 점화식에서도 빈 선택을 유지하면 모든 값이 음수인 경우 0을 반환한다.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49B80699-C708-48AF-A4F0-6440D967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2D54EC4-533B-456C-826A-7A708E7A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2934E5E-7925-4119-8CBB-26869881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85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76D1E-84D3-4EFA-9DF2-0817372B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AC538-E87C-442B-9E13-0F994D29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5A9C1A8-E42B-401D-90CD-74D616D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E18E568-4AAF-4B66-B3CF-F173E2CB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169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BD2A197-1E0D-407F-B0A5-AE397B3F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오른쪽·아래 격자 최소 비용을 행 우선 순서로 계산할 수 있는 이유를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1D01D05E-E10E-4210-A440-A4BEA228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461C7-7AF5-4312-A78C-8E68AD8A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32131-B16D-4CC0-B02F-87E12861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A2844-6126-4438-9386-CBD61BAE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143358FD-47D8-40DC-93D4-B38C3538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9982CA9-409E-4A5F-B1A1-8A278F60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A198BBB-3CDD-4A97-A643-8C3CF11A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85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87CA5-7750-4C5D-B65C-B151867E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FCE0D-7E05-405E-8ACE-8D4B7632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62F22F3-5C1B-403C-A74A-A0751369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36C03648-0054-49F2-8FD5-B2A6CF75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1CD4F3B-3CBD-4EC3-9C30-5549D8D6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오른쪽·아래 격자 최소 비용을 행 우선 순서로 계산할 수 있는 이유를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8CF42-DB48-4A9B-A23B-6A266B38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BB3A8616-362F-4437-B96F-5EF5CEA5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각 칸은 위 칸과 왼쪽 칸만 참조하며 두 칸은 행 우선 순서에서 먼저 처리된다.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488E8D7E-EE3D-4DA6-9BE7-F478910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C661A-7459-4180-99DA-45CF2B69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9A9930B4-337D-44E9-A428-B21558D4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첫 행과 첫 열은 존재하는 선행 칸만 사용한다. 대각선 이동을 추가해도 왼쪽 위 칸은 이미 처리되어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있다.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9E7B2932-0464-46CE-AD19-43B6DA28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DCB81F7-3D25-4949-858E-E5C82DED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6AFF4C4-7BAB-418C-827A-56C62DB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86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4B1A4-8807-4B71-A8BC-704B02FE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472BE-F198-4D33-8772-142003C9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5B12108-5762-4F71-9F18-878303FF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EB20788-4B0A-4605-A782-26CB5917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9918512E-8486-42C7-80C1-F9946782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대각선 이동 시 도착 칸 비용만 절반인 격자에서 (이전 누적비용+현재 비용)/2가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잘못된 이유를 수치 예로 설명하시오.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7FA7368F-69A7-4D1F-8AC6-3E7E0C8A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08F38-041E-4961-9389-A358AF1A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74DD1-7667-43F2-96EC-883C855C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4FC4B-8A16-4749-995D-4645C9A3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07B60838-AD51-4284-BC7C-9E86CD85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86F55D0-5D14-43A4-98C7-AF27CFA7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D863B62-C05F-4B3D-9397-0FEC07FB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86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08F74-FA5F-46F3-A332-59557631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11D44-67C8-47D1-A3B5-D51929E2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EB3DD561-A87C-47F8-A39F-BA3A3B84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416DA28-E89B-4913-81DB-FEF14AB9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A419797A-C7FC-4176-9160-0266DC84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대각선 이동 시 도착 칸 비용만 절반인 격자에서 (이전 누적비용+현재 비용)/2가 잘못된 이유를 수치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예로 설명하시오.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41072-BAB8-41AB-91EF-D78EFA12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28F3E489-1760-47D9-BF17-BAE1039F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이전 비용 10, 현재 비용 6이면 올바른 값은 10+3=13이지만 잘못된 식은 8이다.</a:t>
            </a:r>
          </a:p>
        </p:txBody>
      </p:sp>
      <p:sp>
        <p:nvSpPr>
          <p:cNvPr id="11" name="text-358-64">
            <a:extLst xmlns:a="http://schemas.openxmlformats.org/drawingml/2006/main">
              <a:ext uri="{FF2B5EF4-FFF2-40B4-BE49-F238E27FC236}">
                <a16:creationId xmlns:a16="http://schemas.microsoft.com/office/drawing/2014/main" id="{0964FBE5-332A-4944-9890-24D27B7B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3C2AE-3C50-4362-98D1-E2FC0D72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8140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06-64">
            <a:extLst xmlns:a="http://schemas.openxmlformats.org/drawingml/2006/main">
              <a:ext uri="{FF2B5EF4-FFF2-40B4-BE49-F238E27FC236}">
                <a16:creationId xmlns:a16="http://schemas.microsoft.com/office/drawing/2014/main" id="{11B4BBBD-F449-47AB-9E5E-A360A816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할인은 이번 도착 칸에만 적용되며 이미 지불한 이전 경로 비용은 줄어들지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ACD04EF0-0F59-4B5E-B1BF-089A6B71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FCDD1E3-53A4-4B6F-BFD7-760503DE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9513EA56-F286-4205-AC44-49076D65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87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28713-4B50-4B78-AE4D-5761373C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3460B-0E29-42F1-A253-A714F0A6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4628AF3-6A68-41D1-9945-4B5B193D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54C0F3C-AE83-483E-94BC-2C9586BF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4FE9BEF4-BC65-41BE-905D-339DD3E8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격자 최소 비용 DP의 시작 칸을 0으로 놓아도 되는지 비용 정의에 따라 구분하시오.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2F21E6AE-B648-4C2E-9CDA-C1130CB4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4EBBF-4633-421D-BBC1-F4D6BF76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F2909-4170-416A-A785-488EE1A9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4BA26-DC41-4C79-A353-829ED606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2CD96876-7AC2-42CC-9F2C-3B3D6975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BACA534D-8331-49AC-84CD-783526FD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E9B97C2-7073-44B4-878F-A975C696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87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9150E-F123-4C6D-9E65-56E0F3F1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182A4-5F98-4062-96FB-7F3F9FA7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6CADB2C-D457-4461-A5C1-D452D6CF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C045B05-C583-4138-9100-596883DF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AE90551D-1CD5-4395-99E1-AF7FC8C6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격자 최소 비용 DP의 시작 칸을 0으로 놓아도 되는지 비용 정의에 따라 구분하시오.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B3189-F526-476E-9B22-B833433D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F209EB37-6E2C-4AD8-96B9-A59F7A24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시작 칸 비용을 포함하면 cost[0][0]으로, 시작 이후 도착 비용만 세면 0으로 둔다.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9001534D-3DA5-416F-A412-CC1D9629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BF3BD-1035-4ED7-AD33-B9E759EA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4003AC02-5BB8-4357-A052-367067B8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점화식이 같아도 초기값의 차이가 모든 경로 비용에 영향을 준다. 문제에 비용 포함 범위를 명시해야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C7217829-A3B0-418F-B363-44BE8100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C7B1643-3D8D-4DB9-8445-41A3014D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B941E5F-FD99-4E0E-8B18-2D36BBEF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88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1CCD4-4DF5-4BB3-AE61-7148F9A1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45A38-EB11-497C-98A4-3E741BDD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6B204D8-ED39-46B5-AF66-02B7A535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B00356D3-441C-400D-8EF2-5C66A86D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8F7C885-E99E-4C13-898D-69172599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배열 전체를 저장한 DP를 최근 두 값으로 줄일 때 확인해야 할 두 가지를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1CC8E390-60E0-4EE2-B5AB-8751B17E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30D39-14FC-449E-BECE-1E48535D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C2D52-273A-4841-B1AD-82EF426D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3BC97-02B3-4EAE-8E49-43F383F8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99B7B092-0D32-4467-AC4F-EEE26166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8676D89-96AD-4B78-A0CF-E21EEE71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D8F08A1-6232-4E77-BDFA-09E206F3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88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F34FC-91EE-4CFC-83BE-807D62DF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F9901-1C44-4F2F-96CB-25B4092E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AF9F4EAE-9415-46BB-A6E0-24BAE73A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2FAB9DC-78A7-4CA1-B764-F5905BD1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55C44822-D3C9-43B0-9152-2854DCD0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배열 전체를 저장한 DP를 최근 두 값으로 줄일 때 확인해야 할 두 가지를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C2DA8-3B1D-4C48-9711-0D27E36C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986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65B5E60C-E957-41FF-87A6-1EE20905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전이가 최근 두 상태만 참조하는지, 실제 해 복원이나 과거 상태 질의가 필요한지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확인한다.</a:t>
            </a:r>
          </a:p>
        </p:txBody>
      </p:sp>
      <p:sp>
        <p:nvSpPr>
          <p:cNvPr id="11" name="text-362.2-64">
            <a:extLst xmlns:a="http://schemas.openxmlformats.org/drawingml/2006/main">
              <a:ext uri="{FF2B5EF4-FFF2-40B4-BE49-F238E27FC236}">
                <a16:creationId xmlns:a16="http://schemas.microsoft.com/office/drawing/2014/main" id="{9B2C6859-54BB-445F-ADFD-1E766E19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95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0BF90-FE5D-43FF-93BB-BEFB5E52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2140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10.2-64">
            <a:extLst xmlns:a="http://schemas.openxmlformats.org/drawingml/2006/main">
              <a:ext uri="{FF2B5EF4-FFF2-40B4-BE49-F238E27FC236}">
                <a16:creationId xmlns:a16="http://schemas.microsoft.com/office/drawing/2014/main" id="{F0AE2E74-00DB-41E2-8671-562442C4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7155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최적값만 구하면 충분해도 복원에는 이전 선택 정보가 필요할 수 있다. 메모리 절약이 요구된 출력을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없애면 안 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B11971EE-0926-4A64-9353-DA997A22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8E5D136A-A5CA-44D9-A91C-87E9462A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B74E1A4-553A-4900-A479-193E4620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89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44F86-AA2B-4D4D-8C8C-A82F8E99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1ED47-FEFD-4BC3-9269-4F2DD41E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7C425B7-6EB7-4BE7-9779-7C5DF3CB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F1CB742-600E-4B5B-B0A9-432041DB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34745F0-2B65-4994-9021-238A2A4A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 답이 커져 나머지만 저장하는 방법 수 문제에서 매번 모듈러 연산을 해도 되는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이유와 주의점을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50D97B46-D709-4DB2-8067-8853CA14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AF995-8550-4324-B47B-480B60FE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98112-AA09-40BD-8F59-6AD6F407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FF4DB-6024-4F7A-A35B-0C02385A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09CC7005-31B1-431E-8A25-E7CE9B74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829D784-73F4-40A7-9795-DEE047AB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AD66C74-92A0-4E33-B71C-A40B89FF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89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96912-72C6-46D3-899D-7EA6040D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BDE29-4C76-400A-9A7D-379C13BE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E600B442-F460-47BC-8F18-89C49451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03FDECB-9F33-49B7-B47A-9CE32503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96522E34-6D32-4102-BE25-1E84A561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DP 답이 커져 나머지만 저장하는 방법 수 문제에서 매번 모듈러 연산을 해도 되는 이유와 주의점을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E81A2-933E-4F2B-8A1F-39363076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6030"/>
            <a:ext cx="10972800" cy="986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79.2-92">
            <a:extLst xmlns:a="http://schemas.openxmlformats.org/drawingml/2006/main">
              <a:ext uri="{FF2B5EF4-FFF2-40B4-BE49-F238E27FC236}">
                <a16:creationId xmlns:a16="http://schemas.microsoft.com/office/drawing/2014/main" id="{FE282CF6-68E0-45A6-AB22-1419DD18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59380"/>
            <a:ext cx="1043940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덧셈의 나머지는 각 항의 나머지로 계산해도 같다. 덧셈 자체의 오버플로는 충분한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자료형으로 방지한다.</a:t>
            </a:r>
          </a:p>
        </p:txBody>
      </p:sp>
      <p:sp>
        <p:nvSpPr>
          <p:cNvPr id="11" name="text-395.79999999999995-64">
            <a:extLst xmlns:a="http://schemas.openxmlformats.org/drawingml/2006/main">
              <a:ext uri="{FF2B5EF4-FFF2-40B4-BE49-F238E27FC236}">
                <a16:creationId xmlns:a16="http://schemas.microsoft.com/office/drawing/2014/main" id="{125A7C8B-176D-4E02-8D54-764E402F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999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0536D-DEAD-4641-ADED-3263E673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4144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43.79999999999995-64">
            <a:extLst xmlns:a="http://schemas.openxmlformats.org/drawingml/2006/main">
              <a:ext uri="{FF2B5EF4-FFF2-40B4-BE49-F238E27FC236}">
                <a16:creationId xmlns:a16="http://schemas.microsoft.com/office/drawing/2014/main" id="{C98E9FFD-C93A-469F-9235-2EB72097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7195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a+b를 먼저 작은 정수형에서 넘치게 만든 뒤 나머지를 취하면 이미 잘못된 값이다. 최댓값 비교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문제에는 같은 논리를 그대로 적용할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DC00334E-BDF7-44B3-9288-AEB15FA3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4E8BA9D0-7BF5-4031-8334-254A87AC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A34E794-0E96-4CA4-A6A7-F452EFAE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90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8CA0F-0E4D-48BF-B961-27C36C9B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00009-7E8C-4F0E-8CC8-2DFA008F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D896453-BF0C-498B-BCC7-5938352A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32E7741-0D38-446C-A2DE-5543869D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179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796F0D29-A0F2-446D-80D5-4C837A90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46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DP 풀이를 채점할 때 점화식만 맞고 상태 의미·초기값·계산 순서가 없으면 부족한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이유를 쓰시오.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1889AA21-3361-4400-888B-2862E21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 과정과 판단 근거를 함께 쓰시오.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FBBC1-63C3-4FA1-B50E-14A29BB9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A26B1-16FA-4CC9-A242-0519E2CF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5DF03-BF7D-4F9E-952F-CA6725E7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D08A33AC-5222-441E-AF95-ED23B945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서술·설계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85B4DC09-30B9-4B43-9833-0D20A0F2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FD30513-9B19-4B00-8E8C-585E4562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90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AFEC7-934E-485B-B877-C7C90412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B6229-E633-46D4-83E3-926C4EDF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B31D6E5-2A17-44E0-B901-0D037DCB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95F6F4B-BD74-4EB2-924A-F360860A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233D43E2-AF39-4D61-93D0-BEFAB640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DP 풀이를 채점할 때 점화식만 맞고 상태 의미·초기값·계산 순서가 없으면 부족한 이유를 쓰시오.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7D013-EF79-4D61-B03C-9B4C30B4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986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BC9F36F2-6150-4C33-A1F1-22389896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79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같은 식도 상태 해석에 따라 답이 달라지고, 잘못된 초기값이나 미계산 상태 참조는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오답을 만든다.</a:t>
            </a:r>
          </a:p>
        </p:txBody>
      </p:sp>
      <p:sp>
        <p:nvSpPr>
          <p:cNvPr id="11" name="text-362.2-64">
            <a:extLst xmlns:a="http://schemas.openxmlformats.org/drawingml/2006/main">
              <a:ext uri="{FF2B5EF4-FFF2-40B4-BE49-F238E27FC236}">
                <a16:creationId xmlns:a16="http://schemas.microsoft.com/office/drawing/2014/main" id="{2EDE5C12-928F-4EBD-9B50-F42A2878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95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6E1643-3804-4B3E-855A-BF3C4AD9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21405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410.2-64">
            <a:extLst xmlns:a="http://schemas.openxmlformats.org/drawingml/2006/main">
              <a:ext uri="{FF2B5EF4-FFF2-40B4-BE49-F238E27FC236}">
                <a16:creationId xmlns:a16="http://schemas.microsoft.com/office/drawing/2014/main" id="{ADAD5348-1F6A-4D01-ABC0-7B8ADD33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7155"/>
            <a:ext cx="109728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풀이에는 상태의 뜻, 유효 전이, 기저 사례, 의존성을 만족하는 계산 순서와 최종 답의 위치가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필요하다.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98BA8953-52C6-4732-A562-482D1874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C552BAF-E48D-4CC6-866D-B086EEE5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4B995CF-F0A6-454A-B8A9-FC4599D3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21489-A235-49AA-B7DA-4DE90892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9ECD9-DC6E-4B8C-90F4-63BF2962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BEE7FD4-F4F1-47B8-9ABA-2AC08D26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8ADB0C5-F2D2-4F51-B51E-761CFF16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45CB8FE-A312-4717-BF1F-3EE61312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0≤n≤90. fib_memo는 F(0)=0,F(1)=1을 따른다. memo는 길이 91, 모두 −1로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초기화되어 전달된다. 함수가 방문한 상태를 저장하도록 작성한다. Python 또는 C 중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하나로 함수를 작성하시오.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21E2C7F1-625F-4521-B6A0-20ECA8D4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3E71F-C2DD-4D45-93FA-BC996279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0F515-EBB7-41BE-8EA6-62770D46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1BC57-96F2-4196-8AF2-601223F7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C9523F11-BD9E-45CF-B936-427D7F32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34865C2-8913-46D7-8588-DE82D0E5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27D1F9A-5204-4D5A-A689-8BCA9D45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B7866-7179-409E-A6DE-C34D2F96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FECAD-2ABB-4B91-A31B-A1DE27FD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C9133DC-9875-47DA-8BD6-2346B6C5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22D5EC8-9293-4C05-88B2-25A8AAD1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FA97197-4B0C-4C54-89DD-1DD8E122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메모이제이션 피보나치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EA081-14BC-40BB-B862-8C48ACAF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DE56C90F-7FF4-48DB-82D0-E2F7231E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이미 계산한 값은 바로 반환하고 미계산 값만 재귀로 구한다.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5AF0CDA6-4BFF-43F5-AD59-994CF1CB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BDA2B-6110-4439-8647-2DBF8543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C4F30E1F-9D44-41D9-9DC2-EA935F94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O(n), 캐시와 재귀 스택 O(n).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28-64">
            <a:extLst xmlns:a="http://schemas.openxmlformats.org/drawingml/2006/main">
              <a:ext uri="{FF2B5EF4-FFF2-40B4-BE49-F238E27FC236}">
                <a16:creationId xmlns:a16="http://schemas.microsoft.com/office/drawing/2014/main" id="{19978B28-7E55-40A8-AA00-2259943E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42DD7EEC-FC95-48F7-ABBE-F9B079E0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F80364B7-FF17-49F2-A81F-274386E9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Python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DE563-19FE-4E7A-AF7D-05DEA83A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89392-A982-472D-BAD6-D8E83BE7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E5E3475-24C6-4DB6-8D43-2027D8E9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BD98C24-45F2-49C7-906A-7CA1C71B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183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E2848C95-3A30-42AD-8422-F8181A03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메모이제이션 피보나치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602E6-5BD1-4503-A8C6-B9ECFCCB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D1E402E3-5D63-4321-8671-96E49E72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AC4CCF95-3AF0-44C7-884F-615FCE7A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fib_memo(n, memo):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C56FF49F-86A2-4700-AFD0-69F5E64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300FACCA-8C41-41B6-AAB5-08DCB625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memo[n] != -1: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86AE2C91-6E97-43BC-BC2A-89313327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A9307A13-145F-476A-8870-97A34C93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return memo[n]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756CE3C1-3A8E-4399-B57A-655F1BC3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62055AA1-7A40-4AB7-B22E-7BD7C387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n &lt; 2: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3575250D-4436-4B01-9CF0-7DF6F6C3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FF9D56EF-02E0-49D2-B5CD-60882E09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memo[n] = n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82DB3E3E-A954-45D3-8FA1-AFCD72BB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C1FF65EE-296D-4E5C-9A86-EB3EB9C4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14488AE4-DB35-4FF1-A0BC-693239F2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177DA71C-ACAC-4022-BDB2-F4B01BB3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memo[n] = fib_memo(n-1, memo) + fib_memo(n-2, memo)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4A71C519-DBFE-4DFB-A5E1-A6FC66D5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F71D88D7-7297-44D2-9881-3CD68E63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memo[n]</a:t>
            </a:r>
          </a:p>
        </p:txBody>
      </p:sp>
      <p:sp>
        <p:nvSpPr>
          <p:cNvPr id="26" name="text-635-64">
            <a:extLst xmlns:a="http://schemas.openxmlformats.org/drawingml/2006/main">
              <a:ext uri="{FF2B5EF4-FFF2-40B4-BE49-F238E27FC236}">
                <a16:creationId xmlns:a16="http://schemas.microsoft.com/office/drawing/2014/main" id="{58DEB796-CDEC-4481-AFC4-A9A9BD4E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O(n), 캐시와 재귀 스택 O(n).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1A93954C-1F44-49FB-B742-BBA487BB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1D29087-5DB4-4477-8004-6BA7F879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8B92323-18E3-4664-BBC6-C9D2C197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91  C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607F5-9CC1-4A3C-9FCE-993CBCAD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03709-0ABD-418F-B95D-1D0A7555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B4C061F-03BB-4DD9-A297-C4FF2C19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0FF5BCA-6BC4-40F0-9CAC-6CCED222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184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D78E9751-30DD-44DD-99F5-10C897D8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메모이제이션 피보나치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46BC1-DC63-4AFB-B713-986B2C45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FC1B40EA-A0A8-4E29-BE56-744045DA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79B1A4B9-8EA6-4777-BE4B-03C4E295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long long fib_memo(int n, long long memo[]) {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14347F3D-2FB2-4809-83B8-A3F5D204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4FDA8782-01E4-4477-97EF-9315A520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(memo[n]!=-1) return memo[n];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1B39873E-D389-4D3D-B91D-543D0A3A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C19AF799-D07C-4699-B8EE-2A44A698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if (n&lt;2) memo[n]=n;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873C1D64-31DA-4547-8E15-08EF4A07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EAEB181B-3A8B-47CC-8AAB-0752E310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else memo[n]=fib_memo(n-1,memo)+fib_memo(n-2,memo);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1D126278-CC5B-48CA-9F0E-F6941F8C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4A2849E9-64FE-4EE2-AE56-5DCDD22A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memo[n];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EDF07E7D-895A-462C-BAFE-DF41A8DB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F010BAB4-4DF0-405E-89E7-2C6E28E6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2" name="text-635-64">
            <a:extLst xmlns:a="http://schemas.openxmlformats.org/drawingml/2006/main">
              <a:ext uri="{FF2B5EF4-FFF2-40B4-BE49-F238E27FC236}">
                <a16:creationId xmlns:a16="http://schemas.microsoft.com/office/drawing/2014/main" id="{57CE9EEA-5551-4786-872D-1C948CBB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O(n), 캐시와 재귀 스택 O(n).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FF3ABC6F-16F6-457E-A507-B7E62CD2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B98759EE-7D43-48D7-9957-5D726006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D551133-D2C2-48B6-AA57-7DB310A9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92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2588E-E5A2-425D-A7E4-F6278BFD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7DF8F-FBB2-4FAF-B6D3-D8B88324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347E9D5-A134-4229-A174-E7DD3BD8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45ED268-6B17-4299-BF3A-1F79EEB0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91B8D7B8-328D-445B-9B89-EB9C8DEA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2×n 보드를 1×2 도미노로 채우는 수를 m으로 나눈 나머지를 domino(n,m)으로 구한다.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0≤n≤10⁶, 1≤m≤10⁹. 빈 보드의 방법 수는 1이다. Python 또는 C 중 하나로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함수를 작성하시오.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D5B46A55-22BD-426C-8CFD-02658E38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C3F77-1DD7-4382-A3AD-147438C2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A61D8-DADA-45B4-A14C-33284CC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3633A-CE76-4CE6-831B-193292DF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C60F2288-526E-43D5-B344-301BA438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463A482-5FB9-4A07-B6EF-FACC678A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69BCFD2-24A1-485B-931B-AEB747F4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92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36A46-E2EA-4709-87E6-0F5D1FC4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BBD3A-2EE7-4F3B-AD77-0BF1A781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2E1EBF57-09BD-4011-9192-D0CD3C08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1E38FDB-3464-4941-B465-F0974E45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78F069FC-ABF1-4DAF-A8B2-8CA6246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도미노 타일링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8B3A3-C44B-4E70-B564-D49608CC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009DA90D-444F-4159-92EB-7FA80B56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D(0)=D(1)=1에서 앞 두 값의 합을 반복 계산한다.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C9A263EC-E8F1-4459-B94F-EB37A842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73539-6B62-40FD-9054-9461CDED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0FE13C49-B80F-42C7-88F6-96691D8A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28-64">
            <a:extLst xmlns:a="http://schemas.openxmlformats.org/drawingml/2006/main">
              <a:ext uri="{FF2B5EF4-FFF2-40B4-BE49-F238E27FC236}">
                <a16:creationId xmlns:a16="http://schemas.microsoft.com/office/drawing/2014/main" id="{6B6FDCD8-9C13-456D-BE23-3F779DA5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8D1258E-0A7D-46BC-9380-8D43ADD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B97E87C-7D44-4D6E-AE68-C7AF7794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92  Python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614A0-6D00-471E-A286-EE0828F3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3F687-D046-40BD-86F6-35D631EB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733FF1F2-EEFF-444B-A845-C16EDF2D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3C58B491-9C59-4BF6-AA29-62072A59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187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1F28A100-0F7C-497C-AF85-1DBBB275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도미노 타일링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95577-119A-47CD-B714-5EBD120A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B751A75C-61CD-45E9-B8A7-0A765520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85B7C84A-9BC8-4C65-B1EE-5CDE353A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domino(n, m):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3E6A65C3-0B30-4C02-8FF2-FD70D34F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4C52050C-A495-4655-AFFD-6B8B12ED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 = b = 1 % m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30F9618D-9C08-4263-AA7E-D76DF33F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24137F75-A5FB-4B1B-B15F-27AB8A9B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i in range(2, n+1):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884379CF-3F14-4D9D-BCC5-64CEE1EE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F6A44432-3ACB-44CB-98C2-4BFFA518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a, b = b, (a+b) % m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2F19021D-758B-4DB3-BFCA-FC4C1540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94CB976D-C4B0-4EED-A220-E90BA0C5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b</a:t>
            </a:r>
          </a:p>
        </p:txBody>
      </p:sp>
      <p:sp>
        <p:nvSpPr>
          <p:cNvPr id="20" name="text-635-64">
            <a:extLst xmlns:a="http://schemas.openxmlformats.org/drawingml/2006/main">
              <a:ext uri="{FF2B5EF4-FFF2-40B4-BE49-F238E27FC236}">
                <a16:creationId xmlns:a16="http://schemas.microsoft.com/office/drawing/2014/main" id="{892B5B9A-A6D0-4A6D-8688-DD46E8EA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28-64">
            <a:extLst xmlns:a="http://schemas.openxmlformats.org/drawingml/2006/main">
              <a:ext uri="{FF2B5EF4-FFF2-40B4-BE49-F238E27FC236}">
                <a16:creationId xmlns:a16="http://schemas.microsoft.com/office/drawing/2014/main" id="{02EDA318-9E4E-4D35-9E9C-13FE3FF6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9836261-D8C9-4045-8E77-C83CB68D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82F5870-8F39-4A2D-B08C-328D960D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92  C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26036-A755-47C0-B99B-EE218068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E65C1-D921-40F7-9B63-741DC2B5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B9E4854-2590-478A-BA74-22225BAF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AFD8D59-5FC4-4F65-B61E-B0D3EA87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188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C53FF006-8401-4EB1-9828-F8F51123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도미노 타일링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D9FE2-E1F7-4119-B8B3-B85F1E4E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B5C996E3-A6EC-4BFA-AC12-BE20005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F033DA5D-149F-4D7B-A9E3-160FC916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domino(int n, int m) {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D0910A9D-A591-4A7B-A2E1-F030DB4F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F1AFAAE4-5345-4C44-BF97-8AD1B130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a=1%m, b=1%m;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C5B79DFF-5EA9-429E-A3BA-0330F4B6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9ABFE524-2F63-4C40-B3D2-6657158C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i=2; i&lt;=n; ++i) {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F1365DD4-FF20-40FD-9577-FD8FA096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1B44FF39-BFC8-47CE-BF44-56EF2549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long long next=(a+b)%m;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8A625A92-F168-4C80-BE6B-87D44FEC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9E28883D-0522-486D-8E18-129DFCA5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a=b; b=next;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E5757F65-B2A3-4BB5-B35C-7BA5E0D0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35DC7EF5-6DF3-4768-83E2-49B629EC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A56B2FB2-B7CC-45F6-A314-5804AB9A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EB038901-8739-450F-ABF3-02C5DAC3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(int)b;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9F206BE5-AF95-46C3-93A9-15B2BB64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5B079366-8234-48E7-B608-223A1727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6" name="text-635-64">
            <a:extLst xmlns:a="http://schemas.openxmlformats.org/drawingml/2006/main">
              <a:ext uri="{FF2B5EF4-FFF2-40B4-BE49-F238E27FC236}">
                <a16:creationId xmlns:a16="http://schemas.microsoft.com/office/drawing/2014/main" id="{7373104E-5CB4-4465-8AB6-EB173B68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0C685725-2A09-48FC-81DA-9BE8CBEE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9E040D2-9247-47F2-9CE4-24676986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AF94495-6F03-4F3F-B816-E472449B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03470-4D1E-444C-9E06-1E097C59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AD2A1-66E0-43FC-B5B2-DD61380A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7ECB9A0-8EE9-4E22-9D96-0F375B9C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98F1B72-C575-4E25-A460-0D11F3D0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189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6F3E2C9D-81BC-4887-82D6-0E876699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1≤n≤10000에서 −1, ÷2, ÷3, ÷5로 1에 도달하는 최소 연산 수 make_one을 구한다.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나눗셈은 나누어떨어질 때만 가능하다. C에는 길이 n+1의 dp가 제공된다. Python 또는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 중 하나로 함수를 작성하시오.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7B0F7907-1B79-470E-BFBE-0D6AE34B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BB024-43CE-465B-A5BF-A9567DC2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3C246-AA35-49AD-A2AF-710BDD7F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4C164-7710-498A-880C-5509EA4C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C3EE2497-7644-4E69-9B44-331F0244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CF30671-4BAB-4564-808F-249AFDD3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93CC383F-21BE-49D9-8298-88A346F0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2FF9D-0F70-4972-8CAD-92E6F89F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16D24-C2F7-4720-B937-27AD8ABC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B71838FF-BFD7-47B5-8493-59AA8265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3585FC9-7CE2-4C42-8F95-1BD87E71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34ECA3C-C822-4882-ABEA-979C5955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1로 만들기 최솟값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F170A-0087-425B-B3E8-3ED683A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3A43A377-C246-49E4-ACEF-D1503848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작은 수부터 모든 합법적인 다음 상태의 최소 연산 수에 1을 더한다.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DA277221-3CF0-4A31-A86D-E744FCA3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037F2D-85A1-474A-BD78-91271769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B55B0FBF-4ECC-4040-95B0-6E1484F9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28-64">
            <a:extLst xmlns:a="http://schemas.openxmlformats.org/drawingml/2006/main">
              <a:ext uri="{FF2B5EF4-FFF2-40B4-BE49-F238E27FC236}">
                <a16:creationId xmlns:a16="http://schemas.microsoft.com/office/drawing/2014/main" id="{984A0DAB-D514-4E72-B5D4-2F39367F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B9093BD8-ECDF-486F-B500-06830773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29C23AA-04CA-4702-9AF1-8F4C3747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Python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963F1-E942-4A6F-B548-CA07E3F7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0D634-BE40-4A23-B005-70DE7731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E6762AC-D537-47B3-A274-1977418A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62AE828-23B4-43D9-9D71-BE69AE7E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191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B0687323-989B-4CBC-9CB5-33907591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1로 만들기 최솟값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F1CB2-1F2D-44A4-A5CE-71862391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86BF0F6E-F23D-4300-90F9-71828D16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0171792C-D7DD-4FAE-A471-99AE5D0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make_one(n):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638CB1CE-A561-4E5D-8976-AFE792AB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DA1D9C57-2469-4D17-8AE6-7CDD676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dp = [0]*(n+1)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756EB400-00FD-452E-BE50-52B1FA89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F591FED8-72DD-4470-9CBA-D17CBEE8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x in range(2, n+1):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2530DF11-2A3B-492E-9B42-74E4EE29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46A650AA-6685-4A37-BB54-B6448969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dp[x] = dp[x-1]+1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6C5BD67F-3A3E-48B9-9100-887358BA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A314357F-4789-46CF-80ED-DBF5E459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d in (2,3,5):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11089D74-5838-4E1E-A79B-6B6BC92C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DF61B87B-905F-440A-9228-6015622A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x % d == 0: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475B1FDF-50C9-4853-9447-A776EDC8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D83C75CA-8513-44FF-97BD-6D2F42A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dp[x] = min(dp[x], dp[x//d]+1)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015896BF-C144-471A-991C-84D89B2C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5F71C7FF-6B93-4EAF-92CB-D3BA9948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dp[n]</a:t>
            </a:r>
          </a:p>
        </p:txBody>
      </p:sp>
      <p:sp>
        <p:nvSpPr>
          <p:cNvPr id="26" name="text-635-64">
            <a:extLst xmlns:a="http://schemas.openxmlformats.org/drawingml/2006/main">
              <a:ext uri="{FF2B5EF4-FFF2-40B4-BE49-F238E27FC236}">
                <a16:creationId xmlns:a16="http://schemas.microsoft.com/office/drawing/2014/main" id="{E741D080-E53B-4483-AC6C-8551474A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28-64">
            <a:extLst xmlns:a="http://schemas.openxmlformats.org/drawingml/2006/main">
              <a:ext uri="{FF2B5EF4-FFF2-40B4-BE49-F238E27FC236}">
                <a16:creationId xmlns:a16="http://schemas.microsoft.com/office/drawing/2014/main" id="{845C7ABC-A547-46B9-BF85-4802260A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EE8FB37-A481-41C6-AF14-22D7B796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F6C84A0-26E9-4E52-98B0-A36AF9AE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93  C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97714-A6E0-4975-92C2-C116E619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14943-6CFC-43CC-B815-1CB11271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E1FD1BD-2D6A-48B8-B055-B4EE14E5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6F79909-7E75-4C5B-8404-62C50410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192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9BD9D4B3-77BB-40F4-944E-8FC714B5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1로 만들기 최솟값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1E825-5698-486E-9CAA-72842739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2C582EF9-4659-4381-92C4-6BEF058A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F2079903-1BD2-42BC-BC89-E154101C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make_one(int n, int dp[]) {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DE25DBE8-94A3-4549-BC0D-F47F7E93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6366FC1A-569A-4EF7-9355-B2056C6F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divisors[]={2,3,5}; dp[1]=0;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75F66A77-BA78-4CB2-B8B1-C3F5A86F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4FD6CFE5-6380-4BB0-BF61-F6944A48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x=2; x&lt;=n; ++x) {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D516A03A-A3D6-452A-80B5-DF8FA316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CED4E15B-18FF-4351-B583-CD1E581C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dp[x]=dp[x-1]+1;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E98A5F4B-CAB2-45B3-A1E9-A2F0BD3B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A9C6139F-970F-4284-AE3A-D83FF95B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j=0; j&lt;3; ++j) {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681054CD-2D99-4FED-A55B-5716C7CE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BCF28C4C-0678-476F-8FC6-78969E7D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int d=divisors[j];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036A6754-8FA5-4348-9608-0A3C68EE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A16BC029-B1E7-4B0E-B9EC-E2AA1E67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(x%d==0 &amp;&amp; dp[x/d]+1&lt;dp[x]) dp[x]=dp[x/d]+1;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FAA28D63-FFC3-4F95-B2F2-32B7A792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20862F02-63EB-43FD-9955-5E3E7DF0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26" name="text-386-81">
            <a:extLst xmlns:a="http://schemas.openxmlformats.org/drawingml/2006/main">
              <a:ext uri="{FF2B5EF4-FFF2-40B4-BE49-F238E27FC236}">
                <a16:creationId xmlns:a16="http://schemas.microsoft.com/office/drawing/2014/main" id="{05466F96-7A7D-48D2-8C43-48A6DF74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 xmlns:a="http://schemas.openxmlformats.org/drawingml/2006/main">
              <a:ext uri="{FF2B5EF4-FFF2-40B4-BE49-F238E27FC236}">
                <a16:creationId xmlns:a16="http://schemas.microsoft.com/office/drawing/2014/main" id="{F7557120-0985-4009-B1D7-873C455E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8" name="text-406.5-81">
            <a:extLst xmlns:a="http://schemas.openxmlformats.org/drawingml/2006/main">
              <a:ext uri="{FF2B5EF4-FFF2-40B4-BE49-F238E27FC236}">
                <a16:creationId xmlns:a16="http://schemas.microsoft.com/office/drawing/2014/main" id="{D84CE9CC-C3C5-4B6F-8A32-22A0F5B1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19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 xmlns:a="http://schemas.openxmlformats.org/drawingml/2006/main">
              <a:ext uri="{FF2B5EF4-FFF2-40B4-BE49-F238E27FC236}">
                <a16:creationId xmlns:a16="http://schemas.microsoft.com/office/drawing/2014/main" id="{A01F30FC-1864-4AEA-BD18-1B27AC26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19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dp[n];</a:t>
            </a:r>
          </a:p>
        </p:txBody>
      </p:sp>
      <p:sp>
        <p:nvSpPr>
          <p:cNvPr id="30" name="text-427-81">
            <a:extLst xmlns:a="http://schemas.openxmlformats.org/drawingml/2006/main">
              <a:ext uri="{FF2B5EF4-FFF2-40B4-BE49-F238E27FC236}">
                <a16:creationId xmlns:a16="http://schemas.microsoft.com/office/drawing/2014/main" id="{5E049FDB-5B81-4F1C-813F-28B7AA80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671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 xmlns:a="http://schemas.openxmlformats.org/drawingml/2006/main">
              <a:ext uri="{FF2B5EF4-FFF2-40B4-BE49-F238E27FC236}">
                <a16:creationId xmlns:a16="http://schemas.microsoft.com/office/drawing/2014/main" id="{AB8C31FB-A1AB-49DF-B91F-3933B099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671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2" name="text-635-64">
            <a:extLst xmlns:a="http://schemas.openxmlformats.org/drawingml/2006/main">
              <a:ext uri="{FF2B5EF4-FFF2-40B4-BE49-F238E27FC236}">
                <a16:creationId xmlns:a16="http://schemas.microsoft.com/office/drawing/2014/main" id="{D9C03FA0-3750-44E7-9B6D-5DFF263B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1EE02618-9526-483A-A9B7-34C4E458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D3BDC88-CAA5-47B9-9ABB-AAE277C6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3BE8872-0005-4E77-8E47-3A1F0324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A82E7-9D4A-4A07-A253-3D0249C3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6EE91-811C-463E-A7EA-76DEDB98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C721F51-D70A-46A8-AC12-DFD61FA3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C4F3C63-FB73-4945-A497-69DC67BA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BDF0C378-6195-49A3-9E54-D0E23221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1로 만들기의 올바른 dp[1..n]이 제공된다. make_path는 n부터 1까지 최소 경로를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반환한다. 최적 후보 동률은 −1, ÷2, ÷3, ÷5 순이다. C는 out에 쓰고 길이를 반환한다.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Python 또는 C 중 하나로 함수를 작성하시오.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9D24C426-99B0-47A8-B870-C6DFADDD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8C0BA-3178-4784-AD89-D19A4E9E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01F7C-F09A-4E8E-AE32-911A2436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7B3D1-AACF-4B96-809D-18239DB6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804A864C-10E1-49B5-B0AF-8B95059B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F982F38-7905-4957-A50C-6967D993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07225AC-053A-4904-B07E-ADCE4EBF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8FC0A-8EFD-4058-BDDB-8A4F614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F5956-8E79-4528-A3CF-E574073D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B390FCA-561D-4797-9FE7-103F4F73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A34D505-4E33-48B4-8106-3AA9C67B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6BE15FC-0C7D-4935-800D-D26207C1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최소 연산 경로 복원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425BC-1AA7-4030-AF75-590EA8F1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0CA11B4D-BBB1-4DC1-A625-14660E74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dp가 정확히 1 작은 합법적인 다음 상태 중 명시된 순서의 첫 후보를 선택한다.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A3EDAE3F-2682-4FD9-BDAC-E48D4717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65055-87AD-4841-92EF-3C44565B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3750CF9E-8E3D-4EF7-BB2C-183B1342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1≤n≤10000, out 길이 n이면 충분하다. 경로 길이 L에 대해 시간 O(L), 출력 O(L), 출력 외 O(1).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28-64">
            <a:extLst xmlns:a="http://schemas.openxmlformats.org/drawingml/2006/main">
              <a:ext uri="{FF2B5EF4-FFF2-40B4-BE49-F238E27FC236}">
                <a16:creationId xmlns:a16="http://schemas.microsoft.com/office/drawing/2014/main" id="{9376B425-454A-4FA9-BFE7-6545CD1F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FED2CA4-8FEF-4BEB-8C68-5CAD056B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FD4F64C-E67C-4B7C-A3EE-E9958467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Python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5A4A7-26A6-41CE-AC06-11E2EB65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6CC1E-890F-4909-B1D6-56E6CDE3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BDB31F4-D1C4-4D0A-82F7-02D49D41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16C635DA-ED18-49ED-833B-34A867F3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195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28C9A236-9B4F-471A-B2EF-9402C8E2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최소 연산 경로 복원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5D7C5-A54E-46F2-A006-706D3B4C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3A6D81D4-35DA-437D-BE96-67290306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AB380A19-86A4-4B52-A511-4A283275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make_path(n, dp):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519393C4-9FC6-432F-BC66-051703A8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9BE13F8D-AE0E-4A72-934C-9F0430ED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path = [n]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B9FF6713-7CD8-4E27-A00E-EF28337E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E2C19AB9-ADE3-4D0D-9DEF-F4A16951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n &gt; 1: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BE90AA55-0AC2-4672-BE33-3DF07A1B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FCE8BE62-0AD5-4E9E-9C22-23F4DAC0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candidates = [n-1]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147B138C-DD1D-4D62-8D11-1838F111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C1AFD639-F3FA-4EB5-A491-0A4A2562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candidates += [n//d for d in (2,3,5) if n%d == 0]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23AC12AB-D591-4C70-BAB2-3E75133C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00AED637-C89F-4051-B1DB-EFB448F2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n = next(x for x in candidates if dp[x]+1 == dp[n])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893724A8-0385-4FE7-B5AC-A4634F59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C998E87C-6353-48C8-9808-05906853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path.append(n)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1EE5310A-BC8B-4299-96C4-502973DC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16770766-F6F1-4EFC-BD4E-285107E0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path</a:t>
            </a:r>
          </a:p>
        </p:txBody>
      </p:sp>
      <p:sp>
        <p:nvSpPr>
          <p:cNvPr id="26" name="text-635-64">
            <a:extLst xmlns:a="http://schemas.openxmlformats.org/drawingml/2006/main">
              <a:ext uri="{FF2B5EF4-FFF2-40B4-BE49-F238E27FC236}">
                <a16:creationId xmlns:a16="http://schemas.microsoft.com/office/drawing/2014/main" id="{D3F2258A-A905-4983-9480-101B8E07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1≤n≤10000, out 길이 n이면 충분하다. 경로 길이 L에 대해 시간 O(L), 출력 O(L), 출력 외 O(1).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ext-28-64">
            <a:extLst xmlns:a="http://schemas.openxmlformats.org/drawingml/2006/main">
              <a:ext uri="{FF2B5EF4-FFF2-40B4-BE49-F238E27FC236}">
                <a16:creationId xmlns:a16="http://schemas.microsoft.com/office/drawing/2014/main" id="{0C08E11C-A4A0-4598-A4B9-F53DAA27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86E53170-0C26-4E3A-958A-5118B9BB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9408C398-A034-4AA8-A9AA-29192943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94  C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7B7CD-6F2C-4F37-A580-2AB6876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601D6-3579-4A23-947F-51602957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BCEE751E-53B0-4D64-A209-D6A461B9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0F02A38-A939-4696-9811-0D2E924A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196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6AEFCD5B-EDEA-4300-8EBF-17EE2FD2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최소 연산 경로 복원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616B1-A611-42E4-AD77-DF88BF33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84C94764-B898-45DD-AA41-B619D7AD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19EF8651-8006-42D2-AE7D-CCAA4F84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make_path(int n, const int dp[], int out[]) {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C6BC5733-45A1-4344-99A2-DA23760E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A02BDBEB-E79A-4F5E-A3C0-A4D8711E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length=0, divisors[]={2,3,5};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EB2BCA8C-9F2D-40FE-AC9F-D462A606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5C8F1B36-AF94-476D-A0A1-D1D17ED9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out[length++]=n;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DC853222-5C3B-4F9C-A154-C06104E3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02FB46B0-5EF2-445E-9396-EE224D17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(n&gt;1) {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7F2DBFCB-6A5C-4D8E-B721-9020C6CC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F57A6759-B200-4E7A-810E-EFEB7536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next=n-1;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9882046D-F2E1-4225-8896-57997CE8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B8F0C54A-6621-489C-9666-A5789B0F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(dp[next]+1!=dp[n]) {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C358C52A-CCF6-4D22-840B-785CC947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C969833D-EA6C-4BAB-9A39-4D75DC2B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for (int j=0; j&lt;3; ++j) {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DB29B264-25F7-49A4-BB7C-7FB2F0D0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2D44777A-1BB0-426A-BE32-D5EC1E3F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int d=divisors[j];</a:t>
            </a:r>
          </a:p>
        </p:txBody>
      </p:sp>
      <p:sp>
        <p:nvSpPr>
          <p:cNvPr id="26" name="text-386-81">
            <a:extLst xmlns:a="http://schemas.openxmlformats.org/drawingml/2006/main">
              <a:ext uri="{FF2B5EF4-FFF2-40B4-BE49-F238E27FC236}">
                <a16:creationId xmlns:a16="http://schemas.microsoft.com/office/drawing/2014/main" id="{DBD439A5-6929-4E3F-8A8D-72C8DF9F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 xmlns:a="http://schemas.openxmlformats.org/drawingml/2006/main">
              <a:ext uri="{FF2B5EF4-FFF2-40B4-BE49-F238E27FC236}">
                <a16:creationId xmlns:a16="http://schemas.microsoft.com/office/drawing/2014/main" id="{22D316EA-081A-430E-91EC-93DCFE07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if (n%d==0 &amp;&amp; dp[n/d]+1==dp[n]) {next=n/d; break;}</a:t>
            </a:r>
          </a:p>
        </p:txBody>
      </p:sp>
      <p:sp>
        <p:nvSpPr>
          <p:cNvPr id="28" name="text-406.5-81">
            <a:extLst xmlns:a="http://schemas.openxmlformats.org/drawingml/2006/main">
              <a:ext uri="{FF2B5EF4-FFF2-40B4-BE49-F238E27FC236}">
                <a16:creationId xmlns:a16="http://schemas.microsoft.com/office/drawing/2014/main" id="{412FCE43-4C40-4AFE-9F42-F32791DD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19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 xmlns:a="http://schemas.openxmlformats.org/drawingml/2006/main">
              <a:ext uri="{FF2B5EF4-FFF2-40B4-BE49-F238E27FC236}">
                <a16:creationId xmlns:a16="http://schemas.microsoft.com/office/drawing/2014/main" id="{B7BABDF4-E502-4BED-979F-DD6CD413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19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}</a:t>
            </a:r>
          </a:p>
        </p:txBody>
      </p:sp>
      <p:sp>
        <p:nvSpPr>
          <p:cNvPr id="30" name="text-427-81">
            <a:extLst xmlns:a="http://schemas.openxmlformats.org/drawingml/2006/main">
              <a:ext uri="{FF2B5EF4-FFF2-40B4-BE49-F238E27FC236}">
                <a16:creationId xmlns:a16="http://schemas.microsoft.com/office/drawing/2014/main" id="{815B9E92-56C2-4253-9825-3A3EA1C4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671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 xmlns:a="http://schemas.openxmlformats.org/drawingml/2006/main">
              <a:ext uri="{FF2B5EF4-FFF2-40B4-BE49-F238E27FC236}">
                <a16:creationId xmlns:a16="http://schemas.microsoft.com/office/drawing/2014/main" id="{39C97F5E-039E-4B55-B4B3-9CA467A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671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32" name="text-447.5-81">
            <a:extLst xmlns:a="http://schemas.openxmlformats.org/drawingml/2006/main">
              <a:ext uri="{FF2B5EF4-FFF2-40B4-BE49-F238E27FC236}">
                <a16:creationId xmlns:a16="http://schemas.microsoft.com/office/drawing/2014/main" id="{12B2FD03-96EB-4B15-9880-3FAA4DA5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624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 xmlns:a="http://schemas.openxmlformats.org/drawingml/2006/main">
              <a:ext uri="{FF2B5EF4-FFF2-40B4-BE49-F238E27FC236}">
                <a16:creationId xmlns:a16="http://schemas.microsoft.com/office/drawing/2014/main" id="{69B4C4E2-E9B5-46FD-B047-B0AFB452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624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n=next; out[length++]=n;</a:t>
            </a:r>
          </a:p>
        </p:txBody>
      </p:sp>
      <p:sp>
        <p:nvSpPr>
          <p:cNvPr id="34" name="text-468-81">
            <a:extLst xmlns:a="http://schemas.openxmlformats.org/drawingml/2006/main">
              <a:ext uri="{FF2B5EF4-FFF2-40B4-BE49-F238E27FC236}">
                <a16:creationId xmlns:a16="http://schemas.microsoft.com/office/drawing/2014/main" id="{A9D4C753-97F9-478F-B19C-DA1EA942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577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35" name="text-468-135">
            <a:extLst xmlns:a="http://schemas.openxmlformats.org/drawingml/2006/main">
              <a:ext uri="{FF2B5EF4-FFF2-40B4-BE49-F238E27FC236}">
                <a16:creationId xmlns:a16="http://schemas.microsoft.com/office/drawing/2014/main" id="{5C14E400-8BD8-4F3B-9F44-A4A7FF38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577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36" name="text-488.5-81">
            <a:extLst xmlns:a="http://schemas.openxmlformats.org/drawingml/2006/main">
              <a:ext uri="{FF2B5EF4-FFF2-40B4-BE49-F238E27FC236}">
                <a16:creationId xmlns:a16="http://schemas.microsoft.com/office/drawing/2014/main" id="{48E42BD6-BD85-4F44-A553-26657CFF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529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37" name="text-488.5-135">
            <a:extLst xmlns:a="http://schemas.openxmlformats.org/drawingml/2006/main">
              <a:ext uri="{FF2B5EF4-FFF2-40B4-BE49-F238E27FC236}">
                <a16:creationId xmlns:a16="http://schemas.microsoft.com/office/drawing/2014/main" id="{692E4A2E-1133-4E5C-B814-EB582363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529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length;</a:t>
            </a:r>
          </a:p>
        </p:txBody>
      </p:sp>
      <p:sp>
        <p:nvSpPr>
          <p:cNvPr id="38" name="text-509-81">
            <a:extLst xmlns:a="http://schemas.openxmlformats.org/drawingml/2006/main">
              <a:ext uri="{FF2B5EF4-FFF2-40B4-BE49-F238E27FC236}">
                <a16:creationId xmlns:a16="http://schemas.microsoft.com/office/drawing/2014/main" id="{5C750E09-BBF9-46FE-B01E-046777F0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482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39" name="text-509-135">
            <a:extLst xmlns:a="http://schemas.openxmlformats.org/drawingml/2006/main">
              <a:ext uri="{FF2B5EF4-FFF2-40B4-BE49-F238E27FC236}">
                <a16:creationId xmlns:a16="http://schemas.microsoft.com/office/drawing/2014/main" id="{EC54DC71-C4DA-4FAA-85C7-8E32760D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482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0" name="text-635-64">
            <a:extLst xmlns:a="http://schemas.openxmlformats.org/drawingml/2006/main">
              <a:ext uri="{FF2B5EF4-FFF2-40B4-BE49-F238E27FC236}">
                <a16:creationId xmlns:a16="http://schemas.microsoft.com/office/drawing/2014/main" id="{33F08D0F-D9CF-470E-994C-764C8B06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1≤n≤10000, out 길이 n이면 충분하다. 경로 길이 L에 대해 시간 O(L), 출력 O(L), 출력 외 O(1).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C683E122-D0B8-4FF5-8206-24C55826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59AB80E-1D73-4ED6-836C-A759A636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F8254973-75DD-402F-BC5E-79F2C17F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95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277CE-8363-4AD8-B7A4-3026D6A0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83CD8-7C14-4CA1-9348-11DA4855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342D3B5E-C945-4047-A291-FD9BBB8B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C2E7AC9-F88E-4E1C-8004-AD29059E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F9A62C3-2827-4824-85C2-052D1C73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물건 (무게,가치) n≤100개, 용량 W≤1000. 무게 1..1000, 가치 0..10⁶.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knapsack2는 용량 이하 최대 가치를 반환한다. C dp[101][1001]은 호출자가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제공한다. Python 또는 C 중 하나로 함수를 작성하시오.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CE978B2E-6B51-4F4B-BADD-019CF619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85C77-F8BE-4159-81AC-669663D0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D98E7-2A2D-4D1D-B04C-DAFF146A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E6D4E-87F7-4990-8C8E-4FBE142E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C56A1BA8-FB86-4ED7-9DF7-C31563F7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27AB930-B25D-4C93-A858-6EFB5DC4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00B0A3D-3E79-4B8C-AF96-EE0C35A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95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2A30B-9758-4CF7-8948-0139821A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31C34-C423-47F9-A80E-EAB60C91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96C5DD00-1C14-4C0B-B800-24C152E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3FC26C63-CE4F-478F-8AB8-B78A1E30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3466586B-9B63-4955-82C7-672E283C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2차원 0/1 배낭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9FFBC-7809-48A7-8732-7CF15B50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4DF91DC7-0474-4DDE-A3EE-71456681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앞 i개 물건을 쓰는 상태에서 선택과 미선택을 이전 행으로 비교한다.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FA1224D5-F845-484B-8272-C72C8548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EFA1F-F102-4AC1-AE59-636E3D5F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430B1D27-E93D-4BD6-AF92-EA2217F7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O(nW). 빈 선택을 허용하며 n=0 또는 W=0의 답은 0이다.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28-64">
            <a:extLst xmlns:a="http://schemas.openxmlformats.org/drawingml/2006/main">
              <a:ext uri="{FF2B5EF4-FFF2-40B4-BE49-F238E27FC236}">
                <a16:creationId xmlns:a16="http://schemas.microsoft.com/office/drawing/2014/main" id="{A3ADBC57-A767-48B4-90FC-97B16E8C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5C0671B-D150-4CA2-BEB3-97722EC4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40488CA-D521-40CD-92DA-3AD12742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95  Python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9938C-1992-430E-806E-AE3FF7BC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7C24B-B5DB-4ECD-B4E1-4C6528F4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3E2FE8A5-D51A-44E4-85B6-A0ACFEFE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5925DCA4-93FE-4DD5-B7A2-F0A37E8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199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786E0613-C6DE-407C-88B5-F082579D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2차원 0/1 배낭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542AE-F9E9-437F-A9B2-13DEC6F3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99686F8F-21D1-4A8F-BE0E-FA7EC98C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8718BE44-2103-4F4F-A37B-20269FCD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knapsack2(items, W):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9C028C8A-945D-4BDA-80F9-AFCC975D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FA374C00-8976-4676-AA0A-5FAA20BB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dp = [[0]*(W+1) for _ in range(len(items)+1)]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73F5BC76-3C64-446A-80B2-3E78DE64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FE926635-B43B-42CD-A4AE-92D3D72A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i, (w,v) in enumerate(items, 1):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5F96DA8E-1C3E-4070-B19F-92A4AEC8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3A8B695D-7809-46DE-8133-9CF635D2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c in range(W+1):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26C2078E-3B14-4A39-9D5B-746691FF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B2AEC0C1-4B5D-493C-8CC6-A0DF0761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dp[i][c] = dp[i-1][c]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ACE5EF3A-151D-49B2-A84B-5CA48D79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16D617F4-6496-425A-9A31-5D09EB89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w &lt;= c: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6E55D6CE-13CD-45EF-AEDB-A2BE32D6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98B425F0-E439-491D-B431-0AF9BAE5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dp[i][c] = max(dp[i][c], dp[i-1][c-w]+v)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46EEBDC4-20E7-45C4-8F92-99968942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F11AF7F0-65D9-42AD-97E8-D726DCAA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dp[len(items)][W]</a:t>
            </a:r>
          </a:p>
        </p:txBody>
      </p:sp>
      <p:sp>
        <p:nvSpPr>
          <p:cNvPr id="26" name="text-635-64">
            <a:extLst xmlns:a="http://schemas.openxmlformats.org/drawingml/2006/main">
              <a:ext uri="{FF2B5EF4-FFF2-40B4-BE49-F238E27FC236}">
                <a16:creationId xmlns:a16="http://schemas.microsoft.com/office/drawing/2014/main" id="{05D15A2E-4625-4D4A-88A9-F7DEE925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O(nW). 빈 선택을 허용하며 n=0 또는 W=0의 답은 0이다.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ext-28-64">
            <a:extLst xmlns:a="http://schemas.openxmlformats.org/drawingml/2006/main">
              <a:ext uri="{FF2B5EF4-FFF2-40B4-BE49-F238E27FC236}">
                <a16:creationId xmlns:a16="http://schemas.microsoft.com/office/drawing/2014/main" id="{2FD9D337-DD52-43CA-A20E-E0390FF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CD697C7-CA93-4FFA-B0C7-9AB199A7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506354F-3AB9-4241-A07C-E5584007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95  C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16CAB-6A70-4DB9-956E-CA6451E1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13197-163B-4BD3-B090-D786F680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4CEA15F-40CE-4D5E-B57F-3529EE8A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CC658A47-D6E8-4DC1-97C2-CE5C62D9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200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D5AB9869-03CF-4ABF-9AAD-7F382D08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2차원 0/1 배낭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77622-87AC-4CA9-81FF-2250E5CD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5934E70B-D99F-461E-881D-40ED65D0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611FFE4F-7F0C-4A61-A4CB-68DC8EB7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knapsack2(const int w[], const int v[], int n, int W,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FFFF80FC-92D9-4C82-A7D9-B09CAB10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857E8ADE-6A09-4462-B7DC-DD389E8F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int dp[][1001]) {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C80B61A9-0DD6-494B-9D6F-9BB09E53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968F0737-44CA-487E-9792-B44CF9A3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c=0; c&lt;=W; ++c) dp[0][c]=0;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C2F02522-49E5-4BC4-B4E3-3A45E77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ED18D55E-F447-40D0-B538-10A9E7B5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i=1; i&lt;=n; ++i) {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E9E3C881-6AD9-40BE-9C5E-AD1B51BD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C959F980-B848-49D1-92ED-93D1BD76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c=0; c&lt;=W; ++c) {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DDECFF3A-C9E9-4670-9F74-D557637D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BAC20738-7C57-4376-A3C3-F42F32E7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dp[i][c]=dp[i-1][c];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305E3324-D11C-417D-BEF9-6CA61523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A4EDAEF3-37B5-481D-93E8-BB45EF87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(w[i-1]&lt;=c) {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A7A72543-CF2E-45B3-A7D4-5A6384B0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88A09BEF-C197-4865-8565-32646870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int take=dp[i-1][c-w[i-1]]+v[i-1];</a:t>
            </a:r>
          </a:p>
        </p:txBody>
      </p:sp>
      <p:sp>
        <p:nvSpPr>
          <p:cNvPr id="26" name="text-386-81">
            <a:extLst xmlns:a="http://schemas.openxmlformats.org/drawingml/2006/main">
              <a:ext uri="{FF2B5EF4-FFF2-40B4-BE49-F238E27FC236}">
                <a16:creationId xmlns:a16="http://schemas.microsoft.com/office/drawing/2014/main" id="{0B97311E-380E-4D2B-8F20-451FB2F3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 xmlns:a="http://schemas.openxmlformats.org/drawingml/2006/main">
              <a:ext uri="{FF2B5EF4-FFF2-40B4-BE49-F238E27FC236}">
                <a16:creationId xmlns:a16="http://schemas.microsoft.com/office/drawing/2014/main" id="{C6676339-1ABF-4B16-B7BE-CCBA70E5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if (take&gt;dp[i][c]) dp[i][c]=take;</a:t>
            </a:r>
          </a:p>
        </p:txBody>
      </p:sp>
      <p:sp>
        <p:nvSpPr>
          <p:cNvPr id="28" name="text-406.5-81">
            <a:extLst xmlns:a="http://schemas.openxmlformats.org/drawingml/2006/main">
              <a:ext uri="{FF2B5EF4-FFF2-40B4-BE49-F238E27FC236}">
                <a16:creationId xmlns:a16="http://schemas.microsoft.com/office/drawing/2014/main" id="{C89485C1-0207-4F89-9BF2-8EED46AD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19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 xmlns:a="http://schemas.openxmlformats.org/drawingml/2006/main">
              <a:ext uri="{FF2B5EF4-FFF2-40B4-BE49-F238E27FC236}">
                <a16:creationId xmlns:a16="http://schemas.microsoft.com/office/drawing/2014/main" id="{27226929-6298-4336-A018-5E855699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19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}</a:t>
            </a:r>
          </a:p>
        </p:txBody>
      </p:sp>
      <p:sp>
        <p:nvSpPr>
          <p:cNvPr id="30" name="text-427-81">
            <a:extLst xmlns:a="http://schemas.openxmlformats.org/drawingml/2006/main">
              <a:ext uri="{FF2B5EF4-FFF2-40B4-BE49-F238E27FC236}">
                <a16:creationId xmlns:a16="http://schemas.microsoft.com/office/drawing/2014/main" id="{9B98D2D5-5D10-49F0-B993-4F0A20F8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671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 xmlns:a="http://schemas.openxmlformats.org/drawingml/2006/main">
              <a:ext uri="{FF2B5EF4-FFF2-40B4-BE49-F238E27FC236}">
                <a16:creationId xmlns:a16="http://schemas.microsoft.com/office/drawing/2014/main" id="{222C3BF8-423D-4092-87EF-31D338CA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671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32" name="text-447.5-81">
            <a:extLst xmlns:a="http://schemas.openxmlformats.org/drawingml/2006/main">
              <a:ext uri="{FF2B5EF4-FFF2-40B4-BE49-F238E27FC236}">
                <a16:creationId xmlns:a16="http://schemas.microsoft.com/office/drawing/2014/main" id="{D0F295D7-1328-4FAD-A711-A36E0D0B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624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 xmlns:a="http://schemas.openxmlformats.org/drawingml/2006/main">
              <a:ext uri="{FF2B5EF4-FFF2-40B4-BE49-F238E27FC236}">
                <a16:creationId xmlns:a16="http://schemas.microsoft.com/office/drawing/2014/main" id="{26930304-97B5-4A79-B3A9-3BB071CB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624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34" name="text-468-81">
            <a:extLst xmlns:a="http://schemas.openxmlformats.org/drawingml/2006/main">
              <a:ext uri="{FF2B5EF4-FFF2-40B4-BE49-F238E27FC236}">
                <a16:creationId xmlns:a16="http://schemas.microsoft.com/office/drawing/2014/main" id="{3D2D10C9-8332-4909-91CF-92B8CCEB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577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35" name="text-468-135">
            <a:extLst xmlns:a="http://schemas.openxmlformats.org/drawingml/2006/main">
              <a:ext uri="{FF2B5EF4-FFF2-40B4-BE49-F238E27FC236}">
                <a16:creationId xmlns:a16="http://schemas.microsoft.com/office/drawing/2014/main" id="{431FA619-CF80-45FE-ACCC-2CA099E7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577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dp[n][W];</a:t>
            </a:r>
          </a:p>
        </p:txBody>
      </p:sp>
      <p:sp>
        <p:nvSpPr>
          <p:cNvPr id="36" name="text-488.5-81">
            <a:extLst xmlns:a="http://schemas.openxmlformats.org/drawingml/2006/main">
              <a:ext uri="{FF2B5EF4-FFF2-40B4-BE49-F238E27FC236}">
                <a16:creationId xmlns:a16="http://schemas.microsoft.com/office/drawing/2014/main" id="{AA6661D7-C19C-473B-AFDF-197C6C25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529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37" name="text-488.5-135">
            <a:extLst xmlns:a="http://schemas.openxmlformats.org/drawingml/2006/main">
              <a:ext uri="{FF2B5EF4-FFF2-40B4-BE49-F238E27FC236}">
                <a16:creationId xmlns:a16="http://schemas.microsoft.com/office/drawing/2014/main" id="{FDFD48E2-0F77-4C3A-8382-1148E3B6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529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8" name="text-635-64">
            <a:extLst xmlns:a="http://schemas.openxmlformats.org/drawingml/2006/main">
              <a:ext uri="{FF2B5EF4-FFF2-40B4-BE49-F238E27FC236}">
                <a16:creationId xmlns:a16="http://schemas.microsoft.com/office/drawing/2014/main" id="{617AD5AB-3B95-43A6-97AE-CAF19F8C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O(nW). 빈 선택을 허용하며 n=0 또는 W=0의 답은 0이다.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FA209F4F-210E-4276-BEF2-05606ABA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D3708A9-B411-49E2-AE51-43F25A49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DD6CE7AB-271E-4B49-AE29-AF8A8E0B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FE01D-F57D-4AFB-8B0D-022BFE24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8671F-6E4A-41D1-958E-7B18656F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31DB4A9D-86AF-4F96-BE28-D5A72930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056E2F6-4AE8-4D0E-B165-451D55AB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201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6BFA8B0E-F076-4D9F-9097-4002C350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0/1 물건 n≤100개, 무게 1..1000, 가치 0..10⁶, 용량 W=0..1000이다. 길이 W+1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배열로 용량 이하 최대 가치를 구하는 knapsack1을 작성한다. C의 dp는 호출자가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제공한다. Python 또는 C로 작성하시오.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4C1C868E-1DB8-4555-B084-7A3FD9A8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003C1-F3B5-4B26-A349-44540454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1D687-0D1B-4CEE-ABFF-6BA99CD2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D4074-035F-47A3-8963-9DBF38D4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8B611984-D3FF-42E5-867B-625DA168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DA08247-ACBC-43B0-AE7A-2B9A266C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DB70A68-2E9C-4DF0-80F9-617515DA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7EF0D-8D06-43DA-BAF4-E432E3D4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E568F-970D-4BF0-BB8E-4A6A2C09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3979E0DF-14E0-4383-91FE-005C7509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15C9C36-3C7A-4F3D-BE75-443DAFF5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202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E564B360-58E8-460B-A6AB-C10834CA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1차원 0/1 배낭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B7504-5AA1-4EF1-8462-FB517740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232DA845-C2B8-4736-A2C6-444958F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각 물건에서 용량을 내림차순 갱신하여 같은 물건의 중복 사용을 막는다.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D3543F06-BC44-4AE0-9198-62F95A6D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614B4-3848-445A-92B7-4FFF00D0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E1CD448B-00D4-4434-BAB1-7848AA07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O(nW). 가치 상한은 앞 문항과 같이 10⁶이다.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4C42DB15-6999-420B-9B35-CC2D0C4B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9C8C0420-E70E-4596-8475-EAAC7C98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F746D422-2124-40CA-B27F-42C0D978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Python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14716-9769-44E5-90DE-0B6B23FB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AE6B2-4CE1-4DAC-8F8A-02A3ADE5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AEEED9B-B388-41BC-BD38-F75EBE33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9403B26C-8DD0-4833-9F22-4BB67447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203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3B99BC09-8315-4A8E-A462-7471A274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1차원 0/1 배낭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ED565-04F8-496D-813A-9418713D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B4A001C1-50EE-4D09-9C79-A3BD334C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A11E1D2A-3B1C-48BD-BA8D-A0D9586A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knapsack1(items, W):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B32F6FF4-53F1-4A58-A36C-81AD5C78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C8E43121-A1FF-4185-8E1C-877D77BC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dp = [0]*(W+1)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F4C2CB22-1D6C-44AE-B220-D5B47E81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F26947A0-5CCF-4555-8966-1F609F54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w, v in items: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57281021-41C8-4954-980F-2EA35C98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60E1D725-8126-47D8-8AB4-5ED0C378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c in range(W, w-1, -1):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8D07EB65-A4E7-450E-B8C2-E6F0E8AF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1DCDAE53-799F-4F84-AD05-0FE9070F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dp[c] = max(dp[c], dp[c-w]+v)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2EE59147-5072-406C-AE13-35F372C1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94446E10-8FE5-41F2-A8B6-CCFCD139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dp[W]</a:t>
            </a:r>
          </a:p>
        </p:txBody>
      </p:sp>
      <p:sp>
        <p:nvSpPr>
          <p:cNvPr id="22" name="text-635-64">
            <a:extLst xmlns:a="http://schemas.openxmlformats.org/drawingml/2006/main">
              <a:ext uri="{FF2B5EF4-FFF2-40B4-BE49-F238E27FC236}">
                <a16:creationId xmlns:a16="http://schemas.microsoft.com/office/drawing/2014/main" id="{3F9F1A4D-E4FC-4717-902A-005A845B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O(nW). 가치 상한은 앞 문항과 같이 10⁶이다.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28-64">
            <a:extLst xmlns:a="http://schemas.openxmlformats.org/drawingml/2006/main">
              <a:ext uri="{FF2B5EF4-FFF2-40B4-BE49-F238E27FC236}">
                <a16:creationId xmlns:a16="http://schemas.microsoft.com/office/drawing/2014/main" id="{D74D4682-D03A-4E8F-9351-B1C18A54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4963B3B1-7F61-43CF-9B09-0600EE3D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FA1B950-3CA7-455E-B57F-1624A146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96  C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EF887-3DF0-4041-889F-FDB834AB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DA461-4A6D-4297-A790-F3A3E25D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ECF73C1-0AB0-4575-9A05-6A780575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9BF19B3-E264-4FC5-AC39-CD26C694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204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AD1A7AC0-AC61-4B94-89FB-6B0B16F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1차원 0/1 배낭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2DE0E-AC1F-43BF-B885-0915E275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FB398F16-F0FC-44B1-8B5E-2C8134DA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63536326-28ED-49AC-AB77-C3CE457F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knapsack1(const int w[], const int v[], int n, int W,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E4B7F489-CF24-4D45-A5DB-9EACE04C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E3359445-017C-43C9-BD8F-BA87C81A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int dp[]) {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A8378B20-45D7-4ED4-82EB-0F1837AC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72487BDE-D758-4A9A-A3D9-3EA3C45E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c=0; c&lt;=W; ++c) dp[c]=0;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0D0EBBAF-AC54-4077-B654-90A796B8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7B75C50D-BA0C-4780-9871-304B1F71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i&lt;n; ++i)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683500DD-D0CA-48E0-BEF0-848174B9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AF9F8EA5-5E12-4A78-86CC-AB6EBB33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c=W; c&gt;=w[i]; --c) {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51992E1C-E72B-4323-96EE-82F0F6F0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38083B5F-263F-46C5-8AB5-EEA4B2E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int take=dp[c-w[i]]+v[i];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D02ECA99-F7C7-4E12-9798-011C7B43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88D9A9C8-E498-43D8-911F-3288EACF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(take&gt;dp[c]) dp[c]=take;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4E72B006-F371-4D37-B998-96EFD07B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19EF7AD0-4A4B-4721-9E7D-30F74A5B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26" name="text-386-81">
            <a:extLst xmlns:a="http://schemas.openxmlformats.org/drawingml/2006/main">
              <a:ext uri="{FF2B5EF4-FFF2-40B4-BE49-F238E27FC236}">
                <a16:creationId xmlns:a16="http://schemas.microsoft.com/office/drawing/2014/main" id="{DE9B01B2-3295-4425-A3F3-78C72284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 xmlns:a="http://schemas.openxmlformats.org/drawingml/2006/main">
              <a:ext uri="{FF2B5EF4-FFF2-40B4-BE49-F238E27FC236}">
                <a16:creationId xmlns:a16="http://schemas.microsoft.com/office/drawing/2014/main" id="{942A6641-C365-4081-917F-2F90AC99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dp[W];</a:t>
            </a:r>
          </a:p>
        </p:txBody>
      </p:sp>
      <p:sp>
        <p:nvSpPr>
          <p:cNvPr id="28" name="text-406.5-81">
            <a:extLst xmlns:a="http://schemas.openxmlformats.org/drawingml/2006/main">
              <a:ext uri="{FF2B5EF4-FFF2-40B4-BE49-F238E27FC236}">
                <a16:creationId xmlns:a16="http://schemas.microsoft.com/office/drawing/2014/main" id="{217E7F57-1FCB-4A05-B815-CA0BCD33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19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 xmlns:a="http://schemas.openxmlformats.org/drawingml/2006/main">
              <a:ext uri="{FF2B5EF4-FFF2-40B4-BE49-F238E27FC236}">
                <a16:creationId xmlns:a16="http://schemas.microsoft.com/office/drawing/2014/main" id="{D920AB06-67FE-4119-85A8-5639DB7B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19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0" name="text-635-64">
            <a:extLst xmlns:a="http://schemas.openxmlformats.org/drawingml/2006/main">
              <a:ext uri="{FF2B5EF4-FFF2-40B4-BE49-F238E27FC236}">
                <a16:creationId xmlns:a16="http://schemas.microsoft.com/office/drawing/2014/main" id="{8705CC1A-AC3D-4C36-A463-58935127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O(nW). 가치 상한은 앞 문항과 같이 10⁶이다.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C35516D6-311A-4A31-B75F-0B23C0FA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66E39313-BF31-47D5-9DC4-583C83C6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FAE5C6A4-6195-4C3F-B1AE-C447C08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97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2E6E3-A59C-4425-9AA7-944C90AE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C9D18-4E47-4CDF-B107-77AFB3A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C93FB59C-31B9-4C9B-8858-B03FB061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7BFBDEB3-6111-45B5-9E8B-8FA6E48D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205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105037DF-F1FE-451E-88E8-52F875A5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길이 0..100인 ASCII 문자열 a,b의 최장 공통 부분 수열 길이를 lcs_length로 구한다.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C는 길이 m,n과 dp[101][101]을 받는다. Python 또는 C 중 하나로 함수를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작성하시오.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B8811106-1AD9-4CC8-951F-925956CF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D337B-2673-4A23-93D2-A23B7FFE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487DE-774B-49E8-AB36-A6EEC720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2CF27-729D-4528-A71C-19CC6336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3222DD57-61CA-47A7-9EA7-6CF22B14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9C24692-44BF-40CA-BCB5-888463CC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E6E527AB-1268-48D7-A6AF-E7F9AF9A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97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73B00-B475-4BD8-BB2D-212E0F3D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C51CB-A3E3-4AB6-8E82-4D792F53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3923A70-6579-4B2A-A3C1-09BB2C69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2580D65A-0EE5-44E8-8FA0-9709FEA7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206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D457EBE3-D6BC-458B-9618-38471D7E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길이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E71E6-0A0B-4CED-B92F-2A52584B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EF289622-4979-434C-9E58-CE77817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같으면 왼쪽 위에 1을 더하고, 다르면 위와 왼쪽 중 큰 값을 쓴다.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64F3BE5B-4DD0-42F1-AA02-DF60A3CC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F7DEF-933A-4159-BDBE-430CBF6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B29EC0AE-E40B-4FDB-BD6C-EE591187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O(mn). 빈 문자열 경계를 포함한다.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28-64">
            <a:extLst xmlns:a="http://schemas.openxmlformats.org/drawingml/2006/main">
              <a:ext uri="{FF2B5EF4-FFF2-40B4-BE49-F238E27FC236}">
                <a16:creationId xmlns:a16="http://schemas.microsoft.com/office/drawing/2014/main" id="{5AEF3751-B233-486C-8613-C9AE0CF9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AAF000AF-DF97-471F-8CCE-43318FC0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689415D8-602A-4F08-9B0B-558D2F2E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97  Python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2B6A0-A1FE-4A57-ACBC-6CE07264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B8FD3-3535-4754-8C05-7E8A69D7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1CBDD80-A1A4-4B29-81D1-B94B9066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2149750-FA3A-406E-8D9D-BE3FA924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207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01CD8CD2-C638-47B2-B0C3-3DE8BC1A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길이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57E7C-7CA2-4CE2-BD24-BEB6E342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D1651BED-D9FF-4556-A815-D1CB0737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2EAFF6BC-BE3F-46D8-BA3C-67837495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lcs_length(a, b):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DAB511C3-028B-4748-824F-E4BF72A5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F46ADE60-41D5-417B-95BC-561E0D79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dp = [[0]*(len(b)+1) for _ in range(len(a)+1)]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23B7043B-D5E2-4E0F-A203-5391B96C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3B62F35C-1949-4F86-960E-FB750EA7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i in range(1, len(a)+1):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5725E31B-8D62-4A7B-BE3B-D55D6E59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9E1279FF-750F-4B15-8D73-FCC08405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j in range(1, len(b)+1):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558D3CC0-F601-4B92-B66D-94951757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A7EF7907-6AA4-41B7-9FF3-03C4A602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a[i-1] == b[j-1]: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25B340A1-789B-4227-856E-FD17782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C963AE5A-3FD4-45AA-8ED2-7F777B3A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dp[i][j] = dp[i-1][j-1]+1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99E03047-D0D4-4956-9F26-0DF820B8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080FBD8A-A3C9-4A47-B7B4-492B90FE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else: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58B0FC4A-81D9-4179-9546-1140D624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BAD9361E-B29E-4511-B076-3E1390DB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dp[i][j] = max(dp[i-1][j], dp[i][j-1])</a:t>
            </a:r>
          </a:p>
        </p:txBody>
      </p:sp>
      <p:sp>
        <p:nvSpPr>
          <p:cNvPr id="26" name="text-386-81">
            <a:extLst xmlns:a="http://schemas.openxmlformats.org/drawingml/2006/main">
              <a:ext uri="{FF2B5EF4-FFF2-40B4-BE49-F238E27FC236}">
                <a16:creationId xmlns:a16="http://schemas.microsoft.com/office/drawing/2014/main" id="{AFF8FDC7-72AD-42DF-AB1B-64532A80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 xmlns:a="http://schemas.openxmlformats.org/drawingml/2006/main">
              <a:ext uri="{FF2B5EF4-FFF2-40B4-BE49-F238E27FC236}">
                <a16:creationId xmlns:a16="http://schemas.microsoft.com/office/drawing/2014/main" id="{D1422D7C-1B6A-4507-893A-A6A98252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dp[len(a)][len(b)]</a:t>
            </a:r>
          </a:p>
        </p:txBody>
      </p:sp>
      <p:sp>
        <p:nvSpPr>
          <p:cNvPr id="28" name="text-635-64">
            <a:extLst xmlns:a="http://schemas.openxmlformats.org/drawingml/2006/main">
              <a:ext uri="{FF2B5EF4-FFF2-40B4-BE49-F238E27FC236}">
                <a16:creationId xmlns:a16="http://schemas.microsoft.com/office/drawing/2014/main" id="{5319CF9F-ACA8-4A3C-8FE2-B8504BDA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O(mn). 빈 문자열 경계를 포함한다.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-28-64">
            <a:extLst xmlns:a="http://schemas.openxmlformats.org/drawingml/2006/main">
              <a:ext uri="{FF2B5EF4-FFF2-40B4-BE49-F238E27FC236}">
                <a16:creationId xmlns:a16="http://schemas.microsoft.com/office/drawing/2014/main" id="{CCDEEB7C-6989-4CE3-BA6F-E71FF884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0939B488-2E08-4BC4-AC23-D383A67F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3B80DA78-4AD8-4032-91BE-E578CEF4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97  C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9EBC9-8F79-4C6B-9C09-EE430A62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78F39-25A9-4D7C-9FA0-B7B60259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258EE7A-C962-4B68-8A3B-AEFEF0FA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A011C9C8-880C-48C3-98BA-318B836E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208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919BA1A5-6703-4369-93BA-23E8CC60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길이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41065-E704-4560-AC36-43726B49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75AE12EA-9864-4DD9-A7A5-E8D1DAFD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19071B16-E22C-4B8A-A004-DE184723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int lcs_length(const char a[], const char b[], int m, int n,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BFE45124-567C-4103-B1B3-257DB5AF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5A724B54-02CD-4074-A321-0CDDBD49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int dp[][101]) {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FDB659E2-EE99-40C3-9E15-A3F10853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6CC94E41-4043-4BDF-8D50-3E66BA66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i&lt;=m; ++i) dp[i][0]=0;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02881E48-8E97-44F5-BC23-D7E9152B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755DA1AF-82A8-4202-ADA3-ABFEA221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j=0; j&lt;=n; ++j) dp[0][j]=0;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8E760250-50C5-4914-B07C-746A0AE2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002585EC-E099-4CA4-8D6D-14BAED55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i=1; i&lt;=m; ++i)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80CAA4C6-4B10-4E3C-A120-5BBD236F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7D6523EF-41A7-4612-B517-2520B76A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j=1; j&lt;=n; ++j) {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8FF78493-26B3-4202-A818-FED5E19E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EA5A81B5-E860-4061-AA42-FA77C155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(a[i-1]==b[j-1]) dp[i][j]=dp[i-1][j-1]+1;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38EFD916-EBBF-461B-926A-07A027F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B06A1989-ABB3-4685-8B9A-874270D6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else dp[i][j]=dp[i-1][j]&gt;dp[i][j-1]</a:t>
            </a:r>
          </a:p>
        </p:txBody>
      </p:sp>
      <p:sp>
        <p:nvSpPr>
          <p:cNvPr id="26" name="text-386-81">
            <a:extLst xmlns:a="http://schemas.openxmlformats.org/drawingml/2006/main">
              <a:ext uri="{FF2B5EF4-FFF2-40B4-BE49-F238E27FC236}">
                <a16:creationId xmlns:a16="http://schemas.microsoft.com/office/drawing/2014/main" id="{CBD0E404-8FD9-4939-8692-45BCB353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 xmlns:a="http://schemas.openxmlformats.org/drawingml/2006/main">
              <a:ext uri="{FF2B5EF4-FFF2-40B4-BE49-F238E27FC236}">
                <a16:creationId xmlns:a16="http://schemas.microsoft.com/office/drawing/2014/main" id="{082A30E3-AD47-472E-8A17-9E27AF4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      ? dp[i-1][j]:dp[i][j-1];</a:t>
            </a:r>
          </a:p>
        </p:txBody>
      </p:sp>
      <p:sp>
        <p:nvSpPr>
          <p:cNvPr id="28" name="text-406.5-81">
            <a:extLst xmlns:a="http://schemas.openxmlformats.org/drawingml/2006/main">
              <a:ext uri="{FF2B5EF4-FFF2-40B4-BE49-F238E27FC236}">
                <a16:creationId xmlns:a16="http://schemas.microsoft.com/office/drawing/2014/main" id="{30324F66-1254-4BC8-86D8-C7A24429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19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 xmlns:a="http://schemas.openxmlformats.org/drawingml/2006/main">
              <a:ext uri="{FF2B5EF4-FFF2-40B4-BE49-F238E27FC236}">
                <a16:creationId xmlns:a16="http://schemas.microsoft.com/office/drawing/2014/main" id="{ADA53040-59BC-45F1-8DF9-B0551419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19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30" name="text-427-81">
            <a:extLst xmlns:a="http://schemas.openxmlformats.org/drawingml/2006/main">
              <a:ext uri="{FF2B5EF4-FFF2-40B4-BE49-F238E27FC236}">
                <a16:creationId xmlns:a16="http://schemas.microsoft.com/office/drawing/2014/main" id="{EAC63572-3A4E-4028-A006-2C98B8E9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671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 xmlns:a="http://schemas.openxmlformats.org/drawingml/2006/main">
              <a:ext uri="{FF2B5EF4-FFF2-40B4-BE49-F238E27FC236}">
                <a16:creationId xmlns:a16="http://schemas.microsoft.com/office/drawing/2014/main" id="{A944B6AE-C2BD-4D2A-A9BB-7DE8FF74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671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dp[m][n];</a:t>
            </a:r>
          </a:p>
        </p:txBody>
      </p:sp>
      <p:sp>
        <p:nvSpPr>
          <p:cNvPr id="32" name="text-447.5-81">
            <a:extLst xmlns:a="http://schemas.openxmlformats.org/drawingml/2006/main">
              <a:ext uri="{FF2B5EF4-FFF2-40B4-BE49-F238E27FC236}">
                <a16:creationId xmlns:a16="http://schemas.microsoft.com/office/drawing/2014/main" id="{6E85FCD1-B83D-4372-BF9B-E82B9428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624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 xmlns:a="http://schemas.openxmlformats.org/drawingml/2006/main">
              <a:ext uri="{FF2B5EF4-FFF2-40B4-BE49-F238E27FC236}">
                <a16:creationId xmlns:a16="http://schemas.microsoft.com/office/drawing/2014/main" id="{11E34DAC-216F-43E7-8535-54A5317B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624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4" name="text-635-64">
            <a:extLst xmlns:a="http://schemas.openxmlformats.org/drawingml/2006/main">
              <a:ext uri="{FF2B5EF4-FFF2-40B4-BE49-F238E27FC236}">
                <a16:creationId xmlns:a16="http://schemas.microsoft.com/office/drawing/2014/main" id="{089B417E-F953-4025-B0DB-94D2CEFF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O(mn). 빈 문자열 경계를 포함한다.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9550C6C2-5174-4155-B033-766AB331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E82CF94A-368A-4271-84B8-9014F1F2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0B05B23-7F55-400F-87FB-FB414369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98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114C4-4999-4DCC-87E7-9AB68F40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A8F2B-0890-4149-A79E-96B57385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54FCCEC9-4281-470C-9E5D-226827A0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884BBB25-30C3-44C5-8752-0A473BF1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209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A0A0855A-BF14-488B-8AA3-9B89D91D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길이 0..100의 ASCII 문자열 a,b와 접두사 쌍의 LCS 길이 표 dp가 주어진다.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lcs_restore로 수열 하나를 복원한다. 문자 불일치에서 위·왼쪽 동률이면 위로 간다.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C out 길이는 101 이상. Python 또는 C로 작성하시오.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098C2A7D-901C-4C3F-85F4-04A26020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C5BE1-EFE1-4A90-9EBA-AB1B8195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16BA0-8549-44DB-AB7C-09498986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0EAA7-C4ED-4E11-A96C-AC5592DF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B512B83E-44B4-4A81-8851-8250C51D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8D145BC3-7F5F-4D7C-AE11-2B45D3BD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1C79DAF-C39C-4635-B553-E9335A49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98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C2344-6F6E-4582-92D7-34D0B463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8CBF0-7379-434B-A81B-FA4E6C7F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3B1A1DD-00EE-460C-A6B4-D883181B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FD839BD-D087-454E-9293-A2602CE1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210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3EBCAE2-C1C6-4DB7-AF96-EBA359C7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수열 복원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6045F-8AC4-4101-8666-2094B54E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2FE68880-89F2-4F83-A5D9-7CB5EAA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끝에서 역추적하며 일치 문자를 모은 뒤 순서를 뒤집는다.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635C14C2-C13D-4AAA-A189-D06D13D1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C9DD8-40B6-4156-A857-8B9F447A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3EF69F06-B69B-467C-9974-8576B9C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표가 제공되면 복원 시간 O(m+n), 출력 O(min(m,n)).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28-64">
            <a:extLst xmlns:a="http://schemas.openxmlformats.org/drawingml/2006/main">
              <a:ext uri="{FF2B5EF4-FFF2-40B4-BE49-F238E27FC236}">
                <a16:creationId xmlns:a16="http://schemas.microsoft.com/office/drawing/2014/main" id="{DD2FFE36-8E0F-4DD9-A2E5-767573DC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2743297-7956-4514-A66E-8DF1CC2F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89A6EAD0-B6BC-44E5-90A8-707BC031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98  Python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5DA61-8D22-488B-AE25-4B3ED0D8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7D808-6E76-4C91-BF8E-39D208A3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E70FF62F-5E87-46FC-9A46-95B667A8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8EE1FAD-82CA-440C-B835-486F0D38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211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5DBE8551-DA7B-494E-B803-55613F47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수열 복원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9A2E56-451E-42C8-A2F6-0B704301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35E6A92C-D554-4F8C-A5E5-BA0628AF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E73EE7C1-DDAA-4D86-BF29-9ADC4033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lcs_restore(a, b, dp):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3B559A78-47DA-4300-BE5B-BEA1B8C3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5E56AC03-3C60-41C0-A42E-EB54687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i, j = len(a), len(b)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C9866634-4CD9-440B-A95E-BD59937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3C6155AD-F0DE-487A-9ADD-84376D40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out = []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A22C5B9A-D746-4D2E-9FDB-264686C5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69649AA2-BE65-4F58-BA5A-6502D6A9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i &gt; 0 and j &gt; 0: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DD22C0FF-274E-4004-A0FA-E38E1A6C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F40F44DB-8753-4471-8A1D-F1BFA70A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a[i-1] == b[j-1]: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A28BE649-1CF0-4E99-BDED-1A30BCCC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97B22756-4A13-48DC-BB9C-A34B1801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out.append(a[i-1]); i -= 1; j -= 1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F5D28029-C608-4A34-A35D-AD7A1616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A06FE382-8D60-4886-B419-498057B9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elif dp[i-1][j] &gt;= dp[i][j-1]: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FDA16217-393D-461D-80F9-B1C8A0B5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6BE40D95-014B-49C0-B282-207EB588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 -= 1</a:t>
            </a:r>
          </a:p>
        </p:txBody>
      </p:sp>
      <p:sp>
        <p:nvSpPr>
          <p:cNvPr id="26" name="text-386-81">
            <a:extLst xmlns:a="http://schemas.openxmlformats.org/drawingml/2006/main">
              <a:ext uri="{FF2B5EF4-FFF2-40B4-BE49-F238E27FC236}">
                <a16:creationId xmlns:a16="http://schemas.microsoft.com/office/drawing/2014/main" id="{A6EF1EAF-699B-4846-9C9F-0AB0191C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 xmlns:a="http://schemas.openxmlformats.org/drawingml/2006/main">
              <a:ext uri="{FF2B5EF4-FFF2-40B4-BE49-F238E27FC236}">
                <a16:creationId xmlns:a16="http://schemas.microsoft.com/office/drawing/2014/main" id="{27E3241A-93B2-4227-91E6-ABD6807F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else:</a:t>
            </a:r>
          </a:p>
        </p:txBody>
      </p:sp>
      <p:sp>
        <p:nvSpPr>
          <p:cNvPr id="28" name="text-406.5-81">
            <a:extLst xmlns:a="http://schemas.openxmlformats.org/drawingml/2006/main">
              <a:ext uri="{FF2B5EF4-FFF2-40B4-BE49-F238E27FC236}">
                <a16:creationId xmlns:a16="http://schemas.microsoft.com/office/drawing/2014/main" id="{AD6D8266-DC52-444E-88CD-B6D8C448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19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 xmlns:a="http://schemas.openxmlformats.org/drawingml/2006/main">
              <a:ext uri="{FF2B5EF4-FFF2-40B4-BE49-F238E27FC236}">
                <a16:creationId xmlns:a16="http://schemas.microsoft.com/office/drawing/2014/main" id="{3005AA63-670C-484B-A1A7-297C7B04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19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j -= 1</a:t>
            </a:r>
          </a:p>
        </p:txBody>
      </p:sp>
      <p:sp>
        <p:nvSpPr>
          <p:cNvPr id="30" name="text-427-81">
            <a:extLst xmlns:a="http://schemas.openxmlformats.org/drawingml/2006/main">
              <a:ext uri="{FF2B5EF4-FFF2-40B4-BE49-F238E27FC236}">
                <a16:creationId xmlns:a16="http://schemas.microsoft.com/office/drawing/2014/main" id="{7A85B88A-4A79-4256-A6E8-A7B2880C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671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 xmlns:a="http://schemas.openxmlformats.org/drawingml/2006/main">
              <a:ext uri="{FF2B5EF4-FFF2-40B4-BE49-F238E27FC236}">
                <a16:creationId xmlns:a16="http://schemas.microsoft.com/office/drawing/2014/main" id="{D6B78A6F-E126-4886-B7A9-7C7B9B43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671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''.join(reversed(out))</a:t>
            </a:r>
          </a:p>
        </p:txBody>
      </p:sp>
      <p:sp>
        <p:nvSpPr>
          <p:cNvPr id="32" name="text-635-64">
            <a:extLst xmlns:a="http://schemas.openxmlformats.org/drawingml/2006/main">
              <a:ext uri="{FF2B5EF4-FFF2-40B4-BE49-F238E27FC236}">
                <a16:creationId xmlns:a16="http://schemas.microsoft.com/office/drawing/2014/main" id="{A15DD193-0F8E-4931-B5D6-20C51695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표가 제공되면 복원 시간 O(m+n), 출력 O(min(m,n)).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-28-64">
            <a:extLst xmlns:a="http://schemas.openxmlformats.org/drawingml/2006/main">
              <a:ext uri="{FF2B5EF4-FFF2-40B4-BE49-F238E27FC236}">
                <a16:creationId xmlns:a16="http://schemas.microsoft.com/office/drawing/2014/main" id="{C12EFFCD-301F-42F5-A5CE-B750B7E0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98EE9DE-C971-4ECA-A5AE-E9102A9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C8DF5CF6-D33C-4ED1-90F9-FB0C32BB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98  C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1E94D-DBC2-462C-B2EA-8089A924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E8734-C1A9-4A0D-ADB6-33899C1D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8EC88851-64F3-4427-9E21-5F71A40D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52870E0-0A3E-43A2-83AC-9A29FF2A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212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59D4602B-9194-418E-8BC7-A176323C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LCS 수열 복원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DF7DF-EEF0-4CC0-957C-EFB5C5A9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A2F3420E-61AA-45E2-BC0D-42CEAAA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42BD27F0-0473-47A7-8D51-FFEB3EEB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lcs_restore(const char a[], const char b[], int m, int n,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F0FC19C1-FF5B-4A2B-9B35-A719A111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803A1B6C-6EEC-49E9-B96C-E676C780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const int dp[][101], char out[]) {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DC0AA251-2759-499D-99D8-207D5BD2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CB84BBD2-B62D-4B03-B491-3D4BE13D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i=m, j=n, k=0;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D91921E9-AB5B-4201-B114-28667D1B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5D08E4DC-0DC6-4E3F-A729-3D1757D4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while (i&gt;0 &amp;&amp; j&gt;0) {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8F2A1B2E-4CEF-44AA-B525-93E70BA8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A6C38DC1-2355-410A-A02D-37D046A7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(a[i-1]==b[j-1]) {out[k++]=a[i-1]; --i; --j;}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82070426-665C-477E-816D-F4A94CC9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2BC9FD96-70CE-45D2-ADFB-79450A3A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else if (dp[i-1][j]&gt;=dp[i][j-1]) --i;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69310999-26DF-44A0-9227-209592D7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4AF4015B-AF97-4177-92FB-6CEA39A6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else --j;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A7C76F10-A165-497F-93B4-DC17818F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151B5F0B-2E1C-4685-8B2B-C3EBE811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6" name="text-386-81">
            <a:extLst xmlns:a="http://schemas.openxmlformats.org/drawingml/2006/main">
              <a:ext uri="{FF2B5EF4-FFF2-40B4-BE49-F238E27FC236}">
                <a16:creationId xmlns:a16="http://schemas.microsoft.com/office/drawing/2014/main" id="{7CD699A1-8B8C-4819-B669-8B6996B6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 xmlns:a="http://schemas.openxmlformats.org/drawingml/2006/main">
              <a:ext uri="{FF2B5EF4-FFF2-40B4-BE49-F238E27FC236}">
                <a16:creationId xmlns:a16="http://schemas.microsoft.com/office/drawing/2014/main" id="{73ADA4A1-6407-40E6-AE9D-3CEC59E8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out[k]='\0';</a:t>
            </a:r>
          </a:p>
        </p:txBody>
      </p:sp>
      <p:sp>
        <p:nvSpPr>
          <p:cNvPr id="28" name="text-406.5-81">
            <a:extLst xmlns:a="http://schemas.openxmlformats.org/drawingml/2006/main">
              <a:ext uri="{FF2B5EF4-FFF2-40B4-BE49-F238E27FC236}">
                <a16:creationId xmlns:a16="http://schemas.microsoft.com/office/drawing/2014/main" id="{275C0143-D30A-4678-B6E1-D08453B5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19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 xmlns:a="http://schemas.openxmlformats.org/drawingml/2006/main">
              <a:ext uri="{FF2B5EF4-FFF2-40B4-BE49-F238E27FC236}">
                <a16:creationId xmlns:a16="http://schemas.microsoft.com/office/drawing/2014/main" id="{D43669C7-D0F7-4CB8-BB6A-429943C7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19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(i=0; i&lt;k/2; ++i) {</a:t>
            </a:r>
          </a:p>
        </p:txBody>
      </p:sp>
      <p:sp>
        <p:nvSpPr>
          <p:cNvPr id="30" name="text-427-81">
            <a:extLst xmlns:a="http://schemas.openxmlformats.org/drawingml/2006/main">
              <a:ext uri="{FF2B5EF4-FFF2-40B4-BE49-F238E27FC236}">
                <a16:creationId xmlns:a16="http://schemas.microsoft.com/office/drawing/2014/main" id="{1FBA1F4C-718C-4E08-9262-25B1B123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671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 xmlns:a="http://schemas.openxmlformats.org/drawingml/2006/main">
              <a:ext uri="{FF2B5EF4-FFF2-40B4-BE49-F238E27FC236}">
                <a16:creationId xmlns:a16="http://schemas.microsoft.com/office/drawing/2014/main" id="{8ABBB618-E52E-4C0D-8CCC-FBDEA914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671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char t=out[i]; out[i]=out[k-1-i]; out[k-1-i]=t;</a:t>
            </a:r>
          </a:p>
        </p:txBody>
      </p:sp>
      <p:sp>
        <p:nvSpPr>
          <p:cNvPr id="32" name="text-447.5-81">
            <a:extLst xmlns:a="http://schemas.openxmlformats.org/drawingml/2006/main">
              <a:ext uri="{FF2B5EF4-FFF2-40B4-BE49-F238E27FC236}">
                <a16:creationId xmlns:a16="http://schemas.microsoft.com/office/drawing/2014/main" id="{F0007111-9D0D-4B37-BE0B-383D9E57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624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 xmlns:a="http://schemas.openxmlformats.org/drawingml/2006/main">
              <a:ext uri="{FF2B5EF4-FFF2-40B4-BE49-F238E27FC236}">
                <a16:creationId xmlns:a16="http://schemas.microsoft.com/office/drawing/2014/main" id="{D8269F03-0A93-4427-8B38-6367B6F5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624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34" name="text-468-81">
            <a:extLst xmlns:a="http://schemas.openxmlformats.org/drawingml/2006/main">
              <a:ext uri="{FF2B5EF4-FFF2-40B4-BE49-F238E27FC236}">
                <a16:creationId xmlns:a16="http://schemas.microsoft.com/office/drawing/2014/main" id="{AA6CD17C-E2E0-43CE-91D1-C73F9152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577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35" name="text-468-135">
            <a:extLst xmlns:a="http://schemas.openxmlformats.org/drawingml/2006/main">
              <a:ext uri="{FF2B5EF4-FFF2-40B4-BE49-F238E27FC236}">
                <a16:creationId xmlns:a16="http://schemas.microsoft.com/office/drawing/2014/main" id="{FF1727EA-298E-4DE2-9B86-D2E09C94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577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6" name="text-635-64">
            <a:extLst xmlns:a="http://schemas.openxmlformats.org/drawingml/2006/main">
              <a:ext uri="{FF2B5EF4-FFF2-40B4-BE49-F238E27FC236}">
                <a16:creationId xmlns:a16="http://schemas.microsoft.com/office/drawing/2014/main" id="{815EC7F4-CF91-42A5-89DF-23C2DF56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표가 제공되면 복원 시간 O(m+n), 출력 O(min(m,n)).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BBFF7079-DC7D-4788-B8AC-30D6B048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CC9A737C-E432-4558-ACB9-709DBD48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1DEE5A0-39A8-49F5-B93A-25FD0D29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DA4D7-2A91-407D-9E54-B88CD12C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401BB-F4F2-4C34-AA8A-FBBB3AC9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D5150B2E-7662-43F0-BDBF-77436245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F32D334C-135F-44AE-AF46-3B1E84A5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213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7E6EFFE1-2F5F-4D40-BC96-60B45C84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정수 배열 a에서 인접 원소를 함께 고르지 않는 최대 합 nonadjacent를 구한다. 빈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선택 허용, 0≤n≤10000, 값 −10⁶..10⁶. C는 long long을 반환한다. Python 또는 C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중 하나로 함수를 작성하시오.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6238DE2C-C251-4F23-AF63-CADBCC42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3F790-9F9A-41EC-BD78-F2D054AE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B2F24-EC9E-468B-84FA-8B4B03BD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5B100-BF01-449D-A957-FCE93247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D3346142-A53F-4671-AC9F-366B1BC1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31BD6D63-AC80-47BE-BCA0-975BE741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748C9A42-0D07-4205-8339-E7419713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4D520-FDEE-4B63-9319-EA079F66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D7866-9572-4D8F-B25F-E5ED3A97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95332CD4-2BB2-45FE-9EE6-51299A6C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D7952A95-FB2F-4071-800F-7BFC4209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214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C7FE652B-E9C7-4496-9A33-E7D4DAB8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선택 금지 최대 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A0FAD-3716-4AEC-A72C-784D48A4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D6BC11ED-FB93-4961-ABB1-ED00DA36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앞의 최적값 두 개로 마지막 원소의 선택·미선택을 비교한다.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454A7572-ADD0-4044-89D6-BC0FB02C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2E1DD-A367-4F1F-AB92-2AC131A5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641DFAE5-C3F3-4517-BDB2-1B927956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 모두 음수여도 답 0을 유지한다.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28-64">
            <a:extLst xmlns:a="http://schemas.openxmlformats.org/drawingml/2006/main">
              <a:ext uri="{FF2B5EF4-FFF2-40B4-BE49-F238E27FC236}">
                <a16:creationId xmlns:a16="http://schemas.microsoft.com/office/drawing/2014/main" id="{C9DC7076-1912-4EBE-B26C-77A4E900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D3AA93DA-714B-4372-86F0-96A76003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B9795FEA-7A19-4CC3-801A-8C2D7A02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Python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B0662-D915-45DE-8EFA-4AA9747C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256CA-567B-45AE-A0C2-50355BEB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150B6182-6596-472C-9B16-A7C66722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42B3A35B-B59E-427C-9656-D8CC92D3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215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5A2ED2DE-94AC-4BEE-AA60-AB224ED9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선택 금지 최대 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6BA6C-013F-4676-BE80-8CDC2D33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280E089C-EB35-47CD-941E-06B27007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908D7033-12DD-4E0A-9F30-0178309A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nonadjacent(a):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07D13017-1979-4DFD-9617-D04738C9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B0727E98-78B0-44D0-813B-6B9809E7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prev2 = prev1 = 0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0FE1137A-FCCC-43A7-8304-B5412FE7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3B09EDCF-5409-40A3-98E8-991D4A77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value in a: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8A95F451-23DD-4C09-AEBB-78ABBCA9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82B83956-36F1-4FCF-855F-3D71CBD9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current = max(prev1, prev2 + value)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2B4E7B1F-57AA-493B-9FBD-4759C77D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C7D5D721-025A-4DBA-B3EC-D93B7C24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prev2, prev1 = prev1, current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8B59EBC4-F346-4D5F-852C-3448374C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E36391D6-8596-4D12-B69E-CB54F7F4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prev1</a:t>
            </a:r>
          </a:p>
        </p:txBody>
      </p:sp>
      <p:sp>
        <p:nvSpPr>
          <p:cNvPr id="22" name="text-635-64">
            <a:extLst xmlns:a="http://schemas.openxmlformats.org/drawingml/2006/main">
              <a:ext uri="{FF2B5EF4-FFF2-40B4-BE49-F238E27FC236}">
                <a16:creationId xmlns:a16="http://schemas.microsoft.com/office/drawing/2014/main" id="{87EB7BDE-9347-4C60-91FA-5F2E98EC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 모두 음수여도 답 0을 유지한다.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28-64">
            <a:extLst xmlns:a="http://schemas.openxmlformats.org/drawingml/2006/main">
              <a:ext uri="{FF2B5EF4-FFF2-40B4-BE49-F238E27FC236}">
                <a16:creationId xmlns:a16="http://schemas.microsoft.com/office/drawing/2014/main" id="{59CDFAFE-E598-43FE-9B86-E65A5264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FC17734B-8C8D-48D4-B7A1-A23E9ED5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231574C3-8BB4-4492-9F0B-3F3BCB82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99  C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2E1C1-818B-4232-A7E8-E1806BEA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7D81D-5591-4577-9F40-6AEB311F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6B27BC68-0E05-405D-8515-46AF533C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E881C74D-CB34-4932-8286-089B6430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216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A74997E5-DF4E-473B-8EEC-994CBBA0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인접 선택 금지 최대 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810DF-148F-4B2E-8B67-96725123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FAB2757C-4B93-416A-86D1-EF468ACA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351D9A45-378D-412A-A32A-79670124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long long nonadjacent(const int a[], int n) {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F91190CA-2ECF-47F0-94C3-403301E5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7434BB9F-FF19-416A-9AB5-B9E43FED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long long prev2=0, prev1=0;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F265FEBE-A988-4A84-BCA2-DBE578BA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F97D4ECF-FC8C-4F81-B040-2984CB92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i&lt;n; ++i) {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859A3552-2D51-4033-8D96-E022E4EB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C54C5A2A-C99D-411D-A10E-E4F89ADC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long long take=prev2+a[i];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87A952D3-9F99-4238-9767-3C1BB331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732D0AAB-D71A-4151-8F78-3C9C9A2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long long current=prev1&gt;take ? prev1:take;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999C9523-BA09-45CC-B719-E4206AE2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47192AD9-0A2C-4144-9F1E-BA046D26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prev2=prev1; prev1=current;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941E9596-7CB9-4BCA-A9F2-228344C7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BF2E1315-15EC-4270-8AC4-2108356E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9246BD41-6CD6-431F-A3DD-3B0D6E20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74BDF2F7-13B7-478F-97F4-602A33EE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prev1;</a:t>
            </a:r>
          </a:p>
        </p:txBody>
      </p:sp>
      <p:sp>
        <p:nvSpPr>
          <p:cNvPr id="26" name="text-386-81">
            <a:extLst xmlns:a="http://schemas.openxmlformats.org/drawingml/2006/main">
              <a:ext uri="{FF2B5EF4-FFF2-40B4-BE49-F238E27FC236}">
                <a16:creationId xmlns:a16="http://schemas.microsoft.com/office/drawing/2014/main" id="{8646B91F-31FE-4749-B978-B7A4CCC9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 xmlns:a="http://schemas.openxmlformats.org/drawingml/2006/main">
              <a:ext uri="{FF2B5EF4-FFF2-40B4-BE49-F238E27FC236}">
                <a16:creationId xmlns:a16="http://schemas.microsoft.com/office/drawing/2014/main" id="{57C37FDA-E008-4EE3-946A-E8CD596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8" name="text-635-64">
            <a:extLst xmlns:a="http://schemas.openxmlformats.org/drawingml/2006/main">
              <a:ext uri="{FF2B5EF4-FFF2-40B4-BE49-F238E27FC236}">
                <a16:creationId xmlns:a16="http://schemas.microsoft.com/office/drawing/2014/main" id="{10026DAB-A697-4059-BA20-059B2E02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O(n). 모두 음수여도 답 0을 유지한다.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8-64">
            <a:extLst xmlns:a="http://schemas.openxmlformats.org/drawingml/2006/main">
              <a:ext uri="{FF2B5EF4-FFF2-40B4-BE49-F238E27FC236}">
                <a16:creationId xmlns:a16="http://schemas.microsoft.com/office/drawing/2014/main" id="{21C783D2-97AC-4D3F-9DC8-10F7F8BE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2E5B7EDB-E6DF-47B3-A182-3EB52F1F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02C22549-AEBA-45C2-AAE2-5E970D6A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A7757-E53D-4FDA-9FC0-6D6FFF29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F3592-3F97-4F10-A132-A66FD40F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7B74F86F-BFAD-4B39-A37B-76EFA87F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0312546E-6502-48B0-8DD0-773E9B4B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217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AC57A65F-CF61-422C-B38D-3BF92F20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1120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1≤행·열≤100, 비용 0..10⁶. 오른쪽·아래 도착은 칸 비용 전부, 대각선 도착은 내림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절반이다. 시작 칸은 전액을 낸다. grid_cost는 왼위에서 오른아래 최소 비용을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반환한다. C 열 폭은 100. Python 또는 C 중 하나로 함수를 작성하시오.</a:t>
            </a:r>
          </a:p>
        </p:txBody>
      </p:sp>
      <p:sp>
        <p:nvSpPr>
          <p:cNvPr id="9" name="text-405-64">
            <a:extLst xmlns:a="http://schemas.openxmlformats.org/drawingml/2006/main">
              <a:ext uri="{FF2B5EF4-FFF2-40B4-BE49-F238E27FC236}">
                <a16:creationId xmlns:a16="http://schemas.microsoft.com/office/drawing/2014/main" id="{D6CBA7A9-5B0F-4AAE-8C61-2FDB2C81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함수의 동작, 경계 처리, 시간 복잡도를 함께 작성하시오.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CE173-904F-4035-8EE0-12B9AD73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DA618-F08A-41E3-9B69-B36A6B19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E22D6-CFFB-4E47-951C-B926FBA9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-64">
            <a:extLst xmlns:a="http://schemas.openxmlformats.org/drawingml/2006/main">
              <a:ext uri="{FF2B5EF4-FFF2-40B4-BE49-F238E27FC236}">
                <a16:creationId xmlns:a16="http://schemas.microsoft.com/office/drawing/2014/main" id="{D3993D38-0F90-492F-9B44-BBC6589B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75415EFC-2A99-430F-AEF0-B0E82AC7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C3DAF54-802E-4F7D-8A20-4366513F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정답과 해설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8EA25-674B-486A-A795-D0F266E9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48F89-9C2B-4987-805B-F216DA67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0CA25F4A-0C82-446D-9F9C-51CE7386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B90F155-D7C9-4A41-B622-8C0F6957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218</a:t>
            </a:r>
          </a:p>
        </p:txBody>
      </p:sp>
      <p:sp>
        <p:nvSpPr>
          <p:cNvPr id="8" name="text-178-64">
            <a:extLst xmlns:a="http://schemas.openxmlformats.org/drawingml/2006/main">
              <a:ext uri="{FF2B5EF4-FFF2-40B4-BE49-F238E27FC236}">
                <a16:creationId xmlns:a16="http://schemas.microsoft.com/office/drawing/2014/main" id="{FFD1110C-6949-4C0C-B655-2DD218BF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대각선 할인 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78F22-A92F-44EF-BE0F-E81A5E52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5990"/>
            <a:ext cx="10972800" cy="626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45.6-92">
            <a:extLst xmlns:a="http://schemas.openxmlformats.org/drawingml/2006/main">
              <a:ext uri="{FF2B5EF4-FFF2-40B4-BE49-F238E27FC236}">
                <a16:creationId xmlns:a16="http://schemas.microsoft.com/office/drawing/2014/main" id="{754C9B89-50FB-425A-8C7B-50242516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9340"/>
            <a:ext cx="104394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존재하는 위·왼쪽·왼쪽 위 후보를 각각의 도착 비용과 비교한다.</a:t>
            </a:r>
          </a:p>
        </p:txBody>
      </p:sp>
      <p:sp>
        <p:nvSpPr>
          <p:cNvPr id="11" name="text-324.4-64">
            <a:extLst xmlns:a="http://schemas.openxmlformats.org/drawingml/2006/main">
              <a:ext uri="{FF2B5EF4-FFF2-40B4-BE49-F238E27FC236}">
                <a16:creationId xmlns:a16="http://schemas.microsoft.com/office/drawing/2014/main" id="{0B70327D-D6D3-4B49-B3BD-89E3F401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991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해설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41587-19CB-40E2-800B-D96DE232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61360"/>
            <a:ext cx="982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13" name="text-372.4-64">
            <a:extLst xmlns:a="http://schemas.openxmlformats.org/drawingml/2006/main">
              <a:ext uri="{FF2B5EF4-FFF2-40B4-BE49-F238E27FC236}">
                <a16:creationId xmlns:a16="http://schemas.microsoft.com/office/drawing/2014/main" id="{3EC7B1B6-9D29-4CC5-A243-558E1A8F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711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O(행×열). 시작 칸에는 할인하지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28-64">
            <a:extLst xmlns:a="http://schemas.openxmlformats.org/drawingml/2006/main">
              <a:ext uri="{FF2B5EF4-FFF2-40B4-BE49-F238E27FC236}">
                <a16:creationId xmlns:a16="http://schemas.microsoft.com/office/drawing/2014/main" id="{91128CDC-375D-4F70-8418-5CB66179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17E10FF3-4FC5-41E3-8383-F0BC582E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4857A597-7AA1-4D4F-95F6-548F6978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Python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DDBFD-66F8-4C3B-ADA1-047E0551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D6CD0-A3A2-4AB2-BEEB-2C610D04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F5DB3C72-F12F-442F-BD82-7D6A6BF8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3E0FA281-1C77-41DC-BBBF-E208219C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219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501A02F7-24A6-425C-9205-B199600D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대각선 할인 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4B328-DC75-4742-A5A2-75CB4DB9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FEE8B1E9-6876-4623-B8FA-DE71D6CE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DC1CC83F-E32E-4E55-9BFE-3F0F755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grid_cost(a):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6EE4B583-5ABB-455F-99E1-73A599E1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57ADBDFB-F438-4637-A7CE-59761ADC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rows, cols = len(a), len(a[0])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767862F1-F5E2-4ECB-9AE9-2486DC9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59ADDC99-AE6B-45F4-9294-63BD4EE5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dp = [[10**18]*cols for _ in range(rows)]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E7ABD4E9-DD04-4226-8AC2-CC3DEC15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71A29758-F9E7-41BB-A004-1CBA63F9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dp[0][0] = a[0][0]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C6605998-97B1-4713-9A12-9AE52CB6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632673E6-AE12-4FB3-8902-25B7DA4A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i in range(rows):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07347AB4-535B-455E-943D-588A5D38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462E8185-F1F4-49E5-845D-F629A74C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j in range(cols):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9A630F3F-657B-49CB-935D-75E0D66B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38BC1876-6967-458A-90BD-9B60355E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i: dp[i][j] = min(dp[i][j], dp[i-1][j]+a[i][j])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55B9F8FD-148B-48D7-9867-639264FA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12867C88-EDB2-494A-9CBC-63A448B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j: dp[i][j] = min(dp[i][j], dp[i][j-1]+a[i][j])</a:t>
            </a:r>
          </a:p>
        </p:txBody>
      </p:sp>
      <p:sp>
        <p:nvSpPr>
          <p:cNvPr id="26" name="text-386-81">
            <a:extLst xmlns:a="http://schemas.openxmlformats.org/drawingml/2006/main">
              <a:ext uri="{FF2B5EF4-FFF2-40B4-BE49-F238E27FC236}">
                <a16:creationId xmlns:a16="http://schemas.microsoft.com/office/drawing/2014/main" id="{D65BA235-BE12-474C-903A-579356E2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 xmlns:a="http://schemas.openxmlformats.org/drawingml/2006/main">
              <a:ext uri="{FF2B5EF4-FFF2-40B4-BE49-F238E27FC236}">
                <a16:creationId xmlns:a16="http://schemas.microsoft.com/office/drawing/2014/main" id="{F82D69C1-D3F9-4774-BA5F-F313ADE6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i and j:</a:t>
            </a:r>
          </a:p>
        </p:txBody>
      </p:sp>
      <p:sp>
        <p:nvSpPr>
          <p:cNvPr id="28" name="text-406.5-81">
            <a:extLst xmlns:a="http://schemas.openxmlformats.org/drawingml/2006/main">
              <a:ext uri="{FF2B5EF4-FFF2-40B4-BE49-F238E27FC236}">
                <a16:creationId xmlns:a16="http://schemas.microsoft.com/office/drawing/2014/main" id="{4A9438E7-6201-4A19-94B4-E98F0450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19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 xmlns:a="http://schemas.openxmlformats.org/drawingml/2006/main">
              <a:ext uri="{FF2B5EF4-FFF2-40B4-BE49-F238E27FC236}">
                <a16:creationId xmlns:a16="http://schemas.microsoft.com/office/drawing/2014/main" id="{8A9D0EAB-C9BF-4A5E-985B-8898C7F2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19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dp[i][j] = min(dp[i][j], dp[i-1][j-1]+a[i][j]//2)</a:t>
            </a:r>
          </a:p>
        </p:txBody>
      </p:sp>
      <p:sp>
        <p:nvSpPr>
          <p:cNvPr id="30" name="text-427-81">
            <a:extLst xmlns:a="http://schemas.openxmlformats.org/drawingml/2006/main">
              <a:ext uri="{FF2B5EF4-FFF2-40B4-BE49-F238E27FC236}">
                <a16:creationId xmlns:a16="http://schemas.microsoft.com/office/drawing/2014/main" id="{A9A1EAE3-88EA-4D9C-A271-311F3891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671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 xmlns:a="http://schemas.openxmlformats.org/drawingml/2006/main">
              <a:ext uri="{FF2B5EF4-FFF2-40B4-BE49-F238E27FC236}">
                <a16:creationId xmlns:a16="http://schemas.microsoft.com/office/drawing/2014/main" id="{6995558D-40FB-46FE-8F1C-509B659B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671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dp[-1][-1]</a:t>
            </a:r>
          </a:p>
        </p:txBody>
      </p:sp>
      <p:sp>
        <p:nvSpPr>
          <p:cNvPr id="32" name="text-635-64">
            <a:extLst xmlns:a="http://schemas.openxmlformats.org/drawingml/2006/main">
              <a:ext uri="{FF2B5EF4-FFF2-40B4-BE49-F238E27FC236}">
                <a16:creationId xmlns:a16="http://schemas.microsoft.com/office/drawing/2014/main" id="{0A5BDE89-075A-441E-99B9-32286B10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O(행×열). 시작 칸에는 할인하지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ext-28-64">
            <a:extLst xmlns:a="http://schemas.openxmlformats.org/drawingml/2006/main">
              <a:ext uri="{FF2B5EF4-FFF2-40B4-BE49-F238E27FC236}">
                <a16:creationId xmlns:a16="http://schemas.microsoft.com/office/drawing/2014/main" id="{AE23A0A4-7F6C-494A-B886-25D80BAF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6장 동적 계획법  /  Python/C 구현</a:t>
            </a:r>
          </a:p>
        </p:txBody>
      </p:sp>
      <p:sp>
        <p:nvSpPr>
          <p:cNvPr id="2" name="text-28-1080">
            <a:extLst xmlns:a="http://schemas.openxmlformats.org/drawingml/2006/main">
              <a:ext uri="{FF2B5EF4-FFF2-40B4-BE49-F238E27FC236}">
                <a16:creationId xmlns:a16="http://schemas.microsoft.com/office/drawing/2014/main" id="{56386E54-BCA9-4D06-BA5B-B62C31E7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ALGORITHMS</a:t>
            </a:r>
          </a:p>
        </p:txBody>
      </p:sp>
      <p:sp>
        <p:nvSpPr>
          <p:cNvPr id="3" name="text-72-62">
            <a:extLst xmlns:a="http://schemas.openxmlformats.org/drawingml/2006/main">
              <a:ext uri="{FF2B5EF4-FFF2-40B4-BE49-F238E27FC236}">
                <a16:creationId xmlns:a16="http://schemas.microsoft.com/office/drawing/2014/main" id="{A8BA29D9-A17A-47F1-8AD5-5587CA32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9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 i="0">
                <a:solidFill>
                  <a:srgbClr val="171717"/>
                </a:solidFill>
                <a:latin typeface="Malgun Gothic"/>
                <a:ea typeface="Malgun Gothic"/>
                <a:cs typeface="Malgun Gothic"/>
              </a:rPr>
              <a:t>문제 100  C 구현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FEE90-AD0B-47A9-89B6-784982F7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33A79-7798-4D22-B77B-617C150B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noFill/>
          </a:ln>
        </p:spPr>
      </p:sp>
      <p:sp>
        <p:nvSpPr>
          <p:cNvPr id="6" name="text-693-64">
            <a:extLst xmlns:a="http://schemas.openxmlformats.org/drawingml/2006/main">
              <a:ext uri="{FF2B5EF4-FFF2-40B4-BE49-F238E27FC236}">
                <a16:creationId xmlns:a16="http://schemas.microsoft.com/office/drawing/2014/main" id="{E529AB98-C9A4-4F1E-A323-6F773D89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0082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606060"/>
                </a:solidFill>
                <a:latin typeface="Consolas"/>
                <a:ea typeface="Consolas"/>
                <a:cs typeface="Consolas"/>
              </a:rPr>
              <a:t>06 / DYNAMIC PROGRAMMING · EXERCISES</a:t>
            </a:r>
          </a:p>
        </p:txBody>
      </p:sp>
      <p:sp>
        <p:nvSpPr>
          <p:cNvPr id="7" name="text-689-1160">
            <a:extLst xmlns:a="http://schemas.openxmlformats.org/drawingml/2006/main">
              <a:ext uri="{FF2B5EF4-FFF2-40B4-BE49-F238E27FC236}">
                <a16:creationId xmlns:a16="http://schemas.microsoft.com/office/drawing/2014/main" id="{6E779B4F-D757-4361-B57D-3DB5CFA1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71717"/>
                </a:solidFill>
                <a:latin typeface="Consolas"/>
                <a:ea typeface="Consolas"/>
                <a:cs typeface="Consolas"/>
              </a:rPr>
              <a:t>220</a:t>
            </a:r>
          </a:p>
        </p:txBody>
      </p:sp>
      <p:sp>
        <p:nvSpPr>
          <p:cNvPr id="8" name="text-163-64">
            <a:extLst xmlns:a="http://schemas.openxmlformats.org/drawingml/2006/main">
              <a:ext uri="{FF2B5EF4-FFF2-40B4-BE49-F238E27FC236}">
                <a16:creationId xmlns:a16="http://schemas.microsoft.com/office/drawing/2014/main" id="{778ED5EC-0BBE-482F-AC1C-87FF6CA2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대각선 할인 격자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17395-8D73-4638-A51D-50A9D147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0" name="text-222-81">
            <a:extLst xmlns:a="http://schemas.openxmlformats.org/drawingml/2006/main">
              <a:ext uri="{FF2B5EF4-FFF2-40B4-BE49-F238E27FC236}">
                <a16:creationId xmlns:a16="http://schemas.microsoft.com/office/drawing/2014/main" id="{7A82ADE8-C414-413A-93BA-F5DD28D6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-222-135">
            <a:extLst xmlns:a="http://schemas.openxmlformats.org/drawingml/2006/main">
              <a:ext uri="{FF2B5EF4-FFF2-40B4-BE49-F238E27FC236}">
                <a16:creationId xmlns:a16="http://schemas.microsoft.com/office/drawing/2014/main" id="{9D98B467-6786-4321-80AB-E683A4C1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long long grid_cost(const int a[][100], int rows, int cols,</a:t>
            </a:r>
          </a:p>
        </p:txBody>
      </p:sp>
      <p:sp>
        <p:nvSpPr>
          <p:cNvPr id="12" name="text-242.5-81">
            <a:extLst xmlns:a="http://schemas.openxmlformats.org/drawingml/2006/main">
              <a:ext uri="{FF2B5EF4-FFF2-40B4-BE49-F238E27FC236}">
                <a16:creationId xmlns:a16="http://schemas.microsoft.com/office/drawing/2014/main" id="{48A895E0-962E-403C-B226-4C058C8F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098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-242.5-135">
            <a:extLst xmlns:a="http://schemas.openxmlformats.org/drawingml/2006/main">
              <a:ext uri="{FF2B5EF4-FFF2-40B4-BE49-F238E27FC236}">
                <a16:creationId xmlns:a16="http://schemas.microsoft.com/office/drawing/2014/main" id="{CE0E3676-6A63-4FE9-A37E-B7B27095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098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 long long dp[][100]) {</a:t>
            </a:r>
          </a:p>
        </p:txBody>
      </p:sp>
      <p:sp>
        <p:nvSpPr>
          <p:cNvPr id="14" name="text-263-81">
            <a:extLst xmlns:a="http://schemas.openxmlformats.org/drawingml/2006/main">
              <a:ext uri="{FF2B5EF4-FFF2-40B4-BE49-F238E27FC236}">
                <a16:creationId xmlns:a16="http://schemas.microsoft.com/office/drawing/2014/main" id="{FC39E646-CA59-4CDD-B6BB-F669BAFB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050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-263-135">
            <a:extLst xmlns:a="http://schemas.openxmlformats.org/drawingml/2006/main">
              <a:ext uri="{FF2B5EF4-FFF2-40B4-BE49-F238E27FC236}">
                <a16:creationId xmlns:a16="http://schemas.microsoft.com/office/drawing/2014/main" id="{CF54733A-5683-45F0-AD8F-7582AC44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050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i=0; i&lt;rows; ++i) {</a:t>
            </a:r>
          </a:p>
        </p:txBody>
      </p:sp>
      <p:sp>
        <p:nvSpPr>
          <p:cNvPr id="16" name="text-283.5-81">
            <a:extLst xmlns:a="http://schemas.openxmlformats.org/drawingml/2006/main">
              <a:ext uri="{FF2B5EF4-FFF2-40B4-BE49-F238E27FC236}">
                <a16:creationId xmlns:a16="http://schemas.microsoft.com/office/drawing/2014/main" id="{5E08E68D-3104-48F3-AD46-55CDA516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003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-283.5-135">
            <a:extLst xmlns:a="http://schemas.openxmlformats.org/drawingml/2006/main">
              <a:ext uri="{FF2B5EF4-FFF2-40B4-BE49-F238E27FC236}">
                <a16:creationId xmlns:a16="http://schemas.microsoft.com/office/drawing/2014/main" id="{7CF28481-E0A1-4983-8717-373C4C53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003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j=0; j&lt;cols; ++j) {</a:t>
            </a:r>
          </a:p>
        </p:txBody>
      </p:sp>
      <p:sp>
        <p:nvSpPr>
          <p:cNvPr id="18" name="text-304-81">
            <a:extLst xmlns:a="http://schemas.openxmlformats.org/drawingml/2006/main">
              <a:ext uri="{FF2B5EF4-FFF2-40B4-BE49-F238E27FC236}">
                <a16:creationId xmlns:a16="http://schemas.microsoft.com/office/drawing/2014/main" id="{A3872484-C1A8-4770-92B5-3D4911C6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956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-304-135">
            <a:extLst xmlns:a="http://schemas.openxmlformats.org/drawingml/2006/main">
              <a:ext uri="{FF2B5EF4-FFF2-40B4-BE49-F238E27FC236}">
                <a16:creationId xmlns:a16="http://schemas.microsoft.com/office/drawing/2014/main" id="{BF51655B-259F-4710-A070-BAAC0595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long long best=1000000000000000000LL, t;</a:t>
            </a:r>
          </a:p>
        </p:txBody>
      </p:sp>
      <p:sp>
        <p:nvSpPr>
          <p:cNvPr id="20" name="text-324.5-81">
            <a:extLst xmlns:a="http://schemas.openxmlformats.org/drawingml/2006/main">
              <a:ext uri="{FF2B5EF4-FFF2-40B4-BE49-F238E27FC236}">
                <a16:creationId xmlns:a16="http://schemas.microsoft.com/office/drawing/2014/main" id="{EA63B6D2-C432-4D24-A65A-89DE3B59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08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-324.5-135">
            <a:extLst xmlns:a="http://schemas.openxmlformats.org/drawingml/2006/main">
              <a:ext uri="{FF2B5EF4-FFF2-40B4-BE49-F238E27FC236}">
                <a16:creationId xmlns:a16="http://schemas.microsoft.com/office/drawing/2014/main" id="{B021DC50-B659-4B1B-A334-33F66825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908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(i==0 &amp;&amp; j==0) best=a[0][0];</a:t>
            </a:r>
          </a:p>
        </p:txBody>
      </p:sp>
      <p:sp>
        <p:nvSpPr>
          <p:cNvPr id="22" name="text-345-81">
            <a:extLst xmlns:a="http://schemas.openxmlformats.org/drawingml/2006/main">
              <a:ext uri="{FF2B5EF4-FFF2-40B4-BE49-F238E27FC236}">
                <a16:creationId xmlns:a16="http://schemas.microsoft.com/office/drawing/2014/main" id="{E678CC1B-5511-417C-96F2-E875040C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-345-135">
            <a:extLst xmlns:a="http://schemas.openxmlformats.org/drawingml/2006/main">
              <a:ext uri="{FF2B5EF4-FFF2-40B4-BE49-F238E27FC236}">
                <a16:creationId xmlns:a16="http://schemas.microsoft.com/office/drawing/2014/main" id="{41C830FE-AD2B-43DB-86E9-728A8F81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(i) {t=dp[i-1][j]+a[i][j]; if(t&lt;best) best=t;}</a:t>
            </a:r>
          </a:p>
        </p:txBody>
      </p:sp>
      <p:sp>
        <p:nvSpPr>
          <p:cNvPr id="24" name="text-365.5-81">
            <a:extLst xmlns:a="http://schemas.openxmlformats.org/drawingml/2006/main">
              <a:ext uri="{FF2B5EF4-FFF2-40B4-BE49-F238E27FC236}">
                <a16:creationId xmlns:a16="http://schemas.microsoft.com/office/drawing/2014/main" id="{953F01BB-6EC5-4041-A213-80A0D7D1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813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-365.5-135">
            <a:extLst xmlns:a="http://schemas.openxmlformats.org/drawingml/2006/main">
              <a:ext uri="{FF2B5EF4-FFF2-40B4-BE49-F238E27FC236}">
                <a16:creationId xmlns:a16="http://schemas.microsoft.com/office/drawing/2014/main" id="{8805CAE1-8D0D-4C9C-9F5B-505925F5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813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(j) {t=dp[i][j-1]+a[i][j]; if(t&lt;best) best=t;}</a:t>
            </a:r>
          </a:p>
        </p:txBody>
      </p:sp>
      <p:sp>
        <p:nvSpPr>
          <p:cNvPr id="26" name="text-386-81">
            <a:extLst xmlns:a="http://schemas.openxmlformats.org/drawingml/2006/main">
              <a:ext uri="{FF2B5EF4-FFF2-40B4-BE49-F238E27FC236}">
                <a16:creationId xmlns:a16="http://schemas.microsoft.com/office/drawing/2014/main" id="{F03E1F0B-377C-4DAE-A950-7A5B66FF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766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27" name="text-386-135">
            <a:extLst xmlns:a="http://schemas.openxmlformats.org/drawingml/2006/main">
              <a:ext uri="{FF2B5EF4-FFF2-40B4-BE49-F238E27FC236}">
                <a16:creationId xmlns:a16="http://schemas.microsoft.com/office/drawing/2014/main" id="{4D1D64F8-1164-49BA-BF8B-122D559E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(i &amp;&amp; j) {</a:t>
            </a:r>
          </a:p>
        </p:txBody>
      </p:sp>
      <p:sp>
        <p:nvSpPr>
          <p:cNvPr id="28" name="text-406.5-81">
            <a:extLst xmlns:a="http://schemas.openxmlformats.org/drawingml/2006/main">
              <a:ext uri="{FF2B5EF4-FFF2-40B4-BE49-F238E27FC236}">
                <a16:creationId xmlns:a16="http://schemas.microsoft.com/office/drawing/2014/main" id="{321AEEFC-5C3F-491B-988C-30A314D7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7191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9" name="text-406.5-135">
            <a:extLst xmlns:a="http://schemas.openxmlformats.org/drawingml/2006/main">
              <a:ext uri="{FF2B5EF4-FFF2-40B4-BE49-F238E27FC236}">
                <a16:creationId xmlns:a16="http://schemas.microsoft.com/office/drawing/2014/main" id="{D1CE9237-A306-4F16-8E6B-BA72A375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191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t=dp[i-1][j-1]+a[i][j]/2; if(t&lt;best) best=t;</a:t>
            </a:r>
          </a:p>
        </p:txBody>
      </p:sp>
      <p:sp>
        <p:nvSpPr>
          <p:cNvPr id="30" name="text-427-81">
            <a:extLst xmlns:a="http://schemas.openxmlformats.org/drawingml/2006/main">
              <a:ext uri="{FF2B5EF4-FFF2-40B4-BE49-F238E27FC236}">
                <a16:creationId xmlns:a16="http://schemas.microsoft.com/office/drawing/2014/main" id="{CA495C0C-4E6D-4714-A143-4D7AEA93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671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1" name="text-427-135">
            <a:extLst xmlns:a="http://schemas.openxmlformats.org/drawingml/2006/main">
              <a:ext uri="{FF2B5EF4-FFF2-40B4-BE49-F238E27FC236}">
                <a16:creationId xmlns:a16="http://schemas.microsoft.com/office/drawing/2014/main" id="{2A06E848-79F5-4D58-B47C-7495B4C9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6717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}</a:t>
            </a:r>
          </a:p>
        </p:txBody>
      </p:sp>
      <p:sp>
        <p:nvSpPr>
          <p:cNvPr id="32" name="text-447.5-81">
            <a:extLst xmlns:a="http://schemas.openxmlformats.org/drawingml/2006/main">
              <a:ext uri="{FF2B5EF4-FFF2-40B4-BE49-F238E27FC236}">
                <a16:creationId xmlns:a16="http://schemas.microsoft.com/office/drawing/2014/main" id="{B6A63601-0F5F-4459-AF02-AFFB96F9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6243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33" name="text-447.5-135">
            <a:extLst xmlns:a="http://schemas.openxmlformats.org/drawingml/2006/main">
              <a:ext uri="{FF2B5EF4-FFF2-40B4-BE49-F238E27FC236}">
                <a16:creationId xmlns:a16="http://schemas.microsoft.com/office/drawing/2014/main" id="{FA0475B6-5BAF-47A4-9116-FEA8727B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6243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dp[i][j]=best;</a:t>
            </a:r>
          </a:p>
        </p:txBody>
      </p:sp>
      <p:sp>
        <p:nvSpPr>
          <p:cNvPr id="34" name="text-468-81">
            <a:extLst xmlns:a="http://schemas.openxmlformats.org/drawingml/2006/main">
              <a:ext uri="{FF2B5EF4-FFF2-40B4-BE49-F238E27FC236}">
                <a16:creationId xmlns:a16="http://schemas.microsoft.com/office/drawing/2014/main" id="{E91B4218-C857-421D-A93B-C99106BD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577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35" name="text-468-135">
            <a:extLst xmlns:a="http://schemas.openxmlformats.org/drawingml/2006/main">
              <a:ext uri="{FF2B5EF4-FFF2-40B4-BE49-F238E27FC236}">
                <a16:creationId xmlns:a16="http://schemas.microsoft.com/office/drawing/2014/main" id="{17BBF621-79CD-4432-8DAD-20878725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57700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36" name="text-488.5-81">
            <a:extLst xmlns:a="http://schemas.openxmlformats.org/drawingml/2006/main">
              <a:ext uri="{FF2B5EF4-FFF2-40B4-BE49-F238E27FC236}">
                <a16:creationId xmlns:a16="http://schemas.microsoft.com/office/drawing/2014/main" id="{7033B2D0-58F6-4F2E-8E23-AC8C6729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52963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37" name="text-488.5-135">
            <a:extLst xmlns:a="http://schemas.openxmlformats.org/drawingml/2006/main">
              <a:ext uri="{FF2B5EF4-FFF2-40B4-BE49-F238E27FC236}">
                <a16:creationId xmlns:a16="http://schemas.microsoft.com/office/drawing/2014/main" id="{05D21F04-CF29-4AD2-85C4-6363B7EB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52963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38" name="text-509-81">
            <a:extLst xmlns:a="http://schemas.openxmlformats.org/drawingml/2006/main">
              <a:ext uri="{FF2B5EF4-FFF2-40B4-BE49-F238E27FC236}">
                <a16:creationId xmlns:a16="http://schemas.microsoft.com/office/drawing/2014/main" id="{E8E13121-0515-48E8-A82D-EC455018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482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39" name="text-509-135">
            <a:extLst xmlns:a="http://schemas.openxmlformats.org/drawingml/2006/main">
              <a:ext uri="{FF2B5EF4-FFF2-40B4-BE49-F238E27FC236}">
                <a16:creationId xmlns:a16="http://schemas.microsoft.com/office/drawing/2014/main" id="{E43B1362-A369-458E-8E09-1BEF6696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48225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dp[rows-1][cols-1];</a:t>
            </a:r>
          </a:p>
        </p:txBody>
      </p:sp>
      <p:sp>
        <p:nvSpPr>
          <p:cNvPr id="40" name="text-529.5-81">
            <a:extLst xmlns:a="http://schemas.openxmlformats.org/drawingml/2006/main">
              <a:ext uri="{FF2B5EF4-FFF2-40B4-BE49-F238E27FC236}">
                <a16:creationId xmlns:a16="http://schemas.microsoft.com/office/drawing/2014/main" id="{6CABF445-04AF-400B-BDE2-B48C76F9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43488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8D8D8D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41" name="text-529.5-135">
            <a:extLst xmlns:a="http://schemas.openxmlformats.org/drawingml/2006/main">
              <a:ext uri="{FF2B5EF4-FFF2-40B4-BE49-F238E27FC236}">
                <a16:creationId xmlns:a16="http://schemas.microsoft.com/office/drawing/2014/main" id="{8740178C-5390-4175-9767-AA549FA1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43488"/>
            <a:ext cx="10115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2" name="text-635-64">
            <a:extLst xmlns:a="http://schemas.openxmlformats.org/drawingml/2006/main">
              <a:ext uri="{FF2B5EF4-FFF2-40B4-BE49-F238E27FC236}">
                <a16:creationId xmlns:a16="http://schemas.microsoft.com/office/drawing/2014/main" id="{05593546-486C-472A-A185-DB4CD622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i="0">
                <a:solidFill>
                  <a:srgbClr val="606060"/>
                </a:solidFill>
                <a:latin typeface="Malgun Gothic"/>
                <a:ea typeface="Malgun Gothic"/>
                <a:cs typeface="Malgun Gothic"/>
              </a:rPr>
              <a:t>시간 O(행×열). 시작 칸에는 할인하지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6268551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2026-09-19T14:53:19.5390000Z</dcterms:created>
  <dcterms:modified xsi:type="dcterms:W3CDTF">2026-09-19T14:53:19.5390000Z</dcterms:modified>
</coreProperties>
</file>